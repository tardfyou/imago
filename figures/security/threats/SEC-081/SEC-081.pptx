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984f5da9fc4411" /><Relationship Type="http://schemas.openxmlformats.org/officeDocument/2006/relationships/extended-properties" Target="/docProps/app.xml" Id="Rbb8c43785d2846e6" /><Relationship Type="http://schemas.openxmlformats.org/officeDocument/2006/relationships/officeDocument" Target="/ppt/presentation.xml" Id="R01f36e3cce9b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7cec24d7f541e4"/>
  </p:sldMasterIdLst>
  <p:notesMasterIdLst>
    <p:notesMasterId xmlns:r="http://schemas.openxmlformats.org/officeDocument/2006/relationships" r:id="R672d713e434a43b8"/>
  </p:notesMasterIdLst>
  <p:sldIdLst>
    <p:sldId xmlns:r="http://schemas.openxmlformats.org/officeDocument/2006/relationships" id="256" r:id="Rb927afad8bd04731"/>
  </p:sldIdLst>
  <p:sldSz cx="14173200" cy="6315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03921676ce4cb8" /><Relationship Type="http://schemas.openxmlformats.org/officeDocument/2006/relationships/slideMaster" Target="/ppt/slideMasters/slideMaster1.xml" Id="Rae7cec24d7f541e4" /><Relationship Type="http://schemas.openxmlformats.org/officeDocument/2006/relationships/notesMaster" Target="/ppt/notesMasters/notesMaster1.xml" Id="R672d713e434a43b8" /><Relationship Type="http://schemas.openxmlformats.org/officeDocument/2006/relationships/presProps" Target="/ppt/presProps.xml" Id="R81506bfaf6bc4d17" /><Relationship Type="http://schemas.openxmlformats.org/officeDocument/2006/relationships/tableStyles" Target="/ppt/tableStyles.xml" Id="Rba0a30bb59e84ae3" /><Relationship Type="http://schemas.openxmlformats.org/officeDocument/2006/relationships/slide" Target="/ppt/slides/slide1.xml" Id="Rb927afad8bd047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ae845415d44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efd2946f34a41" /><Relationship Type="http://schemas.openxmlformats.org/officeDocument/2006/relationships/notesMaster" Target="/ppt/notesMasters/notesMaster1.xml" Id="R8ebc3329606a428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素材ID：SEC-081</ns1:t>
            </ns1:r>
          </ns1:p>
          <ns1:p>
            <ns1:r>
              <ns1:t>论文：Download More RAM: Dismantling Windows Operating System Defences with Mischievous Memory</ns1:t>
            </ns1:r>
          </ns1:p>
          <ns1:p>
            <ns1:r>
              <ns1:t>会议：USENIX Security 2026</ns1:t>
            </ns1:r>
          </ns1:p>
          <ns1:p>
            <ns1:r>
              <ns1:t>奖项：Distinguished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类型：威胁与攻击</ns1:t>
            </ns1:r>
          </ns1:p>
          <ns1:p>
            <ns1:r>
              <ns1:t>借鉴点：六个有图标和具体中间状态的阶段按蛇形连接，读写能力逐步扩展到完整系统影响，适合分阶段能力建立的表达。</ns1:t>
            </ns1:r>
          </ns1:p>
          <ns1:p>
            <ns1:r>
              <ns1:t>论文URL：https://www.usenix.org/system/files/usenixsecurity26-collins.pdf</ns1:t>
            </ns1:r>
          </ns1:p>
          <ns1:p>
            <ns1:r>
              <ns1:t>官方获奖URL：https://www.usenix.org/conference/usenixsecurity26/presentation/collins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36e3b02334d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df74b221254e3c" /><Relationship Type="http://schemas.openxmlformats.org/officeDocument/2006/relationships/slideLayout" Target="/ppt/slideLayouts/slideLayout1.xml" Id="R884543902a8f46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4543902a8f46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e1e2685224436" /><Relationship Type="http://schemas.openxmlformats.org/officeDocument/2006/relationships/image" Target="/ppt/media/image.png" Id="Rec275210bc7b49be" /><Relationship Type="http://schemas.openxmlformats.org/officeDocument/2006/relationships/image" Target="/ppt/media/image2.png" Id="R55ec194cf4ef4ef7" /><Relationship Type="http://schemas.openxmlformats.org/officeDocument/2006/relationships/image" Target="/ppt/media/image3.png" Id="R2874bdacbf89452d" /><Relationship Type="http://schemas.openxmlformats.org/officeDocument/2006/relationships/image" Target="/ppt/media/image4.png" Id="R68850946c3b540ac" /><Relationship Type="http://schemas.openxmlformats.org/officeDocument/2006/relationships/image" Target="/ppt/media/image5.png" Id="R95a344e03a5240ea" /><Relationship Type="http://schemas.openxmlformats.org/officeDocument/2006/relationships/image" Target="/ppt/media/image6.png" Id="Rb070729f2ede4f00" /><Relationship Type="http://schemas.openxmlformats.org/officeDocument/2006/relationships/image" Target="/ppt/media/image7.png" Id="R9c2d9342bcec44ed" /><Relationship Type="http://schemas.openxmlformats.org/officeDocument/2006/relationships/image" Target="/ppt/media/image8.png" Id="R70c5861a8edd4631" /><Relationship Type="http://schemas.openxmlformats.org/officeDocument/2006/relationships/image" Target="/ppt/media/image9.png" Id="Ra5ee97b7389d418b" /><Relationship Type="http://schemas.openxmlformats.org/officeDocument/2006/relationships/image" Target="/ppt/media/image10.png" Id="R3dd36a8e0cb74d1d" /><Relationship Type="http://schemas.openxmlformats.org/officeDocument/2006/relationships/image" Target="/ppt/media/image11.png" Id="R4467ffca6e534845" /><Relationship Type="http://schemas.openxmlformats.org/officeDocument/2006/relationships/image" Target="/ppt/media/image12.png" Id="Rcafd07affe3a4f2a" /><Relationship Type="http://schemas.openxmlformats.org/officeDocument/2006/relationships/image" Target="/ppt/media/image13.png" Id="Rb10ef958ee8e447e" /><Relationship Type="http://schemas.openxmlformats.org/officeDocument/2006/relationships/image" Target="/ppt/media/image14.png" Id="R73cb9d2e546f4ddb" /><Relationship Type="http://schemas.openxmlformats.org/officeDocument/2006/relationships/image" Target="/ppt/media/image15.png" Id="R38e1ede65c9a45fe" /><Relationship Type="http://schemas.openxmlformats.org/officeDocument/2006/relationships/image" Target="/ppt/media/image16.png" Id="R7a9a7daef63f4923" /><Relationship Type="http://schemas.openxmlformats.org/officeDocument/2006/relationships/image" Target="/ppt/media/image17.png" Id="Rdb3b811516624ddd" /><Relationship Type="http://schemas.openxmlformats.org/officeDocument/2006/relationships/image" Target="/ppt/media/image18.png" Id="Rba6aabda52d84689" /><Relationship Type="http://schemas.openxmlformats.org/officeDocument/2006/relationships/image" Target="/ppt/media/image19.png" Id="R796095c8f03b4c76" /><Relationship Type="http://schemas.openxmlformats.org/officeDocument/2006/relationships/image" Target="/ppt/media/image20.png" Id="R7640d719e7074297" /><Relationship Type="http://schemas.openxmlformats.org/officeDocument/2006/relationships/notesSlide" Target="/ppt/notesSlides/notesSlide1.xml" Id="R94c709418b1545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884DB-DEC6-46E5-9F10-2205C05F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129909" cy="6315075"/>
          </a:xfrm>
          <a:custGeom xmlns:a="http://schemas.openxmlformats.org/drawingml/2006/main">
            <a:pathLst>
              <a:path w="14129909" h="6315075">
                <a:moveTo>
                  <a:pt x="0" y="6315075"/>
                </a:moveTo>
                <a:lnTo>
                  <a:pt x="14129909" y="6315075"/>
                </a:lnTo>
                <a:lnTo>
                  <a:pt x="14129909" y="0"/>
                </a:lnTo>
                <a:lnTo>
                  <a:pt x="0" y="0"/>
                </a:lnTo>
                <a:lnTo>
                  <a:pt x="0" y="63150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+1Row">
            <a:extLst xmlns:a="http://schemas.openxmlformats.org/drawingml/2006/main">
              <a:ext uri="{FF2B5EF4-FFF2-40B4-BE49-F238E27FC236}">
                <a16:creationId xmlns:a16="http://schemas.microsoft.com/office/drawing/2014/main" id="{78175B4B-398C-4580-8A08-AE05889A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643" y="1198252"/>
            <a:ext cx="583769" cy="122603"/>
          </a:xfrm>
          <a:custGeom xmlns:a="http://schemas.openxmlformats.org/drawingml/2006/main">
            <a:pathLst>
              <a:path w="583769" h="122603">
                <a:moveTo>
                  <a:pt x="32628" y="18696"/>
                </a:moveTo>
                <a:lnTo>
                  <a:pt x="32628" y="51414"/>
                </a:lnTo>
                <a:lnTo>
                  <a:pt x="0" y="51414"/>
                </a:lnTo>
                <a:lnTo>
                  <a:pt x="0" y="70290"/>
                </a:lnTo>
                <a:lnTo>
                  <a:pt x="32628" y="70290"/>
                </a:lnTo>
                <a:lnTo>
                  <a:pt x="32628" y="103098"/>
                </a:lnTo>
                <a:lnTo>
                  <a:pt x="51594" y="103098"/>
                </a:lnTo>
                <a:lnTo>
                  <a:pt x="51594" y="70290"/>
                </a:lnTo>
                <a:lnTo>
                  <a:pt x="84222" y="70290"/>
                </a:lnTo>
                <a:lnTo>
                  <a:pt x="84222" y="51414"/>
                </a:lnTo>
                <a:lnTo>
                  <a:pt x="51594" y="51414"/>
                </a:lnTo>
                <a:lnTo>
                  <a:pt x="51594" y="18696"/>
                </a:lnTo>
                <a:lnTo>
                  <a:pt x="32628" y="18696"/>
                </a:lnTo>
                <a:close/>
                <a:moveTo>
                  <a:pt x="284350" y="74605"/>
                </a:moveTo>
                <a:lnTo>
                  <a:pt x="284929" y="74609"/>
                </a:lnTo>
                <a:lnTo>
                  <a:pt x="285498" y="74622"/>
                </a:lnTo>
                <a:lnTo>
                  <a:pt x="286056" y="74643"/>
                </a:lnTo>
                <a:lnTo>
                  <a:pt x="286604" y="74674"/>
                </a:lnTo>
                <a:lnTo>
                  <a:pt x="287141" y="74712"/>
                </a:lnTo>
                <a:lnTo>
                  <a:pt x="287668" y="74760"/>
                </a:lnTo>
                <a:lnTo>
                  <a:pt x="288184" y="74815"/>
                </a:lnTo>
                <a:lnTo>
                  <a:pt x="288690" y="74880"/>
                </a:lnTo>
                <a:lnTo>
                  <a:pt x="289185" y="74953"/>
                </a:lnTo>
                <a:lnTo>
                  <a:pt x="289670" y="75035"/>
                </a:lnTo>
                <a:lnTo>
                  <a:pt x="290144" y="75125"/>
                </a:lnTo>
                <a:lnTo>
                  <a:pt x="290608" y="75224"/>
                </a:lnTo>
                <a:lnTo>
                  <a:pt x="291062" y="75332"/>
                </a:lnTo>
                <a:lnTo>
                  <a:pt x="291505" y="75448"/>
                </a:lnTo>
                <a:lnTo>
                  <a:pt x="291938" y="75572"/>
                </a:lnTo>
                <a:lnTo>
                  <a:pt x="292360" y="75706"/>
                </a:lnTo>
                <a:lnTo>
                  <a:pt x="292772" y="75848"/>
                </a:lnTo>
                <a:lnTo>
                  <a:pt x="293173" y="75998"/>
                </a:lnTo>
                <a:lnTo>
                  <a:pt x="293564" y="76157"/>
                </a:lnTo>
                <a:lnTo>
                  <a:pt x="293944" y="76325"/>
                </a:lnTo>
                <a:lnTo>
                  <a:pt x="294314" y="76502"/>
                </a:lnTo>
                <a:lnTo>
                  <a:pt x="294674" y="76686"/>
                </a:lnTo>
                <a:lnTo>
                  <a:pt x="295023" y="76880"/>
                </a:lnTo>
                <a:lnTo>
                  <a:pt x="295361" y="77082"/>
                </a:lnTo>
                <a:lnTo>
                  <a:pt x="295692" y="77293"/>
                </a:lnTo>
                <a:lnTo>
                  <a:pt x="296016" y="77512"/>
                </a:lnTo>
                <a:lnTo>
                  <a:pt x="296335" y="77741"/>
                </a:lnTo>
                <a:lnTo>
                  <a:pt x="296648" y="77978"/>
                </a:lnTo>
                <a:lnTo>
                  <a:pt x="296956" y="78225"/>
                </a:lnTo>
                <a:lnTo>
                  <a:pt x="297257" y="78480"/>
                </a:lnTo>
                <a:lnTo>
                  <a:pt x="297553" y="78744"/>
                </a:lnTo>
                <a:lnTo>
                  <a:pt x="297843" y="79018"/>
                </a:lnTo>
                <a:lnTo>
                  <a:pt x="298127" y="79300"/>
                </a:lnTo>
                <a:lnTo>
                  <a:pt x="298406" y="79591"/>
                </a:lnTo>
                <a:lnTo>
                  <a:pt x="298678" y="79891"/>
                </a:lnTo>
                <a:lnTo>
                  <a:pt x="298945" y="80199"/>
                </a:lnTo>
                <a:lnTo>
                  <a:pt x="299206" y="80517"/>
                </a:lnTo>
                <a:lnTo>
                  <a:pt x="299462" y="80844"/>
                </a:lnTo>
                <a:lnTo>
                  <a:pt x="299711" y="81179"/>
                </a:lnTo>
                <a:lnTo>
                  <a:pt x="299955" y="81524"/>
                </a:lnTo>
                <a:lnTo>
                  <a:pt x="300193" y="81877"/>
                </a:lnTo>
                <a:lnTo>
                  <a:pt x="300426" y="82240"/>
                </a:lnTo>
                <a:lnTo>
                  <a:pt x="300652" y="82611"/>
                </a:lnTo>
                <a:lnTo>
                  <a:pt x="300873" y="82991"/>
                </a:lnTo>
                <a:lnTo>
                  <a:pt x="301088" y="83381"/>
                </a:lnTo>
                <a:lnTo>
                  <a:pt x="301297" y="83779"/>
                </a:lnTo>
                <a:lnTo>
                  <a:pt x="301500" y="84186"/>
                </a:lnTo>
                <a:lnTo>
                  <a:pt x="301698" y="84602"/>
                </a:lnTo>
                <a:lnTo>
                  <a:pt x="301892" y="85027"/>
                </a:lnTo>
                <a:lnTo>
                  <a:pt x="302084" y="85462"/>
                </a:lnTo>
                <a:lnTo>
                  <a:pt x="302274" y="85907"/>
                </a:lnTo>
                <a:lnTo>
                  <a:pt x="302462" y="86362"/>
                </a:lnTo>
                <a:lnTo>
                  <a:pt x="302648" y="86828"/>
                </a:lnTo>
                <a:lnTo>
                  <a:pt x="302833" y="87303"/>
                </a:lnTo>
                <a:lnTo>
                  <a:pt x="303015" y="87788"/>
                </a:lnTo>
                <a:lnTo>
                  <a:pt x="303196" y="88284"/>
                </a:lnTo>
                <a:lnTo>
                  <a:pt x="303375" y="88789"/>
                </a:lnTo>
                <a:lnTo>
                  <a:pt x="303552" y="89304"/>
                </a:lnTo>
                <a:lnTo>
                  <a:pt x="303727" y="89829"/>
                </a:lnTo>
                <a:lnTo>
                  <a:pt x="303900" y="90365"/>
                </a:lnTo>
                <a:lnTo>
                  <a:pt x="304072" y="90910"/>
                </a:lnTo>
                <a:lnTo>
                  <a:pt x="304241" y="91466"/>
                </a:lnTo>
                <a:lnTo>
                  <a:pt x="304409" y="92031"/>
                </a:lnTo>
                <a:lnTo>
                  <a:pt x="304574" y="92606"/>
                </a:lnTo>
                <a:lnTo>
                  <a:pt x="304738" y="93192"/>
                </a:lnTo>
                <a:lnTo>
                  <a:pt x="304900" y="93787"/>
                </a:lnTo>
                <a:lnTo>
                  <a:pt x="305060" y="94393"/>
                </a:lnTo>
                <a:lnTo>
                  <a:pt x="305219" y="95008"/>
                </a:lnTo>
                <a:lnTo>
                  <a:pt x="305375" y="95634"/>
                </a:lnTo>
                <a:lnTo>
                  <a:pt x="305529" y="96269"/>
                </a:lnTo>
                <a:lnTo>
                  <a:pt x="305682" y="96915"/>
                </a:lnTo>
                <a:lnTo>
                  <a:pt x="305833" y="97570"/>
                </a:lnTo>
                <a:lnTo>
                  <a:pt x="311496" y="120985"/>
                </a:lnTo>
                <a:lnTo>
                  <a:pt x="337922" y="120985"/>
                </a:lnTo>
                <a:lnTo>
                  <a:pt x="329922" y="92537"/>
                </a:lnTo>
                <a:lnTo>
                  <a:pt x="329726" y="91829"/>
                </a:lnTo>
                <a:lnTo>
                  <a:pt x="329529" y="91130"/>
                </a:lnTo>
                <a:lnTo>
                  <a:pt x="329330" y="90441"/>
                </a:lnTo>
                <a:lnTo>
                  <a:pt x="329129" y="89761"/>
                </a:lnTo>
                <a:lnTo>
                  <a:pt x="328927" y="89090"/>
                </a:lnTo>
                <a:lnTo>
                  <a:pt x="328723" y="88429"/>
                </a:lnTo>
                <a:lnTo>
                  <a:pt x="328517" y="87777"/>
                </a:lnTo>
                <a:lnTo>
                  <a:pt x="328309" y="87135"/>
                </a:lnTo>
                <a:lnTo>
                  <a:pt x="328100" y="86502"/>
                </a:lnTo>
                <a:lnTo>
                  <a:pt x="327889" y="85878"/>
                </a:lnTo>
                <a:lnTo>
                  <a:pt x="327676" y="85264"/>
                </a:lnTo>
                <a:lnTo>
                  <a:pt x="327461" y="84659"/>
                </a:lnTo>
                <a:lnTo>
                  <a:pt x="327245" y="84064"/>
                </a:lnTo>
                <a:lnTo>
                  <a:pt x="327027" y="83478"/>
                </a:lnTo>
                <a:lnTo>
                  <a:pt x="326808" y="82901"/>
                </a:lnTo>
                <a:lnTo>
                  <a:pt x="326586" y="82334"/>
                </a:lnTo>
                <a:lnTo>
                  <a:pt x="326363" y="81776"/>
                </a:lnTo>
                <a:lnTo>
                  <a:pt x="326138" y="81227"/>
                </a:lnTo>
                <a:lnTo>
                  <a:pt x="325912" y="80688"/>
                </a:lnTo>
                <a:lnTo>
                  <a:pt x="325684" y="80158"/>
                </a:lnTo>
                <a:lnTo>
                  <a:pt x="325454" y="79638"/>
                </a:lnTo>
                <a:lnTo>
                  <a:pt x="325222" y="79127"/>
                </a:lnTo>
                <a:lnTo>
                  <a:pt x="324989" y="78625"/>
                </a:lnTo>
                <a:lnTo>
                  <a:pt x="324754" y="78133"/>
                </a:lnTo>
                <a:lnTo>
                  <a:pt x="324515" y="77649"/>
                </a:lnTo>
                <a:lnTo>
                  <a:pt x="324270" y="77174"/>
                </a:lnTo>
                <a:lnTo>
                  <a:pt x="324018" y="76707"/>
                </a:lnTo>
                <a:lnTo>
                  <a:pt x="323761" y="76249"/>
                </a:lnTo>
                <a:lnTo>
                  <a:pt x="323498" y="75798"/>
                </a:lnTo>
                <a:lnTo>
                  <a:pt x="323228" y="75356"/>
                </a:lnTo>
                <a:lnTo>
                  <a:pt x="322953" y="74923"/>
                </a:lnTo>
                <a:lnTo>
                  <a:pt x="322671" y="74497"/>
                </a:lnTo>
                <a:lnTo>
                  <a:pt x="322384" y="74080"/>
                </a:lnTo>
                <a:lnTo>
                  <a:pt x="322090" y="73671"/>
                </a:lnTo>
                <a:lnTo>
                  <a:pt x="321790" y="73270"/>
                </a:lnTo>
                <a:lnTo>
                  <a:pt x="321484" y="72878"/>
                </a:lnTo>
                <a:lnTo>
                  <a:pt x="321172" y="72494"/>
                </a:lnTo>
                <a:lnTo>
                  <a:pt x="320854" y="72118"/>
                </a:lnTo>
                <a:lnTo>
                  <a:pt x="320530" y="71751"/>
                </a:lnTo>
                <a:lnTo>
                  <a:pt x="320199" y="71391"/>
                </a:lnTo>
                <a:lnTo>
                  <a:pt x="319863" y="71040"/>
                </a:lnTo>
                <a:lnTo>
                  <a:pt x="319521" y="70698"/>
                </a:lnTo>
                <a:lnTo>
                  <a:pt x="319172" y="70363"/>
                </a:lnTo>
                <a:lnTo>
                  <a:pt x="318817" y="70037"/>
                </a:lnTo>
                <a:lnTo>
                  <a:pt x="318457" y="69719"/>
                </a:lnTo>
                <a:lnTo>
                  <a:pt x="318090" y="69410"/>
                </a:lnTo>
                <a:lnTo>
                  <a:pt x="317717" y="69109"/>
                </a:lnTo>
                <a:lnTo>
                  <a:pt x="317338" y="68816"/>
                </a:lnTo>
                <a:lnTo>
                  <a:pt x="316951" y="68531"/>
                </a:lnTo>
                <a:lnTo>
                  <a:pt x="316553" y="68254"/>
                </a:lnTo>
                <a:lnTo>
                  <a:pt x="316144" y="67985"/>
                </a:lnTo>
                <a:lnTo>
                  <a:pt x="315725" y="67724"/>
                </a:lnTo>
                <a:lnTo>
                  <a:pt x="315295" y="67471"/>
                </a:lnTo>
                <a:lnTo>
                  <a:pt x="314855" y="67226"/>
                </a:lnTo>
                <a:lnTo>
                  <a:pt x="314404" y="66989"/>
                </a:lnTo>
                <a:lnTo>
                  <a:pt x="313942" y="66760"/>
                </a:lnTo>
                <a:lnTo>
                  <a:pt x="313470" y="66539"/>
                </a:lnTo>
                <a:lnTo>
                  <a:pt x="312987" y="66325"/>
                </a:lnTo>
                <a:lnTo>
                  <a:pt x="312494" y="66120"/>
                </a:lnTo>
                <a:lnTo>
                  <a:pt x="311990" y="65923"/>
                </a:lnTo>
                <a:lnTo>
                  <a:pt x="311475" y="65734"/>
                </a:lnTo>
                <a:lnTo>
                  <a:pt x="310950" y="65553"/>
                </a:lnTo>
                <a:lnTo>
                  <a:pt x="310414" y="65379"/>
                </a:lnTo>
                <a:lnTo>
                  <a:pt x="309868" y="65214"/>
                </a:lnTo>
                <a:lnTo>
                  <a:pt x="309311" y="65057"/>
                </a:lnTo>
                <a:lnTo>
                  <a:pt x="308743" y="64907"/>
                </a:lnTo>
                <a:lnTo>
                  <a:pt x="308164" y="64766"/>
                </a:lnTo>
                <a:lnTo>
                  <a:pt x="307576" y="64632"/>
                </a:lnTo>
                <a:lnTo>
                  <a:pt x="306976" y="64507"/>
                </a:lnTo>
                <a:lnTo>
                  <a:pt x="306366" y="64389"/>
                </a:lnTo>
                <a:lnTo>
                  <a:pt x="305745" y="64280"/>
                </a:lnTo>
                <a:lnTo>
                  <a:pt x="305114" y="64178"/>
                </a:lnTo>
                <a:lnTo>
                  <a:pt x="306144" y="63886"/>
                </a:lnTo>
                <a:lnTo>
                  <a:pt x="307152" y="63578"/>
                </a:lnTo>
                <a:lnTo>
                  <a:pt x="308138" y="63254"/>
                </a:lnTo>
                <a:lnTo>
                  <a:pt x="309102" y="62914"/>
                </a:lnTo>
                <a:lnTo>
                  <a:pt x="310045" y="62558"/>
                </a:lnTo>
                <a:lnTo>
                  <a:pt x="310965" y="62187"/>
                </a:lnTo>
                <a:lnTo>
                  <a:pt x="311863" y="61799"/>
                </a:lnTo>
                <a:lnTo>
                  <a:pt x="312739" y="61396"/>
                </a:lnTo>
                <a:lnTo>
                  <a:pt x="313593" y="60977"/>
                </a:lnTo>
                <a:lnTo>
                  <a:pt x="314425" y="60541"/>
                </a:lnTo>
                <a:lnTo>
                  <a:pt x="315235" y="60090"/>
                </a:lnTo>
                <a:lnTo>
                  <a:pt x="316024" y="59623"/>
                </a:lnTo>
                <a:lnTo>
                  <a:pt x="316790" y="59140"/>
                </a:lnTo>
                <a:lnTo>
                  <a:pt x="317534" y="58642"/>
                </a:lnTo>
                <a:lnTo>
                  <a:pt x="318256" y="58127"/>
                </a:lnTo>
                <a:lnTo>
                  <a:pt x="318956" y="57596"/>
                </a:lnTo>
                <a:lnTo>
                  <a:pt x="319634" y="57050"/>
                </a:lnTo>
                <a:lnTo>
                  <a:pt x="320290" y="56488"/>
                </a:lnTo>
                <a:lnTo>
                  <a:pt x="320924" y="55909"/>
                </a:lnTo>
                <a:lnTo>
                  <a:pt x="321536" y="55315"/>
                </a:lnTo>
                <a:lnTo>
                  <a:pt x="322127" y="54705"/>
                </a:lnTo>
                <a:lnTo>
                  <a:pt x="322695" y="54079"/>
                </a:lnTo>
                <a:lnTo>
                  <a:pt x="323241" y="53437"/>
                </a:lnTo>
                <a:lnTo>
                  <a:pt x="323765" y="52779"/>
                </a:lnTo>
                <a:lnTo>
                  <a:pt x="324267" y="52108"/>
                </a:lnTo>
                <a:lnTo>
                  <a:pt x="324748" y="51424"/>
                </a:lnTo>
                <a:lnTo>
                  <a:pt x="325208" y="50728"/>
                </a:lnTo>
                <a:lnTo>
                  <a:pt x="325646" y="50019"/>
                </a:lnTo>
                <a:lnTo>
                  <a:pt x="326063" y="49299"/>
                </a:lnTo>
                <a:lnTo>
                  <a:pt x="326459" y="48566"/>
                </a:lnTo>
                <a:lnTo>
                  <a:pt x="326833" y="47822"/>
                </a:lnTo>
                <a:lnTo>
                  <a:pt x="327185" y="47065"/>
                </a:lnTo>
                <a:lnTo>
                  <a:pt x="327517" y="46295"/>
                </a:lnTo>
                <a:lnTo>
                  <a:pt x="327827" y="45514"/>
                </a:lnTo>
                <a:lnTo>
                  <a:pt x="328115" y="44721"/>
                </a:lnTo>
                <a:lnTo>
                  <a:pt x="328383" y="43915"/>
                </a:lnTo>
                <a:lnTo>
                  <a:pt x="328629" y="43098"/>
                </a:lnTo>
                <a:lnTo>
                  <a:pt x="328853" y="42268"/>
                </a:lnTo>
                <a:lnTo>
                  <a:pt x="329056" y="41426"/>
                </a:lnTo>
                <a:lnTo>
                  <a:pt x="329238" y="40571"/>
                </a:lnTo>
                <a:lnTo>
                  <a:pt x="329398" y="39705"/>
                </a:lnTo>
                <a:lnTo>
                  <a:pt x="329537" y="38826"/>
                </a:lnTo>
                <a:lnTo>
                  <a:pt x="329655" y="37936"/>
                </a:lnTo>
                <a:lnTo>
                  <a:pt x="329751" y="37033"/>
                </a:lnTo>
                <a:lnTo>
                  <a:pt x="329826" y="36118"/>
                </a:lnTo>
                <a:lnTo>
                  <a:pt x="329879" y="35191"/>
                </a:lnTo>
                <a:lnTo>
                  <a:pt x="329911" y="34251"/>
                </a:lnTo>
                <a:lnTo>
                  <a:pt x="329922" y="33300"/>
                </a:lnTo>
                <a:lnTo>
                  <a:pt x="329913" y="32298"/>
                </a:lnTo>
                <a:lnTo>
                  <a:pt x="329885" y="31313"/>
                </a:lnTo>
                <a:lnTo>
                  <a:pt x="329838" y="30345"/>
                </a:lnTo>
                <a:lnTo>
                  <a:pt x="329773" y="29394"/>
                </a:lnTo>
                <a:lnTo>
                  <a:pt x="329690" y="28459"/>
                </a:lnTo>
                <a:lnTo>
                  <a:pt x="329588" y="27541"/>
                </a:lnTo>
                <a:lnTo>
                  <a:pt x="329467" y="26640"/>
                </a:lnTo>
                <a:lnTo>
                  <a:pt x="329328" y="25755"/>
                </a:lnTo>
                <a:lnTo>
                  <a:pt x="329170" y="24887"/>
                </a:lnTo>
                <a:lnTo>
                  <a:pt x="328994" y="24036"/>
                </a:lnTo>
                <a:lnTo>
                  <a:pt x="328799" y="23201"/>
                </a:lnTo>
                <a:lnTo>
                  <a:pt x="328585" y="22383"/>
                </a:lnTo>
                <a:lnTo>
                  <a:pt x="328353" y="21581"/>
                </a:lnTo>
                <a:lnTo>
                  <a:pt x="328102" y="20797"/>
                </a:lnTo>
                <a:lnTo>
                  <a:pt x="327833" y="20029"/>
                </a:lnTo>
                <a:lnTo>
                  <a:pt x="327545" y="19278"/>
                </a:lnTo>
                <a:lnTo>
                  <a:pt x="327239" y="18543"/>
                </a:lnTo>
                <a:lnTo>
                  <a:pt x="326914" y="17825"/>
                </a:lnTo>
                <a:lnTo>
                  <a:pt x="326570" y="17124"/>
                </a:lnTo>
                <a:lnTo>
                  <a:pt x="326208" y="16439"/>
                </a:lnTo>
                <a:lnTo>
                  <a:pt x="325827" y="15771"/>
                </a:lnTo>
                <a:lnTo>
                  <a:pt x="325428" y="15120"/>
                </a:lnTo>
                <a:lnTo>
                  <a:pt x="325010" y="14485"/>
                </a:lnTo>
                <a:lnTo>
                  <a:pt x="324574" y="13868"/>
                </a:lnTo>
                <a:lnTo>
                  <a:pt x="324122" y="13265"/>
                </a:lnTo>
                <a:lnTo>
                  <a:pt x="323656" y="12677"/>
                </a:lnTo>
                <a:lnTo>
                  <a:pt x="323177" y="12102"/>
                </a:lnTo>
                <a:lnTo>
                  <a:pt x="322685" y="11542"/>
                </a:lnTo>
                <a:lnTo>
                  <a:pt x="322180" y="10995"/>
                </a:lnTo>
                <a:lnTo>
                  <a:pt x="321661" y="10463"/>
                </a:lnTo>
                <a:lnTo>
                  <a:pt x="321129" y="9944"/>
                </a:lnTo>
                <a:lnTo>
                  <a:pt x="320584" y="9440"/>
                </a:lnTo>
                <a:lnTo>
                  <a:pt x="320026" y="8950"/>
                </a:lnTo>
                <a:lnTo>
                  <a:pt x="319454" y="8474"/>
                </a:lnTo>
                <a:lnTo>
                  <a:pt x="318869" y="8011"/>
                </a:lnTo>
                <a:lnTo>
                  <a:pt x="318271" y="7563"/>
                </a:lnTo>
                <a:lnTo>
                  <a:pt x="317659" y="7129"/>
                </a:lnTo>
                <a:lnTo>
                  <a:pt x="317034" y="6709"/>
                </a:lnTo>
                <a:lnTo>
                  <a:pt x="316396" y="6302"/>
                </a:lnTo>
                <a:lnTo>
                  <a:pt x="315745" y="5910"/>
                </a:lnTo>
                <a:lnTo>
                  <a:pt x="315081" y="5532"/>
                </a:lnTo>
                <a:lnTo>
                  <a:pt x="314403" y="5168"/>
                </a:lnTo>
                <a:lnTo>
                  <a:pt x="313712" y="4818"/>
                </a:lnTo>
                <a:lnTo>
                  <a:pt x="313007" y="4482"/>
                </a:lnTo>
                <a:lnTo>
                  <a:pt x="312290" y="4160"/>
                </a:lnTo>
                <a:lnTo>
                  <a:pt x="311559" y="3852"/>
                </a:lnTo>
                <a:lnTo>
                  <a:pt x="310815" y="3558"/>
                </a:lnTo>
                <a:lnTo>
                  <a:pt x="310057" y="3278"/>
                </a:lnTo>
                <a:lnTo>
                  <a:pt x="309289" y="3011"/>
                </a:lnTo>
                <a:lnTo>
                  <a:pt x="308512" y="2754"/>
                </a:lnTo>
                <a:lnTo>
                  <a:pt x="307726" y="2510"/>
                </a:lnTo>
                <a:lnTo>
                  <a:pt x="306931" y="2276"/>
                </a:lnTo>
                <a:lnTo>
                  <a:pt x="306128" y="2054"/>
                </a:lnTo>
                <a:lnTo>
                  <a:pt x="305316" y="1844"/>
                </a:lnTo>
                <a:lnTo>
                  <a:pt x="304495" y="1645"/>
                </a:lnTo>
                <a:lnTo>
                  <a:pt x="303666" y="1457"/>
                </a:lnTo>
                <a:lnTo>
                  <a:pt x="302827" y="1280"/>
                </a:lnTo>
                <a:lnTo>
                  <a:pt x="301980" y="1115"/>
                </a:lnTo>
                <a:lnTo>
                  <a:pt x="301124" y="962"/>
                </a:lnTo>
                <a:lnTo>
                  <a:pt x="300260" y="820"/>
                </a:lnTo>
                <a:lnTo>
                  <a:pt x="299387" y="689"/>
                </a:lnTo>
                <a:lnTo>
                  <a:pt x="298505" y="569"/>
                </a:lnTo>
                <a:lnTo>
                  <a:pt x="297614" y="461"/>
                </a:lnTo>
                <a:lnTo>
                  <a:pt x="296714" y="364"/>
                </a:lnTo>
                <a:lnTo>
                  <a:pt x="295806" y="279"/>
                </a:lnTo>
                <a:lnTo>
                  <a:pt x="294889" y="205"/>
                </a:lnTo>
                <a:lnTo>
                  <a:pt x="293964" y="142"/>
                </a:lnTo>
                <a:lnTo>
                  <a:pt x="293029" y="91"/>
                </a:lnTo>
                <a:lnTo>
                  <a:pt x="292086" y="51"/>
                </a:lnTo>
                <a:lnTo>
                  <a:pt x="291134" y="23"/>
                </a:lnTo>
                <a:lnTo>
                  <a:pt x="290173" y="6"/>
                </a:lnTo>
                <a:lnTo>
                  <a:pt x="289204" y="0"/>
                </a:lnTo>
                <a:lnTo>
                  <a:pt x="239408" y="0"/>
                </a:lnTo>
                <a:lnTo>
                  <a:pt x="239408" y="120985"/>
                </a:lnTo>
                <a:lnTo>
                  <a:pt x="264665" y="120985"/>
                </a:lnTo>
                <a:lnTo>
                  <a:pt x="264665" y="74605"/>
                </a:lnTo>
                <a:lnTo>
                  <a:pt x="284350" y="74605"/>
                </a:lnTo>
                <a:close/>
                <a:moveTo>
                  <a:pt x="287079" y="20950"/>
                </a:moveTo>
                <a:lnTo>
                  <a:pt x="287729" y="20971"/>
                </a:lnTo>
                <a:lnTo>
                  <a:pt x="288368" y="21006"/>
                </a:lnTo>
                <a:lnTo>
                  <a:pt x="288997" y="21055"/>
                </a:lnTo>
                <a:lnTo>
                  <a:pt x="289614" y="21118"/>
                </a:lnTo>
                <a:lnTo>
                  <a:pt x="290221" y="21195"/>
                </a:lnTo>
                <a:lnTo>
                  <a:pt x="290816" y="21286"/>
                </a:lnTo>
                <a:lnTo>
                  <a:pt x="291401" y="21391"/>
                </a:lnTo>
                <a:lnTo>
                  <a:pt x="291975" y="21510"/>
                </a:lnTo>
                <a:lnTo>
                  <a:pt x="292538" y="21644"/>
                </a:lnTo>
                <a:lnTo>
                  <a:pt x="293090" y="21791"/>
                </a:lnTo>
                <a:lnTo>
                  <a:pt x="293631" y="21952"/>
                </a:lnTo>
                <a:lnTo>
                  <a:pt x="294161" y="22127"/>
                </a:lnTo>
                <a:lnTo>
                  <a:pt x="294680" y="22316"/>
                </a:lnTo>
                <a:lnTo>
                  <a:pt x="295188" y="22519"/>
                </a:lnTo>
                <a:lnTo>
                  <a:pt x="295686" y="22736"/>
                </a:lnTo>
                <a:lnTo>
                  <a:pt x="296172" y="22967"/>
                </a:lnTo>
                <a:lnTo>
                  <a:pt x="296648" y="23212"/>
                </a:lnTo>
                <a:lnTo>
                  <a:pt x="297112" y="23471"/>
                </a:lnTo>
                <a:lnTo>
                  <a:pt x="297566" y="23744"/>
                </a:lnTo>
                <a:lnTo>
                  <a:pt x="298009" y="24031"/>
                </a:lnTo>
                <a:lnTo>
                  <a:pt x="298440" y="24333"/>
                </a:lnTo>
                <a:lnTo>
                  <a:pt x="298861" y="24648"/>
                </a:lnTo>
                <a:lnTo>
                  <a:pt x="299271" y="24977"/>
                </a:lnTo>
                <a:lnTo>
                  <a:pt x="299667" y="25320"/>
                </a:lnTo>
                <a:lnTo>
                  <a:pt x="300046" y="25677"/>
                </a:lnTo>
                <a:lnTo>
                  <a:pt x="300409" y="26047"/>
                </a:lnTo>
                <a:lnTo>
                  <a:pt x="300754" y="26431"/>
                </a:lnTo>
                <a:lnTo>
                  <a:pt x="301083" y="26829"/>
                </a:lnTo>
                <a:lnTo>
                  <a:pt x="301395" y="27240"/>
                </a:lnTo>
                <a:lnTo>
                  <a:pt x="301690" y="27665"/>
                </a:lnTo>
                <a:lnTo>
                  <a:pt x="301968" y="28104"/>
                </a:lnTo>
                <a:lnTo>
                  <a:pt x="302229" y="28557"/>
                </a:lnTo>
                <a:lnTo>
                  <a:pt x="302473" y="29023"/>
                </a:lnTo>
                <a:lnTo>
                  <a:pt x="302701" y="29503"/>
                </a:lnTo>
                <a:lnTo>
                  <a:pt x="302912" y="29996"/>
                </a:lnTo>
                <a:lnTo>
                  <a:pt x="303105" y="30504"/>
                </a:lnTo>
                <a:lnTo>
                  <a:pt x="303282" y="31025"/>
                </a:lnTo>
                <a:lnTo>
                  <a:pt x="303442" y="31559"/>
                </a:lnTo>
                <a:lnTo>
                  <a:pt x="303586" y="32108"/>
                </a:lnTo>
                <a:lnTo>
                  <a:pt x="303712" y="32670"/>
                </a:lnTo>
                <a:lnTo>
                  <a:pt x="303822" y="33246"/>
                </a:lnTo>
                <a:lnTo>
                  <a:pt x="303914" y="33835"/>
                </a:lnTo>
                <a:lnTo>
                  <a:pt x="303990" y="34438"/>
                </a:lnTo>
                <a:lnTo>
                  <a:pt x="304049" y="35055"/>
                </a:lnTo>
                <a:lnTo>
                  <a:pt x="304091" y="35686"/>
                </a:lnTo>
                <a:lnTo>
                  <a:pt x="304117" y="36330"/>
                </a:lnTo>
                <a:lnTo>
                  <a:pt x="304125" y="36988"/>
                </a:lnTo>
                <a:lnTo>
                  <a:pt x="304121" y="37441"/>
                </a:lnTo>
                <a:lnTo>
                  <a:pt x="304109" y="37887"/>
                </a:lnTo>
                <a:lnTo>
                  <a:pt x="304088" y="38328"/>
                </a:lnTo>
                <a:lnTo>
                  <a:pt x="304060" y="38763"/>
                </a:lnTo>
                <a:lnTo>
                  <a:pt x="304024" y="39193"/>
                </a:lnTo>
                <a:lnTo>
                  <a:pt x="303979" y="39616"/>
                </a:lnTo>
                <a:lnTo>
                  <a:pt x="303926" y="40033"/>
                </a:lnTo>
                <a:lnTo>
                  <a:pt x="303865" y="40445"/>
                </a:lnTo>
                <a:lnTo>
                  <a:pt x="303796" y="40850"/>
                </a:lnTo>
                <a:lnTo>
                  <a:pt x="303719" y="41250"/>
                </a:lnTo>
                <a:lnTo>
                  <a:pt x="303634" y="41643"/>
                </a:lnTo>
                <a:lnTo>
                  <a:pt x="303541" y="42031"/>
                </a:lnTo>
                <a:lnTo>
                  <a:pt x="303439" y="42413"/>
                </a:lnTo>
                <a:lnTo>
                  <a:pt x="303330" y="42789"/>
                </a:lnTo>
                <a:lnTo>
                  <a:pt x="303212" y="43159"/>
                </a:lnTo>
                <a:lnTo>
                  <a:pt x="303086" y="43523"/>
                </a:lnTo>
                <a:lnTo>
                  <a:pt x="302952" y="43881"/>
                </a:lnTo>
                <a:lnTo>
                  <a:pt x="302810" y="44234"/>
                </a:lnTo>
                <a:lnTo>
                  <a:pt x="302660" y="44580"/>
                </a:lnTo>
                <a:lnTo>
                  <a:pt x="302502" y="44921"/>
                </a:lnTo>
                <a:lnTo>
                  <a:pt x="302336" y="45255"/>
                </a:lnTo>
                <a:lnTo>
                  <a:pt x="302161" y="45584"/>
                </a:lnTo>
                <a:lnTo>
                  <a:pt x="301979" y="45907"/>
                </a:lnTo>
                <a:lnTo>
                  <a:pt x="301788" y="46223"/>
                </a:lnTo>
                <a:lnTo>
                  <a:pt x="301590" y="46534"/>
                </a:lnTo>
                <a:lnTo>
                  <a:pt x="301385" y="46838"/>
                </a:lnTo>
                <a:lnTo>
                  <a:pt x="301173" y="47135"/>
                </a:lnTo>
                <a:lnTo>
                  <a:pt x="300955" y="47426"/>
                </a:lnTo>
                <a:lnTo>
                  <a:pt x="300730" y="47710"/>
                </a:lnTo>
                <a:lnTo>
                  <a:pt x="300499" y="47988"/>
                </a:lnTo>
                <a:lnTo>
                  <a:pt x="300260" y="48259"/>
                </a:lnTo>
                <a:lnTo>
                  <a:pt x="300015" y="48524"/>
                </a:lnTo>
                <a:lnTo>
                  <a:pt x="299763" y="48782"/>
                </a:lnTo>
                <a:lnTo>
                  <a:pt x="299505" y="49033"/>
                </a:lnTo>
                <a:lnTo>
                  <a:pt x="299240" y="49278"/>
                </a:lnTo>
                <a:lnTo>
                  <a:pt x="298968" y="49517"/>
                </a:lnTo>
                <a:lnTo>
                  <a:pt x="298689" y="49749"/>
                </a:lnTo>
                <a:lnTo>
                  <a:pt x="298404" y="49974"/>
                </a:lnTo>
                <a:lnTo>
                  <a:pt x="298112" y="50193"/>
                </a:lnTo>
                <a:lnTo>
                  <a:pt x="297813" y="50406"/>
                </a:lnTo>
                <a:lnTo>
                  <a:pt x="297508" y="50611"/>
                </a:lnTo>
                <a:lnTo>
                  <a:pt x="297195" y="50811"/>
                </a:lnTo>
                <a:lnTo>
                  <a:pt x="296876" y="51004"/>
                </a:lnTo>
                <a:lnTo>
                  <a:pt x="296551" y="51190"/>
                </a:lnTo>
                <a:lnTo>
                  <a:pt x="296219" y="51369"/>
                </a:lnTo>
                <a:lnTo>
                  <a:pt x="295880" y="51543"/>
                </a:lnTo>
                <a:lnTo>
                  <a:pt x="295534" y="51709"/>
                </a:lnTo>
                <a:lnTo>
                  <a:pt x="295181" y="51869"/>
                </a:lnTo>
                <a:lnTo>
                  <a:pt x="294823" y="52023"/>
                </a:lnTo>
                <a:lnTo>
                  <a:pt x="294458" y="52170"/>
                </a:lnTo>
                <a:lnTo>
                  <a:pt x="294088" y="52310"/>
                </a:lnTo>
                <a:lnTo>
                  <a:pt x="293712" y="52444"/>
                </a:lnTo>
                <a:lnTo>
                  <a:pt x="293330" y="52572"/>
                </a:lnTo>
                <a:lnTo>
                  <a:pt x="292943" y="52693"/>
                </a:lnTo>
                <a:lnTo>
                  <a:pt x="292549" y="52807"/>
                </a:lnTo>
                <a:lnTo>
                  <a:pt x="292150" y="52915"/>
                </a:lnTo>
                <a:lnTo>
                  <a:pt x="291745" y="53016"/>
                </a:lnTo>
                <a:lnTo>
                  <a:pt x="291335" y="53111"/>
                </a:lnTo>
                <a:lnTo>
                  <a:pt x="290918" y="53199"/>
                </a:lnTo>
                <a:lnTo>
                  <a:pt x="290496" y="53281"/>
                </a:lnTo>
                <a:lnTo>
                  <a:pt x="290068" y="53356"/>
                </a:lnTo>
                <a:lnTo>
                  <a:pt x="289634" y="53425"/>
                </a:lnTo>
                <a:lnTo>
                  <a:pt x="289195" y="53487"/>
                </a:lnTo>
                <a:lnTo>
                  <a:pt x="288750" y="53542"/>
                </a:lnTo>
                <a:lnTo>
                  <a:pt x="288299" y="53591"/>
                </a:lnTo>
                <a:lnTo>
                  <a:pt x="287842" y="53634"/>
                </a:lnTo>
                <a:lnTo>
                  <a:pt x="287379" y="53670"/>
                </a:lnTo>
                <a:lnTo>
                  <a:pt x="286911" y="53699"/>
                </a:lnTo>
                <a:lnTo>
                  <a:pt x="286437" y="53722"/>
                </a:lnTo>
                <a:lnTo>
                  <a:pt x="285957" y="53738"/>
                </a:lnTo>
                <a:lnTo>
                  <a:pt x="285471" y="53748"/>
                </a:lnTo>
                <a:lnTo>
                  <a:pt x="284979" y="53751"/>
                </a:lnTo>
                <a:lnTo>
                  <a:pt x="264665" y="53751"/>
                </a:lnTo>
                <a:lnTo>
                  <a:pt x="264665" y="20943"/>
                </a:lnTo>
                <a:lnTo>
                  <a:pt x="286418" y="20943"/>
                </a:lnTo>
                <a:lnTo>
                  <a:pt x="287079" y="20950"/>
                </a:lnTo>
                <a:close/>
                <a:moveTo>
                  <a:pt x="138283" y="3865"/>
                </a:moveTo>
                <a:lnTo>
                  <a:pt x="137974" y="4265"/>
                </a:lnTo>
                <a:lnTo>
                  <a:pt x="137662" y="4663"/>
                </a:lnTo>
                <a:lnTo>
                  <a:pt x="137345" y="5058"/>
                </a:lnTo>
                <a:lnTo>
                  <a:pt x="137026" y="5451"/>
                </a:lnTo>
                <a:lnTo>
                  <a:pt x="136703" y="5841"/>
                </a:lnTo>
                <a:lnTo>
                  <a:pt x="136376" y="6228"/>
                </a:lnTo>
                <a:lnTo>
                  <a:pt x="136045" y="6612"/>
                </a:lnTo>
                <a:lnTo>
                  <a:pt x="135711" y="6994"/>
                </a:lnTo>
                <a:lnTo>
                  <a:pt x="135374" y="7373"/>
                </a:lnTo>
                <a:lnTo>
                  <a:pt x="135032" y="7750"/>
                </a:lnTo>
                <a:lnTo>
                  <a:pt x="134688" y="8124"/>
                </a:lnTo>
                <a:lnTo>
                  <a:pt x="134339" y="8496"/>
                </a:lnTo>
                <a:lnTo>
                  <a:pt x="133987" y="8864"/>
                </a:lnTo>
                <a:lnTo>
                  <a:pt x="133632" y="9230"/>
                </a:lnTo>
                <a:lnTo>
                  <a:pt x="133273" y="9594"/>
                </a:lnTo>
                <a:lnTo>
                  <a:pt x="132910" y="9955"/>
                </a:lnTo>
                <a:lnTo>
                  <a:pt x="132543" y="10313"/>
                </a:lnTo>
                <a:lnTo>
                  <a:pt x="132174" y="10669"/>
                </a:lnTo>
                <a:lnTo>
                  <a:pt x="131800" y="11022"/>
                </a:lnTo>
                <a:lnTo>
                  <a:pt x="131423" y="11372"/>
                </a:lnTo>
                <a:lnTo>
                  <a:pt x="131042" y="11720"/>
                </a:lnTo>
                <a:lnTo>
                  <a:pt x="130658" y="12065"/>
                </a:lnTo>
                <a:lnTo>
                  <a:pt x="130270" y="12407"/>
                </a:lnTo>
                <a:lnTo>
                  <a:pt x="129879" y="12747"/>
                </a:lnTo>
                <a:lnTo>
                  <a:pt x="129483" y="13084"/>
                </a:lnTo>
                <a:lnTo>
                  <a:pt x="129082" y="13417"/>
                </a:lnTo>
                <a:lnTo>
                  <a:pt x="128675" y="13746"/>
                </a:lnTo>
                <a:lnTo>
                  <a:pt x="128263" y="14072"/>
                </a:lnTo>
                <a:lnTo>
                  <a:pt x="127846" y="14395"/>
                </a:lnTo>
                <a:lnTo>
                  <a:pt x="127424" y="14714"/>
                </a:lnTo>
                <a:lnTo>
                  <a:pt x="126996" y="15029"/>
                </a:lnTo>
                <a:lnTo>
                  <a:pt x="126563" y="15341"/>
                </a:lnTo>
                <a:lnTo>
                  <a:pt x="126125" y="15649"/>
                </a:lnTo>
                <a:lnTo>
                  <a:pt x="125681" y="15954"/>
                </a:lnTo>
                <a:lnTo>
                  <a:pt x="125232" y="16255"/>
                </a:lnTo>
                <a:lnTo>
                  <a:pt x="124778" y="16552"/>
                </a:lnTo>
                <a:lnTo>
                  <a:pt x="124318" y="16846"/>
                </a:lnTo>
                <a:lnTo>
                  <a:pt x="123853" y="17137"/>
                </a:lnTo>
                <a:lnTo>
                  <a:pt x="123383" y="17423"/>
                </a:lnTo>
                <a:lnTo>
                  <a:pt x="122908" y="17707"/>
                </a:lnTo>
                <a:lnTo>
                  <a:pt x="122427" y="17986"/>
                </a:lnTo>
                <a:lnTo>
                  <a:pt x="121941" y="18263"/>
                </a:lnTo>
                <a:lnTo>
                  <a:pt x="121449" y="18535"/>
                </a:lnTo>
                <a:lnTo>
                  <a:pt x="120953" y="18804"/>
                </a:lnTo>
                <a:lnTo>
                  <a:pt x="120451" y="19070"/>
                </a:lnTo>
                <a:lnTo>
                  <a:pt x="119943" y="19332"/>
                </a:lnTo>
                <a:lnTo>
                  <a:pt x="119431" y="19590"/>
                </a:lnTo>
                <a:lnTo>
                  <a:pt x="118913" y="19845"/>
                </a:lnTo>
                <a:lnTo>
                  <a:pt x="118389" y="20096"/>
                </a:lnTo>
                <a:lnTo>
                  <a:pt x="117857" y="20342"/>
                </a:lnTo>
                <a:lnTo>
                  <a:pt x="117319" y="20584"/>
                </a:lnTo>
                <a:lnTo>
                  <a:pt x="116774" y="20822"/>
                </a:lnTo>
                <a:lnTo>
                  <a:pt x="116222" y="21055"/>
                </a:lnTo>
                <a:lnTo>
                  <a:pt x="115663" y="21284"/>
                </a:lnTo>
                <a:lnTo>
                  <a:pt x="115097" y="21508"/>
                </a:lnTo>
                <a:lnTo>
                  <a:pt x="114523" y="21729"/>
                </a:lnTo>
                <a:lnTo>
                  <a:pt x="113943" y="21945"/>
                </a:lnTo>
                <a:lnTo>
                  <a:pt x="113356" y="22156"/>
                </a:lnTo>
                <a:lnTo>
                  <a:pt x="112761" y="22364"/>
                </a:lnTo>
                <a:lnTo>
                  <a:pt x="112160" y="22567"/>
                </a:lnTo>
                <a:lnTo>
                  <a:pt x="111552" y="22765"/>
                </a:lnTo>
                <a:lnTo>
                  <a:pt x="110936" y="22960"/>
                </a:lnTo>
                <a:lnTo>
                  <a:pt x="110314" y="23150"/>
                </a:lnTo>
                <a:lnTo>
                  <a:pt x="109684" y="23336"/>
                </a:lnTo>
                <a:lnTo>
                  <a:pt x="109048" y="23517"/>
                </a:lnTo>
                <a:lnTo>
                  <a:pt x="108405" y="23694"/>
                </a:lnTo>
                <a:lnTo>
                  <a:pt x="107754" y="23867"/>
                </a:lnTo>
                <a:lnTo>
                  <a:pt x="107096" y="24035"/>
                </a:lnTo>
                <a:lnTo>
                  <a:pt x="106432" y="24199"/>
                </a:lnTo>
                <a:lnTo>
                  <a:pt x="105760" y="24359"/>
                </a:lnTo>
                <a:lnTo>
                  <a:pt x="105082" y="24514"/>
                </a:lnTo>
                <a:lnTo>
                  <a:pt x="104396" y="24665"/>
                </a:lnTo>
                <a:lnTo>
                  <a:pt x="104396" y="46777"/>
                </a:lnTo>
                <a:lnTo>
                  <a:pt x="105074" y="46678"/>
                </a:lnTo>
                <a:lnTo>
                  <a:pt x="105744" y="46576"/>
                </a:lnTo>
                <a:lnTo>
                  <a:pt x="106407" y="46470"/>
                </a:lnTo>
                <a:lnTo>
                  <a:pt x="107062" y="46360"/>
                </a:lnTo>
                <a:lnTo>
                  <a:pt x="107709" y="46246"/>
                </a:lnTo>
                <a:lnTo>
                  <a:pt x="108348" y="46129"/>
                </a:lnTo>
                <a:lnTo>
                  <a:pt x="108980" y="46007"/>
                </a:lnTo>
                <a:lnTo>
                  <a:pt x="109605" y="45882"/>
                </a:lnTo>
                <a:lnTo>
                  <a:pt x="110221" y="45752"/>
                </a:lnTo>
                <a:lnTo>
                  <a:pt x="110830" y="45619"/>
                </a:lnTo>
                <a:lnTo>
                  <a:pt x="111431" y="45482"/>
                </a:lnTo>
                <a:lnTo>
                  <a:pt x="112025" y="45341"/>
                </a:lnTo>
                <a:lnTo>
                  <a:pt x="112611" y="45197"/>
                </a:lnTo>
                <a:lnTo>
                  <a:pt x="113190" y="45048"/>
                </a:lnTo>
                <a:lnTo>
                  <a:pt x="113760" y="44896"/>
                </a:lnTo>
                <a:lnTo>
                  <a:pt x="114324" y="44739"/>
                </a:lnTo>
                <a:lnTo>
                  <a:pt x="114879" y="44579"/>
                </a:lnTo>
                <a:lnTo>
                  <a:pt x="115427" y="44415"/>
                </a:lnTo>
                <a:lnTo>
                  <a:pt x="115967" y="44247"/>
                </a:lnTo>
                <a:lnTo>
                  <a:pt x="116499" y="44076"/>
                </a:lnTo>
                <a:lnTo>
                  <a:pt x="117024" y="43900"/>
                </a:lnTo>
                <a:lnTo>
                  <a:pt x="117542" y="43720"/>
                </a:lnTo>
                <a:lnTo>
                  <a:pt x="118051" y="43537"/>
                </a:lnTo>
                <a:lnTo>
                  <a:pt x="118553" y="43350"/>
                </a:lnTo>
                <a:lnTo>
                  <a:pt x="119048" y="43159"/>
                </a:lnTo>
                <a:lnTo>
                  <a:pt x="119537" y="42966"/>
                </a:lnTo>
                <a:lnTo>
                  <a:pt x="120020" y="42771"/>
                </a:lnTo>
                <a:lnTo>
                  <a:pt x="120497" y="42573"/>
                </a:lnTo>
                <a:lnTo>
                  <a:pt x="120968" y="42372"/>
                </a:lnTo>
                <a:lnTo>
                  <a:pt x="121432" y="42170"/>
                </a:lnTo>
                <a:lnTo>
                  <a:pt x="121891" y="41964"/>
                </a:lnTo>
                <a:lnTo>
                  <a:pt x="122343" y="41756"/>
                </a:lnTo>
                <a:lnTo>
                  <a:pt x="122790" y="41546"/>
                </a:lnTo>
                <a:lnTo>
                  <a:pt x="123230" y="41333"/>
                </a:lnTo>
                <a:lnTo>
                  <a:pt x="123664" y="41118"/>
                </a:lnTo>
                <a:lnTo>
                  <a:pt x="124092" y="40901"/>
                </a:lnTo>
                <a:lnTo>
                  <a:pt x="124514" y="40680"/>
                </a:lnTo>
                <a:lnTo>
                  <a:pt x="124930" y="40458"/>
                </a:lnTo>
                <a:lnTo>
                  <a:pt x="125340" y="40233"/>
                </a:lnTo>
                <a:lnTo>
                  <a:pt x="125744" y="40005"/>
                </a:lnTo>
                <a:lnTo>
                  <a:pt x="126142" y="39776"/>
                </a:lnTo>
                <a:lnTo>
                  <a:pt x="126533" y="39543"/>
                </a:lnTo>
                <a:lnTo>
                  <a:pt x="126919" y="39308"/>
                </a:lnTo>
                <a:lnTo>
                  <a:pt x="127298" y="39071"/>
                </a:lnTo>
                <a:lnTo>
                  <a:pt x="127672" y="38831"/>
                </a:lnTo>
                <a:lnTo>
                  <a:pt x="128039" y="38589"/>
                </a:lnTo>
                <a:lnTo>
                  <a:pt x="128400" y="38344"/>
                </a:lnTo>
                <a:lnTo>
                  <a:pt x="128755" y="38097"/>
                </a:lnTo>
                <a:lnTo>
                  <a:pt x="129105" y="37848"/>
                </a:lnTo>
                <a:lnTo>
                  <a:pt x="129450" y="37598"/>
                </a:lnTo>
                <a:lnTo>
                  <a:pt x="129790" y="37347"/>
                </a:lnTo>
                <a:lnTo>
                  <a:pt x="130126" y="37094"/>
                </a:lnTo>
                <a:lnTo>
                  <a:pt x="130457" y="36841"/>
                </a:lnTo>
                <a:lnTo>
                  <a:pt x="130783" y="36586"/>
                </a:lnTo>
                <a:lnTo>
                  <a:pt x="131105" y="36331"/>
                </a:lnTo>
                <a:lnTo>
                  <a:pt x="131422" y="36074"/>
                </a:lnTo>
                <a:lnTo>
                  <a:pt x="131734" y="35816"/>
                </a:lnTo>
                <a:lnTo>
                  <a:pt x="132042" y="35557"/>
                </a:lnTo>
                <a:lnTo>
                  <a:pt x="132344" y="35297"/>
                </a:lnTo>
                <a:lnTo>
                  <a:pt x="132643" y="35036"/>
                </a:lnTo>
                <a:lnTo>
                  <a:pt x="132936" y="34774"/>
                </a:lnTo>
                <a:lnTo>
                  <a:pt x="133225" y="34511"/>
                </a:lnTo>
                <a:lnTo>
                  <a:pt x="133509" y="34247"/>
                </a:lnTo>
                <a:lnTo>
                  <a:pt x="133789" y="33981"/>
                </a:lnTo>
                <a:lnTo>
                  <a:pt x="134063" y="33715"/>
                </a:lnTo>
                <a:lnTo>
                  <a:pt x="134334" y="33447"/>
                </a:lnTo>
                <a:lnTo>
                  <a:pt x="134599" y="33179"/>
                </a:lnTo>
                <a:lnTo>
                  <a:pt x="134860" y="32909"/>
                </a:lnTo>
                <a:lnTo>
                  <a:pt x="135116" y="32638"/>
                </a:lnTo>
                <a:lnTo>
                  <a:pt x="135367" y="32366"/>
                </a:lnTo>
                <a:lnTo>
                  <a:pt x="135614" y="32093"/>
                </a:lnTo>
                <a:lnTo>
                  <a:pt x="135856" y="31819"/>
                </a:lnTo>
                <a:lnTo>
                  <a:pt x="135856" y="120985"/>
                </a:lnTo>
                <a:lnTo>
                  <a:pt x="160934" y="120985"/>
                </a:lnTo>
                <a:lnTo>
                  <a:pt x="160934" y="3865"/>
                </a:lnTo>
                <a:lnTo>
                  <a:pt x="138283" y="3865"/>
                </a:lnTo>
                <a:close/>
                <a:moveTo>
                  <a:pt x="531815" y="120985"/>
                </a:moveTo>
                <a:lnTo>
                  <a:pt x="556174" y="120985"/>
                </a:lnTo>
                <a:lnTo>
                  <a:pt x="583769" y="32179"/>
                </a:lnTo>
                <a:lnTo>
                  <a:pt x="561207" y="32179"/>
                </a:lnTo>
                <a:lnTo>
                  <a:pt x="544579" y="94781"/>
                </a:lnTo>
                <a:lnTo>
                  <a:pt x="527321" y="32179"/>
                </a:lnTo>
                <a:lnTo>
                  <a:pt x="502333" y="32179"/>
                </a:lnTo>
                <a:lnTo>
                  <a:pt x="485434" y="94871"/>
                </a:lnTo>
                <a:lnTo>
                  <a:pt x="468536" y="32179"/>
                </a:lnTo>
                <a:lnTo>
                  <a:pt x="444357" y="32179"/>
                </a:lnTo>
                <a:lnTo>
                  <a:pt x="471951" y="120985"/>
                </a:lnTo>
                <a:lnTo>
                  <a:pt x="496220" y="120985"/>
                </a:lnTo>
                <a:lnTo>
                  <a:pt x="514108" y="57111"/>
                </a:lnTo>
                <a:lnTo>
                  <a:pt x="531815" y="120985"/>
                </a:lnTo>
                <a:close/>
                <a:moveTo>
                  <a:pt x="399732" y="122454"/>
                </a:moveTo>
                <a:lnTo>
                  <a:pt x="400801" y="122371"/>
                </a:lnTo>
                <a:lnTo>
                  <a:pt x="401858" y="122268"/>
                </a:lnTo>
                <a:lnTo>
                  <a:pt x="402904" y="122147"/>
                </a:lnTo>
                <a:lnTo>
                  <a:pt x="403937" y="122007"/>
                </a:lnTo>
                <a:lnTo>
                  <a:pt x="404959" y="121849"/>
                </a:lnTo>
                <a:lnTo>
                  <a:pt x="405968" y="121672"/>
                </a:lnTo>
                <a:lnTo>
                  <a:pt x="406966" y="121476"/>
                </a:lnTo>
                <a:lnTo>
                  <a:pt x="407951" y="121262"/>
                </a:lnTo>
                <a:lnTo>
                  <a:pt x="408924" y="121029"/>
                </a:lnTo>
                <a:lnTo>
                  <a:pt x="409886" y="120778"/>
                </a:lnTo>
                <a:lnTo>
                  <a:pt x="410835" y="120508"/>
                </a:lnTo>
                <a:lnTo>
                  <a:pt x="411772" y="120219"/>
                </a:lnTo>
                <a:lnTo>
                  <a:pt x="412698" y="119912"/>
                </a:lnTo>
                <a:lnTo>
                  <a:pt x="413611" y="119586"/>
                </a:lnTo>
                <a:lnTo>
                  <a:pt x="414512" y="119241"/>
                </a:lnTo>
                <a:lnTo>
                  <a:pt x="415401" y="118878"/>
                </a:lnTo>
                <a:lnTo>
                  <a:pt x="416279" y="118496"/>
                </a:lnTo>
                <a:lnTo>
                  <a:pt x="417144" y="118095"/>
                </a:lnTo>
                <a:lnTo>
                  <a:pt x="417997" y="117676"/>
                </a:lnTo>
                <a:lnTo>
                  <a:pt x="418838" y="117238"/>
                </a:lnTo>
                <a:lnTo>
                  <a:pt x="419666" y="116783"/>
                </a:lnTo>
                <a:lnTo>
                  <a:pt x="420478" y="116310"/>
                </a:lnTo>
                <a:lnTo>
                  <a:pt x="421274" y="115821"/>
                </a:lnTo>
                <a:lnTo>
                  <a:pt x="422055" y="115315"/>
                </a:lnTo>
                <a:lnTo>
                  <a:pt x="422821" y="114793"/>
                </a:lnTo>
                <a:lnTo>
                  <a:pt x="423571" y="114253"/>
                </a:lnTo>
                <a:lnTo>
                  <a:pt x="424306" y="113697"/>
                </a:lnTo>
                <a:lnTo>
                  <a:pt x="425025" y="113125"/>
                </a:lnTo>
                <a:lnTo>
                  <a:pt x="425729" y="112535"/>
                </a:lnTo>
                <a:lnTo>
                  <a:pt x="426418" y="111929"/>
                </a:lnTo>
                <a:lnTo>
                  <a:pt x="427091" y="111306"/>
                </a:lnTo>
                <a:lnTo>
                  <a:pt x="427748" y="110666"/>
                </a:lnTo>
                <a:lnTo>
                  <a:pt x="428390" y="110010"/>
                </a:lnTo>
                <a:lnTo>
                  <a:pt x="429017" y="109337"/>
                </a:lnTo>
                <a:lnTo>
                  <a:pt x="429628" y="108647"/>
                </a:lnTo>
                <a:lnTo>
                  <a:pt x="430224" y="107940"/>
                </a:lnTo>
                <a:lnTo>
                  <a:pt x="430804" y="107217"/>
                </a:lnTo>
                <a:lnTo>
                  <a:pt x="431369" y="106477"/>
                </a:lnTo>
                <a:lnTo>
                  <a:pt x="431918" y="105720"/>
                </a:lnTo>
                <a:lnTo>
                  <a:pt x="432452" y="104947"/>
                </a:lnTo>
                <a:lnTo>
                  <a:pt x="432971" y="104156"/>
                </a:lnTo>
                <a:lnTo>
                  <a:pt x="433474" y="103350"/>
                </a:lnTo>
                <a:lnTo>
                  <a:pt x="433961" y="102526"/>
                </a:lnTo>
                <a:lnTo>
                  <a:pt x="434433" y="101685"/>
                </a:lnTo>
                <a:lnTo>
                  <a:pt x="434888" y="100829"/>
                </a:lnTo>
                <a:lnTo>
                  <a:pt x="435324" y="99958"/>
                </a:lnTo>
                <a:lnTo>
                  <a:pt x="435740" y="99072"/>
                </a:lnTo>
                <a:lnTo>
                  <a:pt x="436136" y="98171"/>
                </a:lnTo>
                <a:lnTo>
                  <a:pt x="436514" y="97255"/>
                </a:lnTo>
                <a:lnTo>
                  <a:pt x="436872" y="96324"/>
                </a:lnTo>
                <a:lnTo>
                  <a:pt x="437210" y="95379"/>
                </a:lnTo>
                <a:lnTo>
                  <a:pt x="437529" y="94418"/>
                </a:lnTo>
                <a:lnTo>
                  <a:pt x="437829" y="93443"/>
                </a:lnTo>
                <a:lnTo>
                  <a:pt x="438110" y="92453"/>
                </a:lnTo>
                <a:lnTo>
                  <a:pt x="438371" y="91448"/>
                </a:lnTo>
                <a:lnTo>
                  <a:pt x="438613" y="90429"/>
                </a:lnTo>
                <a:lnTo>
                  <a:pt x="438836" y="89394"/>
                </a:lnTo>
                <a:lnTo>
                  <a:pt x="439039" y="88345"/>
                </a:lnTo>
                <a:lnTo>
                  <a:pt x="439223" y="87281"/>
                </a:lnTo>
                <a:lnTo>
                  <a:pt x="439387" y="86201"/>
                </a:lnTo>
                <a:lnTo>
                  <a:pt x="439532" y="85108"/>
                </a:lnTo>
                <a:lnTo>
                  <a:pt x="439658" y="83999"/>
                </a:lnTo>
                <a:lnTo>
                  <a:pt x="439764" y="82875"/>
                </a:lnTo>
                <a:lnTo>
                  <a:pt x="439852" y="81737"/>
                </a:lnTo>
                <a:lnTo>
                  <a:pt x="439919" y="80583"/>
                </a:lnTo>
                <a:lnTo>
                  <a:pt x="439968" y="79415"/>
                </a:lnTo>
                <a:lnTo>
                  <a:pt x="439997" y="78232"/>
                </a:lnTo>
                <a:lnTo>
                  <a:pt x="440006" y="77034"/>
                </a:lnTo>
                <a:lnTo>
                  <a:pt x="439997" y="75814"/>
                </a:lnTo>
                <a:lnTo>
                  <a:pt x="439968" y="74610"/>
                </a:lnTo>
                <a:lnTo>
                  <a:pt x="439919" y="73420"/>
                </a:lnTo>
                <a:lnTo>
                  <a:pt x="439852" y="72246"/>
                </a:lnTo>
                <a:lnTo>
                  <a:pt x="439764" y="71087"/>
                </a:lnTo>
                <a:lnTo>
                  <a:pt x="439658" y="69944"/>
                </a:lnTo>
                <a:lnTo>
                  <a:pt x="439532" y="68815"/>
                </a:lnTo>
                <a:lnTo>
                  <a:pt x="439387" y="67703"/>
                </a:lnTo>
                <a:lnTo>
                  <a:pt x="439223" y="66605"/>
                </a:lnTo>
                <a:lnTo>
                  <a:pt x="439039" y="65523"/>
                </a:lnTo>
                <a:lnTo>
                  <a:pt x="438836" y="64456"/>
                </a:lnTo>
                <a:lnTo>
                  <a:pt x="438613" y="63404"/>
                </a:lnTo>
                <a:lnTo>
                  <a:pt x="438371" y="62368"/>
                </a:lnTo>
                <a:lnTo>
                  <a:pt x="438110" y="61347"/>
                </a:lnTo>
                <a:lnTo>
                  <a:pt x="437829" y="60341"/>
                </a:lnTo>
                <a:lnTo>
                  <a:pt x="437529" y="59351"/>
                </a:lnTo>
                <a:lnTo>
                  <a:pt x="437210" y="58376"/>
                </a:lnTo>
                <a:lnTo>
                  <a:pt x="436872" y="57416"/>
                </a:lnTo>
                <a:lnTo>
                  <a:pt x="436514" y="56471"/>
                </a:lnTo>
                <a:lnTo>
                  <a:pt x="436136" y="55542"/>
                </a:lnTo>
                <a:lnTo>
                  <a:pt x="435740" y="54629"/>
                </a:lnTo>
                <a:lnTo>
                  <a:pt x="435324" y="53730"/>
                </a:lnTo>
                <a:lnTo>
                  <a:pt x="434888" y="52847"/>
                </a:lnTo>
                <a:lnTo>
                  <a:pt x="434433" y="51979"/>
                </a:lnTo>
                <a:lnTo>
                  <a:pt x="433961" y="51127"/>
                </a:lnTo>
                <a:lnTo>
                  <a:pt x="433474" y="50292"/>
                </a:lnTo>
                <a:lnTo>
                  <a:pt x="432971" y="49474"/>
                </a:lnTo>
                <a:lnTo>
                  <a:pt x="432452" y="48674"/>
                </a:lnTo>
                <a:lnTo>
                  <a:pt x="431918" y="47890"/>
                </a:lnTo>
                <a:lnTo>
                  <a:pt x="431369" y="47123"/>
                </a:lnTo>
                <a:lnTo>
                  <a:pt x="430804" y="46374"/>
                </a:lnTo>
                <a:lnTo>
                  <a:pt x="430224" y="45641"/>
                </a:lnTo>
                <a:lnTo>
                  <a:pt x="429628" y="44926"/>
                </a:lnTo>
                <a:lnTo>
                  <a:pt x="429017" y="44228"/>
                </a:lnTo>
                <a:lnTo>
                  <a:pt x="428390" y="43546"/>
                </a:lnTo>
                <a:lnTo>
                  <a:pt x="427748" y="42882"/>
                </a:lnTo>
                <a:lnTo>
                  <a:pt x="427091" y="42235"/>
                </a:lnTo>
                <a:lnTo>
                  <a:pt x="426418" y="41605"/>
                </a:lnTo>
                <a:lnTo>
                  <a:pt x="425729" y="40992"/>
                </a:lnTo>
                <a:lnTo>
                  <a:pt x="425025" y="40396"/>
                </a:lnTo>
                <a:lnTo>
                  <a:pt x="424306" y="39817"/>
                </a:lnTo>
                <a:lnTo>
                  <a:pt x="423571" y="39256"/>
                </a:lnTo>
                <a:lnTo>
                  <a:pt x="422821" y="38711"/>
                </a:lnTo>
                <a:lnTo>
                  <a:pt x="422055" y="38183"/>
                </a:lnTo>
                <a:lnTo>
                  <a:pt x="421274" y="37673"/>
                </a:lnTo>
                <a:lnTo>
                  <a:pt x="420478" y="37179"/>
                </a:lnTo>
                <a:lnTo>
                  <a:pt x="419666" y="36703"/>
                </a:lnTo>
                <a:lnTo>
                  <a:pt x="418838" y="36243"/>
                </a:lnTo>
                <a:lnTo>
                  <a:pt x="417997" y="35802"/>
                </a:lnTo>
                <a:lnTo>
                  <a:pt x="417144" y="35379"/>
                </a:lnTo>
                <a:lnTo>
                  <a:pt x="416279" y="34975"/>
                </a:lnTo>
                <a:lnTo>
                  <a:pt x="415401" y="34590"/>
                </a:lnTo>
                <a:lnTo>
                  <a:pt x="414512" y="34223"/>
                </a:lnTo>
                <a:lnTo>
                  <a:pt x="413611" y="33875"/>
                </a:lnTo>
                <a:lnTo>
                  <a:pt x="412698" y="33546"/>
                </a:lnTo>
                <a:lnTo>
                  <a:pt x="411772" y="33236"/>
                </a:lnTo>
                <a:lnTo>
                  <a:pt x="410835" y="32945"/>
                </a:lnTo>
                <a:lnTo>
                  <a:pt x="409886" y="32672"/>
                </a:lnTo>
                <a:lnTo>
                  <a:pt x="408924" y="32419"/>
                </a:lnTo>
                <a:lnTo>
                  <a:pt x="407951" y="32184"/>
                </a:lnTo>
                <a:lnTo>
                  <a:pt x="406966" y="31968"/>
                </a:lnTo>
                <a:lnTo>
                  <a:pt x="405968" y="31770"/>
                </a:lnTo>
                <a:lnTo>
                  <a:pt x="404959" y="31592"/>
                </a:lnTo>
                <a:lnTo>
                  <a:pt x="403937" y="31432"/>
                </a:lnTo>
                <a:lnTo>
                  <a:pt x="402904" y="31291"/>
                </a:lnTo>
                <a:lnTo>
                  <a:pt x="401858" y="31169"/>
                </a:lnTo>
                <a:lnTo>
                  <a:pt x="400801" y="31066"/>
                </a:lnTo>
                <a:lnTo>
                  <a:pt x="399732" y="30981"/>
                </a:lnTo>
                <a:lnTo>
                  <a:pt x="398650" y="30915"/>
                </a:lnTo>
                <a:lnTo>
                  <a:pt x="397556" y="30868"/>
                </a:lnTo>
                <a:lnTo>
                  <a:pt x="396451" y="30840"/>
                </a:lnTo>
                <a:lnTo>
                  <a:pt x="395333" y="30831"/>
                </a:lnTo>
                <a:lnTo>
                  <a:pt x="394230" y="30840"/>
                </a:lnTo>
                <a:lnTo>
                  <a:pt x="393139" y="30868"/>
                </a:lnTo>
                <a:lnTo>
                  <a:pt x="392059" y="30915"/>
                </a:lnTo>
                <a:lnTo>
                  <a:pt x="390990" y="30981"/>
                </a:lnTo>
                <a:lnTo>
                  <a:pt x="389933" y="31066"/>
                </a:lnTo>
                <a:lnTo>
                  <a:pt x="388887" y="31169"/>
                </a:lnTo>
                <a:lnTo>
                  <a:pt x="387852" y="31291"/>
                </a:lnTo>
                <a:lnTo>
                  <a:pt x="386829" y="31432"/>
                </a:lnTo>
                <a:lnTo>
                  <a:pt x="385817" y="31592"/>
                </a:lnTo>
                <a:lnTo>
                  <a:pt x="384817" y="31770"/>
                </a:lnTo>
                <a:lnTo>
                  <a:pt x="383828" y="31968"/>
                </a:lnTo>
                <a:lnTo>
                  <a:pt x="382851" y="32184"/>
                </a:lnTo>
                <a:lnTo>
                  <a:pt x="381884" y="32419"/>
                </a:lnTo>
                <a:lnTo>
                  <a:pt x="380930" y="32672"/>
                </a:lnTo>
                <a:lnTo>
                  <a:pt x="379986" y="32945"/>
                </a:lnTo>
                <a:lnTo>
                  <a:pt x="379054" y="33236"/>
                </a:lnTo>
                <a:lnTo>
                  <a:pt x="378134" y="33546"/>
                </a:lnTo>
                <a:lnTo>
                  <a:pt x="377224" y="33875"/>
                </a:lnTo>
                <a:lnTo>
                  <a:pt x="376326" y="34223"/>
                </a:lnTo>
                <a:lnTo>
                  <a:pt x="375440" y="34590"/>
                </a:lnTo>
                <a:lnTo>
                  <a:pt x="374565" y="34975"/>
                </a:lnTo>
                <a:lnTo>
                  <a:pt x="373701" y="35379"/>
                </a:lnTo>
                <a:lnTo>
                  <a:pt x="372849" y="35802"/>
                </a:lnTo>
                <a:lnTo>
                  <a:pt x="372008" y="36243"/>
                </a:lnTo>
                <a:lnTo>
                  <a:pt x="371181" y="36703"/>
                </a:lnTo>
                <a:lnTo>
                  <a:pt x="370369" y="37179"/>
                </a:lnTo>
                <a:lnTo>
                  <a:pt x="369574" y="37673"/>
                </a:lnTo>
                <a:lnTo>
                  <a:pt x="368794" y="38183"/>
                </a:lnTo>
                <a:lnTo>
                  <a:pt x="368029" y="38711"/>
                </a:lnTo>
                <a:lnTo>
                  <a:pt x="367281" y="39256"/>
                </a:lnTo>
                <a:lnTo>
                  <a:pt x="366548" y="39817"/>
                </a:lnTo>
                <a:lnTo>
                  <a:pt x="365831" y="40396"/>
                </a:lnTo>
                <a:lnTo>
                  <a:pt x="365130" y="40992"/>
                </a:lnTo>
                <a:lnTo>
                  <a:pt x="364444" y="41605"/>
                </a:lnTo>
                <a:lnTo>
                  <a:pt x="363775" y="42235"/>
                </a:lnTo>
                <a:lnTo>
                  <a:pt x="363121" y="42882"/>
                </a:lnTo>
                <a:lnTo>
                  <a:pt x="362483" y="43546"/>
                </a:lnTo>
                <a:lnTo>
                  <a:pt x="361860" y="44228"/>
                </a:lnTo>
                <a:lnTo>
                  <a:pt x="361254" y="44926"/>
                </a:lnTo>
                <a:lnTo>
                  <a:pt x="360663" y="45641"/>
                </a:lnTo>
                <a:lnTo>
                  <a:pt x="360088" y="46374"/>
                </a:lnTo>
                <a:lnTo>
                  <a:pt x="359528" y="47123"/>
                </a:lnTo>
                <a:lnTo>
                  <a:pt x="358985" y="47890"/>
                </a:lnTo>
                <a:lnTo>
                  <a:pt x="358457" y="48674"/>
                </a:lnTo>
                <a:lnTo>
                  <a:pt x="357945" y="49474"/>
                </a:lnTo>
                <a:lnTo>
                  <a:pt x="357448" y="50292"/>
                </a:lnTo>
                <a:lnTo>
                  <a:pt x="356968" y="51127"/>
                </a:lnTo>
                <a:lnTo>
                  <a:pt x="356503" y="51979"/>
                </a:lnTo>
                <a:lnTo>
                  <a:pt x="356056" y="52847"/>
                </a:lnTo>
                <a:lnTo>
                  <a:pt x="355627" y="53730"/>
                </a:lnTo>
                <a:lnTo>
                  <a:pt x="355218" y="54629"/>
                </a:lnTo>
                <a:lnTo>
                  <a:pt x="354828" y="55542"/>
                </a:lnTo>
                <a:lnTo>
                  <a:pt x="354456" y="56471"/>
                </a:lnTo>
                <a:lnTo>
                  <a:pt x="354104" y="57416"/>
                </a:lnTo>
                <a:lnTo>
                  <a:pt x="353771" y="58376"/>
                </a:lnTo>
                <a:lnTo>
                  <a:pt x="353457" y="59351"/>
                </a:lnTo>
                <a:lnTo>
                  <a:pt x="353162" y="60341"/>
                </a:lnTo>
                <a:lnTo>
                  <a:pt x="352886" y="61347"/>
                </a:lnTo>
                <a:lnTo>
                  <a:pt x="352629" y="62368"/>
                </a:lnTo>
                <a:lnTo>
                  <a:pt x="352391" y="63404"/>
                </a:lnTo>
                <a:lnTo>
                  <a:pt x="352172" y="64456"/>
                </a:lnTo>
                <a:lnTo>
                  <a:pt x="351972" y="65523"/>
                </a:lnTo>
                <a:lnTo>
                  <a:pt x="351791" y="66605"/>
                </a:lnTo>
                <a:lnTo>
                  <a:pt x="351629" y="67703"/>
                </a:lnTo>
                <a:lnTo>
                  <a:pt x="351486" y="68815"/>
                </a:lnTo>
                <a:lnTo>
                  <a:pt x="351363" y="69944"/>
                </a:lnTo>
                <a:lnTo>
                  <a:pt x="351258" y="71087"/>
                </a:lnTo>
                <a:lnTo>
                  <a:pt x="351172" y="72246"/>
                </a:lnTo>
                <a:lnTo>
                  <a:pt x="351106" y="73420"/>
                </a:lnTo>
                <a:lnTo>
                  <a:pt x="351058" y="74610"/>
                </a:lnTo>
                <a:lnTo>
                  <a:pt x="351029" y="75814"/>
                </a:lnTo>
                <a:lnTo>
                  <a:pt x="351020" y="77034"/>
                </a:lnTo>
                <a:lnTo>
                  <a:pt x="351029" y="78232"/>
                </a:lnTo>
                <a:lnTo>
                  <a:pt x="351058" y="79415"/>
                </a:lnTo>
                <a:lnTo>
                  <a:pt x="351106" y="80583"/>
                </a:lnTo>
                <a:lnTo>
                  <a:pt x="351172" y="81737"/>
                </a:lnTo>
                <a:lnTo>
                  <a:pt x="351258" y="82875"/>
                </a:lnTo>
                <a:lnTo>
                  <a:pt x="351363" y="83999"/>
                </a:lnTo>
                <a:lnTo>
                  <a:pt x="351486" y="85108"/>
                </a:lnTo>
                <a:lnTo>
                  <a:pt x="351629" y="86201"/>
                </a:lnTo>
                <a:lnTo>
                  <a:pt x="351791" y="87281"/>
                </a:lnTo>
                <a:lnTo>
                  <a:pt x="351972" y="88345"/>
                </a:lnTo>
                <a:lnTo>
                  <a:pt x="352172" y="89394"/>
                </a:lnTo>
                <a:lnTo>
                  <a:pt x="352391" y="90429"/>
                </a:lnTo>
                <a:lnTo>
                  <a:pt x="352629" y="91448"/>
                </a:lnTo>
                <a:lnTo>
                  <a:pt x="352886" y="92453"/>
                </a:lnTo>
                <a:lnTo>
                  <a:pt x="353162" y="93443"/>
                </a:lnTo>
                <a:lnTo>
                  <a:pt x="353457" y="94418"/>
                </a:lnTo>
                <a:lnTo>
                  <a:pt x="353771" y="95379"/>
                </a:lnTo>
                <a:lnTo>
                  <a:pt x="354104" y="96324"/>
                </a:lnTo>
                <a:lnTo>
                  <a:pt x="354456" y="97255"/>
                </a:lnTo>
                <a:lnTo>
                  <a:pt x="354828" y="98171"/>
                </a:lnTo>
                <a:lnTo>
                  <a:pt x="355218" y="99072"/>
                </a:lnTo>
                <a:lnTo>
                  <a:pt x="355627" y="99958"/>
                </a:lnTo>
                <a:lnTo>
                  <a:pt x="356056" y="100829"/>
                </a:lnTo>
                <a:lnTo>
                  <a:pt x="356503" y="101685"/>
                </a:lnTo>
                <a:lnTo>
                  <a:pt x="356968" y="102526"/>
                </a:lnTo>
                <a:lnTo>
                  <a:pt x="357448" y="103350"/>
                </a:lnTo>
                <a:lnTo>
                  <a:pt x="357945" y="104156"/>
                </a:lnTo>
                <a:lnTo>
                  <a:pt x="358457" y="104947"/>
                </a:lnTo>
                <a:lnTo>
                  <a:pt x="358985" y="105720"/>
                </a:lnTo>
                <a:lnTo>
                  <a:pt x="359528" y="106477"/>
                </a:lnTo>
                <a:lnTo>
                  <a:pt x="360088" y="107217"/>
                </a:lnTo>
                <a:lnTo>
                  <a:pt x="360663" y="107940"/>
                </a:lnTo>
                <a:lnTo>
                  <a:pt x="361254" y="108647"/>
                </a:lnTo>
                <a:lnTo>
                  <a:pt x="361860" y="109337"/>
                </a:lnTo>
                <a:lnTo>
                  <a:pt x="362483" y="110010"/>
                </a:lnTo>
                <a:lnTo>
                  <a:pt x="363121" y="110666"/>
                </a:lnTo>
                <a:lnTo>
                  <a:pt x="363775" y="111306"/>
                </a:lnTo>
                <a:lnTo>
                  <a:pt x="364444" y="111929"/>
                </a:lnTo>
                <a:lnTo>
                  <a:pt x="365130" y="112535"/>
                </a:lnTo>
                <a:lnTo>
                  <a:pt x="365831" y="113125"/>
                </a:lnTo>
                <a:lnTo>
                  <a:pt x="366548" y="113697"/>
                </a:lnTo>
                <a:lnTo>
                  <a:pt x="367281" y="114253"/>
                </a:lnTo>
                <a:lnTo>
                  <a:pt x="368029" y="114793"/>
                </a:lnTo>
                <a:lnTo>
                  <a:pt x="368794" y="115315"/>
                </a:lnTo>
                <a:lnTo>
                  <a:pt x="369574" y="115821"/>
                </a:lnTo>
                <a:lnTo>
                  <a:pt x="370369" y="116310"/>
                </a:lnTo>
                <a:lnTo>
                  <a:pt x="371181" y="116783"/>
                </a:lnTo>
                <a:lnTo>
                  <a:pt x="372008" y="117238"/>
                </a:lnTo>
                <a:lnTo>
                  <a:pt x="372849" y="117676"/>
                </a:lnTo>
                <a:lnTo>
                  <a:pt x="373701" y="118095"/>
                </a:lnTo>
                <a:lnTo>
                  <a:pt x="374565" y="118496"/>
                </a:lnTo>
                <a:lnTo>
                  <a:pt x="375440" y="118878"/>
                </a:lnTo>
                <a:lnTo>
                  <a:pt x="376326" y="119241"/>
                </a:lnTo>
                <a:lnTo>
                  <a:pt x="377224" y="119586"/>
                </a:lnTo>
                <a:lnTo>
                  <a:pt x="378134" y="119912"/>
                </a:lnTo>
                <a:lnTo>
                  <a:pt x="379054" y="120219"/>
                </a:lnTo>
                <a:lnTo>
                  <a:pt x="379986" y="120508"/>
                </a:lnTo>
                <a:lnTo>
                  <a:pt x="380930" y="120778"/>
                </a:lnTo>
                <a:lnTo>
                  <a:pt x="381884" y="121029"/>
                </a:lnTo>
                <a:lnTo>
                  <a:pt x="382851" y="121262"/>
                </a:lnTo>
                <a:lnTo>
                  <a:pt x="383828" y="121476"/>
                </a:lnTo>
                <a:lnTo>
                  <a:pt x="384817" y="121672"/>
                </a:lnTo>
                <a:lnTo>
                  <a:pt x="385817" y="121849"/>
                </a:lnTo>
                <a:lnTo>
                  <a:pt x="386829" y="122007"/>
                </a:lnTo>
                <a:lnTo>
                  <a:pt x="387852" y="122147"/>
                </a:lnTo>
                <a:lnTo>
                  <a:pt x="388887" y="122268"/>
                </a:lnTo>
                <a:lnTo>
                  <a:pt x="389933" y="122371"/>
                </a:lnTo>
                <a:lnTo>
                  <a:pt x="390990" y="122454"/>
                </a:lnTo>
                <a:lnTo>
                  <a:pt x="392059" y="122520"/>
                </a:lnTo>
                <a:lnTo>
                  <a:pt x="393139" y="122566"/>
                </a:lnTo>
                <a:lnTo>
                  <a:pt x="394230" y="122594"/>
                </a:lnTo>
                <a:lnTo>
                  <a:pt x="395333" y="122603"/>
                </a:lnTo>
                <a:lnTo>
                  <a:pt x="396451" y="122594"/>
                </a:lnTo>
                <a:lnTo>
                  <a:pt x="397556" y="122566"/>
                </a:lnTo>
                <a:lnTo>
                  <a:pt x="398650" y="122520"/>
                </a:lnTo>
                <a:lnTo>
                  <a:pt x="399732" y="122454"/>
                </a:lnTo>
                <a:close/>
                <a:moveTo>
                  <a:pt x="392878" y="104343"/>
                </a:moveTo>
                <a:lnTo>
                  <a:pt x="392292" y="104285"/>
                </a:lnTo>
                <a:lnTo>
                  <a:pt x="391718" y="104215"/>
                </a:lnTo>
                <a:lnTo>
                  <a:pt x="391156" y="104131"/>
                </a:lnTo>
                <a:lnTo>
                  <a:pt x="390604" y="104034"/>
                </a:lnTo>
                <a:lnTo>
                  <a:pt x="390065" y="103924"/>
                </a:lnTo>
                <a:lnTo>
                  <a:pt x="389536" y="103802"/>
                </a:lnTo>
                <a:lnTo>
                  <a:pt x="389019" y="103667"/>
                </a:lnTo>
                <a:lnTo>
                  <a:pt x="388513" y="103518"/>
                </a:lnTo>
                <a:lnTo>
                  <a:pt x="388019" y="103357"/>
                </a:lnTo>
                <a:lnTo>
                  <a:pt x="387536" y="103183"/>
                </a:lnTo>
                <a:lnTo>
                  <a:pt x="387065" y="102996"/>
                </a:lnTo>
                <a:lnTo>
                  <a:pt x="386605" y="102796"/>
                </a:lnTo>
                <a:lnTo>
                  <a:pt x="386156" y="102583"/>
                </a:lnTo>
                <a:lnTo>
                  <a:pt x="385718" y="102358"/>
                </a:lnTo>
                <a:lnTo>
                  <a:pt x="385293" y="102119"/>
                </a:lnTo>
                <a:lnTo>
                  <a:pt x="384878" y="101868"/>
                </a:lnTo>
                <a:lnTo>
                  <a:pt x="384475" y="101604"/>
                </a:lnTo>
                <a:lnTo>
                  <a:pt x="384083" y="101326"/>
                </a:lnTo>
                <a:lnTo>
                  <a:pt x="383703" y="101036"/>
                </a:lnTo>
                <a:lnTo>
                  <a:pt x="383334" y="100733"/>
                </a:lnTo>
                <a:lnTo>
                  <a:pt x="382975" y="100419"/>
                </a:lnTo>
                <a:lnTo>
                  <a:pt x="382625" y="100097"/>
                </a:lnTo>
                <a:lnTo>
                  <a:pt x="382284" y="99766"/>
                </a:lnTo>
                <a:lnTo>
                  <a:pt x="381952" y="99425"/>
                </a:lnTo>
                <a:lnTo>
                  <a:pt x="381628" y="99077"/>
                </a:lnTo>
                <a:lnTo>
                  <a:pt x="381314" y="98719"/>
                </a:lnTo>
                <a:lnTo>
                  <a:pt x="381009" y="98353"/>
                </a:lnTo>
                <a:lnTo>
                  <a:pt x="380712" y="97978"/>
                </a:lnTo>
                <a:lnTo>
                  <a:pt x="380424" y="97594"/>
                </a:lnTo>
                <a:lnTo>
                  <a:pt x="380146" y="97201"/>
                </a:lnTo>
                <a:lnTo>
                  <a:pt x="379876" y="96800"/>
                </a:lnTo>
                <a:lnTo>
                  <a:pt x="379615" y="96390"/>
                </a:lnTo>
                <a:lnTo>
                  <a:pt x="379363" y="95971"/>
                </a:lnTo>
                <a:lnTo>
                  <a:pt x="379119" y="95544"/>
                </a:lnTo>
                <a:lnTo>
                  <a:pt x="378885" y="95107"/>
                </a:lnTo>
                <a:lnTo>
                  <a:pt x="378660" y="94662"/>
                </a:lnTo>
                <a:lnTo>
                  <a:pt x="378443" y="94208"/>
                </a:lnTo>
                <a:lnTo>
                  <a:pt x="378236" y="93746"/>
                </a:lnTo>
                <a:lnTo>
                  <a:pt x="378037" y="93275"/>
                </a:lnTo>
                <a:lnTo>
                  <a:pt x="377847" y="92795"/>
                </a:lnTo>
                <a:lnTo>
                  <a:pt x="377666" y="92306"/>
                </a:lnTo>
                <a:lnTo>
                  <a:pt x="377494" y="91808"/>
                </a:lnTo>
                <a:lnTo>
                  <a:pt x="377331" y="91302"/>
                </a:lnTo>
                <a:lnTo>
                  <a:pt x="377177" y="90787"/>
                </a:lnTo>
                <a:lnTo>
                  <a:pt x="377030" y="90265"/>
                </a:lnTo>
                <a:lnTo>
                  <a:pt x="376889" y="89739"/>
                </a:lnTo>
                <a:lnTo>
                  <a:pt x="376755" y="89209"/>
                </a:lnTo>
                <a:lnTo>
                  <a:pt x="376627" y="88674"/>
                </a:lnTo>
                <a:lnTo>
                  <a:pt x="376506" y="88134"/>
                </a:lnTo>
                <a:lnTo>
                  <a:pt x="376390" y="87590"/>
                </a:lnTo>
                <a:lnTo>
                  <a:pt x="376281" y="87042"/>
                </a:lnTo>
                <a:lnTo>
                  <a:pt x="376178" y="86489"/>
                </a:lnTo>
                <a:lnTo>
                  <a:pt x="376081" y="85932"/>
                </a:lnTo>
                <a:lnTo>
                  <a:pt x="375991" y="85370"/>
                </a:lnTo>
                <a:lnTo>
                  <a:pt x="375906" y="84804"/>
                </a:lnTo>
                <a:lnTo>
                  <a:pt x="375828" y="84233"/>
                </a:lnTo>
                <a:lnTo>
                  <a:pt x="375756" y="83658"/>
                </a:lnTo>
                <a:lnTo>
                  <a:pt x="375691" y="83078"/>
                </a:lnTo>
                <a:lnTo>
                  <a:pt x="375632" y="82494"/>
                </a:lnTo>
                <a:lnTo>
                  <a:pt x="375579" y="81906"/>
                </a:lnTo>
                <a:lnTo>
                  <a:pt x="375532" y="81313"/>
                </a:lnTo>
                <a:lnTo>
                  <a:pt x="375491" y="80715"/>
                </a:lnTo>
                <a:lnTo>
                  <a:pt x="375457" y="80113"/>
                </a:lnTo>
                <a:lnTo>
                  <a:pt x="375429" y="79507"/>
                </a:lnTo>
                <a:lnTo>
                  <a:pt x="375407" y="78896"/>
                </a:lnTo>
                <a:lnTo>
                  <a:pt x="375391" y="78281"/>
                </a:lnTo>
                <a:lnTo>
                  <a:pt x="375382" y="77661"/>
                </a:lnTo>
                <a:lnTo>
                  <a:pt x="375379" y="77037"/>
                </a:lnTo>
                <a:lnTo>
                  <a:pt x="375382" y="76398"/>
                </a:lnTo>
                <a:lnTo>
                  <a:pt x="375391" y="75763"/>
                </a:lnTo>
                <a:lnTo>
                  <a:pt x="375407" y="75133"/>
                </a:lnTo>
                <a:lnTo>
                  <a:pt x="375429" y="74508"/>
                </a:lnTo>
                <a:lnTo>
                  <a:pt x="375457" y="73888"/>
                </a:lnTo>
                <a:lnTo>
                  <a:pt x="375491" y="73272"/>
                </a:lnTo>
                <a:lnTo>
                  <a:pt x="375532" y="72661"/>
                </a:lnTo>
                <a:lnTo>
                  <a:pt x="375579" y="72055"/>
                </a:lnTo>
                <a:lnTo>
                  <a:pt x="375632" y="71454"/>
                </a:lnTo>
                <a:lnTo>
                  <a:pt x="375691" y="70858"/>
                </a:lnTo>
                <a:lnTo>
                  <a:pt x="375756" y="70266"/>
                </a:lnTo>
                <a:lnTo>
                  <a:pt x="375828" y="69679"/>
                </a:lnTo>
                <a:lnTo>
                  <a:pt x="375906" y="69097"/>
                </a:lnTo>
                <a:lnTo>
                  <a:pt x="375991" y="68520"/>
                </a:lnTo>
                <a:lnTo>
                  <a:pt x="376081" y="67947"/>
                </a:lnTo>
                <a:lnTo>
                  <a:pt x="376178" y="67380"/>
                </a:lnTo>
                <a:lnTo>
                  <a:pt x="376281" y="66817"/>
                </a:lnTo>
                <a:lnTo>
                  <a:pt x="376390" y="66258"/>
                </a:lnTo>
                <a:lnTo>
                  <a:pt x="376506" y="65705"/>
                </a:lnTo>
                <a:lnTo>
                  <a:pt x="376627" y="65156"/>
                </a:lnTo>
                <a:lnTo>
                  <a:pt x="376755" y="64612"/>
                </a:lnTo>
                <a:lnTo>
                  <a:pt x="376889" y="64073"/>
                </a:lnTo>
                <a:lnTo>
                  <a:pt x="377030" y="63539"/>
                </a:lnTo>
                <a:lnTo>
                  <a:pt x="377177" y="63010"/>
                </a:lnTo>
                <a:lnTo>
                  <a:pt x="377331" y="62487"/>
                </a:lnTo>
                <a:lnTo>
                  <a:pt x="377494" y="61973"/>
                </a:lnTo>
                <a:lnTo>
                  <a:pt x="377666" y="61468"/>
                </a:lnTo>
                <a:lnTo>
                  <a:pt x="377847" y="60972"/>
                </a:lnTo>
                <a:lnTo>
                  <a:pt x="378037" y="60485"/>
                </a:lnTo>
                <a:lnTo>
                  <a:pt x="378236" y="60007"/>
                </a:lnTo>
                <a:lnTo>
                  <a:pt x="378443" y="59538"/>
                </a:lnTo>
                <a:lnTo>
                  <a:pt x="378660" y="59078"/>
                </a:lnTo>
                <a:lnTo>
                  <a:pt x="378885" y="58626"/>
                </a:lnTo>
                <a:lnTo>
                  <a:pt x="379119" y="58184"/>
                </a:lnTo>
                <a:lnTo>
                  <a:pt x="379363" y="57750"/>
                </a:lnTo>
                <a:lnTo>
                  <a:pt x="379615" y="57326"/>
                </a:lnTo>
                <a:lnTo>
                  <a:pt x="379876" y="56910"/>
                </a:lnTo>
                <a:lnTo>
                  <a:pt x="380146" y="56503"/>
                </a:lnTo>
                <a:lnTo>
                  <a:pt x="380424" y="56105"/>
                </a:lnTo>
                <a:lnTo>
                  <a:pt x="380712" y="55716"/>
                </a:lnTo>
                <a:lnTo>
                  <a:pt x="381009" y="55336"/>
                </a:lnTo>
                <a:lnTo>
                  <a:pt x="381314" y="54965"/>
                </a:lnTo>
                <a:lnTo>
                  <a:pt x="381628" y="54603"/>
                </a:lnTo>
                <a:lnTo>
                  <a:pt x="381952" y="54250"/>
                </a:lnTo>
                <a:lnTo>
                  <a:pt x="382284" y="53905"/>
                </a:lnTo>
                <a:lnTo>
                  <a:pt x="382625" y="53570"/>
                </a:lnTo>
                <a:lnTo>
                  <a:pt x="382975" y="53243"/>
                </a:lnTo>
                <a:lnTo>
                  <a:pt x="383334" y="52926"/>
                </a:lnTo>
                <a:lnTo>
                  <a:pt x="383703" y="52619"/>
                </a:lnTo>
                <a:lnTo>
                  <a:pt x="384083" y="52325"/>
                </a:lnTo>
                <a:lnTo>
                  <a:pt x="384475" y="52045"/>
                </a:lnTo>
                <a:lnTo>
                  <a:pt x="384878" y="51777"/>
                </a:lnTo>
                <a:lnTo>
                  <a:pt x="385293" y="51523"/>
                </a:lnTo>
                <a:lnTo>
                  <a:pt x="385718" y="51281"/>
                </a:lnTo>
                <a:lnTo>
                  <a:pt x="386156" y="51053"/>
                </a:lnTo>
                <a:lnTo>
                  <a:pt x="386605" y="50838"/>
                </a:lnTo>
                <a:lnTo>
                  <a:pt x="387065" y="50635"/>
                </a:lnTo>
                <a:lnTo>
                  <a:pt x="387536" y="50446"/>
                </a:lnTo>
                <a:lnTo>
                  <a:pt x="388019" y="50270"/>
                </a:lnTo>
                <a:lnTo>
                  <a:pt x="388513" y="50107"/>
                </a:lnTo>
                <a:lnTo>
                  <a:pt x="389019" y="49957"/>
                </a:lnTo>
                <a:lnTo>
                  <a:pt x="389536" y="49820"/>
                </a:lnTo>
                <a:lnTo>
                  <a:pt x="390065" y="49696"/>
                </a:lnTo>
                <a:lnTo>
                  <a:pt x="390604" y="49585"/>
                </a:lnTo>
                <a:lnTo>
                  <a:pt x="391156" y="49487"/>
                </a:lnTo>
                <a:lnTo>
                  <a:pt x="391718" y="49402"/>
                </a:lnTo>
                <a:lnTo>
                  <a:pt x="392292" y="49330"/>
                </a:lnTo>
                <a:lnTo>
                  <a:pt x="392878" y="49272"/>
                </a:lnTo>
                <a:lnTo>
                  <a:pt x="393475" y="49226"/>
                </a:lnTo>
                <a:lnTo>
                  <a:pt x="394083" y="49193"/>
                </a:lnTo>
                <a:lnTo>
                  <a:pt x="394702" y="49174"/>
                </a:lnTo>
                <a:lnTo>
                  <a:pt x="395333" y="49167"/>
                </a:lnTo>
                <a:lnTo>
                  <a:pt x="395979" y="49174"/>
                </a:lnTo>
                <a:lnTo>
                  <a:pt x="396613" y="49193"/>
                </a:lnTo>
                <a:lnTo>
                  <a:pt x="397236" y="49226"/>
                </a:lnTo>
                <a:lnTo>
                  <a:pt x="397846" y="49272"/>
                </a:lnTo>
                <a:lnTo>
                  <a:pt x="398445" y="49330"/>
                </a:lnTo>
                <a:lnTo>
                  <a:pt x="399033" y="49402"/>
                </a:lnTo>
                <a:lnTo>
                  <a:pt x="399608" y="49487"/>
                </a:lnTo>
                <a:lnTo>
                  <a:pt x="400172" y="49585"/>
                </a:lnTo>
                <a:lnTo>
                  <a:pt x="400724" y="49696"/>
                </a:lnTo>
                <a:lnTo>
                  <a:pt x="401265" y="49820"/>
                </a:lnTo>
                <a:lnTo>
                  <a:pt x="401794" y="49957"/>
                </a:lnTo>
                <a:lnTo>
                  <a:pt x="402311" y="50107"/>
                </a:lnTo>
                <a:lnTo>
                  <a:pt x="402816" y="50270"/>
                </a:lnTo>
                <a:lnTo>
                  <a:pt x="403310" y="50446"/>
                </a:lnTo>
                <a:lnTo>
                  <a:pt x="403792" y="50635"/>
                </a:lnTo>
                <a:lnTo>
                  <a:pt x="404262" y="50838"/>
                </a:lnTo>
                <a:lnTo>
                  <a:pt x="404721" y="51053"/>
                </a:lnTo>
                <a:lnTo>
                  <a:pt x="405167" y="51281"/>
                </a:lnTo>
                <a:lnTo>
                  <a:pt x="405603" y="51523"/>
                </a:lnTo>
                <a:lnTo>
                  <a:pt x="406026" y="51777"/>
                </a:lnTo>
                <a:lnTo>
                  <a:pt x="406438" y="52045"/>
                </a:lnTo>
                <a:lnTo>
                  <a:pt x="406838" y="52325"/>
                </a:lnTo>
                <a:lnTo>
                  <a:pt x="407226" y="52619"/>
                </a:lnTo>
                <a:lnTo>
                  <a:pt x="407603" y="52926"/>
                </a:lnTo>
                <a:lnTo>
                  <a:pt x="407969" y="53243"/>
                </a:lnTo>
                <a:lnTo>
                  <a:pt x="408326" y="53570"/>
                </a:lnTo>
                <a:lnTo>
                  <a:pt x="408674" y="53905"/>
                </a:lnTo>
                <a:lnTo>
                  <a:pt x="409013" y="54250"/>
                </a:lnTo>
                <a:lnTo>
                  <a:pt x="409343" y="54603"/>
                </a:lnTo>
                <a:lnTo>
                  <a:pt x="409664" y="54965"/>
                </a:lnTo>
                <a:lnTo>
                  <a:pt x="409976" y="55336"/>
                </a:lnTo>
                <a:lnTo>
                  <a:pt x="410279" y="55716"/>
                </a:lnTo>
                <a:lnTo>
                  <a:pt x="410573" y="56105"/>
                </a:lnTo>
                <a:lnTo>
                  <a:pt x="410858" y="56503"/>
                </a:lnTo>
                <a:lnTo>
                  <a:pt x="411134" y="56910"/>
                </a:lnTo>
                <a:lnTo>
                  <a:pt x="411400" y="57326"/>
                </a:lnTo>
                <a:lnTo>
                  <a:pt x="411658" y="57750"/>
                </a:lnTo>
                <a:lnTo>
                  <a:pt x="411907" y="58184"/>
                </a:lnTo>
                <a:lnTo>
                  <a:pt x="412146" y="58626"/>
                </a:lnTo>
                <a:lnTo>
                  <a:pt x="412377" y="59078"/>
                </a:lnTo>
                <a:lnTo>
                  <a:pt x="412598" y="59538"/>
                </a:lnTo>
                <a:lnTo>
                  <a:pt x="412810" y="60007"/>
                </a:lnTo>
                <a:lnTo>
                  <a:pt x="413014" y="60485"/>
                </a:lnTo>
                <a:lnTo>
                  <a:pt x="413208" y="60972"/>
                </a:lnTo>
                <a:lnTo>
                  <a:pt x="413393" y="61468"/>
                </a:lnTo>
                <a:lnTo>
                  <a:pt x="413569" y="61973"/>
                </a:lnTo>
                <a:lnTo>
                  <a:pt x="413737" y="62487"/>
                </a:lnTo>
                <a:lnTo>
                  <a:pt x="413895" y="63010"/>
                </a:lnTo>
                <a:lnTo>
                  <a:pt x="414045" y="63539"/>
                </a:lnTo>
                <a:lnTo>
                  <a:pt x="414189" y="64073"/>
                </a:lnTo>
                <a:lnTo>
                  <a:pt x="414327" y="64612"/>
                </a:lnTo>
                <a:lnTo>
                  <a:pt x="414458" y="65156"/>
                </a:lnTo>
                <a:lnTo>
                  <a:pt x="414582" y="65705"/>
                </a:lnTo>
                <a:lnTo>
                  <a:pt x="414701" y="66258"/>
                </a:lnTo>
                <a:lnTo>
                  <a:pt x="414813" y="66817"/>
                </a:lnTo>
                <a:lnTo>
                  <a:pt x="414918" y="67380"/>
                </a:lnTo>
                <a:lnTo>
                  <a:pt x="415018" y="67947"/>
                </a:lnTo>
                <a:lnTo>
                  <a:pt x="415110" y="68520"/>
                </a:lnTo>
                <a:lnTo>
                  <a:pt x="415197" y="69097"/>
                </a:lnTo>
                <a:lnTo>
                  <a:pt x="415277" y="69679"/>
                </a:lnTo>
                <a:lnTo>
                  <a:pt x="415350" y="70266"/>
                </a:lnTo>
                <a:lnTo>
                  <a:pt x="415417" y="70858"/>
                </a:lnTo>
                <a:lnTo>
                  <a:pt x="415478" y="71454"/>
                </a:lnTo>
                <a:lnTo>
                  <a:pt x="415533" y="72055"/>
                </a:lnTo>
                <a:lnTo>
                  <a:pt x="415581" y="72661"/>
                </a:lnTo>
                <a:lnTo>
                  <a:pt x="415622" y="73272"/>
                </a:lnTo>
                <a:lnTo>
                  <a:pt x="415657" y="73888"/>
                </a:lnTo>
                <a:lnTo>
                  <a:pt x="415686" y="74508"/>
                </a:lnTo>
                <a:lnTo>
                  <a:pt x="415709" y="75133"/>
                </a:lnTo>
                <a:lnTo>
                  <a:pt x="415725" y="75763"/>
                </a:lnTo>
                <a:lnTo>
                  <a:pt x="415734" y="76398"/>
                </a:lnTo>
                <a:lnTo>
                  <a:pt x="415737" y="77037"/>
                </a:lnTo>
                <a:lnTo>
                  <a:pt x="415734" y="77661"/>
                </a:lnTo>
                <a:lnTo>
                  <a:pt x="415725" y="78281"/>
                </a:lnTo>
                <a:lnTo>
                  <a:pt x="415709" y="78896"/>
                </a:lnTo>
                <a:lnTo>
                  <a:pt x="415686" y="79507"/>
                </a:lnTo>
                <a:lnTo>
                  <a:pt x="415657" y="80113"/>
                </a:lnTo>
                <a:lnTo>
                  <a:pt x="415622" y="80715"/>
                </a:lnTo>
                <a:lnTo>
                  <a:pt x="415581" y="81313"/>
                </a:lnTo>
                <a:lnTo>
                  <a:pt x="415533" y="81906"/>
                </a:lnTo>
                <a:lnTo>
                  <a:pt x="415478" y="82494"/>
                </a:lnTo>
                <a:lnTo>
                  <a:pt x="415417" y="83078"/>
                </a:lnTo>
                <a:lnTo>
                  <a:pt x="415350" y="83658"/>
                </a:lnTo>
                <a:lnTo>
                  <a:pt x="415277" y="84233"/>
                </a:lnTo>
                <a:lnTo>
                  <a:pt x="415197" y="84804"/>
                </a:lnTo>
                <a:lnTo>
                  <a:pt x="415110" y="85370"/>
                </a:lnTo>
                <a:lnTo>
                  <a:pt x="415018" y="85932"/>
                </a:lnTo>
                <a:lnTo>
                  <a:pt x="414918" y="86489"/>
                </a:lnTo>
                <a:lnTo>
                  <a:pt x="414813" y="87042"/>
                </a:lnTo>
                <a:lnTo>
                  <a:pt x="414701" y="87590"/>
                </a:lnTo>
                <a:lnTo>
                  <a:pt x="414582" y="88134"/>
                </a:lnTo>
                <a:lnTo>
                  <a:pt x="414458" y="88674"/>
                </a:lnTo>
                <a:lnTo>
                  <a:pt x="414327" y="89209"/>
                </a:lnTo>
                <a:lnTo>
                  <a:pt x="414189" y="89739"/>
                </a:lnTo>
                <a:lnTo>
                  <a:pt x="414045" y="90265"/>
                </a:lnTo>
                <a:lnTo>
                  <a:pt x="413895" y="90787"/>
                </a:lnTo>
                <a:lnTo>
                  <a:pt x="413737" y="91302"/>
                </a:lnTo>
                <a:lnTo>
                  <a:pt x="413569" y="91808"/>
                </a:lnTo>
                <a:lnTo>
                  <a:pt x="413393" y="92306"/>
                </a:lnTo>
                <a:lnTo>
                  <a:pt x="413208" y="92795"/>
                </a:lnTo>
                <a:lnTo>
                  <a:pt x="413014" y="93275"/>
                </a:lnTo>
                <a:lnTo>
                  <a:pt x="412810" y="93746"/>
                </a:lnTo>
                <a:lnTo>
                  <a:pt x="412598" y="94208"/>
                </a:lnTo>
                <a:lnTo>
                  <a:pt x="412377" y="94662"/>
                </a:lnTo>
                <a:lnTo>
                  <a:pt x="412146" y="95107"/>
                </a:lnTo>
                <a:lnTo>
                  <a:pt x="411907" y="95544"/>
                </a:lnTo>
                <a:lnTo>
                  <a:pt x="411658" y="95971"/>
                </a:lnTo>
                <a:lnTo>
                  <a:pt x="411400" y="96390"/>
                </a:lnTo>
                <a:lnTo>
                  <a:pt x="411134" y="96800"/>
                </a:lnTo>
                <a:lnTo>
                  <a:pt x="410858" y="97201"/>
                </a:lnTo>
                <a:lnTo>
                  <a:pt x="410573" y="97594"/>
                </a:lnTo>
                <a:lnTo>
                  <a:pt x="410279" y="97978"/>
                </a:lnTo>
                <a:lnTo>
                  <a:pt x="409976" y="98353"/>
                </a:lnTo>
                <a:lnTo>
                  <a:pt x="409664" y="98719"/>
                </a:lnTo>
                <a:lnTo>
                  <a:pt x="409343" y="99077"/>
                </a:lnTo>
                <a:lnTo>
                  <a:pt x="409013" y="99425"/>
                </a:lnTo>
                <a:lnTo>
                  <a:pt x="408674" y="99766"/>
                </a:lnTo>
                <a:lnTo>
                  <a:pt x="408326" y="100097"/>
                </a:lnTo>
                <a:lnTo>
                  <a:pt x="407969" y="100419"/>
                </a:lnTo>
                <a:lnTo>
                  <a:pt x="407603" y="100733"/>
                </a:lnTo>
                <a:lnTo>
                  <a:pt x="407226" y="101036"/>
                </a:lnTo>
                <a:lnTo>
                  <a:pt x="406838" y="101326"/>
                </a:lnTo>
                <a:lnTo>
                  <a:pt x="406438" y="101604"/>
                </a:lnTo>
                <a:lnTo>
                  <a:pt x="406026" y="101868"/>
                </a:lnTo>
                <a:lnTo>
                  <a:pt x="405603" y="102119"/>
                </a:lnTo>
                <a:lnTo>
                  <a:pt x="405167" y="102358"/>
                </a:lnTo>
                <a:lnTo>
                  <a:pt x="404721" y="102583"/>
                </a:lnTo>
                <a:lnTo>
                  <a:pt x="404262" y="102796"/>
                </a:lnTo>
                <a:lnTo>
                  <a:pt x="403792" y="102996"/>
                </a:lnTo>
                <a:lnTo>
                  <a:pt x="403310" y="103183"/>
                </a:lnTo>
                <a:lnTo>
                  <a:pt x="402816" y="103357"/>
                </a:lnTo>
                <a:lnTo>
                  <a:pt x="402311" y="103518"/>
                </a:lnTo>
                <a:lnTo>
                  <a:pt x="401794" y="103667"/>
                </a:lnTo>
                <a:lnTo>
                  <a:pt x="401265" y="103802"/>
                </a:lnTo>
                <a:lnTo>
                  <a:pt x="400724" y="103924"/>
                </a:lnTo>
                <a:lnTo>
                  <a:pt x="400172" y="104034"/>
                </a:lnTo>
                <a:lnTo>
                  <a:pt x="399608" y="104131"/>
                </a:lnTo>
                <a:lnTo>
                  <a:pt x="399033" y="104215"/>
                </a:lnTo>
                <a:lnTo>
                  <a:pt x="398445" y="104285"/>
                </a:lnTo>
                <a:lnTo>
                  <a:pt x="397846" y="104343"/>
                </a:lnTo>
                <a:lnTo>
                  <a:pt x="397236" y="104389"/>
                </a:lnTo>
                <a:lnTo>
                  <a:pt x="396613" y="104421"/>
                </a:lnTo>
                <a:lnTo>
                  <a:pt x="395979" y="104440"/>
                </a:lnTo>
                <a:lnTo>
                  <a:pt x="395333" y="104447"/>
                </a:lnTo>
                <a:lnTo>
                  <a:pt x="394702" y="104440"/>
                </a:lnTo>
                <a:lnTo>
                  <a:pt x="394083" y="104421"/>
                </a:lnTo>
                <a:lnTo>
                  <a:pt x="393475" y="104389"/>
                </a:lnTo>
                <a:lnTo>
                  <a:pt x="392878" y="1043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Address">
            <a:extLst xmlns:a="http://schemas.openxmlformats.org/drawingml/2006/main">
              <a:ext uri="{FF2B5EF4-FFF2-40B4-BE49-F238E27FC236}">
                <a16:creationId xmlns:a16="http://schemas.microsoft.com/office/drawing/2014/main" id="{FE97F410-849F-4B44-B5CF-22F0351B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813" y="1417932"/>
            <a:ext cx="680525" cy="122603"/>
          </a:xfrm>
          <a:custGeom xmlns:a="http://schemas.openxmlformats.org/drawingml/2006/main">
            <a:pathLst>
              <a:path w="680525" h="122603">
                <a:moveTo>
                  <a:pt x="0" y="120985"/>
                </a:moveTo>
                <a:lnTo>
                  <a:pt x="43504" y="0"/>
                </a:lnTo>
                <a:lnTo>
                  <a:pt x="70021" y="0"/>
                </a:lnTo>
                <a:lnTo>
                  <a:pt x="113615" y="120985"/>
                </a:lnTo>
                <a:lnTo>
                  <a:pt x="87279" y="120985"/>
                </a:lnTo>
                <a:lnTo>
                  <a:pt x="78650" y="94379"/>
                </a:lnTo>
                <a:lnTo>
                  <a:pt x="34965" y="94379"/>
                </a:lnTo>
                <a:lnTo>
                  <a:pt x="26067" y="120985"/>
                </a:lnTo>
                <a:lnTo>
                  <a:pt x="0" y="120985"/>
                </a:lnTo>
                <a:moveTo>
                  <a:pt x="40988" y="73436"/>
                </a:moveTo>
                <a:lnTo>
                  <a:pt x="72447" y="73436"/>
                </a:lnTo>
                <a:lnTo>
                  <a:pt x="56718" y="24988"/>
                </a:lnTo>
                <a:lnTo>
                  <a:pt x="40988" y="73436"/>
                </a:lnTo>
                <a:close/>
                <a:moveTo>
                  <a:pt x="158669" y="122603"/>
                </a:moveTo>
                <a:cubicBezTo>
                  <a:pt x="152078" y="122603"/>
                  <a:pt x="146160" y="120936"/>
                  <a:pt x="140917" y="117601"/>
                </a:cubicBezTo>
                <a:cubicBezTo>
                  <a:pt x="135674" y="114266"/>
                  <a:pt x="131539" y="109157"/>
                  <a:pt x="128513" y="102275"/>
                </a:cubicBezTo>
                <a:cubicBezTo>
                  <a:pt x="125487" y="95393"/>
                  <a:pt x="123974" y="86647"/>
                  <a:pt x="123974" y="76034"/>
                </a:cubicBezTo>
                <a:cubicBezTo>
                  <a:pt x="123974" y="65788"/>
                  <a:pt x="125606" y="57329"/>
                  <a:pt x="128872" y="50659"/>
                </a:cubicBezTo>
                <a:cubicBezTo>
                  <a:pt x="132138" y="43989"/>
                  <a:pt x="136557" y="39017"/>
                  <a:pt x="142130" y="35743"/>
                </a:cubicBezTo>
                <a:cubicBezTo>
                  <a:pt x="147703" y="32468"/>
                  <a:pt x="153965" y="30831"/>
                  <a:pt x="160916" y="30831"/>
                </a:cubicBezTo>
                <a:cubicBezTo>
                  <a:pt x="167029" y="30831"/>
                  <a:pt x="172272" y="32089"/>
                  <a:pt x="176646" y="34606"/>
                </a:cubicBezTo>
                <a:cubicBezTo>
                  <a:pt x="181021" y="37123"/>
                  <a:pt x="184496" y="40418"/>
                  <a:pt x="187073" y="44493"/>
                </a:cubicBezTo>
                <a:lnTo>
                  <a:pt x="187073" y="0"/>
                </a:lnTo>
                <a:lnTo>
                  <a:pt x="210893" y="0"/>
                </a:lnTo>
                <a:lnTo>
                  <a:pt x="210893" y="120985"/>
                </a:lnTo>
                <a:lnTo>
                  <a:pt x="188062" y="120985"/>
                </a:lnTo>
                <a:lnTo>
                  <a:pt x="187073" y="108581"/>
                </a:lnTo>
                <a:cubicBezTo>
                  <a:pt x="183957" y="112896"/>
                  <a:pt x="180092" y="116311"/>
                  <a:pt x="175478" y="118828"/>
                </a:cubicBezTo>
                <a:cubicBezTo>
                  <a:pt x="170864" y="121345"/>
                  <a:pt x="165261" y="122603"/>
                  <a:pt x="158669" y="122603"/>
                </a:cubicBezTo>
                <a:moveTo>
                  <a:pt x="165680" y="104447"/>
                </a:moveTo>
                <a:cubicBezTo>
                  <a:pt x="170714" y="104447"/>
                  <a:pt x="175058" y="103010"/>
                  <a:pt x="178714" y="100138"/>
                </a:cubicBezTo>
                <a:cubicBezTo>
                  <a:pt x="182369" y="97265"/>
                  <a:pt x="185155" y="93905"/>
                  <a:pt x="187073" y="90057"/>
                </a:cubicBezTo>
                <a:lnTo>
                  <a:pt x="187073" y="63931"/>
                </a:lnTo>
                <a:cubicBezTo>
                  <a:pt x="185215" y="59897"/>
                  <a:pt x="182609" y="56383"/>
                  <a:pt x="179253" y="53389"/>
                </a:cubicBezTo>
                <a:cubicBezTo>
                  <a:pt x="175897" y="50395"/>
                  <a:pt x="171763" y="48898"/>
                  <a:pt x="166849" y="48898"/>
                </a:cubicBezTo>
                <a:cubicBezTo>
                  <a:pt x="160976" y="48898"/>
                  <a:pt x="156422" y="51220"/>
                  <a:pt x="153186" y="55864"/>
                </a:cubicBezTo>
                <a:cubicBezTo>
                  <a:pt x="149950" y="60508"/>
                  <a:pt x="148332" y="67230"/>
                  <a:pt x="148332" y="76032"/>
                </a:cubicBezTo>
                <a:cubicBezTo>
                  <a:pt x="148332" y="85687"/>
                  <a:pt x="149875" y="92836"/>
                  <a:pt x="152962" y="97481"/>
                </a:cubicBezTo>
                <a:cubicBezTo>
                  <a:pt x="156048" y="102125"/>
                  <a:pt x="160287" y="104447"/>
                  <a:pt x="165680" y="104447"/>
                </a:cubicBezTo>
                <a:close/>
                <a:moveTo>
                  <a:pt x="267279" y="122603"/>
                </a:moveTo>
                <a:cubicBezTo>
                  <a:pt x="260688" y="122603"/>
                  <a:pt x="254770" y="120936"/>
                  <a:pt x="249527" y="117601"/>
                </a:cubicBezTo>
                <a:cubicBezTo>
                  <a:pt x="244284" y="114266"/>
                  <a:pt x="240149" y="109157"/>
                  <a:pt x="237123" y="102275"/>
                </a:cubicBezTo>
                <a:cubicBezTo>
                  <a:pt x="234097" y="95393"/>
                  <a:pt x="232584" y="86647"/>
                  <a:pt x="232584" y="76034"/>
                </a:cubicBezTo>
                <a:cubicBezTo>
                  <a:pt x="232584" y="65788"/>
                  <a:pt x="234216" y="57329"/>
                  <a:pt x="237482" y="50659"/>
                </a:cubicBezTo>
                <a:cubicBezTo>
                  <a:pt x="240748" y="43989"/>
                  <a:pt x="245167" y="39017"/>
                  <a:pt x="250740" y="35743"/>
                </a:cubicBezTo>
                <a:cubicBezTo>
                  <a:pt x="256313" y="32468"/>
                  <a:pt x="262575" y="30831"/>
                  <a:pt x="269526" y="30831"/>
                </a:cubicBezTo>
                <a:cubicBezTo>
                  <a:pt x="275639" y="30831"/>
                  <a:pt x="280882" y="32089"/>
                  <a:pt x="285256" y="34606"/>
                </a:cubicBezTo>
                <a:cubicBezTo>
                  <a:pt x="289631" y="37123"/>
                  <a:pt x="293106" y="40418"/>
                  <a:pt x="295683" y="44493"/>
                </a:cubicBezTo>
                <a:lnTo>
                  <a:pt x="295683" y="0"/>
                </a:lnTo>
                <a:lnTo>
                  <a:pt x="319503" y="0"/>
                </a:lnTo>
                <a:lnTo>
                  <a:pt x="319503" y="120985"/>
                </a:lnTo>
                <a:lnTo>
                  <a:pt x="296672" y="120985"/>
                </a:lnTo>
                <a:lnTo>
                  <a:pt x="295683" y="108581"/>
                </a:lnTo>
                <a:cubicBezTo>
                  <a:pt x="292567" y="112896"/>
                  <a:pt x="288702" y="116311"/>
                  <a:pt x="284088" y="118828"/>
                </a:cubicBezTo>
                <a:cubicBezTo>
                  <a:pt x="279474" y="121345"/>
                  <a:pt x="273871" y="122603"/>
                  <a:pt x="267279" y="122603"/>
                </a:cubicBezTo>
                <a:moveTo>
                  <a:pt x="274290" y="104447"/>
                </a:moveTo>
                <a:cubicBezTo>
                  <a:pt x="279324" y="104447"/>
                  <a:pt x="283668" y="103010"/>
                  <a:pt x="287324" y="100138"/>
                </a:cubicBezTo>
                <a:cubicBezTo>
                  <a:pt x="290979" y="97265"/>
                  <a:pt x="293765" y="93905"/>
                  <a:pt x="295683" y="90057"/>
                </a:cubicBezTo>
                <a:lnTo>
                  <a:pt x="295683" y="63931"/>
                </a:lnTo>
                <a:cubicBezTo>
                  <a:pt x="293825" y="59897"/>
                  <a:pt x="291219" y="56383"/>
                  <a:pt x="287863" y="53389"/>
                </a:cubicBezTo>
                <a:cubicBezTo>
                  <a:pt x="284507" y="50395"/>
                  <a:pt x="280373" y="48898"/>
                  <a:pt x="275459" y="48898"/>
                </a:cubicBezTo>
                <a:cubicBezTo>
                  <a:pt x="269586" y="48898"/>
                  <a:pt x="265032" y="51220"/>
                  <a:pt x="261796" y="55864"/>
                </a:cubicBezTo>
                <a:cubicBezTo>
                  <a:pt x="258560" y="60508"/>
                  <a:pt x="256942" y="67230"/>
                  <a:pt x="256942" y="76032"/>
                </a:cubicBezTo>
                <a:cubicBezTo>
                  <a:pt x="256942" y="85687"/>
                  <a:pt x="258485" y="92836"/>
                  <a:pt x="261572" y="97481"/>
                </a:cubicBezTo>
                <a:cubicBezTo>
                  <a:pt x="264658" y="102125"/>
                  <a:pt x="268897" y="104447"/>
                  <a:pt x="274290" y="104447"/>
                </a:cubicBezTo>
                <a:close/>
                <a:moveTo>
                  <a:pt x="345688" y="120985"/>
                </a:moveTo>
                <a:lnTo>
                  <a:pt x="345688" y="32179"/>
                </a:lnTo>
                <a:lnTo>
                  <a:pt x="368519" y="32179"/>
                </a:lnTo>
                <a:lnTo>
                  <a:pt x="368968" y="47190"/>
                </a:lnTo>
                <a:cubicBezTo>
                  <a:pt x="371245" y="41916"/>
                  <a:pt x="374661" y="37872"/>
                  <a:pt x="379215" y="35055"/>
                </a:cubicBezTo>
                <a:cubicBezTo>
                  <a:pt x="383769" y="32239"/>
                  <a:pt x="389282" y="30831"/>
                  <a:pt x="395754" y="30831"/>
                </a:cubicBezTo>
                <a:lnTo>
                  <a:pt x="397552" y="30831"/>
                </a:lnTo>
                <a:lnTo>
                  <a:pt x="397552" y="50875"/>
                </a:lnTo>
                <a:lnTo>
                  <a:pt x="395305" y="50875"/>
                </a:lnTo>
                <a:cubicBezTo>
                  <a:pt x="391769" y="50875"/>
                  <a:pt x="388383" y="51195"/>
                  <a:pt x="385148" y="51836"/>
                </a:cubicBezTo>
                <a:cubicBezTo>
                  <a:pt x="381912" y="52476"/>
                  <a:pt x="378975" y="53574"/>
                  <a:pt x="376339" y="55131"/>
                </a:cubicBezTo>
                <a:cubicBezTo>
                  <a:pt x="373702" y="56687"/>
                  <a:pt x="371425" y="58837"/>
                  <a:pt x="369508" y="61583"/>
                </a:cubicBezTo>
                <a:lnTo>
                  <a:pt x="369508" y="120985"/>
                </a:lnTo>
                <a:lnTo>
                  <a:pt x="345688" y="120985"/>
                </a:lnTo>
                <a:close/>
                <a:moveTo>
                  <a:pt x="450476" y="122603"/>
                </a:moveTo>
                <a:cubicBezTo>
                  <a:pt x="440709" y="122603"/>
                  <a:pt x="432499" y="120769"/>
                  <a:pt x="425848" y="117101"/>
                </a:cubicBezTo>
                <a:cubicBezTo>
                  <a:pt x="419196" y="113432"/>
                  <a:pt x="414163" y="108142"/>
                  <a:pt x="410747" y="101230"/>
                </a:cubicBezTo>
                <a:cubicBezTo>
                  <a:pt x="407331" y="94317"/>
                  <a:pt x="405623" y="86009"/>
                  <a:pt x="405623" y="76307"/>
                </a:cubicBezTo>
                <a:cubicBezTo>
                  <a:pt x="405623" y="66908"/>
                  <a:pt x="407286" y="58814"/>
                  <a:pt x="410612" y="52024"/>
                </a:cubicBezTo>
                <a:cubicBezTo>
                  <a:pt x="413938" y="45232"/>
                  <a:pt x="418822" y="40002"/>
                  <a:pt x="425263" y="36333"/>
                </a:cubicBezTo>
                <a:cubicBezTo>
                  <a:pt x="431705" y="32665"/>
                  <a:pt x="439630" y="30831"/>
                  <a:pt x="449038" y="30831"/>
                </a:cubicBezTo>
                <a:cubicBezTo>
                  <a:pt x="462101" y="30831"/>
                  <a:pt x="472423" y="34692"/>
                  <a:pt x="480003" y="42415"/>
                </a:cubicBezTo>
                <a:cubicBezTo>
                  <a:pt x="487584" y="50137"/>
                  <a:pt x="491374" y="61146"/>
                  <a:pt x="491374" y="75442"/>
                </a:cubicBezTo>
                <a:cubicBezTo>
                  <a:pt x="491374" y="76168"/>
                  <a:pt x="491344" y="77152"/>
                  <a:pt x="491284" y="78394"/>
                </a:cubicBezTo>
                <a:cubicBezTo>
                  <a:pt x="491224" y="79635"/>
                  <a:pt x="491134" y="80590"/>
                  <a:pt x="491014" y="81256"/>
                </a:cubicBezTo>
                <a:lnTo>
                  <a:pt x="429443" y="81256"/>
                </a:lnTo>
                <a:cubicBezTo>
                  <a:pt x="429563" y="85486"/>
                  <a:pt x="430327" y="89440"/>
                  <a:pt x="431735" y="93118"/>
                </a:cubicBezTo>
                <a:cubicBezTo>
                  <a:pt x="433143" y="96796"/>
                  <a:pt x="435375" y="99754"/>
                  <a:pt x="438432" y="101992"/>
                </a:cubicBezTo>
                <a:cubicBezTo>
                  <a:pt x="441488" y="104228"/>
                  <a:pt x="445503" y="105345"/>
                  <a:pt x="450476" y="105345"/>
                </a:cubicBezTo>
                <a:cubicBezTo>
                  <a:pt x="455630" y="105345"/>
                  <a:pt x="459764" y="104188"/>
                  <a:pt x="462880" y="101874"/>
                </a:cubicBezTo>
                <a:cubicBezTo>
                  <a:pt x="465996" y="99559"/>
                  <a:pt x="467584" y="96117"/>
                  <a:pt x="467644" y="91548"/>
                </a:cubicBezTo>
                <a:lnTo>
                  <a:pt x="491104" y="91548"/>
                </a:lnTo>
                <a:cubicBezTo>
                  <a:pt x="490805" y="98469"/>
                  <a:pt x="488932" y="104237"/>
                  <a:pt x="485486" y="108851"/>
                </a:cubicBezTo>
                <a:cubicBezTo>
                  <a:pt x="482041" y="113465"/>
                  <a:pt x="477337" y="116911"/>
                  <a:pt x="471375" y="119188"/>
                </a:cubicBezTo>
                <a:cubicBezTo>
                  <a:pt x="465412" y="121465"/>
                  <a:pt x="458446" y="122603"/>
                  <a:pt x="450476" y="122603"/>
                </a:cubicBezTo>
                <a:moveTo>
                  <a:pt x="429713" y="66156"/>
                </a:moveTo>
                <a:lnTo>
                  <a:pt x="467734" y="66156"/>
                </a:lnTo>
                <a:cubicBezTo>
                  <a:pt x="467554" y="59864"/>
                  <a:pt x="465742" y="55160"/>
                  <a:pt x="462296" y="52044"/>
                </a:cubicBezTo>
                <a:cubicBezTo>
                  <a:pt x="458851" y="48928"/>
                  <a:pt x="454431" y="47370"/>
                  <a:pt x="449038" y="47370"/>
                </a:cubicBezTo>
                <a:cubicBezTo>
                  <a:pt x="443525" y="47370"/>
                  <a:pt x="439016" y="48973"/>
                  <a:pt x="435510" y="52181"/>
                </a:cubicBezTo>
                <a:cubicBezTo>
                  <a:pt x="432005" y="55389"/>
                  <a:pt x="430072" y="60047"/>
                  <a:pt x="429713" y="66156"/>
                </a:cubicBezTo>
                <a:close/>
                <a:moveTo>
                  <a:pt x="548440" y="122603"/>
                </a:moveTo>
                <a:cubicBezTo>
                  <a:pt x="543586" y="122603"/>
                  <a:pt x="538822" y="122149"/>
                  <a:pt x="534148" y="121241"/>
                </a:cubicBezTo>
                <a:cubicBezTo>
                  <a:pt x="529474" y="120333"/>
                  <a:pt x="525250" y="118773"/>
                  <a:pt x="521475" y="116561"/>
                </a:cubicBezTo>
                <a:cubicBezTo>
                  <a:pt x="517699" y="114350"/>
                  <a:pt x="514703" y="111336"/>
                  <a:pt x="512486" y="107520"/>
                </a:cubicBezTo>
                <a:cubicBezTo>
                  <a:pt x="510269" y="103703"/>
                  <a:pt x="509160" y="98948"/>
                  <a:pt x="509160" y="93253"/>
                </a:cubicBezTo>
                <a:lnTo>
                  <a:pt x="531272" y="93253"/>
                </a:lnTo>
                <a:cubicBezTo>
                  <a:pt x="531272" y="98285"/>
                  <a:pt x="532995" y="101783"/>
                  <a:pt x="536441" y="103747"/>
                </a:cubicBezTo>
                <a:cubicBezTo>
                  <a:pt x="539886" y="105712"/>
                  <a:pt x="543916" y="106694"/>
                  <a:pt x="548530" y="106694"/>
                </a:cubicBezTo>
                <a:cubicBezTo>
                  <a:pt x="553084" y="106694"/>
                  <a:pt x="556620" y="105939"/>
                  <a:pt x="559137" y="104430"/>
                </a:cubicBezTo>
                <a:cubicBezTo>
                  <a:pt x="561653" y="102919"/>
                  <a:pt x="562912" y="100375"/>
                  <a:pt x="562912" y="96798"/>
                </a:cubicBezTo>
                <a:cubicBezTo>
                  <a:pt x="562912" y="93467"/>
                  <a:pt x="561429" y="90983"/>
                  <a:pt x="558462" y="89349"/>
                </a:cubicBezTo>
                <a:cubicBezTo>
                  <a:pt x="555496" y="87712"/>
                  <a:pt x="550298" y="86045"/>
                  <a:pt x="542867" y="84349"/>
                </a:cubicBezTo>
                <a:cubicBezTo>
                  <a:pt x="536635" y="82834"/>
                  <a:pt x="531077" y="81002"/>
                  <a:pt x="526194" y="78852"/>
                </a:cubicBezTo>
                <a:cubicBezTo>
                  <a:pt x="521310" y="76702"/>
                  <a:pt x="517490" y="73826"/>
                  <a:pt x="514733" y="70223"/>
                </a:cubicBezTo>
                <a:cubicBezTo>
                  <a:pt x="511977" y="66618"/>
                  <a:pt x="510599" y="61878"/>
                  <a:pt x="510599" y="56001"/>
                </a:cubicBezTo>
                <a:cubicBezTo>
                  <a:pt x="510599" y="51397"/>
                  <a:pt x="511647" y="47489"/>
                  <a:pt x="513745" y="44280"/>
                </a:cubicBezTo>
                <a:cubicBezTo>
                  <a:pt x="515842" y="41068"/>
                  <a:pt x="518643" y="38478"/>
                  <a:pt x="522149" y="36510"/>
                </a:cubicBezTo>
                <a:cubicBezTo>
                  <a:pt x="525654" y="34542"/>
                  <a:pt x="529609" y="33104"/>
                  <a:pt x="534014" y="32196"/>
                </a:cubicBezTo>
                <a:cubicBezTo>
                  <a:pt x="538418" y="31286"/>
                  <a:pt x="542927" y="30831"/>
                  <a:pt x="547541" y="30831"/>
                </a:cubicBezTo>
                <a:cubicBezTo>
                  <a:pt x="552036" y="30831"/>
                  <a:pt x="556440" y="31285"/>
                  <a:pt x="560754" y="32193"/>
                </a:cubicBezTo>
                <a:cubicBezTo>
                  <a:pt x="565069" y="33101"/>
                  <a:pt x="568964" y="34631"/>
                  <a:pt x="572440" y="36783"/>
                </a:cubicBezTo>
                <a:cubicBezTo>
                  <a:pt x="575915" y="38932"/>
                  <a:pt x="578702" y="41825"/>
                  <a:pt x="580799" y="45459"/>
                </a:cubicBezTo>
                <a:cubicBezTo>
                  <a:pt x="582896" y="49094"/>
                  <a:pt x="583945" y="53637"/>
                  <a:pt x="583945" y="59088"/>
                </a:cubicBezTo>
                <a:lnTo>
                  <a:pt x="561833" y="59088"/>
                </a:lnTo>
                <a:cubicBezTo>
                  <a:pt x="561833" y="54480"/>
                  <a:pt x="560410" y="51285"/>
                  <a:pt x="557564" y="49504"/>
                </a:cubicBezTo>
                <a:cubicBezTo>
                  <a:pt x="554717" y="47722"/>
                  <a:pt x="551376" y="46830"/>
                  <a:pt x="547541" y="46830"/>
                </a:cubicBezTo>
                <a:cubicBezTo>
                  <a:pt x="543407" y="46830"/>
                  <a:pt x="540156" y="47450"/>
                  <a:pt x="537789" y="48690"/>
                </a:cubicBezTo>
                <a:cubicBezTo>
                  <a:pt x="535422" y="49927"/>
                  <a:pt x="534238" y="51971"/>
                  <a:pt x="534238" y="54819"/>
                </a:cubicBezTo>
                <a:cubicBezTo>
                  <a:pt x="534238" y="56454"/>
                  <a:pt x="534987" y="57893"/>
                  <a:pt x="536485" y="59136"/>
                </a:cubicBezTo>
                <a:cubicBezTo>
                  <a:pt x="537984" y="60378"/>
                  <a:pt x="540380" y="61528"/>
                  <a:pt x="543676" y="62588"/>
                </a:cubicBezTo>
                <a:cubicBezTo>
                  <a:pt x="546972" y="63648"/>
                  <a:pt x="551317" y="64784"/>
                  <a:pt x="556710" y="65995"/>
                </a:cubicBezTo>
                <a:cubicBezTo>
                  <a:pt x="562402" y="67329"/>
                  <a:pt x="567496" y="69055"/>
                  <a:pt x="571990" y="71175"/>
                </a:cubicBezTo>
                <a:cubicBezTo>
                  <a:pt x="576484" y="73295"/>
                  <a:pt x="580050" y="76142"/>
                  <a:pt x="582686" y="79717"/>
                </a:cubicBezTo>
                <a:cubicBezTo>
                  <a:pt x="585323" y="83290"/>
                  <a:pt x="586641" y="87924"/>
                  <a:pt x="586641" y="93618"/>
                </a:cubicBezTo>
                <a:cubicBezTo>
                  <a:pt x="586641" y="98950"/>
                  <a:pt x="585578" y="103463"/>
                  <a:pt x="583450" y="107157"/>
                </a:cubicBezTo>
                <a:cubicBezTo>
                  <a:pt x="581323" y="110852"/>
                  <a:pt x="578477" y="113835"/>
                  <a:pt x="574911" y="116106"/>
                </a:cubicBezTo>
                <a:cubicBezTo>
                  <a:pt x="571346" y="118378"/>
                  <a:pt x="567271" y="120029"/>
                  <a:pt x="562687" y="121059"/>
                </a:cubicBezTo>
                <a:cubicBezTo>
                  <a:pt x="558103" y="122088"/>
                  <a:pt x="553354" y="122603"/>
                  <a:pt x="548440" y="122603"/>
                </a:cubicBezTo>
                <a:close/>
                <a:moveTo>
                  <a:pt x="642324" y="122603"/>
                </a:moveTo>
                <a:cubicBezTo>
                  <a:pt x="637470" y="122603"/>
                  <a:pt x="632706" y="122149"/>
                  <a:pt x="628032" y="121241"/>
                </a:cubicBezTo>
                <a:cubicBezTo>
                  <a:pt x="623358" y="120333"/>
                  <a:pt x="619133" y="118773"/>
                  <a:pt x="615358" y="116561"/>
                </a:cubicBezTo>
                <a:cubicBezTo>
                  <a:pt x="611583" y="114350"/>
                  <a:pt x="608587" y="111336"/>
                  <a:pt x="606370" y="107520"/>
                </a:cubicBezTo>
                <a:cubicBezTo>
                  <a:pt x="604152" y="103703"/>
                  <a:pt x="603044" y="98948"/>
                  <a:pt x="603044" y="93253"/>
                </a:cubicBezTo>
                <a:lnTo>
                  <a:pt x="625156" y="93253"/>
                </a:lnTo>
                <a:cubicBezTo>
                  <a:pt x="625156" y="98285"/>
                  <a:pt x="626878" y="101783"/>
                  <a:pt x="630324" y="103747"/>
                </a:cubicBezTo>
                <a:cubicBezTo>
                  <a:pt x="633770" y="105712"/>
                  <a:pt x="637799" y="106694"/>
                  <a:pt x="642414" y="106694"/>
                </a:cubicBezTo>
                <a:cubicBezTo>
                  <a:pt x="646968" y="106694"/>
                  <a:pt x="650503" y="105939"/>
                  <a:pt x="653020" y="104430"/>
                </a:cubicBezTo>
                <a:cubicBezTo>
                  <a:pt x="655537" y="102919"/>
                  <a:pt x="656795" y="100375"/>
                  <a:pt x="656795" y="96798"/>
                </a:cubicBezTo>
                <a:cubicBezTo>
                  <a:pt x="656795" y="93467"/>
                  <a:pt x="655312" y="90983"/>
                  <a:pt x="652346" y="89349"/>
                </a:cubicBezTo>
                <a:cubicBezTo>
                  <a:pt x="649380" y="87712"/>
                  <a:pt x="644181" y="86045"/>
                  <a:pt x="636751" y="84349"/>
                </a:cubicBezTo>
                <a:cubicBezTo>
                  <a:pt x="630519" y="82834"/>
                  <a:pt x="624961" y="81002"/>
                  <a:pt x="620077" y="78852"/>
                </a:cubicBezTo>
                <a:cubicBezTo>
                  <a:pt x="615193" y="76702"/>
                  <a:pt x="611373" y="73826"/>
                  <a:pt x="608617" y="70223"/>
                </a:cubicBezTo>
                <a:cubicBezTo>
                  <a:pt x="605860" y="66618"/>
                  <a:pt x="604482" y="61878"/>
                  <a:pt x="604482" y="56001"/>
                </a:cubicBezTo>
                <a:cubicBezTo>
                  <a:pt x="604482" y="51397"/>
                  <a:pt x="605531" y="47489"/>
                  <a:pt x="607628" y="44280"/>
                </a:cubicBezTo>
                <a:cubicBezTo>
                  <a:pt x="609725" y="41068"/>
                  <a:pt x="612527" y="38478"/>
                  <a:pt x="616032" y="36510"/>
                </a:cubicBezTo>
                <a:cubicBezTo>
                  <a:pt x="619538" y="34542"/>
                  <a:pt x="623493" y="33104"/>
                  <a:pt x="627897" y="32196"/>
                </a:cubicBezTo>
                <a:cubicBezTo>
                  <a:pt x="632301" y="31286"/>
                  <a:pt x="636811" y="30831"/>
                  <a:pt x="641425" y="30831"/>
                </a:cubicBezTo>
                <a:cubicBezTo>
                  <a:pt x="645919" y="30831"/>
                  <a:pt x="650323" y="31285"/>
                  <a:pt x="654638" y="32193"/>
                </a:cubicBezTo>
                <a:cubicBezTo>
                  <a:pt x="658952" y="33101"/>
                  <a:pt x="662847" y="34631"/>
                  <a:pt x="666323" y="36783"/>
                </a:cubicBezTo>
                <a:cubicBezTo>
                  <a:pt x="669799" y="38932"/>
                  <a:pt x="672585" y="41825"/>
                  <a:pt x="674682" y="45459"/>
                </a:cubicBezTo>
                <a:cubicBezTo>
                  <a:pt x="676780" y="49094"/>
                  <a:pt x="677828" y="53637"/>
                  <a:pt x="677828" y="59088"/>
                </a:cubicBezTo>
                <a:lnTo>
                  <a:pt x="655717" y="59088"/>
                </a:lnTo>
                <a:cubicBezTo>
                  <a:pt x="655717" y="54480"/>
                  <a:pt x="654293" y="51285"/>
                  <a:pt x="651447" y="49504"/>
                </a:cubicBezTo>
                <a:cubicBezTo>
                  <a:pt x="648601" y="47722"/>
                  <a:pt x="645260" y="46830"/>
                  <a:pt x="641425" y="46830"/>
                </a:cubicBezTo>
                <a:cubicBezTo>
                  <a:pt x="637290" y="46830"/>
                  <a:pt x="634039" y="47450"/>
                  <a:pt x="631672" y="48690"/>
                </a:cubicBezTo>
                <a:cubicBezTo>
                  <a:pt x="629305" y="49927"/>
                  <a:pt x="628122" y="51971"/>
                  <a:pt x="628122" y="54819"/>
                </a:cubicBezTo>
                <a:cubicBezTo>
                  <a:pt x="628122" y="56454"/>
                  <a:pt x="628871" y="57893"/>
                  <a:pt x="630369" y="59136"/>
                </a:cubicBezTo>
                <a:cubicBezTo>
                  <a:pt x="631867" y="60378"/>
                  <a:pt x="634264" y="61528"/>
                  <a:pt x="637560" y="62588"/>
                </a:cubicBezTo>
                <a:cubicBezTo>
                  <a:pt x="640856" y="63648"/>
                  <a:pt x="645200" y="64784"/>
                  <a:pt x="650593" y="65995"/>
                </a:cubicBezTo>
                <a:cubicBezTo>
                  <a:pt x="656286" y="67329"/>
                  <a:pt x="661379" y="69055"/>
                  <a:pt x="665874" y="71175"/>
                </a:cubicBezTo>
                <a:cubicBezTo>
                  <a:pt x="670368" y="73295"/>
                  <a:pt x="673933" y="76142"/>
                  <a:pt x="676570" y="79717"/>
                </a:cubicBezTo>
                <a:cubicBezTo>
                  <a:pt x="679207" y="83290"/>
                  <a:pt x="680525" y="87924"/>
                  <a:pt x="680525" y="93618"/>
                </a:cubicBezTo>
                <a:cubicBezTo>
                  <a:pt x="680525" y="98950"/>
                  <a:pt x="679461" y="103463"/>
                  <a:pt x="677334" y="107157"/>
                </a:cubicBezTo>
                <a:cubicBezTo>
                  <a:pt x="675207" y="110852"/>
                  <a:pt x="672360" y="113835"/>
                  <a:pt x="668795" y="116106"/>
                </a:cubicBezTo>
                <a:cubicBezTo>
                  <a:pt x="665229" y="118378"/>
                  <a:pt x="661155" y="120029"/>
                  <a:pt x="656570" y="121059"/>
                </a:cubicBezTo>
                <a:cubicBezTo>
                  <a:pt x="651986" y="122088"/>
                  <a:pt x="647237" y="122603"/>
                  <a:pt x="642324" y="1226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75210bc7b49be"/>
          <a:stretch xmlns:a="http://schemas.openxmlformats.org/drawingml/2006/main"/>
        </p:blipFill>
        <p:spPr>
          <a:xfrm xmlns:a="http://schemas.openxmlformats.org/drawingml/2006/main">
            <a:off x="2458891" y="541040"/>
            <a:ext cx="1163075" cy="1163075"/>
          </a:xfrm>
          <a:prstGeom xmlns:a="http://schemas.openxmlformats.org/drawingml/2006/main" prst="rect">
            <a:avLst/>
          </a:prstGeom>
        </p:spPr>
      </p:pic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660F6-8DB3-4929-830D-A96A04FC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286" y="1047271"/>
            <a:ext cx="347249" cy="330514"/>
          </a:xfrm>
          <a:custGeom xmlns:a="http://schemas.openxmlformats.org/drawingml/2006/main">
            <a:pathLst>
              <a:path w="347249" h="330514">
                <a:moveTo>
                  <a:pt x="0" y="0"/>
                </a:moveTo>
                <a:lnTo>
                  <a:pt x="347249" y="0"/>
                </a:lnTo>
                <a:lnTo>
                  <a:pt x="347249" y="330514"/>
                </a:lnTo>
                <a:lnTo>
                  <a:pt x="0" y="330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F3A73-8783-4790-A98F-D81CB799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286" y="1047271"/>
            <a:ext cx="347249" cy="330514"/>
          </a:xfrm>
          <a:custGeom xmlns:a="http://schemas.openxmlformats.org/drawingml/2006/main">
            <a:pathLst>
              <a:path w="347249" h="330514" fill="none">
                <a:moveTo>
                  <a:pt x="0" y="0"/>
                </a:moveTo>
                <a:lnTo>
                  <a:pt x="347249" y="0"/>
                </a:lnTo>
                <a:lnTo>
                  <a:pt x="347249" y="330514"/>
                </a:lnTo>
                <a:lnTo>
                  <a:pt x="0" y="3305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010" cap="flat">
            <a:solidFill>
              <a:srgbClr val="FFFFFF"/>
            </a:solidFill>
            <a:miter/>
          </a:ln>
        </p:spPr>
      </p:sp>
      <p:sp>
        <p:nvSpPr>
          <p:cNvPr id="7" name="Text 1.SoftwareInducedAliasing">
            <a:extLst xmlns:a="http://schemas.openxmlformats.org/drawingml/2006/main">
              <a:ext uri="{FF2B5EF4-FFF2-40B4-BE49-F238E27FC236}">
                <a16:creationId xmlns:a16="http://schemas.microsoft.com/office/drawing/2014/main" id="{6A66C37D-D4FC-4CFC-B0F1-8D1FE1F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27" y="121549"/>
            <a:ext cx="3513909" cy="236082"/>
          </a:xfrm>
          <a:custGeom xmlns:a="http://schemas.openxmlformats.org/drawingml/2006/main">
            <a:pathLst>
              <a:path w="3513909" h="236082">
                <a:moveTo>
                  <a:pt x="647249" y="52043"/>
                </a:moveTo>
                <a:lnTo>
                  <a:pt x="647249" y="48146"/>
                </a:lnTo>
                <a:lnTo>
                  <a:pt x="647255" y="47348"/>
                </a:lnTo>
                <a:lnTo>
                  <a:pt x="647270" y="46569"/>
                </a:lnTo>
                <a:lnTo>
                  <a:pt x="647295" y="45808"/>
                </a:lnTo>
                <a:lnTo>
                  <a:pt x="647330" y="45065"/>
                </a:lnTo>
                <a:lnTo>
                  <a:pt x="647375" y="44341"/>
                </a:lnTo>
                <a:lnTo>
                  <a:pt x="647431" y="43635"/>
                </a:lnTo>
                <a:lnTo>
                  <a:pt x="647496" y="42947"/>
                </a:lnTo>
                <a:lnTo>
                  <a:pt x="647572" y="42278"/>
                </a:lnTo>
                <a:lnTo>
                  <a:pt x="647657" y="41627"/>
                </a:lnTo>
                <a:lnTo>
                  <a:pt x="647753" y="40995"/>
                </a:lnTo>
                <a:lnTo>
                  <a:pt x="647858" y="40380"/>
                </a:lnTo>
                <a:lnTo>
                  <a:pt x="647974" y="39784"/>
                </a:lnTo>
                <a:lnTo>
                  <a:pt x="648100" y="39207"/>
                </a:lnTo>
                <a:lnTo>
                  <a:pt x="648236" y="38648"/>
                </a:lnTo>
                <a:lnTo>
                  <a:pt x="648382" y="38107"/>
                </a:lnTo>
                <a:lnTo>
                  <a:pt x="648538" y="37584"/>
                </a:lnTo>
                <a:lnTo>
                  <a:pt x="648704" y="37080"/>
                </a:lnTo>
                <a:lnTo>
                  <a:pt x="648880" y="36594"/>
                </a:lnTo>
                <a:lnTo>
                  <a:pt x="649066" y="36127"/>
                </a:lnTo>
                <a:lnTo>
                  <a:pt x="649263" y="35678"/>
                </a:lnTo>
                <a:lnTo>
                  <a:pt x="649469" y="35247"/>
                </a:lnTo>
                <a:lnTo>
                  <a:pt x="649685" y="34835"/>
                </a:lnTo>
                <a:lnTo>
                  <a:pt x="649912" y="34441"/>
                </a:lnTo>
                <a:lnTo>
                  <a:pt x="650148" y="34065"/>
                </a:lnTo>
                <a:lnTo>
                  <a:pt x="650403" y="33706"/>
                </a:lnTo>
                <a:lnTo>
                  <a:pt x="650682" y="33362"/>
                </a:lnTo>
                <a:lnTo>
                  <a:pt x="650988" y="33033"/>
                </a:lnTo>
                <a:lnTo>
                  <a:pt x="651319" y="32719"/>
                </a:lnTo>
                <a:lnTo>
                  <a:pt x="651675" y="32421"/>
                </a:lnTo>
                <a:lnTo>
                  <a:pt x="652057" y="32139"/>
                </a:lnTo>
                <a:lnTo>
                  <a:pt x="652464" y="31871"/>
                </a:lnTo>
                <a:lnTo>
                  <a:pt x="652897" y="31619"/>
                </a:lnTo>
                <a:lnTo>
                  <a:pt x="653356" y="31382"/>
                </a:lnTo>
                <a:lnTo>
                  <a:pt x="653840" y="31160"/>
                </a:lnTo>
                <a:lnTo>
                  <a:pt x="654349" y="30954"/>
                </a:lnTo>
                <a:lnTo>
                  <a:pt x="654884" y="30763"/>
                </a:lnTo>
                <a:lnTo>
                  <a:pt x="655445" y="30587"/>
                </a:lnTo>
                <a:lnTo>
                  <a:pt x="656031" y="30426"/>
                </a:lnTo>
                <a:lnTo>
                  <a:pt x="656642" y="30281"/>
                </a:lnTo>
                <a:lnTo>
                  <a:pt x="657279" y="30151"/>
                </a:lnTo>
                <a:lnTo>
                  <a:pt x="657942" y="30036"/>
                </a:lnTo>
                <a:lnTo>
                  <a:pt x="658630" y="29937"/>
                </a:lnTo>
                <a:lnTo>
                  <a:pt x="659343" y="29853"/>
                </a:lnTo>
                <a:lnTo>
                  <a:pt x="660082" y="29784"/>
                </a:lnTo>
                <a:lnTo>
                  <a:pt x="660847" y="29731"/>
                </a:lnTo>
                <a:lnTo>
                  <a:pt x="661637" y="29692"/>
                </a:lnTo>
                <a:lnTo>
                  <a:pt x="662453" y="29670"/>
                </a:lnTo>
                <a:lnTo>
                  <a:pt x="663294" y="29662"/>
                </a:lnTo>
                <a:lnTo>
                  <a:pt x="675159" y="29662"/>
                </a:lnTo>
                <a:lnTo>
                  <a:pt x="675159" y="3775"/>
                </a:lnTo>
                <a:lnTo>
                  <a:pt x="662080" y="3775"/>
                </a:lnTo>
                <a:lnTo>
                  <a:pt x="660831" y="3780"/>
                </a:lnTo>
                <a:lnTo>
                  <a:pt x="659600" y="3793"/>
                </a:lnTo>
                <a:lnTo>
                  <a:pt x="658387" y="3816"/>
                </a:lnTo>
                <a:lnTo>
                  <a:pt x="657193" y="3848"/>
                </a:lnTo>
                <a:lnTo>
                  <a:pt x="656017" y="3888"/>
                </a:lnTo>
                <a:lnTo>
                  <a:pt x="654859" y="3938"/>
                </a:lnTo>
                <a:lnTo>
                  <a:pt x="653719" y="3997"/>
                </a:lnTo>
                <a:lnTo>
                  <a:pt x="652598" y="4065"/>
                </a:lnTo>
                <a:lnTo>
                  <a:pt x="651494" y="4142"/>
                </a:lnTo>
                <a:lnTo>
                  <a:pt x="650409" y="4228"/>
                </a:lnTo>
                <a:lnTo>
                  <a:pt x="649343" y="4323"/>
                </a:lnTo>
                <a:lnTo>
                  <a:pt x="648294" y="4427"/>
                </a:lnTo>
                <a:lnTo>
                  <a:pt x="647264" y="4540"/>
                </a:lnTo>
                <a:lnTo>
                  <a:pt x="646252" y="4663"/>
                </a:lnTo>
                <a:lnTo>
                  <a:pt x="645259" y="4794"/>
                </a:lnTo>
                <a:lnTo>
                  <a:pt x="644283" y="4934"/>
                </a:lnTo>
                <a:lnTo>
                  <a:pt x="643326" y="5084"/>
                </a:lnTo>
                <a:lnTo>
                  <a:pt x="642387" y="5242"/>
                </a:lnTo>
                <a:lnTo>
                  <a:pt x="641467" y="5410"/>
                </a:lnTo>
                <a:lnTo>
                  <a:pt x="640564" y="5586"/>
                </a:lnTo>
                <a:lnTo>
                  <a:pt x="639680" y="5772"/>
                </a:lnTo>
                <a:lnTo>
                  <a:pt x="638814" y="5967"/>
                </a:lnTo>
                <a:lnTo>
                  <a:pt x="637967" y="6170"/>
                </a:lnTo>
                <a:lnTo>
                  <a:pt x="637137" y="6383"/>
                </a:lnTo>
                <a:lnTo>
                  <a:pt x="636325" y="6605"/>
                </a:lnTo>
                <a:lnTo>
                  <a:pt x="635527" y="6837"/>
                </a:lnTo>
                <a:lnTo>
                  <a:pt x="634743" y="7078"/>
                </a:lnTo>
                <a:lnTo>
                  <a:pt x="633975" y="7329"/>
                </a:lnTo>
                <a:lnTo>
                  <a:pt x="633221" y="7589"/>
                </a:lnTo>
                <a:lnTo>
                  <a:pt x="632482" y="7859"/>
                </a:lnTo>
                <a:lnTo>
                  <a:pt x="631757" y="8138"/>
                </a:lnTo>
                <a:lnTo>
                  <a:pt x="631048" y="8427"/>
                </a:lnTo>
                <a:lnTo>
                  <a:pt x="630353" y="8725"/>
                </a:lnTo>
                <a:lnTo>
                  <a:pt x="629673" y="9033"/>
                </a:lnTo>
                <a:lnTo>
                  <a:pt x="629007" y="9350"/>
                </a:lnTo>
                <a:lnTo>
                  <a:pt x="628357" y="9677"/>
                </a:lnTo>
                <a:lnTo>
                  <a:pt x="627721" y="10013"/>
                </a:lnTo>
                <a:lnTo>
                  <a:pt x="627100" y="10359"/>
                </a:lnTo>
                <a:lnTo>
                  <a:pt x="626494" y="10715"/>
                </a:lnTo>
                <a:lnTo>
                  <a:pt x="625902" y="11080"/>
                </a:lnTo>
                <a:lnTo>
                  <a:pt x="625325" y="11454"/>
                </a:lnTo>
                <a:lnTo>
                  <a:pt x="624763" y="11838"/>
                </a:lnTo>
                <a:lnTo>
                  <a:pt x="624216" y="12232"/>
                </a:lnTo>
                <a:lnTo>
                  <a:pt x="623683" y="12635"/>
                </a:lnTo>
                <a:lnTo>
                  <a:pt x="623165" y="13047"/>
                </a:lnTo>
                <a:lnTo>
                  <a:pt x="622662" y="13469"/>
                </a:lnTo>
                <a:lnTo>
                  <a:pt x="622173" y="13901"/>
                </a:lnTo>
                <a:lnTo>
                  <a:pt x="621700" y="14342"/>
                </a:lnTo>
                <a:lnTo>
                  <a:pt x="621239" y="14793"/>
                </a:lnTo>
                <a:lnTo>
                  <a:pt x="620790" y="15255"/>
                </a:lnTo>
                <a:lnTo>
                  <a:pt x="620353" y="15727"/>
                </a:lnTo>
                <a:lnTo>
                  <a:pt x="619926" y="16210"/>
                </a:lnTo>
                <a:lnTo>
                  <a:pt x="619512" y="16703"/>
                </a:lnTo>
                <a:lnTo>
                  <a:pt x="619109" y="17208"/>
                </a:lnTo>
                <a:lnTo>
                  <a:pt x="618717" y="17722"/>
                </a:lnTo>
                <a:lnTo>
                  <a:pt x="618337" y="18248"/>
                </a:lnTo>
                <a:lnTo>
                  <a:pt x="617968" y="18784"/>
                </a:lnTo>
                <a:lnTo>
                  <a:pt x="617611" y="19331"/>
                </a:lnTo>
                <a:lnTo>
                  <a:pt x="617265" y="19889"/>
                </a:lnTo>
                <a:lnTo>
                  <a:pt x="616930" y="20457"/>
                </a:lnTo>
                <a:lnTo>
                  <a:pt x="616607" y="21036"/>
                </a:lnTo>
                <a:lnTo>
                  <a:pt x="616296" y="21625"/>
                </a:lnTo>
                <a:lnTo>
                  <a:pt x="615996" y="22225"/>
                </a:lnTo>
                <a:lnTo>
                  <a:pt x="615708" y="22836"/>
                </a:lnTo>
                <a:lnTo>
                  <a:pt x="615430" y="23458"/>
                </a:lnTo>
                <a:lnTo>
                  <a:pt x="615165" y="24090"/>
                </a:lnTo>
                <a:lnTo>
                  <a:pt x="614911" y="24733"/>
                </a:lnTo>
                <a:lnTo>
                  <a:pt x="614668" y="25386"/>
                </a:lnTo>
                <a:lnTo>
                  <a:pt x="614437" y="26051"/>
                </a:lnTo>
                <a:lnTo>
                  <a:pt x="614217" y="26725"/>
                </a:lnTo>
                <a:lnTo>
                  <a:pt x="614009" y="27411"/>
                </a:lnTo>
                <a:lnTo>
                  <a:pt x="613812" y="28107"/>
                </a:lnTo>
                <a:lnTo>
                  <a:pt x="613625" y="28814"/>
                </a:lnTo>
                <a:lnTo>
                  <a:pt x="613446" y="29531"/>
                </a:lnTo>
                <a:lnTo>
                  <a:pt x="613275" y="30259"/>
                </a:lnTo>
                <a:lnTo>
                  <a:pt x="613112" y="30997"/>
                </a:lnTo>
                <a:lnTo>
                  <a:pt x="612957" y="31746"/>
                </a:lnTo>
                <a:lnTo>
                  <a:pt x="612810" y="32506"/>
                </a:lnTo>
                <a:lnTo>
                  <a:pt x="612670" y="33276"/>
                </a:lnTo>
                <a:lnTo>
                  <a:pt x="612539" y="34057"/>
                </a:lnTo>
                <a:lnTo>
                  <a:pt x="612416" y="34848"/>
                </a:lnTo>
                <a:lnTo>
                  <a:pt x="612300" y="35651"/>
                </a:lnTo>
                <a:lnTo>
                  <a:pt x="612193" y="36463"/>
                </a:lnTo>
                <a:lnTo>
                  <a:pt x="612093" y="37287"/>
                </a:lnTo>
                <a:lnTo>
                  <a:pt x="612002" y="38121"/>
                </a:lnTo>
                <a:lnTo>
                  <a:pt x="611918" y="38966"/>
                </a:lnTo>
                <a:lnTo>
                  <a:pt x="611843" y="39821"/>
                </a:lnTo>
                <a:lnTo>
                  <a:pt x="611775" y="40687"/>
                </a:lnTo>
                <a:lnTo>
                  <a:pt x="611715" y="41564"/>
                </a:lnTo>
                <a:lnTo>
                  <a:pt x="611664" y="42451"/>
                </a:lnTo>
                <a:lnTo>
                  <a:pt x="611620" y="43349"/>
                </a:lnTo>
                <a:lnTo>
                  <a:pt x="611584" y="44258"/>
                </a:lnTo>
                <a:lnTo>
                  <a:pt x="611556" y="45177"/>
                </a:lnTo>
                <a:lnTo>
                  <a:pt x="611536" y="46107"/>
                </a:lnTo>
                <a:lnTo>
                  <a:pt x="611524" y="47047"/>
                </a:lnTo>
                <a:lnTo>
                  <a:pt x="611520" y="47998"/>
                </a:lnTo>
                <a:lnTo>
                  <a:pt x="611520" y="52043"/>
                </a:lnTo>
                <a:lnTo>
                  <a:pt x="589678" y="52043"/>
                </a:lnTo>
                <a:lnTo>
                  <a:pt x="589678" y="79548"/>
                </a:lnTo>
                <a:lnTo>
                  <a:pt x="611520" y="79548"/>
                </a:lnTo>
                <a:lnTo>
                  <a:pt x="611520" y="185252"/>
                </a:lnTo>
                <a:lnTo>
                  <a:pt x="647249" y="185252"/>
                </a:lnTo>
                <a:lnTo>
                  <a:pt x="647249" y="79548"/>
                </a:lnTo>
                <a:lnTo>
                  <a:pt x="675293" y="79548"/>
                </a:lnTo>
                <a:lnTo>
                  <a:pt x="675293" y="52043"/>
                </a:lnTo>
                <a:lnTo>
                  <a:pt x="647249" y="52043"/>
                </a:lnTo>
                <a:close/>
                <a:moveTo>
                  <a:pt x="1502294" y="185252"/>
                </a:moveTo>
                <a:lnTo>
                  <a:pt x="1502294" y="3775"/>
                </a:lnTo>
                <a:lnTo>
                  <a:pt x="1464407" y="3775"/>
                </a:lnTo>
                <a:lnTo>
                  <a:pt x="1464407" y="185252"/>
                </a:lnTo>
                <a:lnTo>
                  <a:pt x="1502294" y="185252"/>
                </a:lnTo>
                <a:close/>
                <a:moveTo>
                  <a:pt x="355323" y="187439"/>
                </a:moveTo>
                <a:lnTo>
                  <a:pt x="356950" y="187333"/>
                </a:lnTo>
                <a:lnTo>
                  <a:pt x="358562" y="187208"/>
                </a:lnTo>
                <a:lnTo>
                  <a:pt x="360159" y="187064"/>
                </a:lnTo>
                <a:lnTo>
                  <a:pt x="361742" y="186901"/>
                </a:lnTo>
                <a:lnTo>
                  <a:pt x="363309" y="186718"/>
                </a:lnTo>
                <a:lnTo>
                  <a:pt x="364862" y="186517"/>
                </a:lnTo>
                <a:lnTo>
                  <a:pt x="366401" y="186296"/>
                </a:lnTo>
                <a:lnTo>
                  <a:pt x="367924" y="186056"/>
                </a:lnTo>
                <a:lnTo>
                  <a:pt x="369433" y="185796"/>
                </a:lnTo>
                <a:lnTo>
                  <a:pt x="370927" y="185518"/>
                </a:lnTo>
                <a:lnTo>
                  <a:pt x="372406" y="185220"/>
                </a:lnTo>
                <a:lnTo>
                  <a:pt x="373870" y="184903"/>
                </a:lnTo>
                <a:lnTo>
                  <a:pt x="375320" y="184567"/>
                </a:lnTo>
                <a:lnTo>
                  <a:pt x="376755" y="184212"/>
                </a:lnTo>
                <a:lnTo>
                  <a:pt x="378175" y="183837"/>
                </a:lnTo>
                <a:lnTo>
                  <a:pt x="379581" y="183443"/>
                </a:lnTo>
                <a:lnTo>
                  <a:pt x="380972" y="183030"/>
                </a:lnTo>
                <a:lnTo>
                  <a:pt x="382348" y="182598"/>
                </a:lnTo>
                <a:lnTo>
                  <a:pt x="383709" y="182147"/>
                </a:lnTo>
                <a:lnTo>
                  <a:pt x="385051" y="181675"/>
                </a:lnTo>
                <a:lnTo>
                  <a:pt x="386369" y="181181"/>
                </a:lnTo>
                <a:lnTo>
                  <a:pt x="387664" y="180665"/>
                </a:lnTo>
                <a:lnTo>
                  <a:pt x="388935" y="180127"/>
                </a:lnTo>
                <a:lnTo>
                  <a:pt x="390183" y="179566"/>
                </a:lnTo>
                <a:lnTo>
                  <a:pt x="391407" y="178984"/>
                </a:lnTo>
                <a:lnTo>
                  <a:pt x="392607" y="178380"/>
                </a:lnTo>
                <a:lnTo>
                  <a:pt x="393783" y="177754"/>
                </a:lnTo>
                <a:lnTo>
                  <a:pt x="394936" y="177106"/>
                </a:lnTo>
                <a:lnTo>
                  <a:pt x="396066" y="176436"/>
                </a:lnTo>
                <a:lnTo>
                  <a:pt x="397171" y="175744"/>
                </a:lnTo>
                <a:lnTo>
                  <a:pt x="398253" y="175029"/>
                </a:lnTo>
                <a:lnTo>
                  <a:pt x="399312" y="174293"/>
                </a:lnTo>
                <a:lnTo>
                  <a:pt x="400346" y="173535"/>
                </a:lnTo>
                <a:lnTo>
                  <a:pt x="401358" y="172755"/>
                </a:lnTo>
                <a:lnTo>
                  <a:pt x="402345" y="171952"/>
                </a:lnTo>
                <a:lnTo>
                  <a:pt x="403309" y="171128"/>
                </a:lnTo>
                <a:lnTo>
                  <a:pt x="404249" y="170282"/>
                </a:lnTo>
                <a:lnTo>
                  <a:pt x="405165" y="169413"/>
                </a:lnTo>
                <a:lnTo>
                  <a:pt x="406058" y="168523"/>
                </a:lnTo>
                <a:lnTo>
                  <a:pt x="406928" y="167611"/>
                </a:lnTo>
                <a:lnTo>
                  <a:pt x="407773" y="166676"/>
                </a:lnTo>
                <a:lnTo>
                  <a:pt x="408595" y="165720"/>
                </a:lnTo>
                <a:lnTo>
                  <a:pt x="409393" y="164741"/>
                </a:lnTo>
                <a:lnTo>
                  <a:pt x="410164" y="163739"/>
                </a:lnTo>
                <a:lnTo>
                  <a:pt x="410901" y="162711"/>
                </a:lnTo>
                <a:lnTo>
                  <a:pt x="411605" y="161657"/>
                </a:lnTo>
                <a:lnTo>
                  <a:pt x="412277" y="160578"/>
                </a:lnTo>
                <a:lnTo>
                  <a:pt x="412916" y="159472"/>
                </a:lnTo>
                <a:lnTo>
                  <a:pt x="413522" y="158341"/>
                </a:lnTo>
                <a:lnTo>
                  <a:pt x="414096" y="157184"/>
                </a:lnTo>
                <a:lnTo>
                  <a:pt x="414637" y="156002"/>
                </a:lnTo>
                <a:lnTo>
                  <a:pt x="415145" y="154793"/>
                </a:lnTo>
                <a:lnTo>
                  <a:pt x="415620" y="153559"/>
                </a:lnTo>
                <a:lnTo>
                  <a:pt x="416062" y="152299"/>
                </a:lnTo>
                <a:lnTo>
                  <a:pt x="416472" y="151013"/>
                </a:lnTo>
                <a:lnTo>
                  <a:pt x="416849" y="149702"/>
                </a:lnTo>
                <a:lnTo>
                  <a:pt x="417193" y="148365"/>
                </a:lnTo>
                <a:lnTo>
                  <a:pt x="417504" y="147002"/>
                </a:lnTo>
                <a:lnTo>
                  <a:pt x="417783" y="145613"/>
                </a:lnTo>
                <a:lnTo>
                  <a:pt x="418028" y="144198"/>
                </a:lnTo>
                <a:lnTo>
                  <a:pt x="418241" y="142758"/>
                </a:lnTo>
                <a:lnTo>
                  <a:pt x="418422" y="141292"/>
                </a:lnTo>
                <a:lnTo>
                  <a:pt x="418569" y="139800"/>
                </a:lnTo>
                <a:lnTo>
                  <a:pt x="418684" y="138283"/>
                </a:lnTo>
                <a:lnTo>
                  <a:pt x="418766" y="136739"/>
                </a:lnTo>
                <a:lnTo>
                  <a:pt x="418815" y="135170"/>
                </a:lnTo>
                <a:lnTo>
                  <a:pt x="418831" y="133575"/>
                </a:lnTo>
                <a:lnTo>
                  <a:pt x="418820" y="132148"/>
                </a:lnTo>
                <a:lnTo>
                  <a:pt x="418787" y="130743"/>
                </a:lnTo>
                <a:lnTo>
                  <a:pt x="418731" y="129362"/>
                </a:lnTo>
                <a:lnTo>
                  <a:pt x="418653" y="128004"/>
                </a:lnTo>
                <a:lnTo>
                  <a:pt x="418553" y="126669"/>
                </a:lnTo>
                <a:lnTo>
                  <a:pt x="418431" y="125358"/>
                </a:lnTo>
                <a:lnTo>
                  <a:pt x="418286" y="124069"/>
                </a:lnTo>
                <a:lnTo>
                  <a:pt x="418120" y="122804"/>
                </a:lnTo>
                <a:lnTo>
                  <a:pt x="417931" y="121562"/>
                </a:lnTo>
                <a:lnTo>
                  <a:pt x="417719" y="120343"/>
                </a:lnTo>
                <a:lnTo>
                  <a:pt x="417486" y="119147"/>
                </a:lnTo>
                <a:lnTo>
                  <a:pt x="417230" y="117974"/>
                </a:lnTo>
                <a:lnTo>
                  <a:pt x="416952" y="116825"/>
                </a:lnTo>
                <a:lnTo>
                  <a:pt x="416652" y="115699"/>
                </a:lnTo>
                <a:lnTo>
                  <a:pt x="416330" y="114596"/>
                </a:lnTo>
                <a:lnTo>
                  <a:pt x="415985" y="113516"/>
                </a:lnTo>
                <a:lnTo>
                  <a:pt x="415618" y="112460"/>
                </a:lnTo>
                <a:lnTo>
                  <a:pt x="415229" y="111426"/>
                </a:lnTo>
                <a:lnTo>
                  <a:pt x="414817" y="110416"/>
                </a:lnTo>
                <a:lnTo>
                  <a:pt x="414384" y="109429"/>
                </a:lnTo>
                <a:lnTo>
                  <a:pt x="413928" y="108465"/>
                </a:lnTo>
                <a:lnTo>
                  <a:pt x="413450" y="107524"/>
                </a:lnTo>
                <a:lnTo>
                  <a:pt x="412950" y="106607"/>
                </a:lnTo>
                <a:lnTo>
                  <a:pt x="412427" y="105713"/>
                </a:lnTo>
                <a:lnTo>
                  <a:pt x="411882" y="104837"/>
                </a:lnTo>
                <a:lnTo>
                  <a:pt x="411312" y="103974"/>
                </a:lnTo>
                <a:lnTo>
                  <a:pt x="410720" y="103126"/>
                </a:lnTo>
                <a:lnTo>
                  <a:pt x="410103" y="102291"/>
                </a:lnTo>
                <a:lnTo>
                  <a:pt x="409463" y="101469"/>
                </a:lnTo>
                <a:lnTo>
                  <a:pt x="408799" y="100661"/>
                </a:lnTo>
                <a:lnTo>
                  <a:pt x="408112" y="99867"/>
                </a:lnTo>
                <a:lnTo>
                  <a:pt x="407401" y="99086"/>
                </a:lnTo>
                <a:lnTo>
                  <a:pt x="406666" y="98319"/>
                </a:lnTo>
                <a:lnTo>
                  <a:pt x="405908" y="97565"/>
                </a:lnTo>
                <a:lnTo>
                  <a:pt x="405126" y="96825"/>
                </a:lnTo>
                <a:lnTo>
                  <a:pt x="404321" y="96099"/>
                </a:lnTo>
                <a:lnTo>
                  <a:pt x="403491" y="95386"/>
                </a:lnTo>
                <a:lnTo>
                  <a:pt x="402638" y="94687"/>
                </a:lnTo>
                <a:lnTo>
                  <a:pt x="401762" y="94001"/>
                </a:lnTo>
                <a:lnTo>
                  <a:pt x="400862" y="93329"/>
                </a:lnTo>
                <a:lnTo>
                  <a:pt x="399938" y="92671"/>
                </a:lnTo>
                <a:lnTo>
                  <a:pt x="398991" y="92026"/>
                </a:lnTo>
                <a:lnTo>
                  <a:pt x="398020" y="91395"/>
                </a:lnTo>
                <a:lnTo>
                  <a:pt x="397025" y="90777"/>
                </a:lnTo>
                <a:lnTo>
                  <a:pt x="396007" y="90173"/>
                </a:lnTo>
                <a:lnTo>
                  <a:pt x="394965" y="89582"/>
                </a:lnTo>
                <a:lnTo>
                  <a:pt x="393899" y="89005"/>
                </a:lnTo>
                <a:lnTo>
                  <a:pt x="392810" y="88442"/>
                </a:lnTo>
                <a:lnTo>
                  <a:pt x="391696" y="87887"/>
                </a:lnTo>
                <a:lnTo>
                  <a:pt x="390556" y="87333"/>
                </a:lnTo>
                <a:lnTo>
                  <a:pt x="389391" y="86782"/>
                </a:lnTo>
                <a:lnTo>
                  <a:pt x="388199" y="86233"/>
                </a:lnTo>
                <a:lnTo>
                  <a:pt x="386982" y="85686"/>
                </a:lnTo>
                <a:lnTo>
                  <a:pt x="385740" y="85141"/>
                </a:lnTo>
                <a:lnTo>
                  <a:pt x="384471" y="84598"/>
                </a:lnTo>
                <a:lnTo>
                  <a:pt x="383177" y="84057"/>
                </a:lnTo>
                <a:lnTo>
                  <a:pt x="381857" y="83519"/>
                </a:lnTo>
                <a:lnTo>
                  <a:pt x="380511" y="82982"/>
                </a:lnTo>
                <a:lnTo>
                  <a:pt x="379140" y="82448"/>
                </a:lnTo>
                <a:lnTo>
                  <a:pt x="377743" y="81916"/>
                </a:lnTo>
                <a:lnTo>
                  <a:pt x="376320" y="81386"/>
                </a:lnTo>
                <a:lnTo>
                  <a:pt x="374871" y="80857"/>
                </a:lnTo>
                <a:lnTo>
                  <a:pt x="373397" y="80331"/>
                </a:lnTo>
                <a:lnTo>
                  <a:pt x="371897" y="79808"/>
                </a:lnTo>
                <a:lnTo>
                  <a:pt x="370371" y="79286"/>
                </a:lnTo>
                <a:lnTo>
                  <a:pt x="368819" y="78766"/>
                </a:lnTo>
                <a:lnTo>
                  <a:pt x="367242" y="78249"/>
                </a:lnTo>
                <a:lnTo>
                  <a:pt x="365638" y="77733"/>
                </a:lnTo>
                <a:lnTo>
                  <a:pt x="364009" y="77220"/>
                </a:lnTo>
                <a:lnTo>
                  <a:pt x="362355" y="76709"/>
                </a:lnTo>
                <a:lnTo>
                  <a:pt x="360674" y="76200"/>
                </a:lnTo>
                <a:lnTo>
                  <a:pt x="358968" y="75693"/>
                </a:lnTo>
                <a:lnTo>
                  <a:pt x="357544" y="75278"/>
                </a:lnTo>
                <a:lnTo>
                  <a:pt x="356149" y="74868"/>
                </a:lnTo>
                <a:lnTo>
                  <a:pt x="354781" y="74461"/>
                </a:lnTo>
                <a:lnTo>
                  <a:pt x="353442" y="74058"/>
                </a:lnTo>
                <a:lnTo>
                  <a:pt x="352131" y="73659"/>
                </a:lnTo>
                <a:lnTo>
                  <a:pt x="350849" y="73264"/>
                </a:lnTo>
                <a:lnTo>
                  <a:pt x="349595" y="72872"/>
                </a:lnTo>
                <a:lnTo>
                  <a:pt x="348369" y="72484"/>
                </a:lnTo>
                <a:lnTo>
                  <a:pt x="347172" y="72100"/>
                </a:lnTo>
                <a:lnTo>
                  <a:pt x="346003" y="71720"/>
                </a:lnTo>
                <a:lnTo>
                  <a:pt x="344862" y="71343"/>
                </a:lnTo>
                <a:lnTo>
                  <a:pt x="343750" y="70970"/>
                </a:lnTo>
                <a:lnTo>
                  <a:pt x="342666" y="70601"/>
                </a:lnTo>
                <a:lnTo>
                  <a:pt x="341610" y="70236"/>
                </a:lnTo>
                <a:lnTo>
                  <a:pt x="340582" y="69875"/>
                </a:lnTo>
                <a:lnTo>
                  <a:pt x="339583" y="69517"/>
                </a:lnTo>
                <a:lnTo>
                  <a:pt x="338612" y="69163"/>
                </a:lnTo>
                <a:lnTo>
                  <a:pt x="337670" y="68812"/>
                </a:lnTo>
                <a:lnTo>
                  <a:pt x="336756" y="68466"/>
                </a:lnTo>
                <a:lnTo>
                  <a:pt x="335870" y="68123"/>
                </a:lnTo>
                <a:lnTo>
                  <a:pt x="335012" y="67784"/>
                </a:lnTo>
                <a:lnTo>
                  <a:pt x="334183" y="67449"/>
                </a:lnTo>
                <a:lnTo>
                  <a:pt x="333382" y="67118"/>
                </a:lnTo>
                <a:lnTo>
                  <a:pt x="332610" y="66790"/>
                </a:lnTo>
                <a:lnTo>
                  <a:pt x="331861" y="66463"/>
                </a:lnTo>
                <a:lnTo>
                  <a:pt x="331133" y="66136"/>
                </a:lnTo>
                <a:lnTo>
                  <a:pt x="330424" y="65808"/>
                </a:lnTo>
                <a:lnTo>
                  <a:pt x="329735" y="65479"/>
                </a:lnTo>
                <a:lnTo>
                  <a:pt x="329066" y="65150"/>
                </a:lnTo>
                <a:lnTo>
                  <a:pt x="328417" y="64820"/>
                </a:lnTo>
                <a:lnTo>
                  <a:pt x="327788" y="64489"/>
                </a:lnTo>
                <a:lnTo>
                  <a:pt x="327179" y="64158"/>
                </a:lnTo>
                <a:lnTo>
                  <a:pt x="326590" y="63826"/>
                </a:lnTo>
                <a:lnTo>
                  <a:pt x="326020" y="63493"/>
                </a:lnTo>
                <a:lnTo>
                  <a:pt x="325471" y="63159"/>
                </a:lnTo>
                <a:lnTo>
                  <a:pt x="324941" y="62825"/>
                </a:lnTo>
                <a:lnTo>
                  <a:pt x="324432" y="62490"/>
                </a:lnTo>
                <a:lnTo>
                  <a:pt x="323942" y="62154"/>
                </a:lnTo>
                <a:lnTo>
                  <a:pt x="323472" y="61818"/>
                </a:lnTo>
                <a:lnTo>
                  <a:pt x="323022" y="61481"/>
                </a:lnTo>
                <a:lnTo>
                  <a:pt x="322592" y="61143"/>
                </a:lnTo>
                <a:lnTo>
                  <a:pt x="322182" y="60805"/>
                </a:lnTo>
                <a:lnTo>
                  <a:pt x="321791" y="60466"/>
                </a:lnTo>
                <a:lnTo>
                  <a:pt x="321421" y="60126"/>
                </a:lnTo>
                <a:lnTo>
                  <a:pt x="321070" y="59785"/>
                </a:lnTo>
                <a:lnTo>
                  <a:pt x="320740" y="59444"/>
                </a:lnTo>
                <a:lnTo>
                  <a:pt x="320429" y="59102"/>
                </a:lnTo>
                <a:lnTo>
                  <a:pt x="320138" y="58759"/>
                </a:lnTo>
                <a:lnTo>
                  <a:pt x="319863" y="58414"/>
                </a:lnTo>
                <a:lnTo>
                  <a:pt x="319600" y="58064"/>
                </a:lnTo>
                <a:lnTo>
                  <a:pt x="319348" y="57710"/>
                </a:lnTo>
                <a:lnTo>
                  <a:pt x="319108" y="57351"/>
                </a:lnTo>
                <a:lnTo>
                  <a:pt x="318880" y="56988"/>
                </a:lnTo>
                <a:lnTo>
                  <a:pt x="318663" y="56621"/>
                </a:lnTo>
                <a:lnTo>
                  <a:pt x="318459" y="56249"/>
                </a:lnTo>
                <a:lnTo>
                  <a:pt x="318266" y="55873"/>
                </a:lnTo>
                <a:lnTo>
                  <a:pt x="318084" y="55492"/>
                </a:lnTo>
                <a:lnTo>
                  <a:pt x="317914" y="55106"/>
                </a:lnTo>
                <a:lnTo>
                  <a:pt x="317756" y="54717"/>
                </a:lnTo>
                <a:lnTo>
                  <a:pt x="317610" y="54323"/>
                </a:lnTo>
                <a:lnTo>
                  <a:pt x="317476" y="53924"/>
                </a:lnTo>
                <a:lnTo>
                  <a:pt x="317353" y="53521"/>
                </a:lnTo>
                <a:lnTo>
                  <a:pt x="317241" y="53113"/>
                </a:lnTo>
                <a:lnTo>
                  <a:pt x="317142" y="52701"/>
                </a:lnTo>
                <a:lnTo>
                  <a:pt x="317054" y="52285"/>
                </a:lnTo>
                <a:lnTo>
                  <a:pt x="316978" y="51864"/>
                </a:lnTo>
                <a:lnTo>
                  <a:pt x="316914" y="51439"/>
                </a:lnTo>
                <a:lnTo>
                  <a:pt x="316861" y="51009"/>
                </a:lnTo>
                <a:lnTo>
                  <a:pt x="316820" y="50575"/>
                </a:lnTo>
                <a:lnTo>
                  <a:pt x="316791" y="50136"/>
                </a:lnTo>
                <a:lnTo>
                  <a:pt x="316773" y="49693"/>
                </a:lnTo>
                <a:lnTo>
                  <a:pt x="316767" y="49245"/>
                </a:lnTo>
                <a:lnTo>
                  <a:pt x="316781" y="48466"/>
                </a:lnTo>
                <a:lnTo>
                  <a:pt x="316823" y="47704"/>
                </a:lnTo>
                <a:lnTo>
                  <a:pt x="316892" y="46959"/>
                </a:lnTo>
                <a:lnTo>
                  <a:pt x="316988" y="46231"/>
                </a:lnTo>
                <a:lnTo>
                  <a:pt x="317113" y="45520"/>
                </a:lnTo>
                <a:lnTo>
                  <a:pt x="317265" y="44826"/>
                </a:lnTo>
                <a:lnTo>
                  <a:pt x="317444" y="44150"/>
                </a:lnTo>
                <a:lnTo>
                  <a:pt x="317651" y="43490"/>
                </a:lnTo>
                <a:lnTo>
                  <a:pt x="317886" y="42848"/>
                </a:lnTo>
                <a:lnTo>
                  <a:pt x="318148" y="42222"/>
                </a:lnTo>
                <a:lnTo>
                  <a:pt x="318438" y="41614"/>
                </a:lnTo>
                <a:lnTo>
                  <a:pt x="318756" y="41023"/>
                </a:lnTo>
                <a:lnTo>
                  <a:pt x="319101" y="40449"/>
                </a:lnTo>
                <a:lnTo>
                  <a:pt x="319474" y="39892"/>
                </a:lnTo>
                <a:lnTo>
                  <a:pt x="319875" y="39353"/>
                </a:lnTo>
                <a:lnTo>
                  <a:pt x="320303" y="38830"/>
                </a:lnTo>
                <a:lnTo>
                  <a:pt x="320759" y="38325"/>
                </a:lnTo>
                <a:lnTo>
                  <a:pt x="321242" y="37836"/>
                </a:lnTo>
                <a:lnTo>
                  <a:pt x="321753" y="37365"/>
                </a:lnTo>
                <a:lnTo>
                  <a:pt x="322292" y="36911"/>
                </a:lnTo>
                <a:lnTo>
                  <a:pt x="322858" y="36474"/>
                </a:lnTo>
                <a:lnTo>
                  <a:pt x="323452" y="36054"/>
                </a:lnTo>
                <a:lnTo>
                  <a:pt x="324073" y="35651"/>
                </a:lnTo>
                <a:lnTo>
                  <a:pt x="324722" y="35266"/>
                </a:lnTo>
                <a:lnTo>
                  <a:pt x="325392" y="34896"/>
                </a:lnTo>
                <a:lnTo>
                  <a:pt x="326077" y="34543"/>
                </a:lnTo>
                <a:lnTo>
                  <a:pt x="326776" y="34205"/>
                </a:lnTo>
                <a:lnTo>
                  <a:pt x="327490" y="33883"/>
                </a:lnTo>
                <a:lnTo>
                  <a:pt x="328218" y="33577"/>
                </a:lnTo>
                <a:lnTo>
                  <a:pt x="328961" y="33286"/>
                </a:lnTo>
                <a:lnTo>
                  <a:pt x="329718" y="33011"/>
                </a:lnTo>
                <a:lnTo>
                  <a:pt x="330490" y="32752"/>
                </a:lnTo>
                <a:lnTo>
                  <a:pt x="331276" y="32508"/>
                </a:lnTo>
                <a:lnTo>
                  <a:pt x="332077" y="32280"/>
                </a:lnTo>
                <a:lnTo>
                  <a:pt x="332892" y="32068"/>
                </a:lnTo>
                <a:lnTo>
                  <a:pt x="333722" y="31872"/>
                </a:lnTo>
                <a:lnTo>
                  <a:pt x="334566" y="31691"/>
                </a:lnTo>
                <a:lnTo>
                  <a:pt x="335425" y="31526"/>
                </a:lnTo>
                <a:lnTo>
                  <a:pt x="336298" y="31377"/>
                </a:lnTo>
                <a:lnTo>
                  <a:pt x="337186" y="31243"/>
                </a:lnTo>
                <a:lnTo>
                  <a:pt x="338089" y="31125"/>
                </a:lnTo>
                <a:lnTo>
                  <a:pt x="339005" y="31023"/>
                </a:lnTo>
                <a:lnTo>
                  <a:pt x="339937" y="30937"/>
                </a:lnTo>
                <a:lnTo>
                  <a:pt x="340883" y="30866"/>
                </a:lnTo>
                <a:lnTo>
                  <a:pt x="341843" y="30811"/>
                </a:lnTo>
                <a:lnTo>
                  <a:pt x="342818" y="30772"/>
                </a:lnTo>
                <a:lnTo>
                  <a:pt x="343807" y="30748"/>
                </a:lnTo>
                <a:lnTo>
                  <a:pt x="344811" y="30741"/>
                </a:lnTo>
                <a:lnTo>
                  <a:pt x="345828" y="30750"/>
                </a:lnTo>
                <a:lnTo>
                  <a:pt x="346832" y="30780"/>
                </a:lnTo>
                <a:lnTo>
                  <a:pt x="347824" y="30830"/>
                </a:lnTo>
                <a:lnTo>
                  <a:pt x="348804" y="30900"/>
                </a:lnTo>
                <a:lnTo>
                  <a:pt x="349771" y="30990"/>
                </a:lnTo>
                <a:lnTo>
                  <a:pt x="350727" y="31099"/>
                </a:lnTo>
                <a:lnTo>
                  <a:pt x="351670" y="31229"/>
                </a:lnTo>
                <a:lnTo>
                  <a:pt x="352601" y="31378"/>
                </a:lnTo>
                <a:lnTo>
                  <a:pt x="353520" y="31547"/>
                </a:lnTo>
                <a:lnTo>
                  <a:pt x="354427" y="31737"/>
                </a:lnTo>
                <a:lnTo>
                  <a:pt x="355322" y="31946"/>
                </a:lnTo>
                <a:lnTo>
                  <a:pt x="356204" y="32175"/>
                </a:lnTo>
                <a:lnTo>
                  <a:pt x="357075" y="32424"/>
                </a:lnTo>
                <a:lnTo>
                  <a:pt x="357933" y="32693"/>
                </a:lnTo>
                <a:lnTo>
                  <a:pt x="358779" y="32982"/>
                </a:lnTo>
                <a:lnTo>
                  <a:pt x="359612" y="33291"/>
                </a:lnTo>
                <a:lnTo>
                  <a:pt x="360434" y="33620"/>
                </a:lnTo>
                <a:lnTo>
                  <a:pt x="361243" y="33968"/>
                </a:lnTo>
                <a:lnTo>
                  <a:pt x="362041" y="34337"/>
                </a:lnTo>
                <a:lnTo>
                  <a:pt x="362826" y="34726"/>
                </a:lnTo>
                <a:lnTo>
                  <a:pt x="363599" y="35134"/>
                </a:lnTo>
                <a:lnTo>
                  <a:pt x="364359" y="35562"/>
                </a:lnTo>
                <a:lnTo>
                  <a:pt x="365108" y="36011"/>
                </a:lnTo>
                <a:lnTo>
                  <a:pt x="365844" y="36479"/>
                </a:lnTo>
                <a:lnTo>
                  <a:pt x="366559" y="36967"/>
                </a:lnTo>
                <a:lnTo>
                  <a:pt x="367243" y="37476"/>
                </a:lnTo>
                <a:lnTo>
                  <a:pt x="367896" y="38006"/>
                </a:lnTo>
                <a:lnTo>
                  <a:pt x="368518" y="38555"/>
                </a:lnTo>
                <a:lnTo>
                  <a:pt x="369110" y="39125"/>
                </a:lnTo>
                <a:lnTo>
                  <a:pt x="369670" y="39716"/>
                </a:lnTo>
                <a:lnTo>
                  <a:pt x="370200" y="40327"/>
                </a:lnTo>
                <a:lnTo>
                  <a:pt x="370698" y="40958"/>
                </a:lnTo>
                <a:lnTo>
                  <a:pt x="371166" y="41610"/>
                </a:lnTo>
                <a:lnTo>
                  <a:pt x="371603" y="42282"/>
                </a:lnTo>
                <a:lnTo>
                  <a:pt x="372008" y="42974"/>
                </a:lnTo>
                <a:lnTo>
                  <a:pt x="372383" y="43687"/>
                </a:lnTo>
                <a:lnTo>
                  <a:pt x="372728" y="44420"/>
                </a:lnTo>
                <a:lnTo>
                  <a:pt x="373041" y="45174"/>
                </a:lnTo>
                <a:lnTo>
                  <a:pt x="373323" y="45948"/>
                </a:lnTo>
                <a:lnTo>
                  <a:pt x="373574" y="46743"/>
                </a:lnTo>
                <a:lnTo>
                  <a:pt x="373795" y="47558"/>
                </a:lnTo>
                <a:lnTo>
                  <a:pt x="373985" y="48393"/>
                </a:lnTo>
                <a:lnTo>
                  <a:pt x="374143" y="49249"/>
                </a:lnTo>
                <a:lnTo>
                  <a:pt x="374271" y="50125"/>
                </a:lnTo>
                <a:lnTo>
                  <a:pt x="374368" y="51022"/>
                </a:lnTo>
                <a:lnTo>
                  <a:pt x="374434" y="51939"/>
                </a:lnTo>
                <a:lnTo>
                  <a:pt x="374469" y="52876"/>
                </a:lnTo>
                <a:lnTo>
                  <a:pt x="374473" y="53834"/>
                </a:lnTo>
                <a:lnTo>
                  <a:pt x="413303" y="53834"/>
                </a:lnTo>
                <a:lnTo>
                  <a:pt x="413287" y="52349"/>
                </a:lnTo>
                <a:lnTo>
                  <a:pt x="413239" y="50887"/>
                </a:lnTo>
                <a:lnTo>
                  <a:pt x="413158" y="49447"/>
                </a:lnTo>
                <a:lnTo>
                  <a:pt x="413045" y="48028"/>
                </a:lnTo>
                <a:lnTo>
                  <a:pt x="412900" y="46632"/>
                </a:lnTo>
                <a:lnTo>
                  <a:pt x="412722" y="45258"/>
                </a:lnTo>
                <a:lnTo>
                  <a:pt x="412512" y="43906"/>
                </a:lnTo>
                <a:lnTo>
                  <a:pt x="412270" y="42575"/>
                </a:lnTo>
                <a:lnTo>
                  <a:pt x="411995" y="41267"/>
                </a:lnTo>
                <a:lnTo>
                  <a:pt x="411688" y="39981"/>
                </a:lnTo>
                <a:lnTo>
                  <a:pt x="411349" y="38717"/>
                </a:lnTo>
                <a:lnTo>
                  <a:pt x="410978" y="37474"/>
                </a:lnTo>
                <a:lnTo>
                  <a:pt x="410574" y="36254"/>
                </a:lnTo>
                <a:lnTo>
                  <a:pt x="410138" y="35056"/>
                </a:lnTo>
                <a:lnTo>
                  <a:pt x="409669" y="33880"/>
                </a:lnTo>
                <a:lnTo>
                  <a:pt x="409169" y="32726"/>
                </a:lnTo>
                <a:lnTo>
                  <a:pt x="408636" y="31594"/>
                </a:lnTo>
                <a:lnTo>
                  <a:pt x="408070" y="30484"/>
                </a:lnTo>
                <a:lnTo>
                  <a:pt x="407473" y="29396"/>
                </a:lnTo>
                <a:lnTo>
                  <a:pt x="406843" y="28330"/>
                </a:lnTo>
                <a:lnTo>
                  <a:pt x="406181" y="27286"/>
                </a:lnTo>
                <a:lnTo>
                  <a:pt x="405486" y="26264"/>
                </a:lnTo>
                <a:lnTo>
                  <a:pt x="404759" y="25264"/>
                </a:lnTo>
                <a:lnTo>
                  <a:pt x="404000" y="24286"/>
                </a:lnTo>
                <a:lnTo>
                  <a:pt x="403214" y="23329"/>
                </a:lnTo>
                <a:lnTo>
                  <a:pt x="402406" y="22393"/>
                </a:lnTo>
                <a:lnTo>
                  <a:pt x="401577" y="21478"/>
                </a:lnTo>
                <a:lnTo>
                  <a:pt x="400725" y="20583"/>
                </a:lnTo>
                <a:lnTo>
                  <a:pt x="399852" y="19709"/>
                </a:lnTo>
                <a:lnTo>
                  <a:pt x="398957" y="18855"/>
                </a:lnTo>
                <a:lnTo>
                  <a:pt x="398040" y="18022"/>
                </a:lnTo>
                <a:lnTo>
                  <a:pt x="397102" y="17210"/>
                </a:lnTo>
                <a:lnTo>
                  <a:pt x="396141" y="16418"/>
                </a:lnTo>
                <a:lnTo>
                  <a:pt x="395159" y="15647"/>
                </a:lnTo>
                <a:lnTo>
                  <a:pt x="394156" y="14896"/>
                </a:lnTo>
                <a:lnTo>
                  <a:pt x="393130" y="14166"/>
                </a:lnTo>
                <a:lnTo>
                  <a:pt x="392083" y="13457"/>
                </a:lnTo>
                <a:lnTo>
                  <a:pt x="391013" y="12768"/>
                </a:lnTo>
                <a:lnTo>
                  <a:pt x="389923" y="12100"/>
                </a:lnTo>
                <a:lnTo>
                  <a:pt x="388810" y="11453"/>
                </a:lnTo>
                <a:lnTo>
                  <a:pt x="387675" y="10826"/>
                </a:lnTo>
                <a:lnTo>
                  <a:pt x="386519" y="10220"/>
                </a:lnTo>
                <a:lnTo>
                  <a:pt x="385341" y="9634"/>
                </a:lnTo>
                <a:lnTo>
                  <a:pt x="384141" y="9069"/>
                </a:lnTo>
                <a:lnTo>
                  <a:pt x="382920" y="8525"/>
                </a:lnTo>
                <a:lnTo>
                  <a:pt x="381677" y="8001"/>
                </a:lnTo>
                <a:lnTo>
                  <a:pt x="380412" y="7498"/>
                </a:lnTo>
                <a:lnTo>
                  <a:pt x="379125" y="7015"/>
                </a:lnTo>
                <a:lnTo>
                  <a:pt x="377822" y="6553"/>
                </a:lnTo>
                <a:lnTo>
                  <a:pt x="376508" y="6110"/>
                </a:lnTo>
                <a:lnTo>
                  <a:pt x="375184" y="5687"/>
                </a:lnTo>
                <a:lnTo>
                  <a:pt x="373850" y="5284"/>
                </a:lnTo>
                <a:lnTo>
                  <a:pt x="372505" y="4900"/>
                </a:lnTo>
                <a:lnTo>
                  <a:pt x="371149" y="4536"/>
                </a:lnTo>
                <a:lnTo>
                  <a:pt x="369783" y="4192"/>
                </a:lnTo>
                <a:lnTo>
                  <a:pt x="368406" y="3867"/>
                </a:lnTo>
                <a:lnTo>
                  <a:pt x="367019" y="3562"/>
                </a:lnTo>
                <a:lnTo>
                  <a:pt x="365621" y="3277"/>
                </a:lnTo>
                <a:lnTo>
                  <a:pt x="364213" y="3011"/>
                </a:lnTo>
                <a:lnTo>
                  <a:pt x="362794" y="2765"/>
                </a:lnTo>
                <a:lnTo>
                  <a:pt x="361365" y="2539"/>
                </a:lnTo>
                <a:lnTo>
                  <a:pt x="359925" y="2332"/>
                </a:lnTo>
                <a:lnTo>
                  <a:pt x="358474" y="2145"/>
                </a:lnTo>
                <a:lnTo>
                  <a:pt x="357013" y="1978"/>
                </a:lnTo>
                <a:lnTo>
                  <a:pt x="355542" y="1830"/>
                </a:lnTo>
                <a:lnTo>
                  <a:pt x="354060" y="1702"/>
                </a:lnTo>
                <a:lnTo>
                  <a:pt x="352567" y="1594"/>
                </a:lnTo>
                <a:lnTo>
                  <a:pt x="351064" y="1506"/>
                </a:lnTo>
                <a:lnTo>
                  <a:pt x="349550" y="1437"/>
                </a:lnTo>
                <a:lnTo>
                  <a:pt x="348026" y="1388"/>
                </a:lnTo>
                <a:lnTo>
                  <a:pt x="346491" y="1358"/>
                </a:lnTo>
                <a:lnTo>
                  <a:pt x="344946" y="1348"/>
                </a:lnTo>
                <a:lnTo>
                  <a:pt x="343325" y="1357"/>
                </a:lnTo>
                <a:lnTo>
                  <a:pt x="341719" y="1385"/>
                </a:lnTo>
                <a:lnTo>
                  <a:pt x="340128" y="1431"/>
                </a:lnTo>
                <a:lnTo>
                  <a:pt x="338553" y="1494"/>
                </a:lnTo>
                <a:lnTo>
                  <a:pt x="336994" y="1577"/>
                </a:lnTo>
                <a:lnTo>
                  <a:pt x="335449" y="1677"/>
                </a:lnTo>
                <a:lnTo>
                  <a:pt x="333921" y="1796"/>
                </a:lnTo>
                <a:lnTo>
                  <a:pt x="332407" y="1933"/>
                </a:lnTo>
                <a:lnTo>
                  <a:pt x="330909" y="2088"/>
                </a:lnTo>
                <a:lnTo>
                  <a:pt x="329427" y="2262"/>
                </a:lnTo>
                <a:lnTo>
                  <a:pt x="327960" y="2454"/>
                </a:lnTo>
                <a:lnTo>
                  <a:pt x="326509" y="2664"/>
                </a:lnTo>
                <a:lnTo>
                  <a:pt x="325073" y="2892"/>
                </a:lnTo>
                <a:lnTo>
                  <a:pt x="323652" y="3139"/>
                </a:lnTo>
                <a:lnTo>
                  <a:pt x="322247" y="3404"/>
                </a:lnTo>
                <a:lnTo>
                  <a:pt x="320857" y="3687"/>
                </a:lnTo>
                <a:lnTo>
                  <a:pt x="319483" y="3989"/>
                </a:lnTo>
                <a:lnTo>
                  <a:pt x="318124" y="4308"/>
                </a:lnTo>
                <a:lnTo>
                  <a:pt x="316781" y="4646"/>
                </a:lnTo>
                <a:lnTo>
                  <a:pt x="315453" y="5003"/>
                </a:lnTo>
                <a:lnTo>
                  <a:pt x="314140" y="5377"/>
                </a:lnTo>
                <a:lnTo>
                  <a:pt x="312843" y="5770"/>
                </a:lnTo>
                <a:lnTo>
                  <a:pt x="311562" y="6181"/>
                </a:lnTo>
                <a:lnTo>
                  <a:pt x="310296" y="6611"/>
                </a:lnTo>
                <a:lnTo>
                  <a:pt x="309049" y="7059"/>
                </a:lnTo>
                <a:lnTo>
                  <a:pt x="307824" y="7529"/>
                </a:lnTo>
                <a:lnTo>
                  <a:pt x="306623" y="8018"/>
                </a:lnTo>
                <a:lnTo>
                  <a:pt x="305444" y="8528"/>
                </a:lnTo>
                <a:lnTo>
                  <a:pt x="304288" y="9058"/>
                </a:lnTo>
                <a:lnTo>
                  <a:pt x="303154" y="9609"/>
                </a:lnTo>
                <a:lnTo>
                  <a:pt x="302043" y="10180"/>
                </a:lnTo>
                <a:lnTo>
                  <a:pt x="300955" y="10771"/>
                </a:lnTo>
                <a:lnTo>
                  <a:pt x="299890" y="11383"/>
                </a:lnTo>
                <a:lnTo>
                  <a:pt x="298847" y="12015"/>
                </a:lnTo>
                <a:lnTo>
                  <a:pt x="297827" y="12668"/>
                </a:lnTo>
                <a:lnTo>
                  <a:pt x="296830" y="13340"/>
                </a:lnTo>
                <a:lnTo>
                  <a:pt x="295855" y="14034"/>
                </a:lnTo>
                <a:lnTo>
                  <a:pt x="294903" y="14747"/>
                </a:lnTo>
                <a:lnTo>
                  <a:pt x="293974" y="15481"/>
                </a:lnTo>
                <a:lnTo>
                  <a:pt x="293068" y="16236"/>
                </a:lnTo>
                <a:lnTo>
                  <a:pt x="292184" y="17011"/>
                </a:lnTo>
                <a:lnTo>
                  <a:pt x="291323" y="17806"/>
                </a:lnTo>
                <a:lnTo>
                  <a:pt x="290485" y="18621"/>
                </a:lnTo>
                <a:lnTo>
                  <a:pt x="289669" y="19457"/>
                </a:lnTo>
                <a:lnTo>
                  <a:pt x="288876" y="20314"/>
                </a:lnTo>
                <a:lnTo>
                  <a:pt x="288106" y="21190"/>
                </a:lnTo>
                <a:lnTo>
                  <a:pt x="287358" y="22087"/>
                </a:lnTo>
                <a:lnTo>
                  <a:pt x="286634" y="23005"/>
                </a:lnTo>
                <a:lnTo>
                  <a:pt x="285935" y="23944"/>
                </a:lnTo>
                <a:lnTo>
                  <a:pt x="285266" y="24906"/>
                </a:lnTo>
                <a:lnTo>
                  <a:pt x="284627" y="25890"/>
                </a:lnTo>
                <a:lnTo>
                  <a:pt x="284018" y="26897"/>
                </a:lnTo>
                <a:lnTo>
                  <a:pt x="283438" y="27927"/>
                </a:lnTo>
                <a:lnTo>
                  <a:pt x="282888" y="28980"/>
                </a:lnTo>
                <a:lnTo>
                  <a:pt x="282368" y="30055"/>
                </a:lnTo>
                <a:lnTo>
                  <a:pt x="281877" y="31153"/>
                </a:lnTo>
                <a:lnTo>
                  <a:pt x="281416" y="32274"/>
                </a:lnTo>
                <a:lnTo>
                  <a:pt x="280985" y="33417"/>
                </a:lnTo>
                <a:lnTo>
                  <a:pt x="280584" y="34583"/>
                </a:lnTo>
                <a:lnTo>
                  <a:pt x="280213" y="35772"/>
                </a:lnTo>
                <a:lnTo>
                  <a:pt x="279871" y="36984"/>
                </a:lnTo>
                <a:lnTo>
                  <a:pt x="279559" y="38218"/>
                </a:lnTo>
                <a:lnTo>
                  <a:pt x="279276" y="39475"/>
                </a:lnTo>
                <a:lnTo>
                  <a:pt x="279023" y="40755"/>
                </a:lnTo>
                <a:lnTo>
                  <a:pt x="278800" y="42058"/>
                </a:lnTo>
                <a:lnTo>
                  <a:pt x="278607" y="43383"/>
                </a:lnTo>
                <a:lnTo>
                  <a:pt x="278444" y="44731"/>
                </a:lnTo>
                <a:lnTo>
                  <a:pt x="278310" y="46102"/>
                </a:lnTo>
                <a:lnTo>
                  <a:pt x="278206" y="47495"/>
                </a:lnTo>
                <a:lnTo>
                  <a:pt x="278132" y="48911"/>
                </a:lnTo>
                <a:lnTo>
                  <a:pt x="278087" y="50350"/>
                </a:lnTo>
                <a:lnTo>
                  <a:pt x="278072" y="51811"/>
                </a:lnTo>
                <a:lnTo>
                  <a:pt x="278085" y="53172"/>
                </a:lnTo>
                <a:lnTo>
                  <a:pt x="278124" y="54512"/>
                </a:lnTo>
                <a:lnTo>
                  <a:pt x="278189" y="55830"/>
                </a:lnTo>
                <a:lnTo>
                  <a:pt x="278280" y="57126"/>
                </a:lnTo>
                <a:lnTo>
                  <a:pt x="278397" y="58401"/>
                </a:lnTo>
                <a:lnTo>
                  <a:pt x="278540" y="59654"/>
                </a:lnTo>
                <a:lnTo>
                  <a:pt x="278709" y="60886"/>
                </a:lnTo>
                <a:lnTo>
                  <a:pt x="278904" y="62096"/>
                </a:lnTo>
                <a:lnTo>
                  <a:pt x="279124" y="63285"/>
                </a:lnTo>
                <a:lnTo>
                  <a:pt x="279371" y="64452"/>
                </a:lnTo>
                <a:lnTo>
                  <a:pt x="279644" y="65597"/>
                </a:lnTo>
                <a:lnTo>
                  <a:pt x="279943" y="66721"/>
                </a:lnTo>
                <a:lnTo>
                  <a:pt x="280268" y="67824"/>
                </a:lnTo>
                <a:lnTo>
                  <a:pt x="280618" y="68905"/>
                </a:lnTo>
                <a:lnTo>
                  <a:pt x="280995" y="69964"/>
                </a:lnTo>
                <a:lnTo>
                  <a:pt x="281398" y="71002"/>
                </a:lnTo>
                <a:lnTo>
                  <a:pt x="281827" y="72018"/>
                </a:lnTo>
                <a:lnTo>
                  <a:pt x="282281" y="73013"/>
                </a:lnTo>
                <a:lnTo>
                  <a:pt x="282762" y="73986"/>
                </a:lnTo>
                <a:lnTo>
                  <a:pt x="283269" y="74937"/>
                </a:lnTo>
                <a:lnTo>
                  <a:pt x="283801" y="75867"/>
                </a:lnTo>
                <a:lnTo>
                  <a:pt x="284360" y="76776"/>
                </a:lnTo>
                <a:lnTo>
                  <a:pt x="284944" y="77663"/>
                </a:lnTo>
                <a:lnTo>
                  <a:pt x="285555" y="78528"/>
                </a:lnTo>
                <a:lnTo>
                  <a:pt x="286189" y="79376"/>
                </a:lnTo>
                <a:lnTo>
                  <a:pt x="286845" y="80210"/>
                </a:lnTo>
                <a:lnTo>
                  <a:pt x="287523" y="81032"/>
                </a:lnTo>
                <a:lnTo>
                  <a:pt x="288222" y="81840"/>
                </a:lnTo>
                <a:lnTo>
                  <a:pt x="288942" y="82636"/>
                </a:lnTo>
                <a:lnTo>
                  <a:pt x="289684" y="83418"/>
                </a:lnTo>
                <a:lnTo>
                  <a:pt x="290448" y="84187"/>
                </a:lnTo>
                <a:lnTo>
                  <a:pt x="291233" y="84943"/>
                </a:lnTo>
                <a:lnTo>
                  <a:pt x="292039" y="85686"/>
                </a:lnTo>
                <a:lnTo>
                  <a:pt x="292868" y="86415"/>
                </a:lnTo>
                <a:lnTo>
                  <a:pt x="293717" y="87132"/>
                </a:lnTo>
                <a:lnTo>
                  <a:pt x="294588" y="87835"/>
                </a:lnTo>
                <a:lnTo>
                  <a:pt x="295481" y="88526"/>
                </a:lnTo>
                <a:lnTo>
                  <a:pt x="296395" y="89203"/>
                </a:lnTo>
                <a:lnTo>
                  <a:pt x="297331" y="89867"/>
                </a:lnTo>
                <a:lnTo>
                  <a:pt x="298289" y="90518"/>
                </a:lnTo>
                <a:lnTo>
                  <a:pt x="299268" y="91156"/>
                </a:lnTo>
                <a:lnTo>
                  <a:pt x="300268" y="91781"/>
                </a:lnTo>
                <a:lnTo>
                  <a:pt x="301290" y="92393"/>
                </a:lnTo>
                <a:lnTo>
                  <a:pt x="302333" y="92992"/>
                </a:lnTo>
                <a:lnTo>
                  <a:pt x="303399" y="93577"/>
                </a:lnTo>
                <a:lnTo>
                  <a:pt x="304485" y="94150"/>
                </a:lnTo>
                <a:lnTo>
                  <a:pt x="305593" y="94709"/>
                </a:lnTo>
                <a:lnTo>
                  <a:pt x="306723" y="95255"/>
                </a:lnTo>
                <a:lnTo>
                  <a:pt x="307872" y="95793"/>
                </a:lnTo>
                <a:lnTo>
                  <a:pt x="309039" y="96327"/>
                </a:lnTo>
                <a:lnTo>
                  <a:pt x="310223" y="96857"/>
                </a:lnTo>
                <a:lnTo>
                  <a:pt x="311425" y="97384"/>
                </a:lnTo>
                <a:lnTo>
                  <a:pt x="312644" y="97907"/>
                </a:lnTo>
                <a:lnTo>
                  <a:pt x="313881" y="98426"/>
                </a:lnTo>
                <a:lnTo>
                  <a:pt x="315136" y="98941"/>
                </a:lnTo>
                <a:lnTo>
                  <a:pt x="316408" y="99453"/>
                </a:lnTo>
                <a:lnTo>
                  <a:pt x="317698" y="99960"/>
                </a:lnTo>
                <a:lnTo>
                  <a:pt x="319005" y="100464"/>
                </a:lnTo>
                <a:lnTo>
                  <a:pt x="320329" y="100965"/>
                </a:lnTo>
                <a:lnTo>
                  <a:pt x="321672" y="101461"/>
                </a:lnTo>
                <a:lnTo>
                  <a:pt x="323032" y="101954"/>
                </a:lnTo>
                <a:lnTo>
                  <a:pt x="324409" y="102443"/>
                </a:lnTo>
                <a:lnTo>
                  <a:pt x="325804" y="102929"/>
                </a:lnTo>
                <a:lnTo>
                  <a:pt x="327217" y="103410"/>
                </a:lnTo>
                <a:lnTo>
                  <a:pt x="328647" y="103888"/>
                </a:lnTo>
                <a:lnTo>
                  <a:pt x="330094" y="104362"/>
                </a:lnTo>
                <a:lnTo>
                  <a:pt x="331559" y="104833"/>
                </a:lnTo>
                <a:lnTo>
                  <a:pt x="333042" y="105299"/>
                </a:lnTo>
                <a:lnTo>
                  <a:pt x="334542" y="105762"/>
                </a:lnTo>
                <a:lnTo>
                  <a:pt x="336060" y="106221"/>
                </a:lnTo>
                <a:lnTo>
                  <a:pt x="337596" y="106677"/>
                </a:lnTo>
                <a:lnTo>
                  <a:pt x="339149" y="107128"/>
                </a:lnTo>
                <a:lnTo>
                  <a:pt x="340473" y="107498"/>
                </a:lnTo>
                <a:lnTo>
                  <a:pt x="341773" y="107866"/>
                </a:lnTo>
                <a:lnTo>
                  <a:pt x="343048" y="108232"/>
                </a:lnTo>
                <a:lnTo>
                  <a:pt x="344298" y="108596"/>
                </a:lnTo>
                <a:lnTo>
                  <a:pt x="345524" y="108958"/>
                </a:lnTo>
                <a:lnTo>
                  <a:pt x="346724" y="109317"/>
                </a:lnTo>
                <a:lnTo>
                  <a:pt x="347900" y="109675"/>
                </a:lnTo>
                <a:lnTo>
                  <a:pt x="349051" y="110030"/>
                </a:lnTo>
                <a:lnTo>
                  <a:pt x="350177" y="110383"/>
                </a:lnTo>
                <a:lnTo>
                  <a:pt x="351278" y="110734"/>
                </a:lnTo>
                <a:lnTo>
                  <a:pt x="352355" y="111083"/>
                </a:lnTo>
                <a:lnTo>
                  <a:pt x="353407" y="111430"/>
                </a:lnTo>
                <a:lnTo>
                  <a:pt x="354433" y="111775"/>
                </a:lnTo>
                <a:lnTo>
                  <a:pt x="355436" y="112118"/>
                </a:lnTo>
                <a:lnTo>
                  <a:pt x="356413" y="112458"/>
                </a:lnTo>
                <a:lnTo>
                  <a:pt x="357365" y="112797"/>
                </a:lnTo>
                <a:lnTo>
                  <a:pt x="358293" y="113133"/>
                </a:lnTo>
                <a:lnTo>
                  <a:pt x="359196" y="113467"/>
                </a:lnTo>
                <a:lnTo>
                  <a:pt x="360074" y="113799"/>
                </a:lnTo>
                <a:lnTo>
                  <a:pt x="360927" y="114129"/>
                </a:lnTo>
                <a:lnTo>
                  <a:pt x="361755" y="114457"/>
                </a:lnTo>
                <a:lnTo>
                  <a:pt x="362559" y="114783"/>
                </a:lnTo>
                <a:lnTo>
                  <a:pt x="363338" y="115107"/>
                </a:lnTo>
                <a:lnTo>
                  <a:pt x="364092" y="115429"/>
                </a:lnTo>
                <a:lnTo>
                  <a:pt x="364824" y="115750"/>
                </a:lnTo>
                <a:lnTo>
                  <a:pt x="365537" y="116075"/>
                </a:lnTo>
                <a:lnTo>
                  <a:pt x="366232" y="116402"/>
                </a:lnTo>
                <a:lnTo>
                  <a:pt x="366908" y="116732"/>
                </a:lnTo>
                <a:lnTo>
                  <a:pt x="367565" y="117065"/>
                </a:lnTo>
                <a:lnTo>
                  <a:pt x="368204" y="117401"/>
                </a:lnTo>
                <a:lnTo>
                  <a:pt x="368824" y="117739"/>
                </a:lnTo>
                <a:lnTo>
                  <a:pt x="369425" y="118081"/>
                </a:lnTo>
                <a:lnTo>
                  <a:pt x="370007" y="118425"/>
                </a:lnTo>
                <a:lnTo>
                  <a:pt x="370571" y="118772"/>
                </a:lnTo>
                <a:lnTo>
                  <a:pt x="371116" y="119122"/>
                </a:lnTo>
                <a:lnTo>
                  <a:pt x="371642" y="119474"/>
                </a:lnTo>
                <a:lnTo>
                  <a:pt x="372149" y="119830"/>
                </a:lnTo>
                <a:lnTo>
                  <a:pt x="372638" y="120188"/>
                </a:lnTo>
                <a:lnTo>
                  <a:pt x="373108" y="120549"/>
                </a:lnTo>
                <a:lnTo>
                  <a:pt x="373559" y="120913"/>
                </a:lnTo>
                <a:lnTo>
                  <a:pt x="373992" y="121280"/>
                </a:lnTo>
                <a:lnTo>
                  <a:pt x="374406" y="121650"/>
                </a:lnTo>
                <a:lnTo>
                  <a:pt x="374801" y="122022"/>
                </a:lnTo>
                <a:lnTo>
                  <a:pt x="375177" y="122398"/>
                </a:lnTo>
                <a:lnTo>
                  <a:pt x="375535" y="122776"/>
                </a:lnTo>
                <a:lnTo>
                  <a:pt x="375874" y="123157"/>
                </a:lnTo>
                <a:lnTo>
                  <a:pt x="376194" y="123540"/>
                </a:lnTo>
                <a:lnTo>
                  <a:pt x="376496" y="123927"/>
                </a:lnTo>
                <a:lnTo>
                  <a:pt x="376782" y="124319"/>
                </a:lnTo>
                <a:lnTo>
                  <a:pt x="377056" y="124720"/>
                </a:lnTo>
                <a:lnTo>
                  <a:pt x="377317" y="125130"/>
                </a:lnTo>
                <a:lnTo>
                  <a:pt x="377567" y="125548"/>
                </a:lnTo>
                <a:lnTo>
                  <a:pt x="377804" y="125975"/>
                </a:lnTo>
                <a:lnTo>
                  <a:pt x="378029" y="126411"/>
                </a:lnTo>
                <a:lnTo>
                  <a:pt x="378242" y="126855"/>
                </a:lnTo>
                <a:lnTo>
                  <a:pt x="378443" y="127308"/>
                </a:lnTo>
                <a:lnTo>
                  <a:pt x="378632" y="127769"/>
                </a:lnTo>
                <a:lnTo>
                  <a:pt x="378808" y="128240"/>
                </a:lnTo>
                <a:lnTo>
                  <a:pt x="378973" y="128719"/>
                </a:lnTo>
                <a:lnTo>
                  <a:pt x="379125" y="129206"/>
                </a:lnTo>
                <a:lnTo>
                  <a:pt x="379265" y="129702"/>
                </a:lnTo>
                <a:lnTo>
                  <a:pt x="379393" y="130207"/>
                </a:lnTo>
                <a:lnTo>
                  <a:pt x="379508" y="130721"/>
                </a:lnTo>
                <a:lnTo>
                  <a:pt x="379612" y="131243"/>
                </a:lnTo>
                <a:lnTo>
                  <a:pt x="379703" y="131774"/>
                </a:lnTo>
                <a:lnTo>
                  <a:pt x="379782" y="132314"/>
                </a:lnTo>
                <a:lnTo>
                  <a:pt x="379849" y="132862"/>
                </a:lnTo>
                <a:lnTo>
                  <a:pt x="379904" y="133419"/>
                </a:lnTo>
                <a:lnTo>
                  <a:pt x="379946" y="133984"/>
                </a:lnTo>
                <a:lnTo>
                  <a:pt x="379977" y="134558"/>
                </a:lnTo>
                <a:lnTo>
                  <a:pt x="379995" y="135141"/>
                </a:lnTo>
                <a:lnTo>
                  <a:pt x="380001" y="135733"/>
                </a:lnTo>
                <a:lnTo>
                  <a:pt x="379994" y="136347"/>
                </a:lnTo>
                <a:lnTo>
                  <a:pt x="379973" y="136952"/>
                </a:lnTo>
                <a:lnTo>
                  <a:pt x="379937" y="137549"/>
                </a:lnTo>
                <a:lnTo>
                  <a:pt x="379887" y="138136"/>
                </a:lnTo>
                <a:lnTo>
                  <a:pt x="379823" y="138713"/>
                </a:lnTo>
                <a:lnTo>
                  <a:pt x="379744" y="139282"/>
                </a:lnTo>
                <a:lnTo>
                  <a:pt x="379651" y="139842"/>
                </a:lnTo>
                <a:lnTo>
                  <a:pt x="379544" y="140392"/>
                </a:lnTo>
                <a:lnTo>
                  <a:pt x="379423" y="140933"/>
                </a:lnTo>
                <a:lnTo>
                  <a:pt x="379287" y="141466"/>
                </a:lnTo>
                <a:lnTo>
                  <a:pt x="379137" y="141989"/>
                </a:lnTo>
                <a:lnTo>
                  <a:pt x="378973" y="142502"/>
                </a:lnTo>
                <a:lnTo>
                  <a:pt x="378795" y="143007"/>
                </a:lnTo>
                <a:lnTo>
                  <a:pt x="378602" y="143503"/>
                </a:lnTo>
                <a:lnTo>
                  <a:pt x="378395" y="143989"/>
                </a:lnTo>
                <a:lnTo>
                  <a:pt x="378174" y="144466"/>
                </a:lnTo>
                <a:lnTo>
                  <a:pt x="377938" y="144935"/>
                </a:lnTo>
                <a:lnTo>
                  <a:pt x="377688" y="145394"/>
                </a:lnTo>
                <a:lnTo>
                  <a:pt x="377424" y="145843"/>
                </a:lnTo>
                <a:lnTo>
                  <a:pt x="377145" y="146284"/>
                </a:lnTo>
                <a:lnTo>
                  <a:pt x="376853" y="146716"/>
                </a:lnTo>
                <a:lnTo>
                  <a:pt x="376546" y="147138"/>
                </a:lnTo>
                <a:lnTo>
                  <a:pt x="376225" y="147551"/>
                </a:lnTo>
                <a:lnTo>
                  <a:pt x="375889" y="147956"/>
                </a:lnTo>
                <a:lnTo>
                  <a:pt x="375541" y="148351"/>
                </a:lnTo>
                <a:lnTo>
                  <a:pt x="375182" y="148737"/>
                </a:lnTo>
                <a:lnTo>
                  <a:pt x="374811" y="149115"/>
                </a:lnTo>
                <a:lnTo>
                  <a:pt x="374430" y="149484"/>
                </a:lnTo>
                <a:lnTo>
                  <a:pt x="374038" y="149845"/>
                </a:lnTo>
                <a:lnTo>
                  <a:pt x="373635" y="150197"/>
                </a:lnTo>
                <a:lnTo>
                  <a:pt x="373221" y="150540"/>
                </a:lnTo>
                <a:lnTo>
                  <a:pt x="372795" y="150874"/>
                </a:lnTo>
                <a:lnTo>
                  <a:pt x="372359" y="151200"/>
                </a:lnTo>
                <a:lnTo>
                  <a:pt x="371912" y="151517"/>
                </a:lnTo>
                <a:lnTo>
                  <a:pt x="371454" y="151826"/>
                </a:lnTo>
                <a:lnTo>
                  <a:pt x="370985" y="152126"/>
                </a:lnTo>
                <a:lnTo>
                  <a:pt x="370504" y="152417"/>
                </a:lnTo>
                <a:lnTo>
                  <a:pt x="370013" y="152699"/>
                </a:lnTo>
                <a:lnTo>
                  <a:pt x="369511" y="152973"/>
                </a:lnTo>
                <a:lnTo>
                  <a:pt x="368998" y="153238"/>
                </a:lnTo>
                <a:lnTo>
                  <a:pt x="368474" y="153495"/>
                </a:lnTo>
                <a:lnTo>
                  <a:pt x="367938" y="153742"/>
                </a:lnTo>
                <a:lnTo>
                  <a:pt x="367392" y="153981"/>
                </a:lnTo>
                <a:lnTo>
                  <a:pt x="366835" y="154212"/>
                </a:lnTo>
                <a:lnTo>
                  <a:pt x="366267" y="154433"/>
                </a:lnTo>
                <a:lnTo>
                  <a:pt x="365688" y="154647"/>
                </a:lnTo>
                <a:lnTo>
                  <a:pt x="365097" y="154851"/>
                </a:lnTo>
                <a:lnTo>
                  <a:pt x="364496" y="155047"/>
                </a:lnTo>
                <a:lnTo>
                  <a:pt x="363885" y="155234"/>
                </a:lnTo>
                <a:lnTo>
                  <a:pt x="363267" y="155413"/>
                </a:lnTo>
                <a:lnTo>
                  <a:pt x="362640" y="155585"/>
                </a:lnTo>
                <a:lnTo>
                  <a:pt x="362006" y="155748"/>
                </a:lnTo>
                <a:lnTo>
                  <a:pt x="361363" y="155904"/>
                </a:lnTo>
                <a:lnTo>
                  <a:pt x="360713" y="156051"/>
                </a:lnTo>
                <a:lnTo>
                  <a:pt x="360054" y="156191"/>
                </a:lnTo>
                <a:lnTo>
                  <a:pt x="359388" y="156322"/>
                </a:lnTo>
                <a:lnTo>
                  <a:pt x="358713" y="156446"/>
                </a:lnTo>
                <a:lnTo>
                  <a:pt x="358031" y="156561"/>
                </a:lnTo>
                <a:lnTo>
                  <a:pt x="357341" y="156669"/>
                </a:lnTo>
                <a:lnTo>
                  <a:pt x="356642" y="156769"/>
                </a:lnTo>
                <a:lnTo>
                  <a:pt x="355936" y="156860"/>
                </a:lnTo>
                <a:lnTo>
                  <a:pt x="355222" y="156944"/>
                </a:lnTo>
                <a:lnTo>
                  <a:pt x="354500" y="157020"/>
                </a:lnTo>
                <a:lnTo>
                  <a:pt x="353770" y="157088"/>
                </a:lnTo>
                <a:lnTo>
                  <a:pt x="353032" y="157147"/>
                </a:lnTo>
                <a:lnTo>
                  <a:pt x="352286" y="157199"/>
                </a:lnTo>
                <a:lnTo>
                  <a:pt x="351532" y="157243"/>
                </a:lnTo>
                <a:lnTo>
                  <a:pt x="350770" y="157279"/>
                </a:lnTo>
                <a:lnTo>
                  <a:pt x="350000" y="157307"/>
                </a:lnTo>
                <a:lnTo>
                  <a:pt x="349222" y="157327"/>
                </a:lnTo>
                <a:lnTo>
                  <a:pt x="348437" y="157339"/>
                </a:lnTo>
                <a:lnTo>
                  <a:pt x="347643" y="157343"/>
                </a:lnTo>
                <a:lnTo>
                  <a:pt x="346815" y="157338"/>
                </a:lnTo>
                <a:lnTo>
                  <a:pt x="345995" y="157325"/>
                </a:lnTo>
                <a:lnTo>
                  <a:pt x="345183" y="157303"/>
                </a:lnTo>
                <a:lnTo>
                  <a:pt x="344379" y="157272"/>
                </a:lnTo>
                <a:lnTo>
                  <a:pt x="343582" y="157231"/>
                </a:lnTo>
                <a:lnTo>
                  <a:pt x="342793" y="157182"/>
                </a:lnTo>
                <a:lnTo>
                  <a:pt x="342012" y="157125"/>
                </a:lnTo>
                <a:lnTo>
                  <a:pt x="341238" y="157058"/>
                </a:lnTo>
                <a:lnTo>
                  <a:pt x="340473" y="156982"/>
                </a:lnTo>
                <a:lnTo>
                  <a:pt x="339715" y="156897"/>
                </a:lnTo>
                <a:lnTo>
                  <a:pt x="338964" y="156804"/>
                </a:lnTo>
                <a:lnTo>
                  <a:pt x="338222" y="156701"/>
                </a:lnTo>
                <a:lnTo>
                  <a:pt x="337487" y="156590"/>
                </a:lnTo>
                <a:lnTo>
                  <a:pt x="336760" y="156470"/>
                </a:lnTo>
                <a:lnTo>
                  <a:pt x="336040" y="156341"/>
                </a:lnTo>
                <a:lnTo>
                  <a:pt x="335329" y="156202"/>
                </a:lnTo>
                <a:lnTo>
                  <a:pt x="334625" y="156055"/>
                </a:lnTo>
                <a:lnTo>
                  <a:pt x="333928" y="155900"/>
                </a:lnTo>
                <a:lnTo>
                  <a:pt x="333240" y="155735"/>
                </a:lnTo>
                <a:lnTo>
                  <a:pt x="332559" y="155561"/>
                </a:lnTo>
                <a:lnTo>
                  <a:pt x="331886" y="155378"/>
                </a:lnTo>
                <a:lnTo>
                  <a:pt x="331221" y="155187"/>
                </a:lnTo>
                <a:lnTo>
                  <a:pt x="330563" y="154986"/>
                </a:lnTo>
                <a:lnTo>
                  <a:pt x="329913" y="154777"/>
                </a:lnTo>
                <a:lnTo>
                  <a:pt x="329272" y="154557"/>
                </a:lnTo>
                <a:lnTo>
                  <a:pt x="328643" y="154325"/>
                </a:lnTo>
                <a:lnTo>
                  <a:pt x="328024" y="154082"/>
                </a:lnTo>
                <a:lnTo>
                  <a:pt x="327417" y="153826"/>
                </a:lnTo>
                <a:lnTo>
                  <a:pt x="326820" y="153558"/>
                </a:lnTo>
                <a:lnTo>
                  <a:pt x="326235" y="153279"/>
                </a:lnTo>
                <a:lnTo>
                  <a:pt x="325660" y="152987"/>
                </a:lnTo>
                <a:lnTo>
                  <a:pt x="325097" y="152684"/>
                </a:lnTo>
                <a:lnTo>
                  <a:pt x="324544" y="152368"/>
                </a:lnTo>
                <a:lnTo>
                  <a:pt x="324003" y="152041"/>
                </a:lnTo>
                <a:lnTo>
                  <a:pt x="323472" y="151702"/>
                </a:lnTo>
                <a:lnTo>
                  <a:pt x="322953" y="151350"/>
                </a:lnTo>
                <a:lnTo>
                  <a:pt x="322444" y="150987"/>
                </a:lnTo>
                <a:lnTo>
                  <a:pt x="321947" y="150612"/>
                </a:lnTo>
                <a:lnTo>
                  <a:pt x="321460" y="150225"/>
                </a:lnTo>
                <a:lnTo>
                  <a:pt x="320985" y="149826"/>
                </a:lnTo>
                <a:lnTo>
                  <a:pt x="320520" y="149415"/>
                </a:lnTo>
                <a:lnTo>
                  <a:pt x="320066" y="148992"/>
                </a:lnTo>
                <a:lnTo>
                  <a:pt x="319624" y="148557"/>
                </a:lnTo>
                <a:lnTo>
                  <a:pt x="319192" y="148110"/>
                </a:lnTo>
                <a:lnTo>
                  <a:pt x="318772" y="147651"/>
                </a:lnTo>
                <a:lnTo>
                  <a:pt x="318362" y="147180"/>
                </a:lnTo>
                <a:lnTo>
                  <a:pt x="317964" y="146697"/>
                </a:lnTo>
                <a:lnTo>
                  <a:pt x="317576" y="146203"/>
                </a:lnTo>
                <a:lnTo>
                  <a:pt x="317202" y="145694"/>
                </a:lnTo>
                <a:lnTo>
                  <a:pt x="316842" y="145170"/>
                </a:lnTo>
                <a:lnTo>
                  <a:pt x="316498" y="144630"/>
                </a:lnTo>
                <a:lnTo>
                  <a:pt x="316168" y="144074"/>
                </a:lnTo>
                <a:lnTo>
                  <a:pt x="315854" y="143503"/>
                </a:lnTo>
                <a:lnTo>
                  <a:pt x="315554" y="142916"/>
                </a:lnTo>
                <a:lnTo>
                  <a:pt x="315269" y="142313"/>
                </a:lnTo>
                <a:lnTo>
                  <a:pt x="315000" y="141694"/>
                </a:lnTo>
                <a:lnTo>
                  <a:pt x="314745" y="141060"/>
                </a:lnTo>
                <a:lnTo>
                  <a:pt x="314505" y="140410"/>
                </a:lnTo>
                <a:lnTo>
                  <a:pt x="314281" y="139745"/>
                </a:lnTo>
                <a:lnTo>
                  <a:pt x="314071" y="139063"/>
                </a:lnTo>
                <a:lnTo>
                  <a:pt x="313876" y="138366"/>
                </a:lnTo>
                <a:lnTo>
                  <a:pt x="313696" y="137653"/>
                </a:lnTo>
                <a:lnTo>
                  <a:pt x="313532" y="136925"/>
                </a:lnTo>
                <a:lnTo>
                  <a:pt x="313382" y="136181"/>
                </a:lnTo>
                <a:lnTo>
                  <a:pt x="313247" y="135421"/>
                </a:lnTo>
                <a:lnTo>
                  <a:pt x="313127" y="134645"/>
                </a:lnTo>
                <a:lnTo>
                  <a:pt x="313022" y="133854"/>
                </a:lnTo>
                <a:lnTo>
                  <a:pt x="312932" y="133047"/>
                </a:lnTo>
                <a:lnTo>
                  <a:pt x="312857" y="132224"/>
                </a:lnTo>
                <a:lnTo>
                  <a:pt x="312798" y="131385"/>
                </a:lnTo>
                <a:lnTo>
                  <a:pt x="312753" y="130531"/>
                </a:lnTo>
                <a:lnTo>
                  <a:pt x="312723" y="129661"/>
                </a:lnTo>
                <a:lnTo>
                  <a:pt x="273893" y="129661"/>
                </a:lnTo>
                <a:lnTo>
                  <a:pt x="273909" y="131368"/>
                </a:lnTo>
                <a:lnTo>
                  <a:pt x="273960" y="133048"/>
                </a:lnTo>
                <a:lnTo>
                  <a:pt x="274044" y="134700"/>
                </a:lnTo>
                <a:lnTo>
                  <a:pt x="274162" y="136326"/>
                </a:lnTo>
                <a:lnTo>
                  <a:pt x="274314" y="137924"/>
                </a:lnTo>
                <a:lnTo>
                  <a:pt x="274499" y="139495"/>
                </a:lnTo>
                <a:lnTo>
                  <a:pt x="274718" y="141038"/>
                </a:lnTo>
                <a:lnTo>
                  <a:pt x="274971" y="142555"/>
                </a:lnTo>
                <a:lnTo>
                  <a:pt x="275258" y="144044"/>
                </a:lnTo>
                <a:lnTo>
                  <a:pt x="275578" y="145507"/>
                </a:lnTo>
                <a:lnTo>
                  <a:pt x="275932" y="146942"/>
                </a:lnTo>
                <a:lnTo>
                  <a:pt x="276319" y="148349"/>
                </a:lnTo>
                <a:lnTo>
                  <a:pt x="276741" y="149730"/>
                </a:lnTo>
                <a:lnTo>
                  <a:pt x="277196" y="151084"/>
                </a:lnTo>
                <a:lnTo>
                  <a:pt x="277685" y="152410"/>
                </a:lnTo>
                <a:lnTo>
                  <a:pt x="278207" y="153709"/>
                </a:lnTo>
                <a:lnTo>
                  <a:pt x="278763" y="154981"/>
                </a:lnTo>
                <a:lnTo>
                  <a:pt x="279353" y="156226"/>
                </a:lnTo>
                <a:lnTo>
                  <a:pt x="279977" y="157443"/>
                </a:lnTo>
                <a:lnTo>
                  <a:pt x="280634" y="158634"/>
                </a:lnTo>
                <a:lnTo>
                  <a:pt x="281325" y="159797"/>
                </a:lnTo>
                <a:lnTo>
                  <a:pt x="282050" y="160933"/>
                </a:lnTo>
                <a:lnTo>
                  <a:pt x="282808" y="162042"/>
                </a:lnTo>
                <a:lnTo>
                  <a:pt x="283600" y="163124"/>
                </a:lnTo>
                <a:lnTo>
                  <a:pt x="284421" y="164180"/>
                </a:lnTo>
                <a:lnTo>
                  <a:pt x="285265" y="165211"/>
                </a:lnTo>
                <a:lnTo>
                  <a:pt x="286133" y="166219"/>
                </a:lnTo>
                <a:lnTo>
                  <a:pt x="287025" y="167203"/>
                </a:lnTo>
                <a:lnTo>
                  <a:pt x="287940" y="168162"/>
                </a:lnTo>
                <a:lnTo>
                  <a:pt x="288879" y="169098"/>
                </a:lnTo>
                <a:lnTo>
                  <a:pt x="289842" y="170009"/>
                </a:lnTo>
                <a:lnTo>
                  <a:pt x="290828" y="170896"/>
                </a:lnTo>
                <a:lnTo>
                  <a:pt x="291838" y="171759"/>
                </a:lnTo>
                <a:lnTo>
                  <a:pt x="292872" y="172598"/>
                </a:lnTo>
                <a:lnTo>
                  <a:pt x="293929" y="173413"/>
                </a:lnTo>
                <a:lnTo>
                  <a:pt x="295010" y="174204"/>
                </a:lnTo>
                <a:lnTo>
                  <a:pt x="296114" y="174970"/>
                </a:lnTo>
                <a:lnTo>
                  <a:pt x="297242" y="175712"/>
                </a:lnTo>
                <a:lnTo>
                  <a:pt x="298394" y="176431"/>
                </a:lnTo>
                <a:lnTo>
                  <a:pt x="299570" y="177125"/>
                </a:lnTo>
                <a:lnTo>
                  <a:pt x="300769" y="177795"/>
                </a:lnTo>
                <a:lnTo>
                  <a:pt x="301991" y="178441"/>
                </a:lnTo>
                <a:lnTo>
                  <a:pt x="303238" y="179063"/>
                </a:lnTo>
                <a:lnTo>
                  <a:pt x="304508" y="179660"/>
                </a:lnTo>
                <a:lnTo>
                  <a:pt x="305801" y="180234"/>
                </a:lnTo>
                <a:lnTo>
                  <a:pt x="307118" y="180783"/>
                </a:lnTo>
                <a:lnTo>
                  <a:pt x="308459" y="181309"/>
                </a:lnTo>
                <a:lnTo>
                  <a:pt x="309824" y="181810"/>
                </a:lnTo>
                <a:lnTo>
                  <a:pt x="311207" y="182289"/>
                </a:lnTo>
                <a:lnTo>
                  <a:pt x="312605" y="182747"/>
                </a:lnTo>
                <a:lnTo>
                  <a:pt x="314017" y="183185"/>
                </a:lnTo>
                <a:lnTo>
                  <a:pt x="315444" y="183603"/>
                </a:lnTo>
                <a:lnTo>
                  <a:pt x="316884" y="184000"/>
                </a:lnTo>
                <a:lnTo>
                  <a:pt x="318339" y="184377"/>
                </a:lnTo>
                <a:lnTo>
                  <a:pt x="319808" y="184734"/>
                </a:lnTo>
                <a:lnTo>
                  <a:pt x="321292" y="185070"/>
                </a:lnTo>
                <a:lnTo>
                  <a:pt x="322789" y="185386"/>
                </a:lnTo>
                <a:lnTo>
                  <a:pt x="324301" y="185682"/>
                </a:lnTo>
                <a:lnTo>
                  <a:pt x="325828" y="185957"/>
                </a:lnTo>
                <a:lnTo>
                  <a:pt x="327368" y="186212"/>
                </a:lnTo>
                <a:lnTo>
                  <a:pt x="328923" y="186446"/>
                </a:lnTo>
                <a:lnTo>
                  <a:pt x="330492" y="186660"/>
                </a:lnTo>
                <a:lnTo>
                  <a:pt x="332076" y="186853"/>
                </a:lnTo>
                <a:lnTo>
                  <a:pt x="333673" y="187027"/>
                </a:lnTo>
                <a:lnTo>
                  <a:pt x="335285" y="187180"/>
                </a:lnTo>
                <a:lnTo>
                  <a:pt x="336911" y="187312"/>
                </a:lnTo>
                <a:lnTo>
                  <a:pt x="338552" y="187424"/>
                </a:lnTo>
                <a:lnTo>
                  <a:pt x="340207" y="187516"/>
                </a:lnTo>
                <a:lnTo>
                  <a:pt x="341876" y="187587"/>
                </a:lnTo>
                <a:lnTo>
                  <a:pt x="343559" y="187638"/>
                </a:lnTo>
                <a:lnTo>
                  <a:pt x="345257" y="187669"/>
                </a:lnTo>
                <a:lnTo>
                  <a:pt x="346969" y="187679"/>
                </a:lnTo>
                <a:lnTo>
                  <a:pt x="348669" y="187669"/>
                </a:lnTo>
                <a:lnTo>
                  <a:pt x="350355" y="187640"/>
                </a:lnTo>
                <a:lnTo>
                  <a:pt x="352026" y="187592"/>
                </a:lnTo>
                <a:lnTo>
                  <a:pt x="353682" y="187525"/>
                </a:lnTo>
                <a:lnTo>
                  <a:pt x="355323" y="187439"/>
                </a:lnTo>
                <a:close/>
                <a:moveTo>
                  <a:pt x="1753363" y="187433"/>
                </a:moveTo>
                <a:lnTo>
                  <a:pt x="1754514" y="187325"/>
                </a:lnTo>
                <a:lnTo>
                  <a:pt x="1755649" y="187197"/>
                </a:lnTo>
                <a:lnTo>
                  <a:pt x="1756769" y="187050"/>
                </a:lnTo>
                <a:lnTo>
                  <a:pt x="1757874" y="186883"/>
                </a:lnTo>
                <a:lnTo>
                  <a:pt x="1758963" y="186696"/>
                </a:lnTo>
                <a:lnTo>
                  <a:pt x="1760037" y="186489"/>
                </a:lnTo>
                <a:lnTo>
                  <a:pt x="1761095" y="186263"/>
                </a:lnTo>
                <a:lnTo>
                  <a:pt x="1762138" y="186017"/>
                </a:lnTo>
                <a:lnTo>
                  <a:pt x="1763165" y="185752"/>
                </a:lnTo>
                <a:lnTo>
                  <a:pt x="1764177" y="185467"/>
                </a:lnTo>
                <a:lnTo>
                  <a:pt x="1765173" y="185162"/>
                </a:lnTo>
                <a:lnTo>
                  <a:pt x="1766154" y="184838"/>
                </a:lnTo>
                <a:lnTo>
                  <a:pt x="1767120" y="184494"/>
                </a:lnTo>
                <a:lnTo>
                  <a:pt x="1768070" y="184130"/>
                </a:lnTo>
                <a:lnTo>
                  <a:pt x="1769005" y="183746"/>
                </a:lnTo>
                <a:lnTo>
                  <a:pt x="1769924" y="183343"/>
                </a:lnTo>
                <a:lnTo>
                  <a:pt x="1770828" y="182921"/>
                </a:lnTo>
                <a:lnTo>
                  <a:pt x="1771716" y="182478"/>
                </a:lnTo>
                <a:lnTo>
                  <a:pt x="1772589" y="182016"/>
                </a:lnTo>
                <a:lnTo>
                  <a:pt x="1773448" y="181537"/>
                </a:lnTo>
                <a:lnTo>
                  <a:pt x="1774296" y="181044"/>
                </a:lnTo>
                <a:lnTo>
                  <a:pt x="1775132" y="180537"/>
                </a:lnTo>
                <a:lnTo>
                  <a:pt x="1775956" y="180016"/>
                </a:lnTo>
                <a:lnTo>
                  <a:pt x="1776768" y="179481"/>
                </a:lnTo>
                <a:lnTo>
                  <a:pt x="1777569" y="178932"/>
                </a:lnTo>
                <a:lnTo>
                  <a:pt x="1778358" y="178369"/>
                </a:lnTo>
                <a:lnTo>
                  <a:pt x="1779135" y="177792"/>
                </a:lnTo>
                <a:lnTo>
                  <a:pt x="1779901" y="177200"/>
                </a:lnTo>
                <a:lnTo>
                  <a:pt x="1780655" y="176595"/>
                </a:lnTo>
                <a:lnTo>
                  <a:pt x="1781397" y="175976"/>
                </a:lnTo>
                <a:lnTo>
                  <a:pt x="1782128" y="175342"/>
                </a:lnTo>
                <a:lnTo>
                  <a:pt x="1782847" y="174695"/>
                </a:lnTo>
                <a:lnTo>
                  <a:pt x="1783554" y="174033"/>
                </a:lnTo>
                <a:lnTo>
                  <a:pt x="1784249" y="173358"/>
                </a:lnTo>
                <a:lnTo>
                  <a:pt x="1784933" y="172668"/>
                </a:lnTo>
                <a:lnTo>
                  <a:pt x="1785605" y="171965"/>
                </a:lnTo>
                <a:lnTo>
                  <a:pt x="1786265" y="171247"/>
                </a:lnTo>
                <a:lnTo>
                  <a:pt x="1786914" y="170515"/>
                </a:lnTo>
                <a:lnTo>
                  <a:pt x="1787551" y="169769"/>
                </a:lnTo>
                <a:lnTo>
                  <a:pt x="1788176" y="169010"/>
                </a:lnTo>
                <a:lnTo>
                  <a:pt x="1788790" y="168236"/>
                </a:lnTo>
                <a:lnTo>
                  <a:pt x="1789391" y="167448"/>
                </a:lnTo>
                <a:lnTo>
                  <a:pt x="1789982" y="166646"/>
                </a:lnTo>
                <a:lnTo>
                  <a:pt x="1791465" y="185252"/>
                </a:lnTo>
                <a:lnTo>
                  <a:pt x="1825711" y="185252"/>
                </a:lnTo>
                <a:lnTo>
                  <a:pt x="1825711" y="3775"/>
                </a:lnTo>
                <a:lnTo>
                  <a:pt x="1789982" y="3775"/>
                </a:lnTo>
                <a:lnTo>
                  <a:pt x="1789982" y="70514"/>
                </a:lnTo>
                <a:lnTo>
                  <a:pt x="1789491" y="69756"/>
                </a:lnTo>
                <a:lnTo>
                  <a:pt x="1788987" y="69011"/>
                </a:lnTo>
                <a:lnTo>
                  <a:pt x="1788469" y="68277"/>
                </a:lnTo>
                <a:lnTo>
                  <a:pt x="1787937" y="67556"/>
                </a:lnTo>
                <a:lnTo>
                  <a:pt x="1787390" y="66846"/>
                </a:lnTo>
                <a:lnTo>
                  <a:pt x="1786830" y="66149"/>
                </a:lnTo>
                <a:lnTo>
                  <a:pt x="1786256" y="65464"/>
                </a:lnTo>
                <a:lnTo>
                  <a:pt x="1785667" y="64792"/>
                </a:lnTo>
                <a:lnTo>
                  <a:pt x="1785065" y="64131"/>
                </a:lnTo>
                <a:lnTo>
                  <a:pt x="1784448" y="63483"/>
                </a:lnTo>
                <a:lnTo>
                  <a:pt x="1783817" y="62847"/>
                </a:lnTo>
                <a:lnTo>
                  <a:pt x="1783173" y="62223"/>
                </a:lnTo>
                <a:lnTo>
                  <a:pt x="1782514" y="61611"/>
                </a:lnTo>
                <a:lnTo>
                  <a:pt x="1781841" y="61011"/>
                </a:lnTo>
                <a:lnTo>
                  <a:pt x="1781155" y="60423"/>
                </a:lnTo>
                <a:lnTo>
                  <a:pt x="1780454" y="59848"/>
                </a:lnTo>
                <a:lnTo>
                  <a:pt x="1779739" y="59285"/>
                </a:lnTo>
                <a:lnTo>
                  <a:pt x="1779010" y="58734"/>
                </a:lnTo>
                <a:lnTo>
                  <a:pt x="1778267" y="58195"/>
                </a:lnTo>
                <a:lnTo>
                  <a:pt x="1777510" y="57668"/>
                </a:lnTo>
                <a:lnTo>
                  <a:pt x="1776739" y="57154"/>
                </a:lnTo>
                <a:lnTo>
                  <a:pt x="1775954" y="56652"/>
                </a:lnTo>
                <a:lnTo>
                  <a:pt x="1775155" y="56161"/>
                </a:lnTo>
                <a:lnTo>
                  <a:pt x="1774342" y="55683"/>
                </a:lnTo>
                <a:lnTo>
                  <a:pt x="1773515" y="55221"/>
                </a:lnTo>
                <a:lnTo>
                  <a:pt x="1772674" y="54779"/>
                </a:lnTo>
                <a:lnTo>
                  <a:pt x="1771820" y="54356"/>
                </a:lnTo>
                <a:lnTo>
                  <a:pt x="1770952" y="53953"/>
                </a:lnTo>
                <a:lnTo>
                  <a:pt x="1770071" y="53570"/>
                </a:lnTo>
                <a:lnTo>
                  <a:pt x="1769176" y="53206"/>
                </a:lnTo>
                <a:lnTo>
                  <a:pt x="1768268" y="52862"/>
                </a:lnTo>
                <a:lnTo>
                  <a:pt x="1767346" y="52537"/>
                </a:lnTo>
                <a:lnTo>
                  <a:pt x="1766410" y="52233"/>
                </a:lnTo>
                <a:lnTo>
                  <a:pt x="1765461" y="51948"/>
                </a:lnTo>
                <a:lnTo>
                  <a:pt x="1764498" y="51682"/>
                </a:lnTo>
                <a:lnTo>
                  <a:pt x="1763522" y="51436"/>
                </a:lnTo>
                <a:lnTo>
                  <a:pt x="1762532" y="51210"/>
                </a:lnTo>
                <a:lnTo>
                  <a:pt x="1761528" y="51004"/>
                </a:lnTo>
                <a:lnTo>
                  <a:pt x="1760511" y="50817"/>
                </a:lnTo>
                <a:lnTo>
                  <a:pt x="1759481" y="50650"/>
                </a:lnTo>
                <a:lnTo>
                  <a:pt x="1758437" y="50502"/>
                </a:lnTo>
                <a:lnTo>
                  <a:pt x="1757379" y="50375"/>
                </a:lnTo>
                <a:lnTo>
                  <a:pt x="1756307" y="50267"/>
                </a:lnTo>
                <a:lnTo>
                  <a:pt x="1755222" y="50178"/>
                </a:lnTo>
                <a:lnTo>
                  <a:pt x="1754124" y="50109"/>
                </a:lnTo>
                <a:lnTo>
                  <a:pt x="1753012" y="50060"/>
                </a:lnTo>
                <a:lnTo>
                  <a:pt x="1751886" y="50031"/>
                </a:lnTo>
                <a:lnTo>
                  <a:pt x="1750747" y="50021"/>
                </a:lnTo>
                <a:lnTo>
                  <a:pt x="1749449" y="50034"/>
                </a:lnTo>
                <a:lnTo>
                  <a:pt x="1748162" y="50072"/>
                </a:lnTo>
                <a:lnTo>
                  <a:pt x="1746885" y="50136"/>
                </a:lnTo>
                <a:lnTo>
                  <a:pt x="1745620" y="50225"/>
                </a:lnTo>
                <a:lnTo>
                  <a:pt x="1744365" y="50341"/>
                </a:lnTo>
                <a:lnTo>
                  <a:pt x="1743121" y="50481"/>
                </a:lnTo>
                <a:lnTo>
                  <a:pt x="1741887" y="50648"/>
                </a:lnTo>
                <a:lnTo>
                  <a:pt x="1740665" y="50840"/>
                </a:lnTo>
                <a:lnTo>
                  <a:pt x="1739453" y="51057"/>
                </a:lnTo>
                <a:lnTo>
                  <a:pt x="1738252" y="51300"/>
                </a:lnTo>
                <a:lnTo>
                  <a:pt x="1737062" y="51569"/>
                </a:lnTo>
                <a:lnTo>
                  <a:pt x="1735882" y="51863"/>
                </a:lnTo>
                <a:lnTo>
                  <a:pt x="1734714" y="52183"/>
                </a:lnTo>
                <a:lnTo>
                  <a:pt x="1733556" y="52528"/>
                </a:lnTo>
                <a:lnTo>
                  <a:pt x="1732408" y="52899"/>
                </a:lnTo>
                <a:lnTo>
                  <a:pt x="1731272" y="53296"/>
                </a:lnTo>
                <a:lnTo>
                  <a:pt x="1730146" y="53718"/>
                </a:lnTo>
                <a:lnTo>
                  <a:pt x="1729031" y="54166"/>
                </a:lnTo>
                <a:lnTo>
                  <a:pt x="1727927" y="54639"/>
                </a:lnTo>
                <a:lnTo>
                  <a:pt x="1726834" y="55138"/>
                </a:lnTo>
                <a:lnTo>
                  <a:pt x="1725751" y="55663"/>
                </a:lnTo>
                <a:lnTo>
                  <a:pt x="1724680" y="56213"/>
                </a:lnTo>
                <a:lnTo>
                  <a:pt x="1723618" y="56789"/>
                </a:lnTo>
                <a:lnTo>
                  <a:pt x="1722568" y="57390"/>
                </a:lnTo>
                <a:lnTo>
                  <a:pt x="1721532" y="58017"/>
                </a:lnTo>
                <a:lnTo>
                  <a:pt x="1720514" y="58670"/>
                </a:lnTo>
                <a:lnTo>
                  <a:pt x="1719515" y="59351"/>
                </a:lnTo>
                <a:lnTo>
                  <a:pt x="1718533" y="60057"/>
                </a:lnTo>
                <a:lnTo>
                  <a:pt x="1717569" y="60790"/>
                </a:lnTo>
                <a:lnTo>
                  <a:pt x="1716623" y="61550"/>
                </a:lnTo>
                <a:lnTo>
                  <a:pt x="1715695" y="62336"/>
                </a:lnTo>
                <a:lnTo>
                  <a:pt x="1714786" y="63149"/>
                </a:lnTo>
                <a:lnTo>
                  <a:pt x="1713894" y="63988"/>
                </a:lnTo>
                <a:lnTo>
                  <a:pt x="1713020" y="64854"/>
                </a:lnTo>
                <a:lnTo>
                  <a:pt x="1712165" y="65747"/>
                </a:lnTo>
                <a:lnTo>
                  <a:pt x="1711327" y="66666"/>
                </a:lnTo>
                <a:lnTo>
                  <a:pt x="1710507" y="67611"/>
                </a:lnTo>
                <a:lnTo>
                  <a:pt x="1709706" y="68583"/>
                </a:lnTo>
                <a:lnTo>
                  <a:pt x="1708922" y="69582"/>
                </a:lnTo>
                <a:lnTo>
                  <a:pt x="1708157" y="70607"/>
                </a:lnTo>
                <a:lnTo>
                  <a:pt x="1707409" y="71658"/>
                </a:lnTo>
                <a:lnTo>
                  <a:pt x="1706680" y="72736"/>
                </a:lnTo>
                <a:lnTo>
                  <a:pt x="1705968" y="73841"/>
                </a:lnTo>
                <a:lnTo>
                  <a:pt x="1705275" y="74972"/>
                </a:lnTo>
                <a:lnTo>
                  <a:pt x="1704599" y="76130"/>
                </a:lnTo>
                <a:lnTo>
                  <a:pt x="1703942" y="77314"/>
                </a:lnTo>
                <a:lnTo>
                  <a:pt x="1703303" y="78525"/>
                </a:lnTo>
                <a:lnTo>
                  <a:pt x="1702681" y="79763"/>
                </a:lnTo>
                <a:lnTo>
                  <a:pt x="1702082" y="81027"/>
                </a:lnTo>
                <a:lnTo>
                  <a:pt x="1701508" y="82320"/>
                </a:lnTo>
                <a:lnTo>
                  <a:pt x="1700959" y="83640"/>
                </a:lnTo>
                <a:lnTo>
                  <a:pt x="1700436" y="84989"/>
                </a:lnTo>
                <a:lnTo>
                  <a:pt x="1699938" y="86365"/>
                </a:lnTo>
                <a:lnTo>
                  <a:pt x="1699466" y="87770"/>
                </a:lnTo>
                <a:lnTo>
                  <a:pt x="1699020" y="89202"/>
                </a:lnTo>
                <a:lnTo>
                  <a:pt x="1698599" y="90662"/>
                </a:lnTo>
                <a:lnTo>
                  <a:pt x="1698203" y="92150"/>
                </a:lnTo>
                <a:lnTo>
                  <a:pt x="1697834" y="93666"/>
                </a:lnTo>
                <a:lnTo>
                  <a:pt x="1697489" y="95210"/>
                </a:lnTo>
                <a:lnTo>
                  <a:pt x="1697170" y="96782"/>
                </a:lnTo>
                <a:lnTo>
                  <a:pt x="1696877" y="98382"/>
                </a:lnTo>
                <a:lnTo>
                  <a:pt x="1696609" y="100010"/>
                </a:lnTo>
                <a:lnTo>
                  <a:pt x="1696366" y="101666"/>
                </a:lnTo>
                <a:lnTo>
                  <a:pt x="1696150" y="103350"/>
                </a:lnTo>
                <a:lnTo>
                  <a:pt x="1695958" y="105062"/>
                </a:lnTo>
                <a:lnTo>
                  <a:pt x="1695792" y="106801"/>
                </a:lnTo>
                <a:lnTo>
                  <a:pt x="1695652" y="108569"/>
                </a:lnTo>
                <a:lnTo>
                  <a:pt x="1695537" y="110364"/>
                </a:lnTo>
                <a:lnTo>
                  <a:pt x="1695448" y="112188"/>
                </a:lnTo>
                <a:lnTo>
                  <a:pt x="1695384" y="114039"/>
                </a:lnTo>
                <a:lnTo>
                  <a:pt x="1695346" y="115919"/>
                </a:lnTo>
                <a:lnTo>
                  <a:pt x="1695333" y="117826"/>
                </a:lnTo>
                <a:lnTo>
                  <a:pt x="1695345" y="119801"/>
                </a:lnTo>
                <a:lnTo>
                  <a:pt x="1695380" y="121747"/>
                </a:lnTo>
                <a:lnTo>
                  <a:pt x="1695440" y="123664"/>
                </a:lnTo>
                <a:lnTo>
                  <a:pt x="1695522" y="125552"/>
                </a:lnTo>
                <a:lnTo>
                  <a:pt x="1695629" y="127410"/>
                </a:lnTo>
                <a:lnTo>
                  <a:pt x="1695759" y="129240"/>
                </a:lnTo>
                <a:lnTo>
                  <a:pt x="1695912" y="131040"/>
                </a:lnTo>
                <a:lnTo>
                  <a:pt x="1696090" y="132811"/>
                </a:lnTo>
                <a:lnTo>
                  <a:pt x="1696291" y="134553"/>
                </a:lnTo>
                <a:lnTo>
                  <a:pt x="1696515" y="136266"/>
                </a:lnTo>
                <a:lnTo>
                  <a:pt x="1696763" y="137950"/>
                </a:lnTo>
                <a:lnTo>
                  <a:pt x="1697035" y="139605"/>
                </a:lnTo>
                <a:lnTo>
                  <a:pt x="1697331" y="141230"/>
                </a:lnTo>
                <a:lnTo>
                  <a:pt x="1697650" y="142826"/>
                </a:lnTo>
                <a:lnTo>
                  <a:pt x="1697993" y="144394"/>
                </a:lnTo>
                <a:lnTo>
                  <a:pt x="1698359" y="145932"/>
                </a:lnTo>
                <a:lnTo>
                  <a:pt x="1698749" y="147441"/>
                </a:lnTo>
                <a:lnTo>
                  <a:pt x="1699163" y="148920"/>
                </a:lnTo>
                <a:lnTo>
                  <a:pt x="1699600" y="150371"/>
                </a:lnTo>
                <a:lnTo>
                  <a:pt x="1700061" y="151792"/>
                </a:lnTo>
                <a:lnTo>
                  <a:pt x="1700546" y="153185"/>
                </a:lnTo>
                <a:lnTo>
                  <a:pt x="1701054" y="154548"/>
                </a:lnTo>
                <a:lnTo>
                  <a:pt x="1701586" y="155882"/>
                </a:lnTo>
                <a:lnTo>
                  <a:pt x="1702142" y="157187"/>
                </a:lnTo>
                <a:lnTo>
                  <a:pt x="1702718" y="158463"/>
                </a:lnTo>
                <a:lnTo>
                  <a:pt x="1703311" y="159712"/>
                </a:lnTo>
                <a:lnTo>
                  <a:pt x="1703922" y="160933"/>
                </a:lnTo>
                <a:lnTo>
                  <a:pt x="1704550" y="162127"/>
                </a:lnTo>
                <a:lnTo>
                  <a:pt x="1705195" y="163292"/>
                </a:lnTo>
                <a:lnTo>
                  <a:pt x="1705858" y="164430"/>
                </a:lnTo>
                <a:lnTo>
                  <a:pt x="1706538" y="165540"/>
                </a:lnTo>
                <a:lnTo>
                  <a:pt x="1707235" y="166623"/>
                </a:lnTo>
                <a:lnTo>
                  <a:pt x="1707950" y="167678"/>
                </a:lnTo>
                <a:lnTo>
                  <a:pt x="1708682" y="168705"/>
                </a:lnTo>
                <a:lnTo>
                  <a:pt x="1709431" y="169704"/>
                </a:lnTo>
                <a:lnTo>
                  <a:pt x="1710198" y="170676"/>
                </a:lnTo>
                <a:lnTo>
                  <a:pt x="1710982" y="171620"/>
                </a:lnTo>
                <a:lnTo>
                  <a:pt x="1711783" y="172536"/>
                </a:lnTo>
                <a:lnTo>
                  <a:pt x="1712602" y="173425"/>
                </a:lnTo>
                <a:lnTo>
                  <a:pt x="1713437" y="174286"/>
                </a:lnTo>
                <a:lnTo>
                  <a:pt x="1714291" y="175119"/>
                </a:lnTo>
                <a:lnTo>
                  <a:pt x="1715161" y="175924"/>
                </a:lnTo>
                <a:lnTo>
                  <a:pt x="1716049" y="176702"/>
                </a:lnTo>
                <a:lnTo>
                  <a:pt x="1716954" y="177452"/>
                </a:lnTo>
                <a:lnTo>
                  <a:pt x="1717877" y="178174"/>
                </a:lnTo>
                <a:lnTo>
                  <a:pt x="1718816" y="178869"/>
                </a:lnTo>
                <a:lnTo>
                  <a:pt x="1719774" y="179536"/>
                </a:lnTo>
                <a:lnTo>
                  <a:pt x="1720748" y="180175"/>
                </a:lnTo>
                <a:lnTo>
                  <a:pt x="1721736" y="180787"/>
                </a:lnTo>
                <a:lnTo>
                  <a:pt x="1722735" y="181373"/>
                </a:lnTo>
                <a:lnTo>
                  <a:pt x="1723745" y="181934"/>
                </a:lnTo>
                <a:lnTo>
                  <a:pt x="1724765" y="182468"/>
                </a:lnTo>
                <a:lnTo>
                  <a:pt x="1725795" y="182976"/>
                </a:lnTo>
                <a:lnTo>
                  <a:pt x="1726836" y="183458"/>
                </a:lnTo>
                <a:lnTo>
                  <a:pt x="1727888" y="183914"/>
                </a:lnTo>
                <a:lnTo>
                  <a:pt x="1728950" y="184344"/>
                </a:lnTo>
                <a:lnTo>
                  <a:pt x="1730023" y="184748"/>
                </a:lnTo>
                <a:lnTo>
                  <a:pt x="1731106" y="185125"/>
                </a:lnTo>
                <a:lnTo>
                  <a:pt x="1732200" y="185477"/>
                </a:lnTo>
                <a:lnTo>
                  <a:pt x="1733304" y="185803"/>
                </a:lnTo>
                <a:lnTo>
                  <a:pt x="1734419" y="186103"/>
                </a:lnTo>
                <a:lnTo>
                  <a:pt x="1735544" y="186376"/>
                </a:lnTo>
                <a:lnTo>
                  <a:pt x="1736680" y="186624"/>
                </a:lnTo>
                <a:lnTo>
                  <a:pt x="1737826" y="186845"/>
                </a:lnTo>
                <a:lnTo>
                  <a:pt x="1738983" y="187040"/>
                </a:lnTo>
                <a:lnTo>
                  <a:pt x="1740150" y="187210"/>
                </a:lnTo>
                <a:lnTo>
                  <a:pt x="1741328" y="187353"/>
                </a:lnTo>
                <a:lnTo>
                  <a:pt x="1742517" y="187470"/>
                </a:lnTo>
                <a:lnTo>
                  <a:pt x="1743716" y="187562"/>
                </a:lnTo>
                <a:lnTo>
                  <a:pt x="1744926" y="187627"/>
                </a:lnTo>
                <a:lnTo>
                  <a:pt x="1746146" y="187666"/>
                </a:lnTo>
                <a:lnTo>
                  <a:pt x="1747376" y="187679"/>
                </a:lnTo>
                <a:lnTo>
                  <a:pt x="1748604" y="187669"/>
                </a:lnTo>
                <a:lnTo>
                  <a:pt x="1749817" y="187640"/>
                </a:lnTo>
                <a:lnTo>
                  <a:pt x="1751015" y="187590"/>
                </a:lnTo>
                <a:lnTo>
                  <a:pt x="1752196" y="187522"/>
                </a:lnTo>
                <a:lnTo>
                  <a:pt x="1753363" y="187433"/>
                </a:lnTo>
                <a:close/>
                <a:moveTo>
                  <a:pt x="1753062" y="159990"/>
                </a:moveTo>
                <a:lnTo>
                  <a:pt x="1752150" y="159791"/>
                </a:lnTo>
                <a:lnTo>
                  <a:pt x="1751256" y="159555"/>
                </a:lnTo>
                <a:lnTo>
                  <a:pt x="1750380" y="159283"/>
                </a:lnTo>
                <a:lnTo>
                  <a:pt x="1749522" y="158974"/>
                </a:lnTo>
                <a:lnTo>
                  <a:pt x="1748682" y="158630"/>
                </a:lnTo>
                <a:lnTo>
                  <a:pt x="1747860" y="158249"/>
                </a:lnTo>
                <a:lnTo>
                  <a:pt x="1747056" y="157832"/>
                </a:lnTo>
                <a:lnTo>
                  <a:pt x="1746270" y="157378"/>
                </a:lnTo>
                <a:lnTo>
                  <a:pt x="1745502" y="156888"/>
                </a:lnTo>
                <a:lnTo>
                  <a:pt x="1744752" y="156362"/>
                </a:lnTo>
                <a:lnTo>
                  <a:pt x="1744021" y="155800"/>
                </a:lnTo>
                <a:lnTo>
                  <a:pt x="1743307" y="155201"/>
                </a:lnTo>
                <a:lnTo>
                  <a:pt x="1742611" y="154566"/>
                </a:lnTo>
                <a:lnTo>
                  <a:pt x="1741933" y="153895"/>
                </a:lnTo>
                <a:lnTo>
                  <a:pt x="1741274" y="153188"/>
                </a:lnTo>
                <a:lnTo>
                  <a:pt x="1740632" y="152444"/>
                </a:lnTo>
                <a:lnTo>
                  <a:pt x="1740008" y="151664"/>
                </a:lnTo>
                <a:lnTo>
                  <a:pt x="1739402" y="150847"/>
                </a:lnTo>
                <a:lnTo>
                  <a:pt x="1738815" y="149995"/>
                </a:lnTo>
                <a:lnTo>
                  <a:pt x="1738248" y="149104"/>
                </a:lnTo>
                <a:lnTo>
                  <a:pt x="1737706" y="148175"/>
                </a:lnTo>
                <a:lnTo>
                  <a:pt x="1737187" y="147206"/>
                </a:lnTo>
                <a:lnTo>
                  <a:pt x="1736693" y="146199"/>
                </a:lnTo>
                <a:lnTo>
                  <a:pt x="1736223" y="145152"/>
                </a:lnTo>
                <a:lnTo>
                  <a:pt x="1735777" y="144066"/>
                </a:lnTo>
                <a:lnTo>
                  <a:pt x="1735355" y="142940"/>
                </a:lnTo>
                <a:lnTo>
                  <a:pt x="1734957" y="141776"/>
                </a:lnTo>
                <a:lnTo>
                  <a:pt x="1734584" y="140572"/>
                </a:lnTo>
                <a:lnTo>
                  <a:pt x="1734234" y="139330"/>
                </a:lnTo>
                <a:lnTo>
                  <a:pt x="1733908" y="138048"/>
                </a:lnTo>
                <a:lnTo>
                  <a:pt x="1733607" y="136727"/>
                </a:lnTo>
                <a:lnTo>
                  <a:pt x="1733330" y="135367"/>
                </a:lnTo>
                <a:lnTo>
                  <a:pt x="1733077" y="133968"/>
                </a:lnTo>
                <a:lnTo>
                  <a:pt x="1732848" y="132529"/>
                </a:lnTo>
                <a:lnTo>
                  <a:pt x="1732643" y="131052"/>
                </a:lnTo>
                <a:lnTo>
                  <a:pt x="1732462" y="129535"/>
                </a:lnTo>
                <a:lnTo>
                  <a:pt x="1732305" y="127979"/>
                </a:lnTo>
                <a:lnTo>
                  <a:pt x="1732173" y="126384"/>
                </a:lnTo>
                <a:lnTo>
                  <a:pt x="1732064" y="124750"/>
                </a:lnTo>
                <a:lnTo>
                  <a:pt x="1731980" y="123077"/>
                </a:lnTo>
                <a:lnTo>
                  <a:pt x="1731919" y="121364"/>
                </a:lnTo>
                <a:lnTo>
                  <a:pt x="1731883" y="119612"/>
                </a:lnTo>
                <a:lnTo>
                  <a:pt x="1731871" y="117822"/>
                </a:lnTo>
                <a:lnTo>
                  <a:pt x="1731884" y="116188"/>
                </a:lnTo>
                <a:lnTo>
                  <a:pt x="1731922" y="114586"/>
                </a:lnTo>
                <a:lnTo>
                  <a:pt x="1731985" y="113017"/>
                </a:lnTo>
                <a:lnTo>
                  <a:pt x="1732073" y="111481"/>
                </a:lnTo>
                <a:lnTo>
                  <a:pt x="1732187" y="109977"/>
                </a:lnTo>
                <a:lnTo>
                  <a:pt x="1732326" y="108505"/>
                </a:lnTo>
                <a:lnTo>
                  <a:pt x="1732491" y="107066"/>
                </a:lnTo>
                <a:lnTo>
                  <a:pt x="1732680" y="105659"/>
                </a:lnTo>
                <a:lnTo>
                  <a:pt x="1732895" y="104285"/>
                </a:lnTo>
                <a:lnTo>
                  <a:pt x="1733135" y="102943"/>
                </a:lnTo>
                <a:lnTo>
                  <a:pt x="1733401" y="101634"/>
                </a:lnTo>
                <a:lnTo>
                  <a:pt x="1733691" y="100357"/>
                </a:lnTo>
                <a:lnTo>
                  <a:pt x="1734007" y="99113"/>
                </a:lnTo>
                <a:lnTo>
                  <a:pt x="1734349" y="97901"/>
                </a:lnTo>
                <a:lnTo>
                  <a:pt x="1734715" y="96722"/>
                </a:lnTo>
                <a:lnTo>
                  <a:pt x="1735107" y="95575"/>
                </a:lnTo>
                <a:lnTo>
                  <a:pt x="1735524" y="94461"/>
                </a:lnTo>
                <a:lnTo>
                  <a:pt x="1735967" y="93379"/>
                </a:lnTo>
                <a:lnTo>
                  <a:pt x="1736434" y="92330"/>
                </a:lnTo>
                <a:lnTo>
                  <a:pt x="1736927" y="91313"/>
                </a:lnTo>
                <a:lnTo>
                  <a:pt x="1737445" y="90328"/>
                </a:lnTo>
                <a:lnTo>
                  <a:pt x="1737989" y="89376"/>
                </a:lnTo>
                <a:lnTo>
                  <a:pt x="1738558" y="88457"/>
                </a:lnTo>
                <a:lnTo>
                  <a:pt x="1739152" y="87570"/>
                </a:lnTo>
                <a:lnTo>
                  <a:pt x="1739769" y="86717"/>
                </a:lnTo>
                <a:lnTo>
                  <a:pt x="1740406" y="85901"/>
                </a:lnTo>
                <a:lnTo>
                  <a:pt x="1741065" y="85121"/>
                </a:lnTo>
                <a:lnTo>
                  <a:pt x="1741744" y="84377"/>
                </a:lnTo>
                <a:lnTo>
                  <a:pt x="1742443" y="83670"/>
                </a:lnTo>
                <a:lnTo>
                  <a:pt x="1743163" y="82999"/>
                </a:lnTo>
                <a:lnTo>
                  <a:pt x="1743904" y="82364"/>
                </a:lnTo>
                <a:lnTo>
                  <a:pt x="1744665" y="81765"/>
                </a:lnTo>
                <a:lnTo>
                  <a:pt x="1745447" y="81203"/>
                </a:lnTo>
                <a:lnTo>
                  <a:pt x="1746249" y="80676"/>
                </a:lnTo>
                <a:lnTo>
                  <a:pt x="1747072" y="80187"/>
                </a:lnTo>
                <a:lnTo>
                  <a:pt x="1747916" y="79733"/>
                </a:lnTo>
                <a:lnTo>
                  <a:pt x="1748780" y="79316"/>
                </a:lnTo>
                <a:lnTo>
                  <a:pt x="1749665" y="78935"/>
                </a:lnTo>
                <a:lnTo>
                  <a:pt x="1750570" y="78590"/>
                </a:lnTo>
                <a:lnTo>
                  <a:pt x="1751496" y="78282"/>
                </a:lnTo>
                <a:lnTo>
                  <a:pt x="1752443" y="78010"/>
                </a:lnTo>
                <a:lnTo>
                  <a:pt x="1753410" y="77774"/>
                </a:lnTo>
                <a:lnTo>
                  <a:pt x="1754398" y="77574"/>
                </a:lnTo>
                <a:lnTo>
                  <a:pt x="1755406" y="77411"/>
                </a:lnTo>
                <a:lnTo>
                  <a:pt x="1756435" y="77284"/>
                </a:lnTo>
                <a:lnTo>
                  <a:pt x="1757485" y="77193"/>
                </a:lnTo>
                <a:lnTo>
                  <a:pt x="1758555" y="77139"/>
                </a:lnTo>
                <a:lnTo>
                  <a:pt x="1759646" y="77121"/>
                </a:lnTo>
                <a:lnTo>
                  <a:pt x="1760561" y="77133"/>
                </a:lnTo>
                <a:lnTo>
                  <a:pt x="1761464" y="77168"/>
                </a:lnTo>
                <a:lnTo>
                  <a:pt x="1762355" y="77226"/>
                </a:lnTo>
                <a:lnTo>
                  <a:pt x="1763233" y="77308"/>
                </a:lnTo>
                <a:lnTo>
                  <a:pt x="1764100" y="77413"/>
                </a:lnTo>
                <a:lnTo>
                  <a:pt x="1764954" y="77542"/>
                </a:lnTo>
                <a:lnTo>
                  <a:pt x="1765797" y="77694"/>
                </a:lnTo>
                <a:lnTo>
                  <a:pt x="1766627" y="77869"/>
                </a:lnTo>
                <a:lnTo>
                  <a:pt x="1767444" y="78068"/>
                </a:lnTo>
                <a:lnTo>
                  <a:pt x="1768250" y="78291"/>
                </a:lnTo>
                <a:lnTo>
                  <a:pt x="1769044" y="78536"/>
                </a:lnTo>
                <a:lnTo>
                  <a:pt x="1769825" y="78805"/>
                </a:lnTo>
                <a:lnTo>
                  <a:pt x="1770594" y="79098"/>
                </a:lnTo>
                <a:lnTo>
                  <a:pt x="1771351" y="79413"/>
                </a:lnTo>
                <a:lnTo>
                  <a:pt x="1772096" y="79753"/>
                </a:lnTo>
                <a:lnTo>
                  <a:pt x="1772829" y="80115"/>
                </a:lnTo>
                <a:lnTo>
                  <a:pt x="1773549" y="80501"/>
                </a:lnTo>
                <a:lnTo>
                  <a:pt x="1774257" y="80911"/>
                </a:lnTo>
                <a:lnTo>
                  <a:pt x="1774954" y="81343"/>
                </a:lnTo>
                <a:lnTo>
                  <a:pt x="1775637" y="81799"/>
                </a:lnTo>
                <a:lnTo>
                  <a:pt x="1776309" y="82279"/>
                </a:lnTo>
                <a:lnTo>
                  <a:pt x="1776969" y="82782"/>
                </a:lnTo>
                <a:lnTo>
                  <a:pt x="1777616" y="83308"/>
                </a:lnTo>
                <a:lnTo>
                  <a:pt x="1778252" y="83858"/>
                </a:lnTo>
                <a:lnTo>
                  <a:pt x="1778875" y="84424"/>
                </a:lnTo>
                <a:lnTo>
                  <a:pt x="1779487" y="84997"/>
                </a:lnTo>
                <a:lnTo>
                  <a:pt x="1780087" y="85579"/>
                </a:lnTo>
                <a:lnTo>
                  <a:pt x="1780675" y="86169"/>
                </a:lnTo>
                <a:lnTo>
                  <a:pt x="1781251" y="86767"/>
                </a:lnTo>
                <a:lnTo>
                  <a:pt x="1781816" y="87373"/>
                </a:lnTo>
                <a:lnTo>
                  <a:pt x="1782369" y="87987"/>
                </a:lnTo>
                <a:lnTo>
                  <a:pt x="1782911" y="88609"/>
                </a:lnTo>
                <a:lnTo>
                  <a:pt x="1783440" y="89240"/>
                </a:lnTo>
                <a:lnTo>
                  <a:pt x="1783958" y="89878"/>
                </a:lnTo>
                <a:lnTo>
                  <a:pt x="1784465" y="90525"/>
                </a:lnTo>
                <a:lnTo>
                  <a:pt x="1784959" y="91180"/>
                </a:lnTo>
                <a:lnTo>
                  <a:pt x="1785442" y="91843"/>
                </a:lnTo>
                <a:lnTo>
                  <a:pt x="1785913" y="92514"/>
                </a:lnTo>
                <a:lnTo>
                  <a:pt x="1786373" y="93193"/>
                </a:lnTo>
                <a:lnTo>
                  <a:pt x="1786821" y="93880"/>
                </a:lnTo>
                <a:lnTo>
                  <a:pt x="1787257" y="94576"/>
                </a:lnTo>
                <a:lnTo>
                  <a:pt x="1787681" y="95279"/>
                </a:lnTo>
                <a:lnTo>
                  <a:pt x="1788094" y="95991"/>
                </a:lnTo>
                <a:lnTo>
                  <a:pt x="1788495" y="96710"/>
                </a:lnTo>
                <a:lnTo>
                  <a:pt x="1788884" y="97438"/>
                </a:lnTo>
                <a:lnTo>
                  <a:pt x="1789262" y="98174"/>
                </a:lnTo>
                <a:lnTo>
                  <a:pt x="1789627" y="98918"/>
                </a:lnTo>
                <a:lnTo>
                  <a:pt x="1789982" y="99671"/>
                </a:lnTo>
                <a:lnTo>
                  <a:pt x="1789982" y="138859"/>
                </a:lnTo>
                <a:lnTo>
                  <a:pt x="1789615" y="139577"/>
                </a:lnTo>
                <a:lnTo>
                  <a:pt x="1789235" y="140287"/>
                </a:lnTo>
                <a:lnTo>
                  <a:pt x="1788842" y="140989"/>
                </a:lnTo>
                <a:lnTo>
                  <a:pt x="1788435" y="141684"/>
                </a:lnTo>
                <a:lnTo>
                  <a:pt x="1788014" y="142371"/>
                </a:lnTo>
                <a:lnTo>
                  <a:pt x="1787580" y="143051"/>
                </a:lnTo>
                <a:lnTo>
                  <a:pt x="1787132" y="143723"/>
                </a:lnTo>
                <a:lnTo>
                  <a:pt x="1786671" y="144387"/>
                </a:lnTo>
                <a:lnTo>
                  <a:pt x="1786196" y="145044"/>
                </a:lnTo>
                <a:lnTo>
                  <a:pt x="1785707" y="145693"/>
                </a:lnTo>
                <a:lnTo>
                  <a:pt x="1785205" y="146335"/>
                </a:lnTo>
                <a:lnTo>
                  <a:pt x="1784690" y="146969"/>
                </a:lnTo>
                <a:lnTo>
                  <a:pt x="1784160" y="147595"/>
                </a:lnTo>
                <a:lnTo>
                  <a:pt x="1783618" y="148213"/>
                </a:lnTo>
                <a:lnTo>
                  <a:pt x="1783061" y="148824"/>
                </a:lnTo>
                <a:lnTo>
                  <a:pt x="1782491" y="149428"/>
                </a:lnTo>
                <a:lnTo>
                  <a:pt x="1781908" y="150024"/>
                </a:lnTo>
                <a:lnTo>
                  <a:pt x="1781311" y="150612"/>
                </a:lnTo>
                <a:lnTo>
                  <a:pt x="1780700" y="151192"/>
                </a:lnTo>
                <a:lnTo>
                  <a:pt x="1780076" y="151765"/>
                </a:lnTo>
                <a:lnTo>
                  <a:pt x="1779438" y="152330"/>
                </a:lnTo>
                <a:lnTo>
                  <a:pt x="1778786" y="152888"/>
                </a:lnTo>
                <a:lnTo>
                  <a:pt x="1778121" y="153438"/>
                </a:lnTo>
                <a:lnTo>
                  <a:pt x="1777443" y="153981"/>
                </a:lnTo>
                <a:lnTo>
                  <a:pt x="1776752" y="154508"/>
                </a:lnTo>
                <a:lnTo>
                  <a:pt x="1776050" y="155013"/>
                </a:lnTo>
                <a:lnTo>
                  <a:pt x="1775338" y="155495"/>
                </a:lnTo>
                <a:lnTo>
                  <a:pt x="1774615" y="155955"/>
                </a:lnTo>
                <a:lnTo>
                  <a:pt x="1773881" y="156393"/>
                </a:lnTo>
                <a:lnTo>
                  <a:pt x="1773137" y="156808"/>
                </a:lnTo>
                <a:lnTo>
                  <a:pt x="1772381" y="157201"/>
                </a:lnTo>
                <a:lnTo>
                  <a:pt x="1771615" y="157571"/>
                </a:lnTo>
                <a:lnTo>
                  <a:pt x="1770838" y="157919"/>
                </a:lnTo>
                <a:lnTo>
                  <a:pt x="1770051" y="158245"/>
                </a:lnTo>
                <a:lnTo>
                  <a:pt x="1769252" y="158548"/>
                </a:lnTo>
                <a:lnTo>
                  <a:pt x="1768443" y="158828"/>
                </a:lnTo>
                <a:lnTo>
                  <a:pt x="1767623" y="159086"/>
                </a:lnTo>
                <a:lnTo>
                  <a:pt x="1766792" y="159322"/>
                </a:lnTo>
                <a:lnTo>
                  <a:pt x="1765951" y="159535"/>
                </a:lnTo>
                <a:lnTo>
                  <a:pt x="1765099" y="159726"/>
                </a:lnTo>
                <a:lnTo>
                  <a:pt x="1764235" y="159894"/>
                </a:lnTo>
                <a:lnTo>
                  <a:pt x="1763362" y="160040"/>
                </a:lnTo>
                <a:lnTo>
                  <a:pt x="1762477" y="160163"/>
                </a:lnTo>
                <a:lnTo>
                  <a:pt x="1761582" y="160264"/>
                </a:lnTo>
                <a:lnTo>
                  <a:pt x="1760676" y="160343"/>
                </a:lnTo>
                <a:lnTo>
                  <a:pt x="1759759" y="160399"/>
                </a:lnTo>
                <a:lnTo>
                  <a:pt x="1758831" y="160433"/>
                </a:lnTo>
                <a:lnTo>
                  <a:pt x="1757893" y="160444"/>
                </a:lnTo>
                <a:lnTo>
                  <a:pt x="1756891" y="160426"/>
                </a:lnTo>
                <a:lnTo>
                  <a:pt x="1755906" y="160371"/>
                </a:lnTo>
                <a:lnTo>
                  <a:pt x="1754940" y="160281"/>
                </a:lnTo>
                <a:lnTo>
                  <a:pt x="1753992" y="160154"/>
                </a:lnTo>
                <a:lnTo>
                  <a:pt x="1753062" y="159990"/>
                </a:lnTo>
                <a:close/>
                <a:moveTo>
                  <a:pt x="2380167" y="187433"/>
                </a:moveTo>
                <a:lnTo>
                  <a:pt x="2381318" y="187325"/>
                </a:lnTo>
                <a:lnTo>
                  <a:pt x="2382454" y="187197"/>
                </a:lnTo>
                <a:lnTo>
                  <a:pt x="2383574" y="187050"/>
                </a:lnTo>
                <a:lnTo>
                  <a:pt x="2384678" y="186883"/>
                </a:lnTo>
                <a:lnTo>
                  <a:pt x="2385767" y="186696"/>
                </a:lnTo>
                <a:lnTo>
                  <a:pt x="2386841" y="186489"/>
                </a:lnTo>
                <a:lnTo>
                  <a:pt x="2387899" y="186263"/>
                </a:lnTo>
                <a:lnTo>
                  <a:pt x="2388942" y="186017"/>
                </a:lnTo>
                <a:lnTo>
                  <a:pt x="2389969" y="185752"/>
                </a:lnTo>
                <a:lnTo>
                  <a:pt x="2390981" y="185467"/>
                </a:lnTo>
                <a:lnTo>
                  <a:pt x="2391978" y="185162"/>
                </a:lnTo>
                <a:lnTo>
                  <a:pt x="2392959" y="184838"/>
                </a:lnTo>
                <a:lnTo>
                  <a:pt x="2393924" y="184494"/>
                </a:lnTo>
                <a:lnTo>
                  <a:pt x="2394874" y="184130"/>
                </a:lnTo>
                <a:lnTo>
                  <a:pt x="2395809" y="183746"/>
                </a:lnTo>
                <a:lnTo>
                  <a:pt x="2396728" y="183343"/>
                </a:lnTo>
                <a:lnTo>
                  <a:pt x="2397632" y="182921"/>
                </a:lnTo>
                <a:lnTo>
                  <a:pt x="2398520" y="182478"/>
                </a:lnTo>
                <a:lnTo>
                  <a:pt x="2399393" y="182016"/>
                </a:lnTo>
                <a:lnTo>
                  <a:pt x="2400253" y="181537"/>
                </a:lnTo>
                <a:lnTo>
                  <a:pt x="2401100" y="181044"/>
                </a:lnTo>
                <a:lnTo>
                  <a:pt x="2401936" y="180537"/>
                </a:lnTo>
                <a:lnTo>
                  <a:pt x="2402760" y="180016"/>
                </a:lnTo>
                <a:lnTo>
                  <a:pt x="2403573" y="179481"/>
                </a:lnTo>
                <a:lnTo>
                  <a:pt x="2404373" y="178932"/>
                </a:lnTo>
                <a:lnTo>
                  <a:pt x="2405162" y="178369"/>
                </a:lnTo>
                <a:lnTo>
                  <a:pt x="2405940" y="177792"/>
                </a:lnTo>
                <a:lnTo>
                  <a:pt x="2406705" y="177200"/>
                </a:lnTo>
                <a:lnTo>
                  <a:pt x="2407459" y="176595"/>
                </a:lnTo>
                <a:lnTo>
                  <a:pt x="2408202" y="175976"/>
                </a:lnTo>
                <a:lnTo>
                  <a:pt x="2408932" y="175342"/>
                </a:lnTo>
                <a:lnTo>
                  <a:pt x="2409651" y="174695"/>
                </a:lnTo>
                <a:lnTo>
                  <a:pt x="2410358" y="174033"/>
                </a:lnTo>
                <a:lnTo>
                  <a:pt x="2411054" y="173358"/>
                </a:lnTo>
                <a:lnTo>
                  <a:pt x="2411737" y="172668"/>
                </a:lnTo>
                <a:lnTo>
                  <a:pt x="2412409" y="171965"/>
                </a:lnTo>
                <a:lnTo>
                  <a:pt x="2413070" y="171247"/>
                </a:lnTo>
                <a:lnTo>
                  <a:pt x="2413718" y="170515"/>
                </a:lnTo>
                <a:lnTo>
                  <a:pt x="2414355" y="169769"/>
                </a:lnTo>
                <a:lnTo>
                  <a:pt x="2414980" y="169010"/>
                </a:lnTo>
                <a:lnTo>
                  <a:pt x="2415594" y="168236"/>
                </a:lnTo>
                <a:lnTo>
                  <a:pt x="2416196" y="167448"/>
                </a:lnTo>
                <a:lnTo>
                  <a:pt x="2416786" y="166646"/>
                </a:lnTo>
                <a:lnTo>
                  <a:pt x="2418269" y="185252"/>
                </a:lnTo>
                <a:lnTo>
                  <a:pt x="2452515" y="185252"/>
                </a:lnTo>
                <a:lnTo>
                  <a:pt x="2452515" y="3775"/>
                </a:lnTo>
                <a:lnTo>
                  <a:pt x="2416786" y="3775"/>
                </a:lnTo>
                <a:lnTo>
                  <a:pt x="2416786" y="70514"/>
                </a:lnTo>
                <a:lnTo>
                  <a:pt x="2416296" y="69756"/>
                </a:lnTo>
                <a:lnTo>
                  <a:pt x="2415792" y="69011"/>
                </a:lnTo>
                <a:lnTo>
                  <a:pt x="2415273" y="68277"/>
                </a:lnTo>
                <a:lnTo>
                  <a:pt x="2414741" y="67556"/>
                </a:lnTo>
                <a:lnTo>
                  <a:pt x="2414195" y="66846"/>
                </a:lnTo>
                <a:lnTo>
                  <a:pt x="2413634" y="66149"/>
                </a:lnTo>
                <a:lnTo>
                  <a:pt x="2413060" y="65464"/>
                </a:lnTo>
                <a:lnTo>
                  <a:pt x="2412471" y="64792"/>
                </a:lnTo>
                <a:lnTo>
                  <a:pt x="2411869" y="64131"/>
                </a:lnTo>
                <a:lnTo>
                  <a:pt x="2411252" y="63483"/>
                </a:lnTo>
                <a:lnTo>
                  <a:pt x="2410622" y="62847"/>
                </a:lnTo>
                <a:lnTo>
                  <a:pt x="2409977" y="62223"/>
                </a:lnTo>
                <a:lnTo>
                  <a:pt x="2409318" y="61611"/>
                </a:lnTo>
                <a:lnTo>
                  <a:pt x="2408646" y="61011"/>
                </a:lnTo>
                <a:lnTo>
                  <a:pt x="2407959" y="60423"/>
                </a:lnTo>
                <a:lnTo>
                  <a:pt x="2407258" y="59848"/>
                </a:lnTo>
                <a:lnTo>
                  <a:pt x="2406543" y="59285"/>
                </a:lnTo>
                <a:lnTo>
                  <a:pt x="2405814" y="58734"/>
                </a:lnTo>
                <a:lnTo>
                  <a:pt x="2405071" y="58195"/>
                </a:lnTo>
                <a:lnTo>
                  <a:pt x="2404314" y="57668"/>
                </a:lnTo>
                <a:lnTo>
                  <a:pt x="2403543" y="57154"/>
                </a:lnTo>
                <a:lnTo>
                  <a:pt x="2402758" y="56652"/>
                </a:lnTo>
                <a:lnTo>
                  <a:pt x="2401959" y="56161"/>
                </a:lnTo>
                <a:lnTo>
                  <a:pt x="2401146" y="55683"/>
                </a:lnTo>
                <a:lnTo>
                  <a:pt x="2400319" y="55221"/>
                </a:lnTo>
                <a:lnTo>
                  <a:pt x="2399478" y="54779"/>
                </a:lnTo>
                <a:lnTo>
                  <a:pt x="2398624" y="54356"/>
                </a:lnTo>
                <a:lnTo>
                  <a:pt x="2397757" y="53953"/>
                </a:lnTo>
                <a:lnTo>
                  <a:pt x="2396875" y="53570"/>
                </a:lnTo>
                <a:lnTo>
                  <a:pt x="2395980" y="53206"/>
                </a:lnTo>
                <a:lnTo>
                  <a:pt x="2395072" y="52862"/>
                </a:lnTo>
                <a:lnTo>
                  <a:pt x="2394150" y="52537"/>
                </a:lnTo>
                <a:lnTo>
                  <a:pt x="2393214" y="52233"/>
                </a:lnTo>
                <a:lnTo>
                  <a:pt x="2392265" y="51948"/>
                </a:lnTo>
                <a:lnTo>
                  <a:pt x="2391302" y="51682"/>
                </a:lnTo>
                <a:lnTo>
                  <a:pt x="2390326" y="51436"/>
                </a:lnTo>
                <a:lnTo>
                  <a:pt x="2389336" y="51210"/>
                </a:lnTo>
                <a:lnTo>
                  <a:pt x="2388333" y="51004"/>
                </a:lnTo>
                <a:lnTo>
                  <a:pt x="2387316" y="50817"/>
                </a:lnTo>
                <a:lnTo>
                  <a:pt x="2386285" y="50650"/>
                </a:lnTo>
                <a:lnTo>
                  <a:pt x="2385241" y="50502"/>
                </a:lnTo>
                <a:lnTo>
                  <a:pt x="2384183" y="50375"/>
                </a:lnTo>
                <a:lnTo>
                  <a:pt x="2383112" y="50267"/>
                </a:lnTo>
                <a:lnTo>
                  <a:pt x="2382027" y="50178"/>
                </a:lnTo>
                <a:lnTo>
                  <a:pt x="2380928" y="50109"/>
                </a:lnTo>
                <a:lnTo>
                  <a:pt x="2379816" y="50060"/>
                </a:lnTo>
                <a:lnTo>
                  <a:pt x="2378691" y="50031"/>
                </a:lnTo>
                <a:lnTo>
                  <a:pt x="2377551" y="50021"/>
                </a:lnTo>
                <a:lnTo>
                  <a:pt x="2376253" y="50034"/>
                </a:lnTo>
                <a:lnTo>
                  <a:pt x="2374966" y="50072"/>
                </a:lnTo>
                <a:lnTo>
                  <a:pt x="2373690" y="50136"/>
                </a:lnTo>
                <a:lnTo>
                  <a:pt x="2372424" y="50225"/>
                </a:lnTo>
                <a:lnTo>
                  <a:pt x="2371169" y="50341"/>
                </a:lnTo>
                <a:lnTo>
                  <a:pt x="2369925" y="50481"/>
                </a:lnTo>
                <a:lnTo>
                  <a:pt x="2368692" y="50648"/>
                </a:lnTo>
                <a:lnTo>
                  <a:pt x="2367469" y="50840"/>
                </a:lnTo>
                <a:lnTo>
                  <a:pt x="2366257" y="51057"/>
                </a:lnTo>
                <a:lnTo>
                  <a:pt x="2365056" y="51300"/>
                </a:lnTo>
                <a:lnTo>
                  <a:pt x="2363866" y="51569"/>
                </a:lnTo>
                <a:lnTo>
                  <a:pt x="2362687" y="51863"/>
                </a:lnTo>
                <a:lnTo>
                  <a:pt x="2361518" y="52183"/>
                </a:lnTo>
                <a:lnTo>
                  <a:pt x="2360360" y="52528"/>
                </a:lnTo>
                <a:lnTo>
                  <a:pt x="2359213" y="52899"/>
                </a:lnTo>
                <a:lnTo>
                  <a:pt x="2358076" y="53296"/>
                </a:lnTo>
                <a:lnTo>
                  <a:pt x="2356951" y="53718"/>
                </a:lnTo>
                <a:lnTo>
                  <a:pt x="2355836" y="54166"/>
                </a:lnTo>
                <a:lnTo>
                  <a:pt x="2354732" y="54639"/>
                </a:lnTo>
                <a:lnTo>
                  <a:pt x="2353638" y="55138"/>
                </a:lnTo>
                <a:lnTo>
                  <a:pt x="2352556" y="55663"/>
                </a:lnTo>
                <a:lnTo>
                  <a:pt x="2351484" y="56213"/>
                </a:lnTo>
                <a:lnTo>
                  <a:pt x="2350423" y="56789"/>
                </a:lnTo>
                <a:lnTo>
                  <a:pt x="2349373" y="57390"/>
                </a:lnTo>
                <a:lnTo>
                  <a:pt x="2348337" y="58017"/>
                </a:lnTo>
                <a:lnTo>
                  <a:pt x="2347319" y="58670"/>
                </a:lnTo>
                <a:lnTo>
                  <a:pt x="2346319" y="59351"/>
                </a:lnTo>
                <a:lnTo>
                  <a:pt x="2345337" y="60057"/>
                </a:lnTo>
                <a:lnTo>
                  <a:pt x="2344373" y="60790"/>
                </a:lnTo>
                <a:lnTo>
                  <a:pt x="2343427" y="61550"/>
                </a:lnTo>
                <a:lnTo>
                  <a:pt x="2342500" y="62336"/>
                </a:lnTo>
                <a:lnTo>
                  <a:pt x="2341590" y="63149"/>
                </a:lnTo>
                <a:lnTo>
                  <a:pt x="2340698" y="63988"/>
                </a:lnTo>
                <a:lnTo>
                  <a:pt x="2339825" y="64854"/>
                </a:lnTo>
                <a:lnTo>
                  <a:pt x="2338969" y="65747"/>
                </a:lnTo>
                <a:lnTo>
                  <a:pt x="2338131" y="66666"/>
                </a:lnTo>
                <a:lnTo>
                  <a:pt x="2337312" y="67611"/>
                </a:lnTo>
                <a:lnTo>
                  <a:pt x="2336510" y="68583"/>
                </a:lnTo>
                <a:lnTo>
                  <a:pt x="2335727" y="69582"/>
                </a:lnTo>
                <a:lnTo>
                  <a:pt x="2334961" y="70607"/>
                </a:lnTo>
                <a:lnTo>
                  <a:pt x="2334214" y="71658"/>
                </a:lnTo>
                <a:lnTo>
                  <a:pt x="2333484" y="72736"/>
                </a:lnTo>
                <a:lnTo>
                  <a:pt x="2332773" y="73841"/>
                </a:lnTo>
                <a:lnTo>
                  <a:pt x="2332079" y="74972"/>
                </a:lnTo>
                <a:lnTo>
                  <a:pt x="2331404" y="76130"/>
                </a:lnTo>
                <a:lnTo>
                  <a:pt x="2330746" y="77314"/>
                </a:lnTo>
                <a:lnTo>
                  <a:pt x="2330107" y="78525"/>
                </a:lnTo>
                <a:lnTo>
                  <a:pt x="2329486" y="79763"/>
                </a:lnTo>
                <a:lnTo>
                  <a:pt x="2328886" y="81027"/>
                </a:lnTo>
                <a:lnTo>
                  <a:pt x="2328312" y="82320"/>
                </a:lnTo>
                <a:lnTo>
                  <a:pt x="2327763" y="83640"/>
                </a:lnTo>
                <a:lnTo>
                  <a:pt x="2327240" y="84989"/>
                </a:lnTo>
                <a:lnTo>
                  <a:pt x="2326743" y="86365"/>
                </a:lnTo>
                <a:lnTo>
                  <a:pt x="2326271" y="87770"/>
                </a:lnTo>
                <a:lnTo>
                  <a:pt x="2325824" y="89202"/>
                </a:lnTo>
                <a:lnTo>
                  <a:pt x="2325403" y="90662"/>
                </a:lnTo>
                <a:lnTo>
                  <a:pt x="2325008" y="92150"/>
                </a:lnTo>
                <a:lnTo>
                  <a:pt x="2324638" y="93666"/>
                </a:lnTo>
                <a:lnTo>
                  <a:pt x="2324293" y="95210"/>
                </a:lnTo>
                <a:lnTo>
                  <a:pt x="2323975" y="96782"/>
                </a:lnTo>
                <a:lnTo>
                  <a:pt x="2323681" y="98382"/>
                </a:lnTo>
                <a:lnTo>
                  <a:pt x="2323413" y="100010"/>
                </a:lnTo>
                <a:lnTo>
                  <a:pt x="2323171" y="101666"/>
                </a:lnTo>
                <a:lnTo>
                  <a:pt x="2322954" y="103350"/>
                </a:lnTo>
                <a:lnTo>
                  <a:pt x="2322763" y="105062"/>
                </a:lnTo>
                <a:lnTo>
                  <a:pt x="2322597" y="106801"/>
                </a:lnTo>
                <a:lnTo>
                  <a:pt x="2322456" y="108569"/>
                </a:lnTo>
                <a:lnTo>
                  <a:pt x="2322342" y="110364"/>
                </a:lnTo>
                <a:lnTo>
                  <a:pt x="2322252" y="112188"/>
                </a:lnTo>
                <a:lnTo>
                  <a:pt x="2322189" y="114039"/>
                </a:lnTo>
                <a:lnTo>
                  <a:pt x="2322150" y="115919"/>
                </a:lnTo>
                <a:lnTo>
                  <a:pt x="2322138" y="117826"/>
                </a:lnTo>
                <a:lnTo>
                  <a:pt x="2322149" y="119801"/>
                </a:lnTo>
                <a:lnTo>
                  <a:pt x="2322185" y="121747"/>
                </a:lnTo>
                <a:lnTo>
                  <a:pt x="2322244" y="123664"/>
                </a:lnTo>
                <a:lnTo>
                  <a:pt x="2322327" y="125552"/>
                </a:lnTo>
                <a:lnTo>
                  <a:pt x="2322433" y="127410"/>
                </a:lnTo>
                <a:lnTo>
                  <a:pt x="2322563" y="129240"/>
                </a:lnTo>
                <a:lnTo>
                  <a:pt x="2322717" y="131040"/>
                </a:lnTo>
                <a:lnTo>
                  <a:pt x="2322894" y="132811"/>
                </a:lnTo>
                <a:lnTo>
                  <a:pt x="2323095" y="134553"/>
                </a:lnTo>
                <a:lnTo>
                  <a:pt x="2323320" y="136266"/>
                </a:lnTo>
                <a:lnTo>
                  <a:pt x="2323568" y="137950"/>
                </a:lnTo>
                <a:lnTo>
                  <a:pt x="2323840" y="139605"/>
                </a:lnTo>
                <a:lnTo>
                  <a:pt x="2324135" y="141230"/>
                </a:lnTo>
                <a:lnTo>
                  <a:pt x="2324454" y="142826"/>
                </a:lnTo>
                <a:lnTo>
                  <a:pt x="2324797" y="144394"/>
                </a:lnTo>
                <a:lnTo>
                  <a:pt x="2325164" y="145932"/>
                </a:lnTo>
                <a:lnTo>
                  <a:pt x="2325554" y="147441"/>
                </a:lnTo>
                <a:lnTo>
                  <a:pt x="2325967" y="148920"/>
                </a:lnTo>
                <a:lnTo>
                  <a:pt x="2326405" y="150371"/>
                </a:lnTo>
                <a:lnTo>
                  <a:pt x="2326866" y="151792"/>
                </a:lnTo>
                <a:lnTo>
                  <a:pt x="2327350" y="153185"/>
                </a:lnTo>
                <a:lnTo>
                  <a:pt x="2327859" y="154548"/>
                </a:lnTo>
                <a:lnTo>
                  <a:pt x="2328391" y="155882"/>
                </a:lnTo>
                <a:lnTo>
                  <a:pt x="2328946" y="157187"/>
                </a:lnTo>
                <a:lnTo>
                  <a:pt x="2329522" y="158463"/>
                </a:lnTo>
                <a:lnTo>
                  <a:pt x="2330116" y="159712"/>
                </a:lnTo>
                <a:lnTo>
                  <a:pt x="2330726" y="160933"/>
                </a:lnTo>
                <a:lnTo>
                  <a:pt x="2331354" y="162127"/>
                </a:lnTo>
                <a:lnTo>
                  <a:pt x="2332000" y="163292"/>
                </a:lnTo>
                <a:lnTo>
                  <a:pt x="2332662" y="164430"/>
                </a:lnTo>
                <a:lnTo>
                  <a:pt x="2333342" y="165540"/>
                </a:lnTo>
                <a:lnTo>
                  <a:pt x="2334040" y="166623"/>
                </a:lnTo>
                <a:lnTo>
                  <a:pt x="2334754" y="167678"/>
                </a:lnTo>
                <a:lnTo>
                  <a:pt x="2335486" y="168705"/>
                </a:lnTo>
                <a:lnTo>
                  <a:pt x="2336236" y="169704"/>
                </a:lnTo>
                <a:lnTo>
                  <a:pt x="2337002" y="170676"/>
                </a:lnTo>
                <a:lnTo>
                  <a:pt x="2337786" y="171620"/>
                </a:lnTo>
                <a:lnTo>
                  <a:pt x="2338587" y="172536"/>
                </a:lnTo>
                <a:lnTo>
                  <a:pt x="2339406" y="173425"/>
                </a:lnTo>
                <a:lnTo>
                  <a:pt x="2340242" y="174286"/>
                </a:lnTo>
                <a:lnTo>
                  <a:pt x="2341095" y="175119"/>
                </a:lnTo>
                <a:lnTo>
                  <a:pt x="2341965" y="175924"/>
                </a:lnTo>
                <a:lnTo>
                  <a:pt x="2342853" y="176702"/>
                </a:lnTo>
                <a:lnTo>
                  <a:pt x="2343758" y="177452"/>
                </a:lnTo>
                <a:lnTo>
                  <a:pt x="2344681" y="178174"/>
                </a:lnTo>
                <a:lnTo>
                  <a:pt x="2345621" y="178869"/>
                </a:lnTo>
                <a:lnTo>
                  <a:pt x="2346578" y="179536"/>
                </a:lnTo>
                <a:lnTo>
                  <a:pt x="2347552" y="180175"/>
                </a:lnTo>
                <a:lnTo>
                  <a:pt x="2348541" y="180787"/>
                </a:lnTo>
                <a:lnTo>
                  <a:pt x="2349540" y="181373"/>
                </a:lnTo>
                <a:lnTo>
                  <a:pt x="2350549" y="181934"/>
                </a:lnTo>
                <a:lnTo>
                  <a:pt x="2351569" y="182468"/>
                </a:lnTo>
                <a:lnTo>
                  <a:pt x="2352600" y="182976"/>
                </a:lnTo>
                <a:lnTo>
                  <a:pt x="2353641" y="183458"/>
                </a:lnTo>
                <a:lnTo>
                  <a:pt x="2354692" y="183914"/>
                </a:lnTo>
                <a:lnTo>
                  <a:pt x="2355754" y="184344"/>
                </a:lnTo>
                <a:lnTo>
                  <a:pt x="2356827" y="184748"/>
                </a:lnTo>
                <a:lnTo>
                  <a:pt x="2357910" y="185125"/>
                </a:lnTo>
                <a:lnTo>
                  <a:pt x="2359004" y="185477"/>
                </a:lnTo>
                <a:lnTo>
                  <a:pt x="2360108" y="185803"/>
                </a:lnTo>
                <a:lnTo>
                  <a:pt x="2361223" y="186103"/>
                </a:lnTo>
                <a:lnTo>
                  <a:pt x="2362348" y="186376"/>
                </a:lnTo>
                <a:lnTo>
                  <a:pt x="2363484" y="186624"/>
                </a:lnTo>
                <a:lnTo>
                  <a:pt x="2364630" y="186845"/>
                </a:lnTo>
                <a:lnTo>
                  <a:pt x="2365787" y="187040"/>
                </a:lnTo>
                <a:lnTo>
                  <a:pt x="2366955" y="187210"/>
                </a:lnTo>
                <a:lnTo>
                  <a:pt x="2368133" y="187353"/>
                </a:lnTo>
                <a:lnTo>
                  <a:pt x="2369321" y="187470"/>
                </a:lnTo>
                <a:lnTo>
                  <a:pt x="2370520" y="187562"/>
                </a:lnTo>
                <a:lnTo>
                  <a:pt x="2371730" y="187627"/>
                </a:lnTo>
                <a:lnTo>
                  <a:pt x="2372950" y="187666"/>
                </a:lnTo>
                <a:lnTo>
                  <a:pt x="2374181" y="187679"/>
                </a:lnTo>
                <a:lnTo>
                  <a:pt x="2375409" y="187669"/>
                </a:lnTo>
                <a:lnTo>
                  <a:pt x="2376622" y="187640"/>
                </a:lnTo>
                <a:lnTo>
                  <a:pt x="2377819" y="187590"/>
                </a:lnTo>
                <a:lnTo>
                  <a:pt x="2379001" y="187522"/>
                </a:lnTo>
                <a:lnTo>
                  <a:pt x="2380167" y="187433"/>
                </a:lnTo>
                <a:close/>
                <a:moveTo>
                  <a:pt x="2379866" y="159990"/>
                </a:moveTo>
                <a:lnTo>
                  <a:pt x="2378954" y="159791"/>
                </a:lnTo>
                <a:lnTo>
                  <a:pt x="2378060" y="159555"/>
                </a:lnTo>
                <a:lnTo>
                  <a:pt x="2377184" y="159283"/>
                </a:lnTo>
                <a:lnTo>
                  <a:pt x="2376326" y="158974"/>
                </a:lnTo>
                <a:lnTo>
                  <a:pt x="2375486" y="158630"/>
                </a:lnTo>
                <a:lnTo>
                  <a:pt x="2374664" y="158249"/>
                </a:lnTo>
                <a:lnTo>
                  <a:pt x="2373860" y="157832"/>
                </a:lnTo>
                <a:lnTo>
                  <a:pt x="2373075" y="157378"/>
                </a:lnTo>
                <a:lnTo>
                  <a:pt x="2372307" y="156888"/>
                </a:lnTo>
                <a:lnTo>
                  <a:pt x="2371557" y="156362"/>
                </a:lnTo>
                <a:lnTo>
                  <a:pt x="2370825" y="155800"/>
                </a:lnTo>
                <a:lnTo>
                  <a:pt x="2370111" y="155201"/>
                </a:lnTo>
                <a:lnTo>
                  <a:pt x="2369415" y="154566"/>
                </a:lnTo>
                <a:lnTo>
                  <a:pt x="2368738" y="153895"/>
                </a:lnTo>
                <a:lnTo>
                  <a:pt x="2368078" y="153188"/>
                </a:lnTo>
                <a:lnTo>
                  <a:pt x="2367436" y="152444"/>
                </a:lnTo>
                <a:lnTo>
                  <a:pt x="2366812" y="151664"/>
                </a:lnTo>
                <a:lnTo>
                  <a:pt x="2366207" y="150847"/>
                </a:lnTo>
                <a:lnTo>
                  <a:pt x="2365619" y="149995"/>
                </a:lnTo>
                <a:lnTo>
                  <a:pt x="2365053" y="149104"/>
                </a:lnTo>
                <a:lnTo>
                  <a:pt x="2364510" y="148175"/>
                </a:lnTo>
                <a:lnTo>
                  <a:pt x="2363992" y="147206"/>
                </a:lnTo>
                <a:lnTo>
                  <a:pt x="2363497" y="146199"/>
                </a:lnTo>
                <a:lnTo>
                  <a:pt x="2363027" y="145152"/>
                </a:lnTo>
                <a:lnTo>
                  <a:pt x="2362581" y="144066"/>
                </a:lnTo>
                <a:lnTo>
                  <a:pt x="2362159" y="142940"/>
                </a:lnTo>
                <a:lnTo>
                  <a:pt x="2361762" y="141776"/>
                </a:lnTo>
                <a:lnTo>
                  <a:pt x="2361388" y="140572"/>
                </a:lnTo>
                <a:lnTo>
                  <a:pt x="2361038" y="139330"/>
                </a:lnTo>
                <a:lnTo>
                  <a:pt x="2360713" y="138048"/>
                </a:lnTo>
                <a:lnTo>
                  <a:pt x="2360411" y="136727"/>
                </a:lnTo>
                <a:lnTo>
                  <a:pt x="2360134" y="135367"/>
                </a:lnTo>
                <a:lnTo>
                  <a:pt x="2359881" y="133968"/>
                </a:lnTo>
                <a:lnTo>
                  <a:pt x="2359652" y="132529"/>
                </a:lnTo>
                <a:lnTo>
                  <a:pt x="2359447" y="131052"/>
                </a:lnTo>
                <a:lnTo>
                  <a:pt x="2359266" y="129535"/>
                </a:lnTo>
                <a:lnTo>
                  <a:pt x="2359110" y="127979"/>
                </a:lnTo>
                <a:lnTo>
                  <a:pt x="2358977" y="126384"/>
                </a:lnTo>
                <a:lnTo>
                  <a:pt x="2358868" y="124750"/>
                </a:lnTo>
                <a:lnTo>
                  <a:pt x="2358784" y="123077"/>
                </a:lnTo>
                <a:lnTo>
                  <a:pt x="2358724" y="121364"/>
                </a:lnTo>
                <a:lnTo>
                  <a:pt x="2358688" y="119612"/>
                </a:lnTo>
                <a:lnTo>
                  <a:pt x="2358676" y="117822"/>
                </a:lnTo>
                <a:lnTo>
                  <a:pt x="2358688" y="116188"/>
                </a:lnTo>
                <a:lnTo>
                  <a:pt x="2358726" y="114586"/>
                </a:lnTo>
                <a:lnTo>
                  <a:pt x="2358789" y="113017"/>
                </a:lnTo>
                <a:lnTo>
                  <a:pt x="2358878" y="111481"/>
                </a:lnTo>
                <a:lnTo>
                  <a:pt x="2358992" y="109977"/>
                </a:lnTo>
                <a:lnTo>
                  <a:pt x="2359131" y="108505"/>
                </a:lnTo>
                <a:lnTo>
                  <a:pt x="2359295" y="107066"/>
                </a:lnTo>
                <a:lnTo>
                  <a:pt x="2359485" y="105659"/>
                </a:lnTo>
                <a:lnTo>
                  <a:pt x="2359699" y="104285"/>
                </a:lnTo>
                <a:lnTo>
                  <a:pt x="2359940" y="102943"/>
                </a:lnTo>
                <a:lnTo>
                  <a:pt x="2360205" y="101634"/>
                </a:lnTo>
                <a:lnTo>
                  <a:pt x="2360496" y="100357"/>
                </a:lnTo>
                <a:lnTo>
                  <a:pt x="2360812" y="99113"/>
                </a:lnTo>
                <a:lnTo>
                  <a:pt x="2361153" y="97901"/>
                </a:lnTo>
                <a:lnTo>
                  <a:pt x="2361520" y="96722"/>
                </a:lnTo>
                <a:lnTo>
                  <a:pt x="2361911" y="95575"/>
                </a:lnTo>
                <a:lnTo>
                  <a:pt x="2362329" y="94461"/>
                </a:lnTo>
                <a:lnTo>
                  <a:pt x="2362771" y="93379"/>
                </a:lnTo>
                <a:lnTo>
                  <a:pt x="2363239" y="92330"/>
                </a:lnTo>
                <a:lnTo>
                  <a:pt x="2363732" y="91313"/>
                </a:lnTo>
                <a:lnTo>
                  <a:pt x="2364250" y="90328"/>
                </a:lnTo>
                <a:lnTo>
                  <a:pt x="2364793" y="89376"/>
                </a:lnTo>
                <a:lnTo>
                  <a:pt x="2365362" y="88457"/>
                </a:lnTo>
                <a:lnTo>
                  <a:pt x="2365956" y="87570"/>
                </a:lnTo>
                <a:lnTo>
                  <a:pt x="2366573" y="86717"/>
                </a:lnTo>
                <a:lnTo>
                  <a:pt x="2367211" y="85901"/>
                </a:lnTo>
                <a:lnTo>
                  <a:pt x="2367869" y="85121"/>
                </a:lnTo>
                <a:lnTo>
                  <a:pt x="2368548" y="84377"/>
                </a:lnTo>
                <a:lnTo>
                  <a:pt x="2369247" y="83670"/>
                </a:lnTo>
                <a:lnTo>
                  <a:pt x="2369967" y="82999"/>
                </a:lnTo>
                <a:lnTo>
                  <a:pt x="2370708" y="82364"/>
                </a:lnTo>
                <a:lnTo>
                  <a:pt x="2371469" y="81765"/>
                </a:lnTo>
                <a:lnTo>
                  <a:pt x="2372251" y="81203"/>
                </a:lnTo>
                <a:lnTo>
                  <a:pt x="2373053" y="80676"/>
                </a:lnTo>
                <a:lnTo>
                  <a:pt x="2373876" y="80187"/>
                </a:lnTo>
                <a:lnTo>
                  <a:pt x="2374720" y="79733"/>
                </a:lnTo>
                <a:lnTo>
                  <a:pt x="2375584" y="79316"/>
                </a:lnTo>
                <a:lnTo>
                  <a:pt x="2376469" y="78935"/>
                </a:lnTo>
                <a:lnTo>
                  <a:pt x="2377374" y="78590"/>
                </a:lnTo>
                <a:lnTo>
                  <a:pt x="2378300" y="78282"/>
                </a:lnTo>
                <a:lnTo>
                  <a:pt x="2379247" y="78010"/>
                </a:lnTo>
                <a:lnTo>
                  <a:pt x="2380214" y="77774"/>
                </a:lnTo>
                <a:lnTo>
                  <a:pt x="2381202" y="77574"/>
                </a:lnTo>
                <a:lnTo>
                  <a:pt x="2382210" y="77411"/>
                </a:lnTo>
                <a:lnTo>
                  <a:pt x="2383239" y="77284"/>
                </a:lnTo>
                <a:lnTo>
                  <a:pt x="2384289" y="77193"/>
                </a:lnTo>
                <a:lnTo>
                  <a:pt x="2385359" y="77139"/>
                </a:lnTo>
                <a:lnTo>
                  <a:pt x="2386450" y="77121"/>
                </a:lnTo>
                <a:lnTo>
                  <a:pt x="2387365" y="77133"/>
                </a:lnTo>
                <a:lnTo>
                  <a:pt x="2388268" y="77168"/>
                </a:lnTo>
                <a:lnTo>
                  <a:pt x="2389159" y="77226"/>
                </a:lnTo>
                <a:lnTo>
                  <a:pt x="2390038" y="77308"/>
                </a:lnTo>
                <a:lnTo>
                  <a:pt x="2390904" y="77413"/>
                </a:lnTo>
                <a:lnTo>
                  <a:pt x="2391759" y="77542"/>
                </a:lnTo>
                <a:lnTo>
                  <a:pt x="2392601" y="77694"/>
                </a:lnTo>
                <a:lnTo>
                  <a:pt x="2393431" y="77869"/>
                </a:lnTo>
                <a:lnTo>
                  <a:pt x="2394249" y="78068"/>
                </a:lnTo>
                <a:lnTo>
                  <a:pt x="2395054" y="78291"/>
                </a:lnTo>
                <a:lnTo>
                  <a:pt x="2395848" y="78536"/>
                </a:lnTo>
                <a:lnTo>
                  <a:pt x="2396629" y="78805"/>
                </a:lnTo>
                <a:lnTo>
                  <a:pt x="2397398" y="79098"/>
                </a:lnTo>
                <a:lnTo>
                  <a:pt x="2398155" y="79413"/>
                </a:lnTo>
                <a:lnTo>
                  <a:pt x="2398900" y="79753"/>
                </a:lnTo>
                <a:lnTo>
                  <a:pt x="2399633" y="80115"/>
                </a:lnTo>
                <a:lnTo>
                  <a:pt x="2400353" y="80501"/>
                </a:lnTo>
                <a:lnTo>
                  <a:pt x="2401062" y="80911"/>
                </a:lnTo>
                <a:lnTo>
                  <a:pt x="2401758" y="81343"/>
                </a:lnTo>
                <a:lnTo>
                  <a:pt x="2402442" y="81799"/>
                </a:lnTo>
                <a:lnTo>
                  <a:pt x="2403114" y="82279"/>
                </a:lnTo>
                <a:lnTo>
                  <a:pt x="2403773" y="82782"/>
                </a:lnTo>
                <a:lnTo>
                  <a:pt x="2404421" y="83308"/>
                </a:lnTo>
                <a:lnTo>
                  <a:pt x="2405056" y="83858"/>
                </a:lnTo>
                <a:lnTo>
                  <a:pt x="2405679" y="84424"/>
                </a:lnTo>
                <a:lnTo>
                  <a:pt x="2406291" y="84997"/>
                </a:lnTo>
                <a:lnTo>
                  <a:pt x="2406891" y="85579"/>
                </a:lnTo>
                <a:lnTo>
                  <a:pt x="2407479" y="86169"/>
                </a:lnTo>
                <a:lnTo>
                  <a:pt x="2408056" y="86767"/>
                </a:lnTo>
                <a:lnTo>
                  <a:pt x="2408620" y="87373"/>
                </a:lnTo>
                <a:lnTo>
                  <a:pt x="2409174" y="87987"/>
                </a:lnTo>
                <a:lnTo>
                  <a:pt x="2409715" y="88609"/>
                </a:lnTo>
                <a:lnTo>
                  <a:pt x="2410245" y="89240"/>
                </a:lnTo>
                <a:lnTo>
                  <a:pt x="2410763" y="89878"/>
                </a:lnTo>
                <a:lnTo>
                  <a:pt x="2411269" y="90525"/>
                </a:lnTo>
                <a:lnTo>
                  <a:pt x="2411764" y="91180"/>
                </a:lnTo>
                <a:lnTo>
                  <a:pt x="2412246" y="91843"/>
                </a:lnTo>
                <a:lnTo>
                  <a:pt x="2412718" y="92514"/>
                </a:lnTo>
                <a:lnTo>
                  <a:pt x="2413177" y="93193"/>
                </a:lnTo>
                <a:lnTo>
                  <a:pt x="2413625" y="93880"/>
                </a:lnTo>
                <a:lnTo>
                  <a:pt x="2414061" y="94576"/>
                </a:lnTo>
                <a:lnTo>
                  <a:pt x="2414485" y="95279"/>
                </a:lnTo>
                <a:lnTo>
                  <a:pt x="2414898" y="95991"/>
                </a:lnTo>
                <a:lnTo>
                  <a:pt x="2415299" y="96710"/>
                </a:lnTo>
                <a:lnTo>
                  <a:pt x="2415688" y="97438"/>
                </a:lnTo>
                <a:lnTo>
                  <a:pt x="2416066" y="98174"/>
                </a:lnTo>
                <a:lnTo>
                  <a:pt x="2416432" y="98918"/>
                </a:lnTo>
                <a:lnTo>
                  <a:pt x="2416786" y="99671"/>
                </a:lnTo>
                <a:lnTo>
                  <a:pt x="2416786" y="138859"/>
                </a:lnTo>
                <a:lnTo>
                  <a:pt x="2416420" y="139577"/>
                </a:lnTo>
                <a:lnTo>
                  <a:pt x="2416040" y="140287"/>
                </a:lnTo>
                <a:lnTo>
                  <a:pt x="2415646" y="140989"/>
                </a:lnTo>
                <a:lnTo>
                  <a:pt x="2415239" y="141684"/>
                </a:lnTo>
                <a:lnTo>
                  <a:pt x="2414818" y="142371"/>
                </a:lnTo>
                <a:lnTo>
                  <a:pt x="2414384" y="143051"/>
                </a:lnTo>
                <a:lnTo>
                  <a:pt x="2413937" y="143723"/>
                </a:lnTo>
                <a:lnTo>
                  <a:pt x="2413475" y="144387"/>
                </a:lnTo>
                <a:lnTo>
                  <a:pt x="2413000" y="145044"/>
                </a:lnTo>
                <a:lnTo>
                  <a:pt x="2412512" y="145693"/>
                </a:lnTo>
                <a:lnTo>
                  <a:pt x="2412010" y="146335"/>
                </a:lnTo>
                <a:lnTo>
                  <a:pt x="2411494" y="146969"/>
                </a:lnTo>
                <a:lnTo>
                  <a:pt x="2410965" y="147595"/>
                </a:lnTo>
                <a:lnTo>
                  <a:pt x="2410422" y="148213"/>
                </a:lnTo>
                <a:lnTo>
                  <a:pt x="2409865" y="148824"/>
                </a:lnTo>
                <a:lnTo>
                  <a:pt x="2409296" y="149428"/>
                </a:lnTo>
                <a:lnTo>
                  <a:pt x="2408712" y="150024"/>
                </a:lnTo>
                <a:lnTo>
                  <a:pt x="2408115" y="150612"/>
                </a:lnTo>
                <a:lnTo>
                  <a:pt x="2407504" y="151192"/>
                </a:lnTo>
                <a:lnTo>
                  <a:pt x="2406880" y="151765"/>
                </a:lnTo>
                <a:lnTo>
                  <a:pt x="2406242" y="152330"/>
                </a:lnTo>
                <a:lnTo>
                  <a:pt x="2405591" y="152888"/>
                </a:lnTo>
                <a:lnTo>
                  <a:pt x="2404926" y="153438"/>
                </a:lnTo>
                <a:lnTo>
                  <a:pt x="2404247" y="153981"/>
                </a:lnTo>
                <a:lnTo>
                  <a:pt x="2403556" y="154508"/>
                </a:lnTo>
                <a:lnTo>
                  <a:pt x="2402855" y="155013"/>
                </a:lnTo>
                <a:lnTo>
                  <a:pt x="2402142" y="155495"/>
                </a:lnTo>
                <a:lnTo>
                  <a:pt x="2401419" y="155955"/>
                </a:lnTo>
                <a:lnTo>
                  <a:pt x="2400686" y="156393"/>
                </a:lnTo>
                <a:lnTo>
                  <a:pt x="2399941" y="156808"/>
                </a:lnTo>
                <a:lnTo>
                  <a:pt x="2399186" y="157201"/>
                </a:lnTo>
                <a:lnTo>
                  <a:pt x="2398419" y="157571"/>
                </a:lnTo>
                <a:lnTo>
                  <a:pt x="2397643" y="157919"/>
                </a:lnTo>
                <a:lnTo>
                  <a:pt x="2396855" y="158245"/>
                </a:lnTo>
                <a:lnTo>
                  <a:pt x="2396057" y="158548"/>
                </a:lnTo>
                <a:lnTo>
                  <a:pt x="2395247" y="158828"/>
                </a:lnTo>
                <a:lnTo>
                  <a:pt x="2394427" y="159086"/>
                </a:lnTo>
                <a:lnTo>
                  <a:pt x="2393597" y="159322"/>
                </a:lnTo>
                <a:lnTo>
                  <a:pt x="2392755" y="159535"/>
                </a:lnTo>
                <a:lnTo>
                  <a:pt x="2391903" y="159726"/>
                </a:lnTo>
                <a:lnTo>
                  <a:pt x="2391040" y="159894"/>
                </a:lnTo>
                <a:lnTo>
                  <a:pt x="2390166" y="160040"/>
                </a:lnTo>
                <a:lnTo>
                  <a:pt x="2389281" y="160163"/>
                </a:lnTo>
                <a:lnTo>
                  <a:pt x="2388386" y="160264"/>
                </a:lnTo>
                <a:lnTo>
                  <a:pt x="2387480" y="160343"/>
                </a:lnTo>
                <a:lnTo>
                  <a:pt x="2386563" y="160399"/>
                </a:lnTo>
                <a:lnTo>
                  <a:pt x="2385636" y="160433"/>
                </a:lnTo>
                <a:lnTo>
                  <a:pt x="2384697" y="160444"/>
                </a:lnTo>
                <a:lnTo>
                  <a:pt x="2383695" y="160426"/>
                </a:lnTo>
                <a:lnTo>
                  <a:pt x="2382711" y="160371"/>
                </a:lnTo>
                <a:lnTo>
                  <a:pt x="2381745" y="160281"/>
                </a:lnTo>
                <a:lnTo>
                  <a:pt x="2380797" y="160154"/>
                </a:lnTo>
                <a:lnTo>
                  <a:pt x="2379866" y="159990"/>
                </a:lnTo>
                <a:close/>
                <a:moveTo>
                  <a:pt x="49898" y="10770"/>
                </a:moveTo>
                <a:lnTo>
                  <a:pt x="49423" y="11362"/>
                </a:lnTo>
                <a:lnTo>
                  <a:pt x="48944" y="11951"/>
                </a:lnTo>
                <a:lnTo>
                  <a:pt x="48459" y="12536"/>
                </a:lnTo>
                <a:lnTo>
                  <a:pt x="47969" y="13117"/>
                </a:lnTo>
                <a:lnTo>
                  <a:pt x="47473" y="13693"/>
                </a:lnTo>
                <a:lnTo>
                  <a:pt x="46972" y="14266"/>
                </a:lnTo>
                <a:lnTo>
                  <a:pt x="46466" y="14835"/>
                </a:lnTo>
                <a:lnTo>
                  <a:pt x="45954" y="15400"/>
                </a:lnTo>
                <a:lnTo>
                  <a:pt x="45437" y="15961"/>
                </a:lnTo>
                <a:lnTo>
                  <a:pt x="44914" y="16518"/>
                </a:lnTo>
                <a:lnTo>
                  <a:pt x="44386" y="17072"/>
                </a:lnTo>
                <a:lnTo>
                  <a:pt x="43853" y="17621"/>
                </a:lnTo>
                <a:lnTo>
                  <a:pt x="43314" y="18166"/>
                </a:lnTo>
                <a:lnTo>
                  <a:pt x="42770" y="18707"/>
                </a:lnTo>
                <a:lnTo>
                  <a:pt x="42221" y="19245"/>
                </a:lnTo>
                <a:lnTo>
                  <a:pt x="41666" y="19778"/>
                </a:lnTo>
                <a:lnTo>
                  <a:pt x="41105" y="20307"/>
                </a:lnTo>
                <a:lnTo>
                  <a:pt x="40540" y="20833"/>
                </a:lnTo>
                <a:lnTo>
                  <a:pt x="39969" y="21354"/>
                </a:lnTo>
                <a:lnTo>
                  <a:pt x="39392" y="21872"/>
                </a:lnTo>
                <a:lnTo>
                  <a:pt x="38811" y="22386"/>
                </a:lnTo>
                <a:lnTo>
                  <a:pt x="38223" y="22895"/>
                </a:lnTo>
                <a:lnTo>
                  <a:pt x="37630" y="23400"/>
                </a:lnTo>
                <a:lnTo>
                  <a:pt x="37028" y="23900"/>
                </a:lnTo>
                <a:lnTo>
                  <a:pt x="36418" y="24394"/>
                </a:lnTo>
                <a:lnTo>
                  <a:pt x="35800" y="24883"/>
                </a:lnTo>
                <a:lnTo>
                  <a:pt x="35175" y="25367"/>
                </a:lnTo>
                <a:lnTo>
                  <a:pt x="34541" y="25845"/>
                </a:lnTo>
                <a:lnTo>
                  <a:pt x="33899" y="26318"/>
                </a:lnTo>
                <a:lnTo>
                  <a:pt x="33250" y="26786"/>
                </a:lnTo>
                <a:lnTo>
                  <a:pt x="32592" y="27248"/>
                </a:lnTo>
                <a:lnTo>
                  <a:pt x="31927" y="27705"/>
                </a:lnTo>
                <a:lnTo>
                  <a:pt x="31253" y="28157"/>
                </a:lnTo>
                <a:lnTo>
                  <a:pt x="30572" y="28603"/>
                </a:lnTo>
                <a:lnTo>
                  <a:pt x="29883" y="29044"/>
                </a:lnTo>
                <a:lnTo>
                  <a:pt x="29185" y="29480"/>
                </a:lnTo>
                <a:lnTo>
                  <a:pt x="28480" y="29910"/>
                </a:lnTo>
                <a:lnTo>
                  <a:pt x="27767" y="30335"/>
                </a:lnTo>
                <a:lnTo>
                  <a:pt x="27046" y="30755"/>
                </a:lnTo>
                <a:lnTo>
                  <a:pt x="26316" y="31169"/>
                </a:lnTo>
                <a:lnTo>
                  <a:pt x="25579" y="31578"/>
                </a:lnTo>
                <a:lnTo>
                  <a:pt x="24834" y="31981"/>
                </a:lnTo>
                <a:lnTo>
                  <a:pt x="24081" y="32380"/>
                </a:lnTo>
                <a:lnTo>
                  <a:pt x="23320" y="32773"/>
                </a:lnTo>
                <a:lnTo>
                  <a:pt x="22551" y="33160"/>
                </a:lnTo>
                <a:lnTo>
                  <a:pt x="21775" y="33542"/>
                </a:lnTo>
                <a:lnTo>
                  <a:pt x="20988" y="33918"/>
                </a:lnTo>
                <a:lnTo>
                  <a:pt x="20192" y="34288"/>
                </a:lnTo>
                <a:lnTo>
                  <a:pt x="19385" y="34651"/>
                </a:lnTo>
                <a:lnTo>
                  <a:pt x="18567" y="35007"/>
                </a:lnTo>
                <a:lnTo>
                  <a:pt x="17738" y="35357"/>
                </a:lnTo>
                <a:lnTo>
                  <a:pt x="16900" y="35701"/>
                </a:lnTo>
                <a:lnTo>
                  <a:pt x="16050" y="36038"/>
                </a:lnTo>
                <a:lnTo>
                  <a:pt x="15190" y="36368"/>
                </a:lnTo>
                <a:lnTo>
                  <a:pt x="14320" y="36692"/>
                </a:lnTo>
                <a:lnTo>
                  <a:pt x="13439" y="37010"/>
                </a:lnTo>
                <a:lnTo>
                  <a:pt x="12548" y="37321"/>
                </a:lnTo>
                <a:lnTo>
                  <a:pt x="11646" y="37625"/>
                </a:lnTo>
                <a:lnTo>
                  <a:pt x="10733" y="37923"/>
                </a:lnTo>
                <a:lnTo>
                  <a:pt x="9810" y="38215"/>
                </a:lnTo>
                <a:lnTo>
                  <a:pt x="8876" y="38500"/>
                </a:lnTo>
                <a:lnTo>
                  <a:pt x="7932" y="38778"/>
                </a:lnTo>
                <a:lnTo>
                  <a:pt x="6978" y="39050"/>
                </a:lnTo>
                <a:lnTo>
                  <a:pt x="6012" y="39316"/>
                </a:lnTo>
                <a:lnTo>
                  <a:pt x="5037" y="39575"/>
                </a:lnTo>
                <a:lnTo>
                  <a:pt x="4050" y="39827"/>
                </a:lnTo>
                <a:lnTo>
                  <a:pt x="3054" y="40073"/>
                </a:lnTo>
                <a:lnTo>
                  <a:pt x="2046" y="40313"/>
                </a:lnTo>
                <a:lnTo>
                  <a:pt x="1028" y="40546"/>
                </a:lnTo>
                <a:lnTo>
                  <a:pt x="0" y="40772"/>
                </a:lnTo>
                <a:lnTo>
                  <a:pt x="0" y="73940"/>
                </a:lnTo>
                <a:lnTo>
                  <a:pt x="1017" y="73792"/>
                </a:lnTo>
                <a:lnTo>
                  <a:pt x="2022" y="73639"/>
                </a:lnTo>
                <a:lnTo>
                  <a:pt x="3016" y="73480"/>
                </a:lnTo>
                <a:lnTo>
                  <a:pt x="3998" y="73315"/>
                </a:lnTo>
                <a:lnTo>
                  <a:pt x="4969" y="73144"/>
                </a:lnTo>
                <a:lnTo>
                  <a:pt x="5928" y="72968"/>
                </a:lnTo>
                <a:lnTo>
                  <a:pt x="6876" y="72785"/>
                </a:lnTo>
                <a:lnTo>
                  <a:pt x="7812" y="72597"/>
                </a:lnTo>
                <a:lnTo>
                  <a:pt x="8737" y="72403"/>
                </a:lnTo>
                <a:lnTo>
                  <a:pt x="9651" y="72204"/>
                </a:lnTo>
                <a:lnTo>
                  <a:pt x="10553" y="71998"/>
                </a:lnTo>
                <a:lnTo>
                  <a:pt x="11443" y="71787"/>
                </a:lnTo>
                <a:lnTo>
                  <a:pt x="12322" y="71570"/>
                </a:lnTo>
                <a:lnTo>
                  <a:pt x="13190" y="71347"/>
                </a:lnTo>
                <a:lnTo>
                  <a:pt x="14046" y="71118"/>
                </a:lnTo>
                <a:lnTo>
                  <a:pt x="14891" y="70884"/>
                </a:lnTo>
                <a:lnTo>
                  <a:pt x="15724" y="70644"/>
                </a:lnTo>
                <a:lnTo>
                  <a:pt x="16546" y="70397"/>
                </a:lnTo>
                <a:lnTo>
                  <a:pt x="17356" y="70146"/>
                </a:lnTo>
                <a:lnTo>
                  <a:pt x="18155" y="69888"/>
                </a:lnTo>
                <a:lnTo>
                  <a:pt x="18942" y="69625"/>
                </a:lnTo>
                <a:lnTo>
                  <a:pt x="19718" y="69355"/>
                </a:lnTo>
                <a:lnTo>
                  <a:pt x="20482" y="69080"/>
                </a:lnTo>
                <a:lnTo>
                  <a:pt x="21235" y="68800"/>
                </a:lnTo>
                <a:lnTo>
                  <a:pt x="21978" y="68514"/>
                </a:lnTo>
                <a:lnTo>
                  <a:pt x="22711" y="68224"/>
                </a:lnTo>
                <a:lnTo>
                  <a:pt x="23436" y="67931"/>
                </a:lnTo>
                <a:lnTo>
                  <a:pt x="24151" y="67634"/>
                </a:lnTo>
                <a:lnTo>
                  <a:pt x="24857" y="67333"/>
                </a:lnTo>
                <a:lnTo>
                  <a:pt x="25554" y="67029"/>
                </a:lnTo>
                <a:lnTo>
                  <a:pt x="26242" y="66721"/>
                </a:lnTo>
                <a:lnTo>
                  <a:pt x="26920" y="66409"/>
                </a:lnTo>
                <a:lnTo>
                  <a:pt x="27590" y="66094"/>
                </a:lnTo>
                <a:lnTo>
                  <a:pt x="28250" y="65775"/>
                </a:lnTo>
                <a:lnTo>
                  <a:pt x="28902" y="65452"/>
                </a:lnTo>
                <a:lnTo>
                  <a:pt x="29544" y="65126"/>
                </a:lnTo>
                <a:lnTo>
                  <a:pt x="30177" y="64795"/>
                </a:lnTo>
                <a:lnTo>
                  <a:pt x="30801" y="64462"/>
                </a:lnTo>
                <a:lnTo>
                  <a:pt x="31416" y="64124"/>
                </a:lnTo>
                <a:lnTo>
                  <a:pt x="32021" y="63783"/>
                </a:lnTo>
                <a:lnTo>
                  <a:pt x="32618" y="63438"/>
                </a:lnTo>
                <a:lnTo>
                  <a:pt x="33205" y="63089"/>
                </a:lnTo>
                <a:lnTo>
                  <a:pt x="33784" y="62737"/>
                </a:lnTo>
                <a:lnTo>
                  <a:pt x="34353" y="62381"/>
                </a:lnTo>
                <a:lnTo>
                  <a:pt x="34913" y="62022"/>
                </a:lnTo>
                <a:lnTo>
                  <a:pt x="35464" y="61658"/>
                </a:lnTo>
                <a:lnTo>
                  <a:pt x="36005" y="61291"/>
                </a:lnTo>
                <a:lnTo>
                  <a:pt x="36538" y="60921"/>
                </a:lnTo>
                <a:lnTo>
                  <a:pt x="37063" y="60547"/>
                </a:lnTo>
                <a:lnTo>
                  <a:pt x="37580" y="60172"/>
                </a:lnTo>
                <a:lnTo>
                  <a:pt x="38091" y="59795"/>
                </a:lnTo>
                <a:lnTo>
                  <a:pt x="38594" y="59416"/>
                </a:lnTo>
                <a:lnTo>
                  <a:pt x="39091" y="59036"/>
                </a:lnTo>
                <a:lnTo>
                  <a:pt x="39580" y="58654"/>
                </a:lnTo>
                <a:lnTo>
                  <a:pt x="40063" y="58271"/>
                </a:lnTo>
                <a:lnTo>
                  <a:pt x="40538" y="57886"/>
                </a:lnTo>
                <a:lnTo>
                  <a:pt x="41006" y="57499"/>
                </a:lnTo>
                <a:lnTo>
                  <a:pt x="41468" y="57111"/>
                </a:lnTo>
                <a:lnTo>
                  <a:pt x="41922" y="56721"/>
                </a:lnTo>
                <a:lnTo>
                  <a:pt x="42369" y="56329"/>
                </a:lnTo>
                <a:lnTo>
                  <a:pt x="42810" y="55936"/>
                </a:lnTo>
                <a:lnTo>
                  <a:pt x="43243" y="55541"/>
                </a:lnTo>
                <a:lnTo>
                  <a:pt x="43669" y="55145"/>
                </a:lnTo>
                <a:lnTo>
                  <a:pt x="44088" y="54747"/>
                </a:lnTo>
                <a:lnTo>
                  <a:pt x="44501" y="54347"/>
                </a:lnTo>
                <a:lnTo>
                  <a:pt x="44906" y="53946"/>
                </a:lnTo>
                <a:lnTo>
                  <a:pt x="45304" y="53543"/>
                </a:lnTo>
                <a:lnTo>
                  <a:pt x="45695" y="53138"/>
                </a:lnTo>
                <a:lnTo>
                  <a:pt x="46079" y="52732"/>
                </a:lnTo>
                <a:lnTo>
                  <a:pt x="46456" y="52324"/>
                </a:lnTo>
                <a:lnTo>
                  <a:pt x="46826" y="51915"/>
                </a:lnTo>
                <a:lnTo>
                  <a:pt x="47189" y="51504"/>
                </a:lnTo>
                <a:lnTo>
                  <a:pt x="47189" y="185252"/>
                </a:lnTo>
                <a:lnTo>
                  <a:pt x="84806" y="185252"/>
                </a:lnTo>
                <a:lnTo>
                  <a:pt x="84806" y="9573"/>
                </a:lnTo>
                <a:lnTo>
                  <a:pt x="50830" y="9573"/>
                </a:lnTo>
                <a:lnTo>
                  <a:pt x="50366" y="10173"/>
                </a:lnTo>
                <a:lnTo>
                  <a:pt x="49898" y="10770"/>
                </a:lnTo>
                <a:close/>
                <a:moveTo>
                  <a:pt x="758281" y="157577"/>
                </a:moveTo>
                <a:lnTo>
                  <a:pt x="757491" y="157533"/>
                </a:lnTo>
                <a:lnTo>
                  <a:pt x="756726" y="157471"/>
                </a:lnTo>
                <a:lnTo>
                  <a:pt x="755987" y="157391"/>
                </a:lnTo>
                <a:lnTo>
                  <a:pt x="755274" y="157294"/>
                </a:lnTo>
                <a:lnTo>
                  <a:pt x="754585" y="157179"/>
                </a:lnTo>
                <a:lnTo>
                  <a:pt x="753923" y="157046"/>
                </a:lnTo>
                <a:lnTo>
                  <a:pt x="753286" y="156896"/>
                </a:lnTo>
                <a:lnTo>
                  <a:pt x="752674" y="156728"/>
                </a:lnTo>
                <a:lnTo>
                  <a:pt x="752088" y="156542"/>
                </a:lnTo>
                <a:lnTo>
                  <a:pt x="751528" y="156339"/>
                </a:lnTo>
                <a:lnTo>
                  <a:pt x="750993" y="156118"/>
                </a:lnTo>
                <a:lnTo>
                  <a:pt x="750483" y="155879"/>
                </a:lnTo>
                <a:lnTo>
                  <a:pt x="749999" y="155623"/>
                </a:lnTo>
                <a:lnTo>
                  <a:pt x="749541" y="155349"/>
                </a:lnTo>
                <a:lnTo>
                  <a:pt x="749108" y="155057"/>
                </a:lnTo>
                <a:lnTo>
                  <a:pt x="748701" y="154747"/>
                </a:lnTo>
                <a:lnTo>
                  <a:pt x="748319" y="154420"/>
                </a:lnTo>
                <a:lnTo>
                  <a:pt x="747962" y="154075"/>
                </a:lnTo>
                <a:lnTo>
                  <a:pt x="747632" y="153712"/>
                </a:lnTo>
                <a:lnTo>
                  <a:pt x="747326" y="153332"/>
                </a:lnTo>
                <a:lnTo>
                  <a:pt x="747046" y="152934"/>
                </a:lnTo>
                <a:lnTo>
                  <a:pt x="746792" y="152519"/>
                </a:lnTo>
                <a:lnTo>
                  <a:pt x="746556" y="152085"/>
                </a:lnTo>
                <a:lnTo>
                  <a:pt x="746329" y="151631"/>
                </a:lnTo>
                <a:lnTo>
                  <a:pt x="746113" y="151159"/>
                </a:lnTo>
                <a:lnTo>
                  <a:pt x="745906" y="150668"/>
                </a:lnTo>
                <a:lnTo>
                  <a:pt x="745710" y="150157"/>
                </a:lnTo>
                <a:lnTo>
                  <a:pt x="745524" y="149627"/>
                </a:lnTo>
                <a:lnTo>
                  <a:pt x="745348" y="149079"/>
                </a:lnTo>
                <a:lnTo>
                  <a:pt x="745182" y="148511"/>
                </a:lnTo>
                <a:lnTo>
                  <a:pt x="745026" y="147924"/>
                </a:lnTo>
                <a:lnTo>
                  <a:pt x="744880" y="147318"/>
                </a:lnTo>
                <a:lnTo>
                  <a:pt x="744744" y="146692"/>
                </a:lnTo>
                <a:lnTo>
                  <a:pt x="744618" y="146048"/>
                </a:lnTo>
                <a:lnTo>
                  <a:pt x="744502" y="145384"/>
                </a:lnTo>
                <a:lnTo>
                  <a:pt x="744397" y="144702"/>
                </a:lnTo>
                <a:lnTo>
                  <a:pt x="744301" y="144000"/>
                </a:lnTo>
                <a:lnTo>
                  <a:pt x="744215" y="143279"/>
                </a:lnTo>
                <a:lnTo>
                  <a:pt x="744140" y="142539"/>
                </a:lnTo>
                <a:lnTo>
                  <a:pt x="744074" y="141780"/>
                </a:lnTo>
                <a:lnTo>
                  <a:pt x="744019" y="141002"/>
                </a:lnTo>
                <a:lnTo>
                  <a:pt x="743974" y="140205"/>
                </a:lnTo>
                <a:lnTo>
                  <a:pt x="743939" y="139388"/>
                </a:lnTo>
                <a:lnTo>
                  <a:pt x="743913" y="138552"/>
                </a:lnTo>
                <a:lnTo>
                  <a:pt x="743898" y="137698"/>
                </a:lnTo>
                <a:lnTo>
                  <a:pt x="743893" y="136824"/>
                </a:lnTo>
                <a:lnTo>
                  <a:pt x="743893" y="79548"/>
                </a:lnTo>
                <a:lnTo>
                  <a:pt x="772611" y="79548"/>
                </a:lnTo>
                <a:lnTo>
                  <a:pt x="772611" y="52043"/>
                </a:lnTo>
                <a:lnTo>
                  <a:pt x="743893" y="52043"/>
                </a:lnTo>
                <a:lnTo>
                  <a:pt x="743893" y="21033"/>
                </a:lnTo>
                <a:lnTo>
                  <a:pt x="708164" y="21033"/>
                </a:lnTo>
                <a:lnTo>
                  <a:pt x="708164" y="52043"/>
                </a:lnTo>
                <a:lnTo>
                  <a:pt x="686322" y="52043"/>
                </a:lnTo>
                <a:lnTo>
                  <a:pt x="686322" y="79548"/>
                </a:lnTo>
                <a:lnTo>
                  <a:pt x="708164" y="79548"/>
                </a:lnTo>
                <a:lnTo>
                  <a:pt x="708164" y="138699"/>
                </a:lnTo>
                <a:lnTo>
                  <a:pt x="708172" y="140057"/>
                </a:lnTo>
                <a:lnTo>
                  <a:pt x="708194" y="141394"/>
                </a:lnTo>
                <a:lnTo>
                  <a:pt x="708232" y="142709"/>
                </a:lnTo>
                <a:lnTo>
                  <a:pt x="708284" y="144003"/>
                </a:lnTo>
                <a:lnTo>
                  <a:pt x="708351" y="145275"/>
                </a:lnTo>
                <a:lnTo>
                  <a:pt x="708434" y="146525"/>
                </a:lnTo>
                <a:lnTo>
                  <a:pt x="708531" y="147754"/>
                </a:lnTo>
                <a:lnTo>
                  <a:pt x="708644" y="148961"/>
                </a:lnTo>
                <a:lnTo>
                  <a:pt x="708771" y="150147"/>
                </a:lnTo>
                <a:lnTo>
                  <a:pt x="708913" y="151310"/>
                </a:lnTo>
                <a:lnTo>
                  <a:pt x="709071" y="152452"/>
                </a:lnTo>
                <a:lnTo>
                  <a:pt x="709243" y="153573"/>
                </a:lnTo>
                <a:lnTo>
                  <a:pt x="709430" y="154672"/>
                </a:lnTo>
                <a:lnTo>
                  <a:pt x="709632" y="155749"/>
                </a:lnTo>
                <a:lnTo>
                  <a:pt x="709850" y="156805"/>
                </a:lnTo>
                <a:lnTo>
                  <a:pt x="710082" y="157839"/>
                </a:lnTo>
                <a:lnTo>
                  <a:pt x="710329" y="158851"/>
                </a:lnTo>
                <a:lnTo>
                  <a:pt x="710591" y="159842"/>
                </a:lnTo>
                <a:lnTo>
                  <a:pt x="710868" y="160811"/>
                </a:lnTo>
                <a:lnTo>
                  <a:pt x="711160" y="161758"/>
                </a:lnTo>
                <a:lnTo>
                  <a:pt x="711467" y="162684"/>
                </a:lnTo>
                <a:lnTo>
                  <a:pt x="711790" y="163588"/>
                </a:lnTo>
                <a:lnTo>
                  <a:pt x="712127" y="164470"/>
                </a:lnTo>
                <a:lnTo>
                  <a:pt x="712479" y="165331"/>
                </a:lnTo>
                <a:lnTo>
                  <a:pt x="712850" y="166172"/>
                </a:lnTo>
                <a:lnTo>
                  <a:pt x="713244" y="166994"/>
                </a:lnTo>
                <a:lnTo>
                  <a:pt x="713662" y="167798"/>
                </a:lnTo>
                <a:lnTo>
                  <a:pt x="714102" y="168583"/>
                </a:lnTo>
                <a:lnTo>
                  <a:pt x="714566" y="169350"/>
                </a:lnTo>
                <a:lnTo>
                  <a:pt x="715053" y="170098"/>
                </a:lnTo>
                <a:lnTo>
                  <a:pt x="715563" y="170827"/>
                </a:lnTo>
                <a:lnTo>
                  <a:pt x="716097" y="171538"/>
                </a:lnTo>
                <a:lnTo>
                  <a:pt x="716653" y="172231"/>
                </a:lnTo>
                <a:lnTo>
                  <a:pt x="717233" y="172905"/>
                </a:lnTo>
                <a:lnTo>
                  <a:pt x="717836" y="173560"/>
                </a:lnTo>
                <a:lnTo>
                  <a:pt x="718462" y="174197"/>
                </a:lnTo>
                <a:lnTo>
                  <a:pt x="719111" y="174816"/>
                </a:lnTo>
                <a:lnTo>
                  <a:pt x="719783" y="175415"/>
                </a:lnTo>
                <a:lnTo>
                  <a:pt x="720479" y="175997"/>
                </a:lnTo>
                <a:lnTo>
                  <a:pt x="721197" y="176559"/>
                </a:lnTo>
                <a:lnTo>
                  <a:pt x="721939" y="177104"/>
                </a:lnTo>
                <a:lnTo>
                  <a:pt x="722704" y="177629"/>
                </a:lnTo>
                <a:lnTo>
                  <a:pt x="723493" y="178136"/>
                </a:lnTo>
                <a:lnTo>
                  <a:pt x="724304" y="178625"/>
                </a:lnTo>
                <a:lnTo>
                  <a:pt x="725139" y="179095"/>
                </a:lnTo>
                <a:lnTo>
                  <a:pt x="725996" y="179547"/>
                </a:lnTo>
                <a:lnTo>
                  <a:pt x="726877" y="179980"/>
                </a:lnTo>
                <a:lnTo>
                  <a:pt x="727781" y="180394"/>
                </a:lnTo>
                <a:lnTo>
                  <a:pt x="728713" y="180790"/>
                </a:lnTo>
                <a:lnTo>
                  <a:pt x="729675" y="181170"/>
                </a:lnTo>
                <a:lnTo>
                  <a:pt x="730669" y="181533"/>
                </a:lnTo>
                <a:lnTo>
                  <a:pt x="731693" y="181878"/>
                </a:lnTo>
                <a:lnTo>
                  <a:pt x="732749" y="182207"/>
                </a:lnTo>
                <a:lnTo>
                  <a:pt x="733836" y="182519"/>
                </a:lnTo>
                <a:lnTo>
                  <a:pt x="734954" y="182815"/>
                </a:lnTo>
                <a:lnTo>
                  <a:pt x="736103" y="183093"/>
                </a:lnTo>
                <a:lnTo>
                  <a:pt x="737284" y="183354"/>
                </a:lnTo>
                <a:lnTo>
                  <a:pt x="738495" y="183599"/>
                </a:lnTo>
                <a:lnTo>
                  <a:pt x="739738" y="183827"/>
                </a:lnTo>
                <a:lnTo>
                  <a:pt x="741011" y="184037"/>
                </a:lnTo>
                <a:lnTo>
                  <a:pt x="742316" y="184231"/>
                </a:lnTo>
                <a:lnTo>
                  <a:pt x="743652" y="184409"/>
                </a:lnTo>
                <a:lnTo>
                  <a:pt x="745019" y="184569"/>
                </a:lnTo>
                <a:lnTo>
                  <a:pt x="746418" y="184712"/>
                </a:lnTo>
                <a:lnTo>
                  <a:pt x="747847" y="184839"/>
                </a:lnTo>
                <a:lnTo>
                  <a:pt x="749307" y="184948"/>
                </a:lnTo>
                <a:lnTo>
                  <a:pt x="750799" y="185041"/>
                </a:lnTo>
                <a:lnTo>
                  <a:pt x="752322" y="185117"/>
                </a:lnTo>
                <a:lnTo>
                  <a:pt x="753876" y="185176"/>
                </a:lnTo>
                <a:lnTo>
                  <a:pt x="755461" y="185218"/>
                </a:lnTo>
                <a:lnTo>
                  <a:pt x="757077" y="185244"/>
                </a:lnTo>
                <a:lnTo>
                  <a:pt x="758724" y="185252"/>
                </a:lnTo>
                <a:lnTo>
                  <a:pt x="772611" y="185252"/>
                </a:lnTo>
                <a:lnTo>
                  <a:pt x="772611" y="157612"/>
                </a:lnTo>
                <a:lnTo>
                  <a:pt x="759938" y="157612"/>
                </a:lnTo>
                <a:lnTo>
                  <a:pt x="759097" y="157604"/>
                </a:lnTo>
                <a:lnTo>
                  <a:pt x="758281" y="157577"/>
                </a:lnTo>
                <a:close/>
                <a:moveTo>
                  <a:pt x="1194941" y="94646"/>
                </a:moveTo>
                <a:lnTo>
                  <a:pt x="1195320" y="94164"/>
                </a:lnTo>
                <a:lnTo>
                  <a:pt x="1195705" y="93691"/>
                </a:lnTo>
                <a:lnTo>
                  <a:pt x="1196095" y="93227"/>
                </a:lnTo>
                <a:lnTo>
                  <a:pt x="1196492" y="92773"/>
                </a:lnTo>
                <a:lnTo>
                  <a:pt x="1196893" y="92328"/>
                </a:lnTo>
                <a:lnTo>
                  <a:pt x="1197300" y="91892"/>
                </a:lnTo>
                <a:lnTo>
                  <a:pt x="1197713" y="91466"/>
                </a:lnTo>
                <a:lnTo>
                  <a:pt x="1198132" y="91048"/>
                </a:lnTo>
                <a:lnTo>
                  <a:pt x="1198556" y="90640"/>
                </a:lnTo>
                <a:lnTo>
                  <a:pt x="1198986" y="90242"/>
                </a:lnTo>
                <a:lnTo>
                  <a:pt x="1199421" y="89853"/>
                </a:lnTo>
                <a:lnTo>
                  <a:pt x="1199862" y="89473"/>
                </a:lnTo>
                <a:lnTo>
                  <a:pt x="1200309" y="89102"/>
                </a:lnTo>
                <a:lnTo>
                  <a:pt x="1200761" y="88740"/>
                </a:lnTo>
                <a:lnTo>
                  <a:pt x="1201219" y="88388"/>
                </a:lnTo>
                <a:lnTo>
                  <a:pt x="1201682" y="88045"/>
                </a:lnTo>
                <a:lnTo>
                  <a:pt x="1202151" y="87712"/>
                </a:lnTo>
                <a:lnTo>
                  <a:pt x="1202626" y="87387"/>
                </a:lnTo>
                <a:lnTo>
                  <a:pt x="1203106" y="87072"/>
                </a:lnTo>
                <a:lnTo>
                  <a:pt x="1203592" y="86767"/>
                </a:lnTo>
                <a:lnTo>
                  <a:pt x="1204084" y="86470"/>
                </a:lnTo>
                <a:lnTo>
                  <a:pt x="1204581" y="86182"/>
                </a:lnTo>
                <a:lnTo>
                  <a:pt x="1205082" y="85901"/>
                </a:lnTo>
                <a:lnTo>
                  <a:pt x="1205588" y="85627"/>
                </a:lnTo>
                <a:lnTo>
                  <a:pt x="1206099" y="85360"/>
                </a:lnTo>
                <a:lnTo>
                  <a:pt x="1206614" y="85101"/>
                </a:lnTo>
                <a:lnTo>
                  <a:pt x="1207134" y="84848"/>
                </a:lnTo>
                <a:lnTo>
                  <a:pt x="1207659" y="84603"/>
                </a:lnTo>
                <a:lnTo>
                  <a:pt x="1208189" y="84365"/>
                </a:lnTo>
                <a:lnTo>
                  <a:pt x="1208723" y="84134"/>
                </a:lnTo>
                <a:lnTo>
                  <a:pt x="1209262" y="83910"/>
                </a:lnTo>
                <a:lnTo>
                  <a:pt x="1209805" y="83694"/>
                </a:lnTo>
                <a:lnTo>
                  <a:pt x="1210353" y="83484"/>
                </a:lnTo>
                <a:lnTo>
                  <a:pt x="1210906" y="83282"/>
                </a:lnTo>
                <a:lnTo>
                  <a:pt x="1211464" y="83087"/>
                </a:lnTo>
                <a:lnTo>
                  <a:pt x="1212026" y="82899"/>
                </a:lnTo>
                <a:lnTo>
                  <a:pt x="1212593" y="82718"/>
                </a:lnTo>
                <a:lnTo>
                  <a:pt x="1213165" y="82544"/>
                </a:lnTo>
                <a:lnTo>
                  <a:pt x="1213741" y="82377"/>
                </a:lnTo>
                <a:lnTo>
                  <a:pt x="1214322" y="82218"/>
                </a:lnTo>
                <a:lnTo>
                  <a:pt x="1214908" y="82066"/>
                </a:lnTo>
                <a:lnTo>
                  <a:pt x="1215498" y="81920"/>
                </a:lnTo>
                <a:lnTo>
                  <a:pt x="1216093" y="81783"/>
                </a:lnTo>
                <a:lnTo>
                  <a:pt x="1216693" y="81652"/>
                </a:lnTo>
                <a:lnTo>
                  <a:pt x="1217297" y="81528"/>
                </a:lnTo>
                <a:lnTo>
                  <a:pt x="1217905" y="81410"/>
                </a:lnTo>
                <a:lnTo>
                  <a:pt x="1218515" y="81298"/>
                </a:lnTo>
                <a:lnTo>
                  <a:pt x="1219128" y="81190"/>
                </a:lnTo>
                <a:lnTo>
                  <a:pt x="1219743" y="81088"/>
                </a:lnTo>
                <a:lnTo>
                  <a:pt x="1220360" y="80990"/>
                </a:lnTo>
                <a:lnTo>
                  <a:pt x="1220979" y="80898"/>
                </a:lnTo>
                <a:lnTo>
                  <a:pt x="1221601" y="80810"/>
                </a:lnTo>
                <a:lnTo>
                  <a:pt x="1222226" y="80728"/>
                </a:lnTo>
                <a:lnTo>
                  <a:pt x="1222852" y="80650"/>
                </a:lnTo>
                <a:lnTo>
                  <a:pt x="1223481" y="80577"/>
                </a:lnTo>
                <a:lnTo>
                  <a:pt x="1224113" y="80510"/>
                </a:lnTo>
                <a:lnTo>
                  <a:pt x="1224746" y="80447"/>
                </a:lnTo>
                <a:lnTo>
                  <a:pt x="1225382" y="80390"/>
                </a:lnTo>
                <a:lnTo>
                  <a:pt x="1226020" y="80337"/>
                </a:lnTo>
                <a:lnTo>
                  <a:pt x="1226661" y="80290"/>
                </a:lnTo>
                <a:lnTo>
                  <a:pt x="1227304" y="80247"/>
                </a:lnTo>
                <a:lnTo>
                  <a:pt x="1227949" y="80210"/>
                </a:lnTo>
                <a:lnTo>
                  <a:pt x="1228597" y="80177"/>
                </a:lnTo>
                <a:lnTo>
                  <a:pt x="1229247" y="80150"/>
                </a:lnTo>
                <a:lnTo>
                  <a:pt x="1229900" y="80127"/>
                </a:lnTo>
                <a:lnTo>
                  <a:pt x="1230554" y="80110"/>
                </a:lnTo>
                <a:lnTo>
                  <a:pt x="1231211" y="80097"/>
                </a:lnTo>
                <a:lnTo>
                  <a:pt x="1231871" y="80090"/>
                </a:lnTo>
                <a:lnTo>
                  <a:pt x="1232532" y="80087"/>
                </a:lnTo>
                <a:lnTo>
                  <a:pt x="1235903" y="80087"/>
                </a:lnTo>
                <a:lnTo>
                  <a:pt x="1235903" y="50021"/>
                </a:lnTo>
                <a:lnTo>
                  <a:pt x="1233207" y="50021"/>
                </a:lnTo>
                <a:lnTo>
                  <a:pt x="1232001" y="50032"/>
                </a:lnTo>
                <a:lnTo>
                  <a:pt x="1230810" y="50065"/>
                </a:lnTo>
                <a:lnTo>
                  <a:pt x="1229634" y="50120"/>
                </a:lnTo>
                <a:lnTo>
                  <a:pt x="1228473" y="50197"/>
                </a:lnTo>
                <a:lnTo>
                  <a:pt x="1227327" y="50296"/>
                </a:lnTo>
                <a:lnTo>
                  <a:pt x="1226196" y="50417"/>
                </a:lnTo>
                <a:lnTo>
                  <a:pt x="1225079" y="50560"/>
                </a:lnTo>
                <a:lnTo>
                  <a:pt x="1223978" y="50725"/>
                </a:lnTo>
                <a:lnTo>
                  <a:pt x="1222892" y="50912"/>
                </a:lnTo>
                <a:lnTo>
                  <a:pt x="1221821" y="51121"/>
                </a:lnTo>
                <a:lnTo>
                  <a:pt x="1220765" y="51352"/>
                </a:lnTo>
                <a:lnTo>
                  <a:pt x="1219724" y="51605"/>
                </a:lnTo>
                <a:lnTo>
                  <a:pt x="1218698" y="51880"/>
                </a:lnTo>
                <a:lnTo>
                  <a:pt x="1217686" y="52177"/>
                </a:lnTo>
                <a:lnTo>
                  <a:pt x="1216690" y="52496"/>
                </a:lnTo>
                <a:lnTo>
                  <a:pt x="1215709" y="52837"/>
                </a:lnTo>
                <a:lnTo>
                  <a:pt x="1214743" y="53200"/>
                </a:lnTo>
                <a:lnTo>
                  <a:pt x="1213791" y="53585"/>
                </a:lnTo>
                <a:lnTo>
                  <a:pt x="1212855" y="53992"/>
                </a:lnTo>
                <a:lnTo>
                  <a:pt x="1211934" y="54421"/>
                </a:lnTo>
                <a:lnTo>
                  <a:pt x="1211028" y="54872"/>
                </a:lnTo>
                <a:lnTo>
                  <a:pt x="1210136" y="55345"/>
                </a:lnTo>
                <a:lnTo>
                  <a:pt x="1209260" y="55841"/>
                </a:lnTo>
                <a:lnTo>
                  <a:pt x="1208398" y="56358"/>
                </a:lnTo>
                <a:lnTo>
                  <a:pt x="1207553" y="56895"/>
                </a:lnTo>
                <a:lnTo>
                  <a:pt x="1206726" y="57452"/>
                </a:lnTo>
                <a:lnTo>
                  <a:pt x="1205917" y="58028"/>
                </a:lnTo>
                <a:lnTo>
                  <a:pt x="1205125" y="58623"/>
                </a:lnTo>
                <a:lnTo>
                  <a:pt x="1204351" y="59238"/>
                </a:lnTo>
                <a:lnTo>
                  <a:pt x="1203595" y="59872"/>
                </a:lnTo>
                <a:lnTo>
                  <a:pt x="1202857" y="60524"/>
                </a:lnTo>
                <a:lnTo>
                  <a:pt x="1202136" y="61196"/>
                </a:lnTo>
                <a:lnTo>
                  <a:pt x="1201434" y="61888"/>
                </a:lnTo>
                <a:lnTo>
                  <a:pt x="1200749" y="62598"/>
                </a:lnTo>
                <a:lnTo>
                  <a:pt x="1200082" y="63328"/>
                </a:lnTo>
                <a:lnTo>
                  <a:pt x="1199432" y="64076"/>
                </a:lnTo>
                <a:lnTo>
                  <a:pt x="1198801" y="64844"/>
                </a:lnTo>
                <a:lnTo>
                  <a:pt x="1198187" y="65632"/>
                </a:lnTo>
                <a:lnTo>
                  <a:pt x="1197591" y="66438"/>
                </a:lnTo>
                <a:lnTo>
                  <a:pt x="1197013" y="67264"/>
                </a:lnTo>
                <a:lnTo>
                  <a:pt x="1196453" y="68108"/>
                </a:lnTo>
                <a:lnTo>
                  <a:pt x="1195910" y="68972"/>
                </a:lnTo>
                <a:lnTo>
                  <a:pt x="1195385" y="69855"/>
                </a:lnTo>
                <a:lnTo>
                  <a:pt x="1194878" y="70758"/>
                </a:lnTo>
                <a:lnTo>
                  <a:pt x="1194389" y="71679"/>
                </a:lnTo>
                <a:lnTo>
                  <a:pt x="1193918" y="72620"/>
                </a:lnTo>
                <a:lnTo>
                  <a:pt x="1193464" y="73580"/>
                </a:lnTo>
                <a:lnTo>
                  <a:pt x="1193028" y="74559"/>
                </a:lnTo>
                <a:lnTo>
                  <a:pt x="1192354" y="52043"/>
                </a:lnTo>
                <a:lnTo>
                  <a:pt x="1158108" y="52043"/>
                </a:lnTo>
                <a:lnTo>
                  <a:pt x="1158108" y="185252"/>
                </a:lnTo>
                <a:lnTo>
                  <a:pt x="1193837" y="185252"/>
                </a:lnTo>
                <a:lnTo>
                  <a:pt x="1193837" y="96148"/>
                </a:lnTo>
                <a:lnTo>
                  <a:pt x="1194199" y="95638"/>
                </a:lnTo>
                <a:lnTo>
                  <a:pt x="1194567" y="95137"/>
                </a:lnTo>
                <a:lnTo>
                  <a:pt x="1194941" y="94646"/>
                </a:lnTo>
                <a:close/>
                <a:moveTo>
                  <a:pt x="1581859" y="94232"/>
                </a:moveTo>
                <a:lnTo>
                  <a:pt x="1582354" y="93653"/>
                </a:lnTo>
                <a:lnTo>
                  <a:pt x="1582857" y="93082"/>
                </a:lnTo>
                <a:lnTo>
                  <a:pt x="1583366" y="92519"/>
                </a:lnTo>
                <a:lnTo>
                  <a:pt x="1583882" y="91963"/>
                </a:lnTo>
                <a:lnTo>
                  <a:pt x="1584405" y="91414"/>
                </a:lnTo>
                <a:lnTo>
                  <a:pt x="1584934" y="90874"/>
                </a:lnTo>
                <a:lnTo>
                  <a:pt x="1585471" y="90341"/>
                </a:lnTo>
                <a:lnTo>
                  <a:pt x="1586014" y="89815"/>
                </a:lnTo>
                <a:lnTo>
                  <a:pt x="1586564" y="89297"/>
                </a:lnTo>
                <a:lnTo>
                  <a:pt x="1587121" y="88787"/>
                </a:lnTo>
                <a:lnTo>
                  <a:pt x="1587684" y="88285"/>
                </a:lnTo>
                <a:lnTo>
                  <a:pt x="1588255" y="87790"/>
                </a:lnTo>
                <a:lnTo>
                  <a:pt x="1588832" y="87302"/>
                </a:lnTo>
                <a:lnTo>
                  <a:pt x="1589416" y="86822"/>
                </a:lnTo>
                <a:lnTo>
                  <a:pt x="1590006" y="86350"/>
                </a:lnTo>
                <a:lnTo>
                  <a:pt x="1590604" y="85886"/>
                </a:lnTo>
                <a:lnTo>
                  <a:pt x="1591208" y="85429"/>
                </a:lnTo>
                <a:lnTo>
                  <a:pt x="1591819" y="84979"/>
                </a:lnTo>
                <a:lnTo>
                  <a:pt x="1592437" y="84538"/>
                </a:lnTo>
                <a:lnTo>
                  <a:pt x="1593062" y="84103"/>
                </a:lnTo>
                <a:lnTo>
                  <a:pt x="1593693" y="83677"/>
                </a:lnTo>
                <a:lnTo>
                  <a:pt x="1594333" y="83263"/>
                </a:lnTo>
                <a:lnTo>
                  <a:pt x="1594984" y="82867"/>
                </a:lnTo>
                <a:lnTo>
                  <a:pt x="1595645" y="82488"/>
                </a:lnTo>
                <a:lnTo>
                  <a:pt x="1596316" y="82127"/>
                </a:lnTo>
                <a:lnTo>
                  <a:pt x="1596999" y="81783"/>
                </a:lnTo>
                <a:lnTo>
                  <a:pt x="1597691" y="81457"/>
                </a:lnTo>
                <a:lnTo>
                  <a:pt x="1598395" y="81149"/>
                </a:lnTo>
                <a:lnTo>
                  <a:pt x="1599108" y="80859"/>
                </a:lnTo>
                <a:lnTo>
                  <a:pt x="1599833" y="80586"/>
                </a:lnTo>
                <a:lnTo>
                  <a:pt x="1600568" y="80330"/>
                </a:lnTo>
                <a:lnTo>
                  <a:pt x="1601313" y="80092"/>
                </a:lnTo>
                <a:lnTo>
                  <a:pt x="1602069" y="79872"/>
                </a:lnTo>
                <a:lnTo>
                  <a:pt x="1602836" y="79670"/>
                </a:lnTo>
                <a:lnTo>
                  <a:pt x="1603613" y="79485"/>
                </a:lnTo>
                <a:lnTo>
                  <a:pt x="1604400" y="79317"/>
                </a:lnTo>
                <a:lnTo>
                  <a:pt x="1605198" y="79168"/>
                </a:lnTo>
                <a:lnTo>
                  <a:pt x="1606007" y="79036"/>
                </a:lnTo>
                <a:lnTo>
                  <a:pt x="1606826" y="78921"/>
                </a:lnTo>
                <a:lnTo>
                  <a:pt x="1607656" y="78824"/>
                </a:lnTo>
                <a:lnTo>
                  <a:pt x="1608496" y="78745"/>
                </a:lnTo>
                <a:lnTo>
                  <a:pt x="1609347" y="78683"/>
                </a:lnTo>
                <a:lnTo>
                  <a:pt x="1610208" y="78639"/>
                </a:lnTo>
                <a:lnTo>
                  <a:pt x="1611080" y="78613"/>
                </a:lnTo>
                <a:lnTo>
                  <a:pt x="1611962" y="78604"/>
                </a:lnTo>
                <a:lnTo>
                  <a:pt x="1612553" y="78609"/>
                </a:lnTo>
                <a:lnTo>
                  <a:pt x="1613134" y="78625"/>
                </a:lnTo>
                <a:lnTo>
                  <a:pt x="1613705" y="78651"/>
                </a:lnTo>
                <a:lnTo>
                  <a:pt x="1614267" y="78688"/>
                </a:lnTo>
                <a:lnTo>
                  <a:pt x="1614819" y="78735"/>
                </a:lnTo>
                <a:lnTo>
                  <a:pt x="1615362" y="78793"/>
                </a:lnTo>
                <a:lnTo>
                  <a:pt x="1615895" y="78861"/>
                </a:lnTo>
                <a:lnTo>
                  <a:pt x="1616419" y="78939"/>
                </a:lnTo>
                <a:lnTo>
                  <a:pt x="1616933" y="79028"/>
                </a:lnTo>
                <a:lnTo>
                  <a:pt x="1617437" y="79128"/>
                </a:lnTo>
                <a:lnTo>
                  <a:pt x="1617932" y="79238"/>
                </a:lnTo>
                <a:lnTo>
                  <a:pt x="1618417" y="79358"/>
                </a:lnTo>
                <a:lnTo>
                  <a:pt x="1618892" y="79489"/>
                </a:lnTo>
                <a:lnTo>
                  <a:pt x="1619358" y="79631"/>
                </a:lnTo>
                <a:lnTo>
                  <a:pt x="1619815" y="79782"/>
                </a:lnTo>
                <a:lnTo>
                  <a:pt x="1620261" y="79945"/>
                </a:lnTo>
                <a:lnTo>
                  <a:pt x="1620698" y="80118"/>
                </a:lnTo>
                <a:lnTo>
                  <a:pt x="1621126" y="80301"/>
                </a:lnTo>
                <a:lnTo>
                  <a:pt x="1621544" y="80495"/>
                </a:lnTo>
                <a:lnTo>
                  <a:pt x="1621952" y="80699"/>
                </a:lnTo>
                <a:lnTo>
                  <a:pt x="1622351" y="80914"/>
                </a:lnTo>
                <a:lnTo>
                  <a:pt x="1622740" y="81139"/>
                </a:lnTo>
                <a:lnTo>
                  <a:pt x="1623120" y="81375"/>
                </a:lnTo>
                <a:lnTo>
                  <a:pt x="1623490" y="81621"/>
                </a:lnTo>
                <a:lnTo>
                  <a:pt x="1623851" y="81876"/>
                </a:lnTo>
                <a:lnTo>
                  <a:pt x="1624204" y="82141"/>
                </a:lnTo>
                <a:lnTo>
                  <a:pt x="1624548" y="82413"/>
                </a:lnTo>
                <a:lnTo>
                  <a:pt x="1624885" y="82695"/>
                </a:lnTo>
                <a:lnTo>
                  <a:pt x="1625213" y="82985"/>
                </a:lnTo>
                <a:lnTo>
                  <a:pt x="1625533" y="83283"/>
                </a:lnTo>
                <a:lnTo>
                  <a:pt x="1625845" y="83590"/>
                </a:lnTo>
                <a:lnTo>
                  <a:pt x="1626149" y="83906"/>
                </a:lnTo>
                <a:lnTo>
                  <a:pt x="1626444" y="84230"/>
                </a:lnTo>
                <a:lnTo>
                  <a:pt x="1626732" y="84563"/>
                </a:lnTo>
                <a:lnTo>
                  <a:pt x="1627011" y="84904"/>
                </a:lnTo>
                <a:lnTo>
                  <a:pt x="1627282" y="85254"/>
                </a:lnTo>
                <a:lnTo>
                  <a:pt x="1627544" y="85612"/>
                </a:lnTo>
                <a:lnTo>
                  <a:pt x="1627799" y="85979"/>
                </a:lnTo>
                <a:lnTo>
                  <a:pt x="1628045" y="86355"/>
                </a:lnTo>
                <a:lnTo>
                  <a:pt x="1628283" y="86739"/>
                </a:lnTo>
                <a:lnTo>
                  <a:pt x="1628513" y="87131"/>
                </a:lnTo>
                <a:lnTo>
                  <a:pt x="1628735" y="87532"/>
                </a:lnTo>
                <a:lnTo>
                  <a:pt x="1628949" y="87942"/>
                </a:lnTo>
                <a:lnTo>
                  <a:pt x="1629154" y="88360"/>
                </a:lnTo>
                <a:lnTo>
                  <a:pt x="1629351" y="88787"/>
                </a:lnTo>
                <a:lnTo>
                  <a:pt x="1629540" y="89223"/>
                </a:lnTo>
                <a:lnTo>
                  <a:pt x="1629721" y="89667"/>
                </a:lnTo>
                <a:lnTo>
                  <a:pt x="1629894" y="90119"/>
                </a:lnTo>
                <a:lnTo>
                  <a:pt x="1630059" y="90579"/>
                </a:lnTo>
                <a:lnTo>
                  <a:pt x="1630217" y="91045"/>
                </a:lnTo>
                <a:lnTo>
                  <a:pt x="1630368" y="91517"/>
                </a:lnTo>
                <a:lnTo>
                  <a:pt x="1630512" y="91996"/>
                </a:lnTo>
                <a:lnTo>
                  <a:pt x="1630649" y="92481"/>
                </a:lnTo>
                <a:lnTo>
                  <a:pt x="1630779" y="92971"/>
                </a:lnTo>
                <a:lnTo>
                  <a:pt x="1630902" y="93469"/>
                </a:lnTo>
                <a:lnTo>
                  <a:pt x="1631017" y="93972"/>
                </a:lnTo>
                <a:lnTo>
                  <a:pt x="1631126" y="94481"/>
                </a:lnTo>
                <a:lnTo>
                  <a:pt x="1631228" y="94997"/>
                </a:lnTo>
                <a:lnTo>
                  <a:pt x="1631323" y="95519"/>
                </a:lnTo>
                <a:lnTo>
                  <a:pt x="1631411" y="96047"/>
                </a:lnTo>
                <a:lnTo>
                  <a:pt x="1631491" y="96582"/>
                </a:lnTo>
                <a:lnTo>
                  <a:pt x="1631565" y="97122"/>
                </a:lnTo>
                <a:lnTo>
                  <a:pt x="1631632" y="97669"/>
                </a:lnTo>
                <a:lnTo>
                  <a:pt x="1631692" y="98222"/>
                </a:lnTo>
                <a:lnTo>
                  <a:pt x="1631744" y="98781"/>
                </a:lnTo>
                <a:lnTo>
                  <a:pt x="1631790" y="99346"/>
                </a:lnTo>
                <a:lnTo>
                  <a:pt x="1631829" y="99918"/>
                </a:lnTo>
                <a:lnTo>
                  <a:pt x="1631860" y="100496"/>
                </a:lnTo>
                <a:lnTo>
                  <a:pt x="1631885" y="101080"/>
                </a:lnTo>
                <a:lnTo>
                  <a:pt x="1631902" y="101670"/>
                </a:lnTo>
                <a:lnTo>
                  <a:pt x="1631913" y="102266"/>
                </a:lnTo>
                <a:lnTo>
                  <a:pt x="1631916" y="102869"/>
                </a:lnTo>
                <a:lnTo>
                  <a:pt x="1631916" y="185252"/>
                </a:lnTo>
                <a:lnTo>
                  <a:pt x="1667376" y="185252"/>
                </a:lnTo>
                <a:lnTo>
                  <a:pt x="1667376" y="98512"/>
                </a:lnTo>
                <a:lnTo>
                  <a:pt x="1667357" y="96551"/>
                </a:lnTo>
                <a:lnTo>
                  <a:pt x="1667299" y="94630"/>
                </a:lnTo>
                <a:lnTo>
                  <a:pt x="1667203" y="92748"/>
                </a:lnTo>
                <a:lnTo>
                  <a:pt x="1667069" y="90906"/>
                </a:lnTo>
                <a:lnTo>
                  <a:pt x="1666896" y="89104"/>
                </a:lnTo>
                <a:lnTo>
                  <a:pt x="1666685" y="87341"/>
                </a:lnTo>
                <a:lnTo>
                  <a:pt x="1666435" y="85618"/>
                </a:lnTo>
                <a:lnTo>
                  <a:pt x="1666147" y="83934"/>
                </a:lnTo>
                <a:lnTo>
                  <a:pt x="1665821" y="82290"/>
                </a:lnTo>
                <a:lnTo>
                  <a:pt x="1665456" y="80686"/>
                </a:lnTo>
                <a:lnTo>
                  <a:pt x="1665053" y="79121"/>
                </a:lnTo>
                <a:lnTo>
                  <a:pt x="1664612" y="77596"/>
                </a:lnTo>
                <a:lnTo>
                  <a:pt x="1664132" y="76110"/>
                </a:lnTo>
                <a:lnTo>
                  <a:pt x="1663614" y="74664"/>
                </a:lnTo>
                <a:lnTo>
                  <a:pt x="1663057" y="73258"/>
                </a:lnTo>
                <a:lnTo>
                  <a:pt x="1662462" y="71891"/>
                </a:lnTo>
                <a:lnTo>
                  <a:pt x="1661829" y="70564"/>
                </a:lnTo>
                <a:lnTo>
                  <a:pt x="1661157" y="69276"/>
                </a:lnTo>
                <a:lnTo>
                  <a:pt x="1660447" y="68028"/>
                </a:lnTo>
                <a:lnTo>
                  <a:pt x="1659698" y="66820"/>
                </a:lnTo>
                <a:lnTo>
                  <a:pt x="1658911" y="65651"/>
                </a:lnTo>
                <a:lnTo>
                  <a:pt x="1658086" y="64522"/>
                </a:lnTo>
                <a:lnTo>
                  <a:pt x="1657222" y="63433"/>
                </a:lnTo>
                <a:lnTo>
                  <a:pt x="1656320" y="62383"/>
                </a:lnTo>
                <a:lnTo>
                  <a:pt x="1655383" y="61374"/>
                </a:lnTo>
                <a:lnTo>
                  <a:pt x="1654415" y="60408"/>
                </a:lnTo>
                <a:lnTo>
                  <a:pt x="1653415" y="59485"/>
                </a:lnTo>
                <a:lnTo>
                  <a:pt x="1652384" y="58605"/>
                </a:lnTo>
                <a:lnTo>
                  <a:pt x="1651321" y="57768"/>
                </a:lnTo>
                <a:lnTo>
                  <a:pt x="1650227" y="56974"/>
                </a:lnTo>
                <a:lnTo>
                  <a:pt x="1649102" y="56223"/>
                </a:lnTo>
                <a:lnTo>
                  <a:pt x="1647946" y="55515"/>
                </a:lnTo>
                <a:lnTo>
                  <a:pt x="1646758" y="54850"/>
                </a:lnTo>
                <a:lnTo>
                  <a:pt x="1645538" y="54227"/>
                </a:lnTo>
                <a:lnTo>
                  <a:pt x="1644288" y="53648"/>
                </a:lnTo>
                <a:lnTo>
                  <a:pt x="1643006" y="53111"/>
                </a:lnTo>
                <a:lnTo>
                  <a:pt x="1641692" y="52618"/>
                </a:lnTo>
                <a:lnTo>
                  <a:pt x="1640348" y="52167"/>
                </a:lnTo>
                <a:lnTo>
                  <a:pt x="1638972" y="51759"/>
                </a:lnTo>
                <a:lnTo>
                  <a:pt x="1637564" y="51394"/>
                </a:lnTo>
                <a:lnTo>
                  <a:pt x="1636125" y="51072"/>
                </a:lnTo>
                <a:lnTo>
                  <a:pt x="1634655" y="50793"/>
                </a:lnTo>
                <a:lnTo>
                  <a:pt x="1633153" y="50557"/>
                </a:lnTo>
                <a:lnTo>
                  <a:pt x="1631620" y="50364"/>
                </a:lnTo>
                <a:lnTo>
                  <a:pt x="1630056" y="50214"/>
                </a:lnTo>
                <a:lnTo>
                  <a:pt x="1628460" y="50107"/>
                </a:lnTo>
                <a:lnTo>
                  <a:pt x="1626833" y="50042"/>
                </a:lnTo>
                <a:lnTo>
                  <a:pt x="1625175" y="50021"/>
                </a:lnTo>
                <a:lnTo>
                  <a:pt x="1623748" y="50032"/>
                </a:lnTo>
                <a:lnTo>
                  <a:pt x="1622344" y="50066"/>
                </a:lnTo>
                <a:lnTo>
                  <a:pt x="1620962" y="50123"/>
                </a:lnTo>
                <a:lnTo>
                  <a:pt x="1619602" y="50202"/>
                </a:lnTo>
                <a:lnTo>
                  <a:pt x="1618265" y="50305"/>
                </a:lnTo>
                <a:lnTo>
                  <a:pt x="1616951" y="50429"/>
                </a:lnTo>
                <a:lnTo>
                  <a:pt x="1615658" y="50577"/>
                </a:lnTo>
                <a:lnTo>
                  <a:pt x="1614389" y="50747"/>
                </a:lnTo>
                <a:lnTo>
                  <a:pt x="1613142" y="50940"/>
                </a:lnTo>
                <a:lnTo>
                  <a:pt x="1611917" y="51156"/>
                </a:lnTo>
                <a:lnTo>
                  <a:pt x="1610715" y="51394"/>
                </a:lnTo>
                <a:lnTo>
                  <a:pt x="1609535" y="51656"/>
                </a:lnTo>
                <a:lnTo>
                  <a:pt x="1608378" y="51939"/>
                </a:lnTo>
                <a:lnTo>
                  <a:pt x="1607243" y="52246"/>
                </a:lnTo>
                <a:lnTo>
                  <a:pt x="1606131" y="52575"/>
                </a:lnTo>
                <a:lnTo>
                  <a:pt x="1605041" y="52927"/>
                </a:lnTo>
                <a:lnTo>
                  <a:pt x="1603973" y="53302"/>
                </a:lnTo>
                <a:lnTo>
                  <a:pt x="1602929" y="53699"/>
                </a:lnTo>
                <a:lnTo>
                  <a:pt x="1601906" y="54119"/>
                </a:lnTo>
                <a:lnTo>
                  <a:pt x="1600906" y="54562"/>
                </a:lnTo>
                <a:lnTo>
                  <a:pt x="1599929" y="55027"/>
                </a:lnTo>
                <a:lnTo>
                  <a:pt x="1598974" y="55515"/>
                </a:lnTo>
                <a:lnTo>
                  <a:pt x="1598041" y="56026"/>
                </a:lnTo>
                <a:lnTo>
                  <a:pt x="1597131" y="56560"/>
                </a:lnTo>
                <a:lnTo>
                  <a:pt x="1596239" y="57108"/>
                </a:lnTo>
                <a:lnTo>
                  <a:pt x="1595362" y="57663"/>
                </a:lnTo>
                <a:lnTo>
                  <a:pt x="1594500" y="58225"/>
                </a:lnTo>
                <a:lnTo>
                  <a:pt x="1593652" y="58794"/>
                </a:lnTo>
                <a:lnTo>
                  <a:pt x="1592818" y="59369"/>
                </a:lnTo>
                <a:lnTo>
                  <a:pt x="1591999" y="59952"/>
                </a:lnTo>
                <a:lnTo>
                  <a:pt x="1591195" y="60541"/>
                </a:lnTo>
                <a:lnTo>
                  <a:pt x="1590405" y="61136"/>
                </a:lnTo>
                <a:lnTo>
                  <a:pt x="1589629" y="61739"/>
                </a:lnTo>
                <a:lnTo>
                  <a:pt x="1588868" y="62348"/>
                </a:lnTo>
                <a:lnTo>
                  <a:pt x="1588122" y="62965"/>
                </a:lnTo>
                <a:lnTo>
                  <a:pt x="1587390" y="63588"/>
                </a:lnTo>
                <a:lnTo>
                  <a:pt x="1586672" y="64217"/>
                </a:lnTo>
                <a:lnTo>
                  <a:pt x="1585969" y="64854"/>
                </a:lnTo>
                <a:lnTo>
                  <a:pt x="1585281" y="65497"/>
                </a:lnTo>
                <a:lnTo>
                  <a:pt x="1584607" y="66148"/>
                </a:lnTo>
                <a:lnTo>
                  <a:pt x="1583948" y="66804"/>
                </a:lnTo>
                <a:lnTo>
                  <a:pt x="1583303" y="67468"/>
                </a:lnTo>
                <a:lnTo>
                  <a:pt x="1582672" y="68139"/>
                </a:lnTo>
                <a:lnTo>
                  <a:pt x="1582057" y="68816"/>
                </a:lnTo>
                <a:lnTo>
                  <a:pt x="1581455" y="69500"/>
                </a:lnTo>
                <a:lnTo>
                  <a:pt x="1580868" y="70191"/>
                </a:lnTo>
                <a:lnTo>
                  <a:pt x="1580296" y="70889"/>
                </a:lnTo>
                <a:lnTo>
                  <a:pt x="1579738" y="71593"/>
                </a:lnTo>
                <a:lnTo>
                  <a:pt x="1579064" y="52043"/>
                </a:lnTo>
                <a:lnTo>
                  <a:pt x="1544683" y="52043"/>
                </a:lnTo>
                <a:lnTo>
                  <a:pt x="1544683" y="185252"/>
                </a:lnTo>
                <a:lnTo>
                  <a:pt x="1580412" y="185252"/>
                </a:lnTo>
                <a:lnTo>
                  <a:pt x="1580412" y="96014"/>
                </a:lnTo>
                <a:lnTo>
                  <a:pt x="1580888" y="95412"/>
                </a:lnTo>
                <a:lnTo>
                  <a:pt x="1581370" y="94818"/>
                </a:lnTo>
                <a:lnTo>
                  <a:pt x="1581859" y="94232"/>
                </a:lnTo>
                <a:close/>
                <a:moveTo>
                  <a:pt x="989655" y="52043"/>
                </a:moveTo>
                <a:lnTo>
                  <a:pt x="955814" y="52043"/>
                </a:lnTo>
                <a:lnTo>
                  <a:pt x="930871" y="145946"/>
                </a:lnTo>
                <a:lnTo>
                  <a:pt x="904984" y="52043"/>
                </a:lnTo>
                <a:lnTo>
                  <a:pt x="867502" y="52043"/>
                </a:lnTo>
                <a:lnTo>
                  <a:pt x="842155" y="146081"/>
                </a:lnTo>
                <a:lnTo>
                  <a:pt x="816808" y="52043"/>
                </a:lnTo>
                <a:lnTo>
                  <a:pt x="780539" y="52043"/>
                </a:lnTo>
                <a:lnTo>
                  <a:pt x="821931" y="185252"/>
                </a:lnTo>
                <a:lnTo>
                  <a:pt x="858334" y="185252"/>
                </a:lnTo>
                <a:lnTo>
                  <a:pt x="885165" y="89441"/>
                </a:lnTo>
                <a:lnTo>
                  <a:pt x="911726" y="185252"/>
                </a:lnTo>
                <a:lnTo>
                  <a:pt x="948264" y="185252"/>
                </a:lnTo>
                <a:lnTo>
                  <a:pt x="989655" y="52043"/>
                </a:lnTo>
                <a:close/>
                <a:moveTo>
                  <a:pt x="516396" y="187330"/>
                </a:moveTo>
                <a:lnTo>
                  <a:pt x="517982" y="187176"/>
                </a:lnTo>
                <a:lnTo>
                  <a:pt x="519550" y="186994"/>
                </a:lnTo>
                <a:lnTo>
                  <a:pt x="521100" y="186785"/>
                </a:lnTo>
                <a:lnTo>
                  <a:pt x="522633" y="186547"/>
                </a:lnTo>
                <a:lnTo>
                  <a:pt x="524147" y="186282"/>
                </a:lnTo>
                <a:lnTo>
                  <a:pt x="525643" y="185988"/>
                </a:lnTo>
                <a:lnTo>
                  <a:pt x="527121" y="185667"/>
                </a:lnTo>
                <a:lnTo>
                  <a:pt x="528581" y="185318"/>
                </a:lnTo>
                <a:lnTo>
                  <a:pt x="530023" y="184940"/>
                </a:lnTo>
                <a:lnTo>
                  <a:pt x="531447" y="184535"/>
                </a:lnTo>
                <a:lnTo>
                  <a:pt x="532853" y="184102"/>
                </a:lnTo>
                <a:lnTo>
                  <a:pt x="534241" y="183641"/>
                </a:lnTo>
                <a:lnTo>
                  <a:pt x="535611" y="183152"/>
                </a:lnTo>
                <a:lnTo>
                  <a:pt x="536963" y="182635"/>
                </a:lnTo>
                <a:lnTo>
                  <a:pt x="538296" y="182090"/>
                </a:lnTo>
                <a:lnTo>
                  <a:pt x="539612" y="181518"/>
                </a:lnTo>
                <a:lnTo>
                  <a:pt x="540910" y="180917"/>
                </a:lnTo>
                <a:lnTo>
                  <a:pt x="542190" y="180288"/>
                </a:lnTo>
                <a:lnTo>
                  <a:pt x="543452" y="179631"/>
                </a:lnTo>
                <a:lnTo>
                  <a:pt x="544693" y="178948"/>
                </a:lnTo>
                <a:lnTo>
                  <a:pt x="545911" y="178239"/>
                </a:lnTo>
                <a:lnTo>
                  <a:pt x="547106" y="177506"/>
                </a:lnTo>
                <a:lnTo>
                  <a:pt x="548277" y="176747"/>
                </a:lnTo>
                <a:lnTo>
                  <a:pt x="549426" y="175963"/>
                </a:lnTo>
                <a:lnTo>
                  <a:pt x="550551" y="175154"/>
                </a:lnTo>
                <a:lnTo>
                  <a:pt x="551653" y="174320"/>
                </a:lnTo>
                <a:lnTo>
                  <a:pt x="552732" y="173461"/>
                </a:lnTo>
                <a:lnTo>
                  <a:pt x="553788" y="172576"/>
                </a:lnTo>
                <a:lnTo>
                  <a:pt x="554821" y="171667"/>
                </a:lnTo>
                <a:lnTo>
                  <a:pt x="555830" y="170733"/>
                </a:lnTo>
                <a:lnTo>
                  <a:pt x="556816" y="169773"/>
                </a:lnTo>
                <a:lnTo>
                  <a:pt x="557779" y="168789"/>
                </a:lnTo>
                <a:lnTo>
                  <a:pt x="558719" y="167779"/>
                </a:lnTo>
                <a:lnTo>
                  <a:pt x="559636" y="166744"/>
                </a:lnTo>
                <a:lnTo>
                  <a:pt x="560530" y="165684"/>
                </a:lnTo>
                <a:lnTo>
                  <a:pt x="561400" y="164599"/>
                </a:lnTo>
                <a:lnTo>
                  <a:pt x="562247" y="163489"/>
                </a:lnTo>
                <a:lnTo>
                  <a:pt x="563071" y="162354"/>
                </a:lnTo>
                <a:lnTo>
                  <a:pt x="563872" y="161194"/>
                </a:lnTo>
                <a:lnTo>
                  <a:pt x="564650" y="160009"/>
                </a:lnTo>
                <a:lnTo>
                  <a:pt x="565405" y="158798"/>
                </a:lnTo>
                <a:lnTo>
                  <a:pt x="566136" y="157563"/>
                </a:lnTo>
                <a:lnTo>
                  <a:pt x="566844" y="156302"/>
                </a:lnTo>
                <a:lnTo>
                  <a:pt x="567526" y="155018"/>
                </a:lnTo>
                <a:lnTo>
                  <a:pt x="568179" y="153711"/>
                </a:lnTo>
                <a:lnTo>
                  <a:pt x="568803" y="152381"/>
                </a:lnTo>
                <a:lnTo>
                  <a:pt x="569398" y="151030"/>
                </a:lnTo>
                <a:lnTo>
                  <a:pt x="569964" y="149656"/>
                </a:lnTo>
                <a:lnTo>
                  <a:pt x="570501" y="148260"/>
                </a:lnTo>
                <a:lnTo>
                  <a:pt x="571009" y="146842"/>
                </a:lnTo>
                <a:lnTo>
                  <a:pt x="571488" y="145402"/>
                </a:lnTo>
                <a:lnTo>
                  <a:pt x="571938" y="143939"/>
                </a:lnTo>
                <a:lnTo>
                  <a:pt x="572359" y="142454"/>
                </a:lnTo>
                <a:lnTo>
                  <a:pt x="572751" y="140947"/>
                </a:lnTo>
                <a:lnTo>
                  <a:pt x="573114" y="139417"/>
                </a:lnTo>
                <a:lnTo>
                  <a:pt x="573447" y="137865"/>
                </a:lnTo>
                <a:lnTo>
                  <a:pt x="573752" y="136291"/>
                </a:lnTo>
                <a:lnTo>
                  <a:pt x="574028" y="134695"/>
                </a:lnTo>
                <a:lnTo>
                  <a:pt x="574275" y="133076"/>
                </a:lnTo>
                <a:lnTo>
                  <a:pt x="574492" y="131435"/>
                </a:lnTo>
                <a:lnTo>
                  <a:pt x="574681" y="129772"/>
                </a:lnTo>
                <a:lnTo>
                  <a:pt x="574841" y="128087"/>
                </a:lnTo>
                <a:lnTo>
                  <a:pt x="574971" y="126379"/>
                </a:lnTo>
                <a:lnTo>
                  <a:pt x="575073" y="124649"/>
                </a:lnTo>
                <a:lnTo>
                  <a:pt x="575145" y="122897"/>
                </a:lnTo>
                <a:lnTo>
                  <a:pt x="575189" y="121123"/>
                </a:lnTo>
                <a:lnTo>
                  <a:pt x="575203" y="119326"/>
                </a:lnTo>
                <a:lnTo>
                  <a:pt x="575189" y="117496"/>
                </a:lnTo>
                <a:lnTo>
                  <a:pt x="575145" y="115689"/>
                </a:lnTo>
                <a:lnTo>
                  <a:pt x="575073" y="113905"/>
                </a:lnTo>
                <a:lnTo>
                  <a:pt x="574971" y="112143"/>
                </a:lnTo>
                <a:lnTo>
                  <a:pt x="574841" y="110405"/>
                </a:lnTo>
                <a:lnTo>
                  <a:pt x="574681" y="108690"/>
                </a:lnTo>
                <a:lnTo>
                  <a:pt x="574492" y="106998"/>
                </a:lnTo>
                <a:lnTo>
                  <a:pt x="574275" y="105328"/>
                </a:lnTo>
                <a:lnTo>
                  <a:pt x="574028" y="103682"/>
                </a:lnTo>
                <a:lnTo>
                  <a:pt x="573752" y="102059"/>
                </a:lnTo>
                <a:lnTo>
                  <a:pt x="573447" y="100458"/>
                </a:lnTo>
                <a:lnTo>
                  <a:pt x="573114" y="98881"/>
                </a:lnTo>
                <a:lnTo>
                  <a:pt x="572751" y="97326"/>
                </a:lnTo>
                <a:lnTo>
                  <a:pt x="572359" y="95795"/>
                </a:lnTo>
                <a:lnTo>
                  <a:pt x="571938" y="94286"/>
                </a:lnTo>
                <a:lnTo>
                  <a:pt x="571488" y="92801"/>
                </a:lnTo>
                <a:lnTo>
                  <a:pt x="571009" y="91338"/>
                </a:lnTo>
                <a:lnTo>
                  <a:pt x="570501" y="89898"/>
                </a:lnTo>
                <a:lnTo>
                  <a:pt x="569964" y="88482"/>
                </a:lnTo>
                <a:lnTo>
                  <a:pt x="569398" y="87088"/>
                </a:lnTo>
                <a:lnTo>
                  <a:pt x="568803" y="85717"/>
                </a:lnTo>
                <a:lnTo>
                  <a:pt x="568179" y="84370"/>
                </a:lnTo>
                <a:lnTo>
                  <a:pt x="567526" y="83045"/>
                </a:lnTo>
                <a:lnTo>
                  <a:pt x="566844" y="81743"/>
                </a:lnTo>
                <a:lnTo>
                  <a:pt x="566136" y="80465"/>
                </a:lnTo>
                <a:lnTo>
                  <a:pt x="565405" y="79213"/>
                </a:lnTo>
                <a:lnTo>
                  <a:pt x="564650" y="77986"/>
                </a:lnTo>
                <a:lnTo>
                  <a:pt x="563872" y="76785"/>
                </a:lnTo>
                <a:lnTo>
                  <a:pt x="563071" y="75610"/>
                </a:lnTo>
                <a:lnTo>
                  <a:pt x="562247" y="74460"/>
                </a:lnTo>
                <a:lnTo>
                  <a:pt x="561400" y="73335"/>
                </a:lnTo>
                <a:lnTo>
                  <a:pt x="560530" y="72237"/>
                </a:lnTo>
                <a:lnTo>
                  <a:pt x="559636" y="71164"/>
                </a:lnTo>
                <a:lnTo>
                  <a:pt x="558719" y="70116"/>
                </a:lnTo>
                <a:lnTo>
                  <a:pt x="557779" y="69094"/>
                </a:lnTo>
                <a:lnTo>
                  <a:pt x="556816" y="68098"/>
                </a:lnTo>
                <a:lnTo>
                  <a:pt x="555830" y="67127"/>
                </a:lnTo>
                <a:lnTo>
                  <a:pt x="554821" y="66182"/>
                </a:lnTo>
                <a:lnTo>
                  <a:pt x="553788" y="65263"/>
                </a:lnTo>
                <a:lnTo>
                  <a:pt x="552732" y="64369"/>
                </a:lnTo>
                <a:lnTo>
                  <a:pt x="551653" y="63501"/>
                </a:lnTo>
                <a:lnTo>
                  <a:pt x="550551" y="62658"/>
                </a:lnTo>
                <a:lnTo>
                  <a:pt x="549426" y="61841"/>
                </a:lnTo>
                <a:lnTo>
                  <a:pt x="548277" y="61050"/>
                </a:lnTo>
                <a:lnTo>
                  <a:pt x="547106" y="60284"/>
                </a:lnTo>
                <a:lnTo>
                  <a:pt x="545911" y="59544"/>
                </a:lnTo>
                <a:lnTo>
                  <a:pt x="544693" y="58829"/>
                </a:lnTo>
                <a:lnTo>
                  <a:pt x="543452" y="58140"/>
                </a:lnTo>
                <a:lnTo>
                  <a:pt x="542190" y="57477"/>
                </a:lnTo>
                <a:lnTo>
                  <a:pt x="540910" y="56843"/>
                </a:lnTo>
                <a:lnTo>
                  <a:pt x="539612" y="56237"/>
                </a:lnTo>
                <a:lnTo>
                  <a:pt x="538296" y="55659"/>
                </a:lnTo>
                <a:lnTo>
                  <a:pt x="536963" y="55109"/>
                </a:lnTo>
                <a:lnTo>
                  <a:pt x="535611" y="54588"/>
                </a:lnTo>
                <a:lnTo>
                  <a:pt x="534241" y="54094"/>
                </a:lnTo>
                <a:lnTo>
                  <a:pt x="532853" y="53629"/>
                </a:lnTo>
                <a:lnTo>
                  <a:pt x="531447" y="53192"/>
                </a:lnTo>
                <a:lnTo>
                  <a:pt x="530023" y="52783"/>
                </a:lnTo>
                <a:lnTo>
                  <a:pt x="528581" y="52403"/>
                </a:lnTo>
                <a:lnTo>
                  <a:pt x="527121" y="52051"/>
                </a:lnTo>
                <a:lnTo>
                  <a:pt x="525643" y="51726"/>
                </a:lnTo>
                <a:lnTo>
                  <a:pt x="524147" y="51430"/>
                </a:lnTo>
                <a:lnTo>
                  <a:pt x="522633" y="51162"/>
                </a:lnTo>
                <a:lnTo>
                  <a:pt x="521100" y="50923"/>
                </a:lnTo>
                <a:lnTo>
                  <a:pt x="519550" y="50711"/>
                </a:lnTo>
                <a:lnTo>
                  <a:pt x="517982" y="50528"/>
                </a:lnTo>
                <a:lnTo>
                  <a:pt x="516396" y="50373"/>
                </a:lnTo>
                <a:lnTo>
                  <a:pt x="514792" y="50246"/>
                </a:lnTo>
                <a:lnTo>
                  <a:pt x="513169" y="50148"/>
                </a:lnTo>
                <a:lnTo>
                  <a:pt x="511529" y="50077"/>
                </a:lnTo>
                <a:lnTo>
                  <a:pt x="509871" y="50035"/>
                </a:lnTo>
                <a:lnTo>
                  <a:pt x="508194" y="50021"/>
                </a:lnTo>
                <a:lnTo>
                  <a:pt x="506540" y="50035"/>
                </a:lnTo>
                <a:lnTo>
                  <a:pt x="504903" y="50077"/>
                </a:lnTo>
                <a:lnTo>
                  <a:pt x="503283" y="50148"/>
                </a:lnTo>
                <a:lnTo>
                  <a:pt x="501680" y="50246"/>
                </a:lnTo>
                <a:lnTo>
                  <a:pt x="500094" y="50373"/>
                </a:lnTo>
                <a:lnTo>
                  <a:pt x="498525" y="50528"/>
                </a:lnTo>
                <a:lnTo>
                  <a:pt x="496973" y="50711"/>
                </a:lnTo>
                <a:lnTo>
                  <a:pt x="495438" y="50923"/>
                </a:lnTo>
                <a:lnTo>
                  <a:pt x="493921" y="51162"/>
                </a:lnTo>
                <a:lnTo>
                  <a:pt x="492420" y="51430"/>
                </a:lnTo>
                <a:lnTo>
                  <a:pt x="490937" y="51726"/>
                </a:lnTo>
                <a:lnTo>
                  <a:pt x="489470" y="52051"/>
                </a:lnTo>
                <a:lnTo>
                  <a:pt x="488021" y="52403"/>
                </a:lnTo>
                <a:lnTo>
                  <a:pt x="486589" y="52783"/>
                </a:lnTo>
                <a:lnTo>
                  <a:pt x="485174" y="53192"/>
                </a:lnTo>
                <a:lnTo>
                  <a:pt x="483776" y="53629"/>
                </a:lnTo>
                <a:lnTo>
                  <a:pt x="482395" y="54094"/>
                </a:lnTo>
                <a:lnTo>
                  <a:pt x="481031" y="54588"/>
                </a:lnTo>
                <a:lnTo>
                  <a:pt x="479684" y="55109"/>
                </a:lnTo>
                <a:lnTo>
                  <a:pt x="478355" y="55659"/>
                </a:lnTo>
                <a:lnTo>
                  <a:pt x="477042" y="56237"/>
                </a:lnTo>
                <a:lnTo>
                  <a:pt x="475747" y="56843"/>
                </a:lnTo>
                <a:lnTo>
                  <a:pt x="474468" y="57477"/>
                </a:lnTo>
                <a:lnTo>
                  <a:pt x="473207" y="58140"/>
                </a:lnTo>
                <a:lnTo>
                  <a:pt x="471966" y="58829"/>
                </a:lnTo>
                <a:lnTo>
                  <a:pt x="470749" y="59544"/>
                </a:lnTo>
                <a:lnTo>
                  <a:pt x="469555" y="60284"/>
                </a:lnTo>
                <a:lnTo>
                  <a:pt x="468385" y="61050"/>
                </a:lnTo>
                <a:lnTo>
                  <a:pt x="467239" y="61841"/>
                </a:lnTo>
                <a:lnTo>
                  <a:pt x="466116" y="62658"/>
                </a:lnTo>
                <a:lnTo>
                  <a:pt x="465017" y="63501"/>
                </a:lnTo>
                <a:lnTo>
                  <a:pt x="463941" y="64369"/>
                </a:lnTo>
                <a:lnTo>
                  <a:pt x="462890" y="65263"/>
                </a:lnTo>
                <a:lnTo>
                  <a:pt x="461861" y="66182"/>
                </a:lnTo>
                <a:lnTo>
                  <a:pt x="460857" y="67127"/>
                </a:lnTo>
                <a:lnTo>
                  <a:pt x="459876" y="68098"/>
                </a:lnTo>
                <a:lnTo>
                  <a:pt x="458919" y="69094"/>
                </a:lnTo>
                <a:lnTo>
                  <a:pt x="457985" y="70116"/>
                </a:lnTo>
                <a:lnTo>
                  <a:pt x="457075" y="71164"/>
                </a:lnTo>
                <a:lnTo>
                  <a:pt x="456189" y="72237"/>
                </a:lnTo>
                <a:lnTo>
                  <a:pt x="455326" y="73335"/>
                </a:lnTo>
                <a:lnTo>
                  <a:pt x="454487" y="74460"/>
                </a:lnTo>
                <a:lnTo>
                  <a:pt x="453672" y="75610"/>
                </a:lnTo>
                <a:lnTo>
                  <a:pt x="452880" y="76785"/>
                </a:lnTo>
                <a:lnTo>
                  <a:pt x="452112" y="77986"/>
                </a:lnTo>
                <a:lnTo>
                  <a:pt x="451367" y="79213"/>
                </a:lnTo>
                <a:lnTo>
                  <a:pt x="450647" y="80465"/>
                </a:lnTo>
                <a:lnTo>
                  <a:pt x="449949" y="81743"/>
                </a:lnTo>
                <a:lnTo>
                  <a:pt x="449278" y="83045"/>
                </a:lnTo>
                <a:lnTo>
                  <a:pt x="448636" y="84370"/>
                </a:lnTo>
                <a:lnTo>
                  <a:pt x="448022" y="85717"/>
                </a:lnTo>
                <a:lnTo>
                  <a:pt x="447436" y="87088"/>
                </a:lnTo>
                <a:lnTo>
                  <a:pt x="446879" y="88482"/>
                </a:lnTo>
                <a:lnTo>
                  <a:pt x="446351" y="89898"/>
                </a:lnTo>
                <a:lnTo>
                  <a:pt x="445851" y="91338"/>
                </a:lnTo>
                <a:lnTo>
                  <a:pt x="445380" y="92801"/>
                </a:lnTo>
                <a:lnTo>
                  <a:pt x="444938" y="94286"/>
                </a:lnTo>
                <a:lnTo>
                  <a:pt x="444523" y="95795"/>
                </a:lnTo>
                <a:lnTo>
                  <a:pt x="444138" y="97326"/>
                </a:lnTo>
                <a:lnTo>
                  <a:pt x="443781" y="98881"/>
                </a:lnTo>
                <a:lnTo>
                  <a:pt x="443453" y="100458"/>
                </a:lnTo>
                <a:lnTo>
                  <a:pt x="443153" y="102059"/>
                </a:lnTo>
                <a:lnTo>
                  <a:pt x="442881" y="103682"/>
                </a:lnTo>
                <a:lnTo>
                  <a:pt x="442639" y="105328"/>
                </a:lnTo>
                <a:lnTo>
                  <a:pt x="442425" y="106998"/>
                </a:lnTo>
                <a:lnTo>
                  <a:pt x="442239" y="108690"/>
                </a:lnTo>
                <a:lnTo>
                  <a:pt x="442082" y="110405"/>
                </a:lnTo>
                <a:lnTo>
                  <a:pt x="441953" y="112143"/>
                </a:lnTo>
                <a:lnTo>
                  <a:pt x="441853" y="113905"/>
                </a:lnTo>
                <a:lnTo>
                  <a:pt x="441782" y="115689"/>
                </a:lnTo>
                <a:lnTo>
                  <a:pt x="441739" y="117496"/>
                </a:lnTo>
                <a:lnTo>
                  <a:pt x="441725" y="119326"/>
                </a:lnTo>
                <a:lnTo>
                  <a:pt x="441739" y="121123"/>
                </a:lnTo>
                <a:lnTo>
                  <a:pt x="441782" y="122897"/>
                </a:lnTo>
                <a:lnTo>
                  <a:pt x="441853" y="124649"/>
                </a:lnTo>
                <a:lnTo>
                  <a:pt x="441953" y="126379"/>
                </a:lnTo>
                <a:lnTo>
                  <a:pt x="442082" y="128087"/>
                </a:lnTo>
                <a:lnTo>
                  <a:pt x="442239" y="129772"/>
                </a:lnTo>
                <a:lnTo>
                  <a:pt x="442425" y="131435"/>
                </a:lnTo>
                <a:lnTo>
                  <a:pt x="442639" y="133076"/>
                </a:lnTo>
                <a:lnTo>
                  <a:pt x="442881" y="134695"/>
                </a:lnTo>
                <a:lnTo>
                  <a:pt x="443153" y="136291"/>
                </a:lnTo>
                <a:lnTo>
                  <a:pt x="443453" y="137865"/>
                </a:lnTo>
                <a:lnTo>
                  <a:pt x="443781" y="139417"/>
                </a:lnTo>
                <a:lnTo>
                  <a:pt x="444138" y="140947"/>
                </a:lnTo>
                <a:lnTo>
                  <a:pt x="444523" y="142454"/>
                </a:lnTo>
                <a:lnTo>
                  <a:pt x="444938" y="143939"/>
                </a:lnTo>
                <a:lnTo>
                  <a:pt x="445380" y="145402"/>
                </a:lnTo>
                <a:lnTo>
                  <a:pt x="445851" y="146842"/>
                </a:lnTo>
                <a:lnTo>
                  <a:pt x="446351" y="148260"/>
                </a:lnTo>
                <a:lnTo>
                  <a:pt x="446879" y="149656"/>
                </a:lnTo>
                <a:lnTo>
                  <a:pt x="447436" y="151030"/>
                </a:lnTo>
                <a:lnTo>
                  <a:pt x="448022" y="152381"/>
                </a:lnTo>
                <a:lnTo>
                  <a:pt x="448636" y="153711"/>
                </a:lnTo>
                <a:lnTo>
                  <a:pt x="449278" y="155018"/>
                </a:lnTo>
                <a:lnTo>
                  <a:pt x="449949" y="156302"/>
                </a:lnTo>
                <a:lnTo>
                  <a:pt x="450647" y="157563"/>
                </a:lnTo>
                <a:lnTo>
                  <a:pt x="451367" y="158798"/>
                </a:lnTo>
                <a:lnTo>
                  <a:pt x="452112" y="160009"/>
                </a:lnTo>
                <a:lnTo>
                  <a:pt x="452880" y="161194"/>
                </a:lnTo>
                <a:lnTo>
                  <a:pt x="453672" y="162354"/>
                </a:lnTo>
                <a:lnTo>
                  <a:pt x="454487" y="163489"/>
                </a:lnTo>
                <a:lnTo>
                  <a:pt x="455326" y="164599"/>
                </a:lnTo>
                <a:lnTo>
                  <a:pt x="456189" y="165684"/>
                </a:lnTo>
                <a:lnTo>
                  <a:pt x="457075" y="166744"/>
                </a:lnTo>
                <a:lnTo>
                  <a:pt x="457985" y="167779"/>
                </a:lnTo>
                <a:lnTo>
                  <a:pt x="458919" y="168789"/>
                </a:lnTo>
                <a:lnTo>
                  <a:pt x="459876" y="169773"/>
                </a:lnTo>
                <a:lnTo>
                  <a:pt x="460857" y="170733"/>
                </a:lnTo>
                <a:lnTo>
                  <a:pt x="461861" y="171667"/>
                </a:lnTo>
                <a:lnTo>
                  <a:pt x="462890" y="172576"/>
                </a:lnTo>
                <a:lnTo>
                  <a:pt x="463941" y="173461"/>
                </a:lnTo>
                <a:lnTo>
                  <a:pt x="465017" y="174320"/>
                </a:lnTo>
                <a:lnTo>
                  <a:pt x="466116" y="175154"/>
                </a:lnTo>
                <a:lnTo>
                  <a:pt x="467239" y="175963"/>
                </a:lnTo>
                <a:lnTo>
                  <a:pt x="468385" y="176747"/>
                </a:lnTo>
                <a:lnTo>
                  <a:pt x="469555" y="177506"/>
                </a:lnTo>
                <a:lnTo>
                  <a:pt x="470749" y="178239"/>
                </a:lnTo>
                <a:lnTo>
                  <a:pt x="471966" y="178948"/>
                </a:lnTo>
                <a:lnTo>
                  <a:pt x="473207" y="179631"/>
                </a:lnTo>
                <a:lnTo>
                  <a:pt x="474468" y="180288"/>
                </a:lnTo>
                <a:lnTo>
                  <a:pt x="475747" y="180917"/>
                </a:lnTo>
                <a:lnTo>
                  <a:pt x="477042" y="181518"/>
                </a:lnTo>
                <a:lnTo>
                  <a:pt x="478355" y="182090"/>
                </a:lnTo>
                <a:lnTo>
                  <a:pt x="479684" y="182635"/>
                </a:lnTo>
                <a:lnTo>
                  <a:pt x="481031" y="183152"/>
                </a:lnTo>
                <a:lnTo>
                  <a:pt x="482395" y="183641"/>
                </a:lnTo>
                <a:lnTo>
                  <a:pt x="483776" y="184102"/>
                </a:lnTo>
                <a:lnTo>
                  <a:pt x="485174" y="184535"/>
                </a:lnTo>
                <a:lnTo>
                  <a:pt x="486589" y="184940"/>
                </a:lnTo>
                <a:lnTo>
                  <a:pt x="488021" y="185318"/>
                </a:lnTo>
                <a:lnTo>
                  <a:pt x="489470" y="185667"/>
                </a:lnTo>
                <a:lnTo>
                  <a:pt x="490937" y="185988"/>
                </a:lnTo>
                <a:lnTo>
                  <a:pt x="492420" y="186282"/>
                </a:lnTo>
                <a:lnTo>
                  <a:pt x="493921" y="186547"/>
                </a:lnTo>
                <a:lnTo>
                  <a:pt x="495438" y="186785"/>
                </a:lnTo>
                <a:lnTo>
                  <a:pt x="496973" y="186994"/>
                </a:lnTo>
                <a:lnTo>
                  <a:pt x="498525" y="187176"/>
                </a:lnTo>
                <a:lnTo>
                  <a:pt x="500094" y="187330"/>
                </a:lnTo>
                <a:lnTo>
                  <a:pt x="501680" y="187455"/>
                </a:lnTo>
                <a:lnTo>
                  <a:pt x="503283" y="187553"/>
                </a:lnTo>
                <a:lnTo>
                  <a:pt x="504903" y="187623"/>
                </a:lnTo>
                <a:lnTo>
                  <a:pt x="506540" y="187665"/>
                </a:lnTo>
                <a:lnTo>
                  <a:pt x="508194" y="187679"/>
                </a:lnTo>
                <a:lnTo>
                  <a:pt x="509871" y="187665"/>
                </a:lnTo>
                <a:lnTo>
                  <a:pt x="511529" y="187623"/>
                </a:lnTo>
                <a:lnTo>
                  <a:pt x="513169" y="187553"/>
                </a:lnTo>
                <a:lnTo>
                  <a:pt x="514792" y="187455"/>
                </a:lnTo>
                <a:lnTo>
                  <a:pt x="516396" y="187330"/>
                </a:lnTo>
                <a:close/>
                <a:moveTo>
                  <a:pt x="503633" y="160202"/>
                </a:moveTo>
                <a:lnTo>
                  <a:pt x="502772" y="160096"/>
                </a:lnTo>
                <a:lnTo>
                  <a:pt x="501928" y="159970"/>
                </a:lnTo>
                <a:lnTo>
                  <a:pt x="501101" y="159825"/>
                </a:lnTo>
                <a:lnTo>
                  <a:pt x="500291" y="159661"/>
                </a:lnTo>
                <a:lnTo>
                  <a:pt x="499499" y="159477"/>
                </a:lnTo>
                <a:lnTo>
                  <a:pt x="498723" y="159274"/>
                </a:lnTo>
                <a:lnTo>
                  <a:pt x="497964" y="159051"/>
                </a:lnTo>
                <a:lnTo>
                  <a:pt x="497223" y="158810"/>
                </a:lnTo>
                <a:lnTo>
                  <a:pt x="496499" y="158548"/>
                </a:lnTo>
                <a:lnTo>
                  <a:pt x="495791" y="158268"/>
                </a:lnTo>
                <a:lnTo>
                  <a:pt x="495101" y="157968"/>
                </a:lnTo>
                <a:lnTo>
                  <a:pt x="494428" y="157649"/>
                </a:lnTo>
                <a:lnTo>
                  <a:pt x="493772" y="157311"/>
                </a:lnTo>
                <a:lnTo>
                  <a:pt x="493133" y="156953"/>
                </a:lnTo>
                <a:lnTo>
                  <a:pt x="492511" y="156576"/>
                </a:lnTo>
                <a:lnTo>
                  <a:pt x="491907" y="156179"/>
                </a:lnTo>
                <a:lnTo>
                  <a:pt x="491319" y="155763"/>
                </a:lnTo>
                <a:lnTo>
                  <a:pt x="490749" y="155328"/>
                </a:lnTo>
                <a:lnTo>
                  <a:pt x="490195" y="154874"/>
                </a:lnTo>
                <a:lnTo>
                  <a:pt x="489657" y="154403"/>
                </a:lnTo>
                <a:lnTo>
                  <a:pt x="489132" y="153919"/>
                </a:lnTo>
                <a:lnTo>
                  <a:pt x="488620" y="153422"/>
                </a:lnTo>
                <a:lnTo>
                  <a:pt x="488122" y="152912"/>
                </a:lnTo>
                <a:lnTo>
                  <a:pt x="487637" y="152389"/>
                </a:lnTo>
                <a:lnTo>
                  <a:pt x="487166" y="151853"/>
                </a:lnTo>
                <a:lnTo>
                  <a:pt x="486708" y="151303"/>
                </a:lnTo>
                <a:lnTo>
                  <a:pt x="486263" y="150741"/>
                </a:lnTo>
                <a:lnTo>
                  <a:pt x="485831" y="150165"/>
                </a:lnTo>
                <a:lnTo>
                  <a:pt x="485413" y="149576"/>
                </a:lnTo>
                <a:lnTo>
                  <a:pt x="485008" y="148974"/>
                </a:lnTo>
                <a:lnTo>
                  <a:pt x="484617" y="148359"/>
                </a:lnTo>
                <a:lnTo>
                  <a:pt x="484238" y="147731"/>
                </a:lnTo>
                <a:lnTo>
                  <a:pt x="483874" y="147089"/>
                </a:lnTo>
                <a:lnTo>
                  <a:pt x="483522" y="146435"/>
                </a:lnTo>
                <a:lnTo>
                  <a:pt x="483184" y="145767"/>
                </a:lnTo>
                <a:lnTo>
                  <a:pt x="482859" y="145087"/>
                </a:lnTo>
                <a:lnTo>
                  <a:pt x="482548" y="144393"/>
                </a:lnTo>
                <a:lnTo>
                  <a:pt x="482250" y="143686"/>
                </a:lnTo>
                <a:lnTo>
                  <a:pt x="481965" y="142966"/>
                </a:lnTo>
                <a:lnTo>
                  <a:pt x="481694" y="142233"/>
                </a:lnTo>
                <a:lnTo>
                  <a:pt x="481436" y="141486"/>
                </a:lnTo>
                <a:lnTo>
                  <a:pt x="481191" y="140727"/>
                </a:lnTo>
                <a:lnTo>
                  <a:pt x="480959" y="139954"/>
                </a:lnTo>
                <a:lnTo>
                  <a:pt x="480739" y="139172"/>
                </a:lnTo>
                <a:lnTo>
                  <a:pt x="480529" y="138383"/>
                </a:lnTo>
                <a:lnTo>
                  <a:pt x="480327" y="137587"/>
                </a:lnTo>
                <a:lnTo>
                  <a:pt x="480136" y="136784"/>
                </a:lnTo>
                <a:lnTo>
                  <a:pt x="479953" y="135975"/>
                </a:lnTo>
                <a:lnTo>
                  <a:pt x="479780" y="135159"/>
                </a:lnTo>
                <a:lnTo>
                  <a:pt x="479616" y="134337"/>
                </a:lnTo>
                <a:lnTo>
                  <a:pt x="479461" y="133508"/>
                </a:lnTo>
                <a:lnTo>
                  <a:pt x="479316" y="132672"/>
                </a:lnTo>
                <a:lnTo>
                  <a:pt x="479181" y="131829"/>
                </a:lnTo>
                <a:lnTo>
                  <a:pt x="479054" y="130980"/>
                </a:lnTo>
                <a:lnTo>
                  <a:pt x="478937" y="130124"/>
                </a:lnTo>
                <a:lnTo>
                  <a:pt x="478829" y="129261"/>
                </a:lnTo>
                <a:lnTo>
                  <a:pt x="478731" y="128392"/>
                </a:lnTo>
                <a:lnTo>
                  <a:pt x="478642" y="127516"/>
                </a:lnTo>
                <a:lnTo>
                  <a:pt x="478563" y="126633"/>
                </a:lnTo>
                <a:lnTo>
                  <a:pt x="478492" y="125743"/>
                </a:lnTo>
                <a:lnTo>
                  <a:pt x="478431" y="124847"/>
                </a:lnTo>
                <a:lnTo>
                  <a:pt x="478380" y="123944"/>
                </a:lnTo>
                <a:lnTo>
                  <a:pt x="478338" y="123035"/>
                </a:lnTo>
                <a:lnTo>
                  <a:pt x="478305" y="122119"/>
                </a:lnTo>
                <a:lnTo>
                  <a:pt x="478282" y="121196"/>
                </a:lnTo>
                <a:lnTo>
                  <a:pt x="478268" y="120266"/>
                </a:lnTo>
                <a:lnTo>
                  <a:pt x="478263" y="119330"/>
                </a:lnTo>
                <a:lnTo>
                  <a:pt x="478268" y="118371"/>
                </a:lnTo>
                <a:lnTo>
                  <a:pt x="478282" y="117419"/>
                </a:lnTo>
                <a:lnTo>
                  <a:pt x="478305" y="116474"/>
                </a:lnTo>
                <a:lnTo>
                  <a:pt x="478338" y="115536"/>
                </a:lnTo>
                <a:lnTo>
                  <a:pt x="478380" y="114606"/>
                </a:lnTo>
                <a:lnTo>
                  <a:pt x="478431" y="113683"/>
                </a:lnTo>
                <a:lnTo>
                  <a:pt x="478492" y="112767"/>
                </a:lnTo>
                <a:lnTo>
                  <a:pt x="478563" y="111858"/>
                </a:lnTo>
                <a:lnTo>
                  <a:pt x="478642" y="110956"/>
                </a:lnTo>
                <a:lnTo>
                  <a:pt x="478731" y="110061"/>
                </a:lnTo>
                <a:lnTo>
                  <a:pt x="478829" y="109174"/>
                </a:lnTo>
                <a:lnTo>
                  <a:pt x="478937" y="108293"/>
                </a:lnTo>
                <a:lnTo>
                  <a:pt x="479054" y="107420"/>
                </a:lnTo>
                <a:lnTo>
                  <a:pt x="479181" y="106554"/>
                </a:lnTo>
                <a:lnTo>
                  <a:pt x="479316" y="105695"/>
                </a:lnTo>
                <a:lnTo>
                  <a:pt x="479461" y="104844"/>
                </a:lnTo>
                <a:lnTo>
                  <a:pt x="479616" y="103999"/>
                </a:lnTo>
                <a:lnTo>
                  <a:pt x="479780" y="103162"/>
                </a:lnTo>
                <a:lnTo>
                  <a:pt x="479953" y="102332"/>
                </a:lnTo>
                <a:lnTo>
                  <a:pt x="480136" y="101509"/>
                </a:lnTo>
                <a:lnTo>
                  <a:pt x="480327" y="100693"/>
                </a:lnTo>
                <a:lnTo>
                  <a:pt x="480529" y="99884"/>
                </a:lnTo>
                <a:lnTo>
                  <a:pt x="480739" y="99083"/>
                </a:lnTo>
                <a:lnTo>
                  <a:pt x="480959" y="98289"/>
                </a:lnTo>
                <a:lnTo>
                  <a:pt x="481191" y="97505"/>
                </a:lnTo>
                <a:lnTo>
                  <a:pt x="481436" y="96734"/>
                </a:lnTo>
                <a:lnTo>
                  <a:pt x="481694" y="95977"/>
                </a:lnTo>
                <a:lnTo>
                  <a:pt x="481965" y="95233"/>
                </a:lnTo>
                <a:lnTo>
                  <a:pt x="482250" y="94502"/>
                </a:lnTo>
                <a:lnTo>
                  <a:pt x="482548" y="93785"/>
                </a:lnTo>
                <a:lnTo>
                  <a:pt x="482859" y="93081"/>
                </a:lnTo>
                <a:lnTo>
                  <a:pt x="483184" y="92391"/>
                </a:lnTo>
                <a:lnTo>
                  <a:pt x="483522" y="91714"/>
                </a:lnTo>
                <a:lnTo>
                  <a:pt x="483874" y="91050"/>
                </a:lnTo>
                <a:lnTo>
                  <a:pt x="484238" y="90400"/>
                </a:lnTo>
                <a:lnTo>
                  <a:pt x="484617" y="89763"/>
                </a:lnTo>
                <a:lnTo>
                  <a:pt x="485008" y="89139"/>
                </a:lnTo>
                <a:lnTo>
                  <a:pt x="485413" y="88529"/>
                </a:lnTo>
                <a:lnTo>
                  <a:pt x="485831" y="87932"/>
                </a:lnTo>
                <a:lnTo>
                  <a:pt x="486263" y="87349"/>
                </a:lnTo>
                <a:lnTo>
                  <a:pt x="486708" y="86779"/>
                </a:lnTo>
                <a:lnTo>
                  <a:pt x="487166" y="86222"/>
                </a:lnTo>
                <a:lnTo>
                  <a:pt x="487637" y="85679"/>
                </a:lnTo>
                <a:lnTo>
                  <a:pt x="488122" y="85149"/>
                </a:lnTo>
                <a:lnTo>
                  <a:pt x="488620" y="84632"/>
                </a:lnTo>
                <a:lnTo>
                  <a:pt x="489132" y="84129"/>
                </a:lnTo>
                <a:lnTo>
                  <a:pt x="489657" y="83639"/>
                </a:lnTo>
                <a:lnTo>
                  <a:pt x="490195" y="83163"/>
                </a:lnTo>
                <a:lnTo>
                  <a:pt x="490749" y="82703"/>
                </a:lnTo>
                <a:lnTo>
                  <a:pt x="491319" y="82262"/>
                </a:lnTo>
                <a:lnTo>
                  <a:pt x="491907" y="81842"/>
                </a:lnTo>
                <a:lnTo>
                  <a:pt x="492511" y="81440"/>
                </a:lnTo>
                <a:lnTo>
                  <a:pt x="493133" y="81059"/>
                </a:lnTo>
                <a:lnTo>
                  <a:pt x="493772" y="80696"/>
                </a:lnTo>
                <a:lnTo>
                  <a:pt x="494428" y="80354"/>
                </a:lnTo>
                <a:lnTo>
                  <a:pt x="495101" y="80031"/>
                </a:lnTo>
                <a:lnTo>
                  <a:pt x="495791" y="79728"/>
                </a:lnTo>
                <a:lnTo>
                  <a:pt x="496499" y="79444"/>
                </a:lnTo>
                <a:lnTo>
                  <a:pt x="497223" y="79179"/>
                </a:lnTo>
                <a:lnTo>
                  <a:pt x="497964" y="78935"/>
                </a:lnTo>
                <a:lnTo>
                  <a:pt x="498723" y="78710"/>
                </a:lnTo>
                <a:lnTo>
                  <a:pt x="499499" y="78504"/>
                </a:lnTo>
                <a:lnTo>
                  <a:pt x="500291" y="78318"/>
                </a:lnTo>
                <a:lnTo>
                  <a:pt x="501101" y="78152"/>
                </a:lnTo>
                <a:lnTo>
                  <a:pt x="501928" y="78005"/>
                </a:lnTo>
                <a:lnTo>
                  <a:pt x="502772" y="77878"/>
                </a:lnTo>
                <a:lnTo>
                  <a:pt x="503633" y="77770"/>
                </a:lnTo>
                <a:lnTo>
                  <a:pt x="504511" y="77682"/>
                </a:lnTo>
                <a:lnTo>
                  <a:pt x="505406" y="77613"/>
                </a:lnTo>
                <a:lnTo>
                  <a:pt x="506319" y="77565"/>
                </a:lnTo>
                <a:lnTo>
                  <a:pt x="507248" y="77535"/>
                </a:lnTo>
                <a:lnTo>
                  <a:pt x="508194" y="77525"/>
                </a:lnTo>
                <a:lnTo>
                  <a:pt x="509163" y="77535"/>
                </a:lnTo>
                <a:lnTo>
                  <a:pt x="510114" y="77565"/>
                </a:lnTo>
                <a:lnTo>
                  <a:pt x="511048" y="77613"/>
                </a:lnTo>
                <a:lnTo>
                  <a:pt x="511964" y="77682"/>
                </a:lnTo>
                <a:lnTo>
                  <a:pt x="512862" y="77770"/>
                </a:lnTo>
                <a:lnTo>
                  <a:pt x="513743" y="77878"/>
                </a:lnTo>
                <a:lnTo>
                  <a:pt x="514607" y="78005"/>
                </a:lnTo>
                <a:lnTo>
                  <a:pt x="515453" y="78152"/>
                </a:lnTo>
                <a:lnTo>
                  <a:pt x="516281" y="78318"/>
                </a:lnTo>
                <a:lnTo>
                  <a:pt x="517092" y="78504"/>
                </a:lnTo>
                <a:lnTo>
                  <a:pt x="517885" y="78710"/>
                </a:lnTo>
                <a:lnTo>
                  <a:pt x="518660" y="78935"/>
                </a:lnTo>
                <a:lnTo>
                  <a:pt x="519418" y="79179"/>
                </a:lnTo>
                <a:lnTo>
                  <a:pt x="520159" y="79444"/>
                </a:lnTo>
                <a:lnTo>
                  <a:pt x="520882" y="79728"/>
                </a:lnTo>
                <a:lnTo>
                  <a:pt x="521587" y="80031"/>
                </a:lnTo>
                <a:lnTo>
                  <a:pt x="522275" y="80354"/>
                </a:lnTo>
                <a:lnTo>
                  <a:pt x="522945" y="80696"/>
                </a:lnTo>
                <a:lnTo>
                  <a:pt x="523598" y="81059"/>
                </a:lnTo>
                <a:lnTo>
                  <a:pt x="524233" y="81440"/>
                </a:lnTo>
                <a:lnTo>
                  <a:pt x="524851" y="81842"/>
                </a:lnTo>
                <a:lnTo>
                  <a:pt x="525451" y="82262"/>
                </a:lnTo>
                <a:lnTo>
                  <a:pt x="526033" y="82703"/>
                </a:lnTo>
                <a:lnTo>
                  <a:pt x="526598" y="83163"/>
                </a:lnTo>
                <a:lnTo>
                  <a:pt x="527148" y="83639"/>
                </a:lnTo>
                <a:lnTo>
                  <a:pt x="527683" y="84129"/>
                </a:lnTo>
                <a:lnTo>
                  <a:pt x="528206" y="84632"/>
                </a:lnTo>
                <a:lnTo>
                  <a:pt x="528714" y="85149"/>
                </a:lnTo>
                <a:lnTo>
                  <a:pt x="529209" y="85679"/>
                </a:lnTo>
                <a:lnTo>
                  <a:pt x="529691" y="86222"/>
                </a:lnTo>
                <a:lnTo>
                  <a:pt x="530159" y="86779"/>
                </a:lnTo>
                <a:lnTo>
                  <a:pt x="530613" y="87349"/>
                </a:lnTo>
                <a:lnTo>
                  <a:pt x="531054" y="87932"/>
                </a:lnTo>
                <a:lnTo>
                  <a:pt x="531481" y="88529"/>
                </a:lnTo>
                <a:lnTo>
                  <a:pt x="531895" y="89139"/>
                </a:lnTo>
                <a:lnTo>
                  <a:pt x="532295" y="89763"/>
                </a:lnTo>
                <a:lnTo>
                  <a:pt x="532681" y="90400"/>
                </a:lnTo>
                <a:lnTo>
                  <a:pt x="533054" y="91050"/>
                </a:lnTo>
                <a:lnTo>
                  <a:pt x="533413" y="91714"/>
                </a:lnTo>
                <a:lnTo>
                  <a:pt x="533759" y="92391"/>
                </a:lnTo>
                <a:lnTo>
                  <a:pt x="534091" y="93081"/>
                </a:lnTo>
                <a:lnTo>
                  <a:pt x="534410" y="93785"/>
                </a:lnTo>
                <a:lnTo>
                  <a:pt x="534715" y="94502"/>
                </a:lnTo>
                <a:lnTo>
                  <a:pt x="535006" y="95233"/>
                </a:lnTo>
                <a:lnTo>
                  <a:pt x="535284" y="95977"/>
                </a:lnTo>
                <a:lnTo>
                  <a:pt x="535548" y="96734"/>
                </a:lnTo>
                <a:lnTo>
                  <a:pt x="535799" y="97505"/>
                </a:lnTo>
                <a:lnTo>
                  <a:pt x="536036" y="98289"/>
                </a:lnTo>
                <a:lnTo>
                  <a:pt x="536262" y="99083"/>
                </a:lnTo>
                <a:lnTo>
                  <a:pt x="536478" y="99884"/>
                </a:lnTo>
                <a:lnTo>
                  <a:pt x="536684" y="100693"/>
                </a:lnTo>
                <a:lnTo>
                  <a:pt x="536881" y="101509"/>
                </a:lnTo>
                <a:lnTo>
                  <a:pt x="537068" y="102332"/>
                </a:lnTo>
                <a:lnTo>
                  <a:pt x="537245" y="103162"/>
                </a:lnTo>
                <a:lnTo>
                  <a:pt x="537413" y="103999"/>
                </a:lnTo>
                <a:lnTo>
                  <a:pt x="537572" y="104844"/>
                </a:lnTo>
                <a:lnTo>
                  <a:pt x="537720" y="105695"/>
                </a:lnTo>
                <a:lnTo>
                  <a:pt x="537860" y="106554"/>
                </a:lnTo>
                <a:lnTo>
                  <a:pt x="537989" y="107420"/>
                </a:lnTo>
                <a:lnTo>
                  <a:pt x="538109" y="108293"/>
                </a:lnTo>
                <a:lnTo>
                  <a:pt x="538220" y="109174"/>
                </a:lnTo>
                <a:lnTo>
                  <a:pt x="538320" y="110061"/>
                </a:lnTo>
                <a:lnTo>
                  <a:pt x="538411" y="110956"/>
                </a:lnTo>
                <a:lnTo>
                  <a:pt x="538493" y="111858"/>
                </a:lnTo>
                <a:lnTo>
                  <a:pt x="538565" y="112767"/>
                </a:lnTo>
                <a:lnTo>
                  <a:pt x="538627" y="113683"/>
                </a:lnTo>
                <a:lnTo>
                  <a:pt x="538680" y="114606"/>
                </a:lnTo>
                <a:lnTo>
                  <a:pt x="538723" y="115536"/>
                </a:lnTo>
                <a:lnTo>
                  <a:pt x="538757" y="116474"/>
                </a:lnTo>
                <a:lnTo>
                  <a:pt x="538781" y="117419"/>
                </a:lnTo>
                <a:lnTo>
                  <a:pt x="538795" y="118371"/>
                </a:lnTo>
                <a:lnTo>
                  <a:pt x="538800" y="119330"/>
                </a:lnTo>
                <a:lnTo>
                  <a:pt x="538795" y="120266"/>
                </a:lnTo>
                <a:lnTo>
                  <a:pt x="538781" y="121196"/>
                </a:lnTo>
                <a:lnTo>
                  <a:pt x="538757" y="122119"/>
                </a:lnTo>
                <a:lnTo>
                  <a:pt x="538723" y="123035"/>
                </a:lnTo>
                <a:lnTo>
                  <a:pt x="538680" y="123944"/>
                </a:lnTo>
                <a:lnTo>
                  <a:pt x="538627" y="124847"/>
                </a:lnTo>
                <a:lnTo>
                  <a:pt x="538565" y="125743"/>
                </a:lnTo>
                <a:lnTo>
                  <a:pt x="538493" y="126633"/>
                </a:lnTo>
                <a:lnTo>
                  <a:pt x="538411" y="127516"/>
                </a:lnTo>
                <a:lnTo>
                  <a:pt x="538320" y="128392"/>
                </a:lnTo>
                <a:lnTo>
                  <a:pt x="538220" y="129261"/>
                </a:lnTo>
                <a:lnTo>
                  <a:pt x="538109" y="130124"/>
                </a:lnTo>
                <a:lnTo>
                  <a:pt x="537989" y="130980"/>
                </a:lnTo>
                <a:lnTo>
                  <a:pt x="537860" y="131829"/>
                </a:lnTo>
                <a:lnTo>
                  <a:pt x="537720" y="132672"/>
                </a:lnTo>
                <a:lnTo>
                  <a:pt x="537572" y="133508"/>
                </a:lnTo>
                <a:lnTo>
                  <a:pt x="537413" y="134337"/>
                </a:lnTo>
                <a:lnTo>
                  <a:pt x="537245" y="135159"/>
                </a:lnTo>
                <a:lnTo>
                  <a:pt x="537068" y="135975"/>
                </a:lnTo>
                <a:lnTo>
                  <a:pt x="536881" y="136784"/>
                </a:lnTo>
                <a:lnTo>
                  <a:pt x="536684" y="137587"/>
                </a:lnTo>
                <a:lnTo>
                  <a:pt x="536478" y="138383"/>
                </a:lnTo>
                <a:lnTo>
                  <a:pt x="536262" y="139172"/>
                </a:lnTo>
                <a:lnTo>
                  <a:pt x="536036" y="139954"/>
                </a:lnTo>
                <a:lnTo>
                  <a:pt x="535799" y="140727"/>
                </a:lnTo>
                <a:lnTo>
                  <a:pt x="535548" y="141486"/>
                </a:lnTo>
                <a:lnTo>
                  <a:pt x="535284" y="142233"/>
                </a:lnTo>
                <a:lnTo>
                  <a:pt x="535006" y="142966"/>
                </a:lnTo>
                <a:lnTo>
                  <a:pt x="534715" y="143686"/>
                </a:lnTo>
                <a:lnTo>
                  <a:pt x="534410" y="144393"/>
                </a:lnTo>
                <a:lnTo>
                  <a:pt x="534091" y="145087"/>
                </a:lnTo>
                <a:lnTo>
                  <a:pt x="533759" y="145767"/>
                </a:lnTo>
                <a:lnTo>
                  <a:pt x="533413" y="146435"/>
                </a:lnTo>
                <a:lnTo>
                  <a:pt x="533054" y="147089"/>
                </a:lnTo>
                <a:lnTo>
                  <a:pt x="532681" y="147731"/>
                </a:lnTo>
                <a:lnTo>
                  <a:pt x="532295" y="148359"/>
                </a:lnTo>
                <a:lnTo>
                  <a:pt x="531895" y="148974"/>
                </a:lnTo>
                <a:lnTo>
                  <a:pt x="531481" y="149576"/>
                </a:lnTo>
                <a:lnTo>
                  <a:pt x="531054" y="150165"/>
                </a:lnTo>
                <a:lnTo>
                  <a:pt x="530613" y="150741"/>
                </a:lnTo>
                <a:lnTo>
                  <a:pt x="530159" y="151303"/>
                </a:lnTo>
                <a:lnTo>
                  <a:pt x="529691" y="151853"/>
                </a:lnTo>
                <a:lnTo>
                  <a:pt x="529209" y="152389"/>
                </a:lnTo>
                <a:lnTo>
                  <a:pt x="528714" y="152912"/>
                </a:lnTo>
                <a:lnTo>
                  <a:pt x="528206" y="153422"/>
                </a:lnTo>
                <a:lnTo>
                  <a:pt x="527683" y="153919"/>
                </a:lnTo>
                <a:lnTo>
                  <a:pt x="527148" y="154403"/>
                </a:lnTo>
                <a:lnTo>
                  <a:pt x="526598" y="154874"/>
                </a:lnTo>
                <a:lnTo>
                  <a:pt x="526033" y="155328"/>
                </a:lnTo>
                <a:lnTo>
                  <a:pt x="525451" y="155763"/>
                </a:lnTo>
                <a:lnTo>
                  <a:pt x="524851" y="156179"/>
                </a:lnTo>
                <a:lnTo>
                  <a:pt x="524233" y="156576"/>
                </a:lnTo>
                <a:lnTo>
                  <a:pt x="523598" y="156953"/>
                </a:lnTo>
                <a:lnTo>
                  <a:pt x="522945" y="157311"/>
                </a:lnTo>
                <a:lnTo>
                  <a:pt x="522275" y="157649"/>
                </a:lnTo>
                <a:lnTo>
                  <a:pt x="521587" y="157968"/>
                </a:lnTo>
                <a:lnTo>
                  <a:pt x="520882" y="158268"/>
                </a:lnTo>
                <a:lnTo>
                  <a:pt x="520159" y="158548"/>
                </a:lnTo>
                <a:lnTo>
                  <a:pt x="519418" y="158810"/>
                </a:lnTo>
                <a:lnTo>
                  <a:pt x="518660" y="159051"/>
                </a:lnTo>
                <a:lnTo>
                  <a:pt x="517885" y="159274"/>
                </a:lnTo>
                <a:lnTo>
                  <a:pt x="517092" y="159477"/>
                </a:lnTo>
                <a:lnTo>
                  <a:pt x="516281" y="159661"/>
                </a:lnTo>
                <a:lnTo>
                  <a:pt x="515453" y="159825"/>
                </a:lnTo>
                <a:lnTo>
                  <a:pt x="514607" y="159970"/>
                </a:lnTo>
                <a:lnTo>
                  <a:pt x="513743" y="160096"/>
                </a:lnTo>
                <a:lnTo>
                  <a:pt x="512862" y="160202"/>
                </a:lnTo>
                <a:lnTo>
                  <a:pt x="511964" y="160289"/>
                </a:lnTo>
                <a:lnTo>
                  <a:pt x="511048" y="160357"/>
                </a:lnTo>
                <a:lnTo>
                  <a:pt x="510114" y="160405"/>
                </a:lnTo>
                <a:lnTo>
                  <a:pt x="509163" y="160434"/>
                </a:lnTo>
                <a:lnTo>
                  <a:pt x="508194" y="160444"/>
                </a:lnTo>
                <a:lnTo>
                  <a:pt x="507248" y="160434"/>
                </a:lnTo>
                <a:lnTo>
                  <a:pt x="506319" y="160405"/>
                </a:lnTo>
                <a:lnTo>
                  <a:pt x="505406" y="160357"/>
                </a:lnTo>
                <a:lnTo>
                  <a:pt x="504511" y="160289"/>
                </a:lnTo>
                <a:lnTo>
                  <a:pt x="503633" y="160202"/>
                </a:lnTo>
                <a:close/>
                <a:moveTo>
                  <a:pt x="1047968" y="187465"/>
                </a:moveTo>
                <a:lnTo>
                  <a:pt x="1049106" y="187371"/>
                </a:lnTo>
                <a:lnTo>
                  <a:pt x="1050232" y="187260"/>
                </a:lnTo>
                <a:lnTo>
                  <a:pt x="1051346" y="187132"/>
                </a:lnTo>
                <a:lnTo>
                  <a:pt x="1052449" y="186987"/>
                </a:lnTo>
                <a:lnTo>
                  <a:pt x="1053540" y="186824"/>
                </a:lnTo>
                <a:lnTo>
                  <a:pt x="1054619" y="186645"/>
                </a:lnTo>
                <a:lnTo>
                  <a:pt x="1055687" y="186449"/>
                </a:lnTo>
                <a:lnTo>
                  <a:pt x="1056743" y="186235"/>
                </a:lnTo>
                <a:lnTo>
                  <a:pt x="1057787" y="186004"/>
                </a:lnTo>
                <a:lnTo>
                  <a:pt x="1058819" y="185757"/>
                </a:lnTo>
                <a:lnTo>
                  <a:pt x="1059840" y="185492"/>
                </a:lnTo>
                <a:lnTo>
                  <a:pt x="1060849" y="185210"/>
                </a:lnTo>
                <a:lnTo>
                  <a:pt x="1061847" y="184911"/>
                </a:lnTo>
                <a:lnTo>
                  <a:pt x="1062832" y="184595"/>
                </a:lnTo>
                <a:lnTo>
                  <a:pt x="1063806" y="184261"/>
                </a:lnTo>
                <a:lnTo>
                  <a:pt x="1064769" y="183911"/>
                </a:lnTo>
                <a:lnTo>
                  <a:pt x="1065719" y="183544"/>
                </a:lnTo>
                <a:lnTo>
                  <a:pt x="1066658" y="183159"/>
                </a:lnTo>
                <a:lnTo>
                  <a:pt x="1067585" y="182758"/>
                </a:lnTo>
                <a:lnTo>
                  <a:pt x="1068502" y="182340"/>
                </a:lnTo>
                <a:lnTo>
                  <a:pt x="1069409" y="181905"/>
                </a:lnTo>
                <a:lnTo>
                  <a:pt x="1070307" y="181455"/>
                </a:lnTo>
                <a:lnTo>
                  <a:pt x="1071196" y="180988"/>
                </a:lnTo>
                <a:lnTo>
                  <a:pt x="1072075" y="180505"/>
                </a:lnTo>
                <a:lnTo>
                  <a:pt x="1072945" y="180006"/>
                </a:lnTo>
                <a:lnTo>
                  <a:pt x="1073805" y="179491"/>
                </a:lnTo>
                <a:lnTo>
                  <a:pt x="1074656" y="178960"/>
                </a:lnTo>
                <a:lnTo>
                  <a:pt x="1075498" y="178413"/>
                </a:lnTo>
                <a:lnTo>
                  <a:pt x="1076330" y="177849"/>
                </a:lnTo>
                <a:lnTo>
                  <a:pt x="1077153" y="177269"/>
                </a:lnTo>
                <a:lnTo>
                  <a:pt x="1077967" y="176674"/>
                </a:lnTo>
                <a:lnTo>
                  <a:pt x="1078771" y="176062"/>
                </a:lnTo>
                <a:lnTo>
                  <a:pt x="1079566" y="175433"/>
                </a:lnTo>
                <a:lnTo>
                  <a:pt x="1080352" y="174789"/>
                </a:lnTo>
                <a:lnTo>
                  <a:pt x="1081128" y="174129"/>
                </a:lnTo>
                <a:lnTo>
                  <a:pt x="1081895" y="173452"/>
                </a:lnTo>
                <a:lnTo>
                  <a:pt x="1082652" y="172759"/>
                </a:lnTo>
                <a:lnTo>
                  <a:pt x="1083400" y="172051"/>
                </a:lnTo>
                <a:lnTo>
                  <a:pt x="1084139" y="171325"/>
                </a:lnTo>
                <a:lnTo>
                  <a:pt x="1084868" y="170584"/>
                </a:lnTo>
                <a:lnTo>
                  <a:pt x="1085588" y="169827"/>
                </a:lnTo>
                <a:lnTo>
                  <a:pt x="1086299" y="169053"/>
                </a:lnTo>
                <a:lnTo>
                  <a:pt x="1087000" y="168264"/>
                </a:lnTo>
                <a:lnTo>
                  <a:pt x="1088079" y="185252"/>
                </a:lnTo>
                <a:lnTo>
                  <a:pt x="1121516" y="185252"/>
                </a:lnTo>
                <a:lnTo>
                  <a:pt x="1121516" y="95870"/>
                </a:lnTo>
                <a:lnTo>
                  <a:pt x="1121509" y="94764"/>
                </a:lnTo>
                <a:lnTo>
                  <a:pt x="1121487" y="93672"/>
                </a:lnTo>
                <a:lnTo>
                  <a:pt x="1121451" y="92596"/>
                </a:lnTo>
                <a:lnTo>
                  <a:pt x="1121400" y="91536"/>
                </a:lnTo>
                <a:lnTo>
                  <a:pt x="1121335" y="90491"/>
                </a:lnTo>
                <a:lnTo>
                  <a:pt x="1121255" y="89461"/>
                </a:lnTo>
                <a:lnTo>
                  <a:pt x="1121160" y="88447"/>
                </a:lnTo>
                <a:lnTo>
                  <a:pt x="1121052" y="87448"/>
                </a:lnTo>
                <a:lnTo>
                  <a:pt x="1120928" y="86464"/>
                </a:lnTo>
                <a:lnTo>
                  <a:pt x="1120790" y="85496"/>
                </a:lnTo>
                <a:lnTo>
                  <a:pt x="1120638" y="84544"/>
                </a:lnTo>
                <a:lnTo>
                  <a:pt x="1120471" y="83606"/>
                </a:lnTo>
                <a:lnTo>
                  <a:pt x="1120290" y="82684"/>
                </a:lnTo>
                <a:lnTo>
                  <a:pt x="1120094" y="81778"/>
                </a:lnTo>
                <a:lnTo>
                  <a:pt x="1119883" y="80887"/>
                </a:lnTo>
                <a:lnTo>
                  <a:pt x="1119658" y="80011"/>
                </a:lnTo>
                <a:lnTo>
                  <a:pt x="1119419" y="79151"/>
                </a:lnTo>
                <a:lnTo>
                  <a:pt x="1119165" y="78306"/>
                </a:lnTo>
                <a:lnTo>
                  <a:pt x="1118897" y="77477"/>
                </a:lnTo>
                <a:lnTo>
                  <a:pt x="1118614" y="76663"/>
                </a:lnTo>
                <a:lnTo>
                  <a:pt x="1118316" y="75864"/>
                </a:lnTo>
                <a:lnTo>
                  <a:pt x="1118004" y="75081"/>
                </a:lnTo>
                <a:lnTo>
                  <a:pt x="1117677" y="74313"/>
                </a:lnTo>
                <a:lnTo>
                  <a:pt x="1117336" y="73561"/>
                </a:lnTo>
                <a:lnTo>
                  <a:pt x="1116982" y="72822"/>
                </a:lnTo>
                <a:lnTo>
                  <a:pt x="1116616" y="72097"/>
                </a:lnTo>
                <a:lnTo>
                  <a:pt x="1116238" y="71384"/>
                </a:lnTo>
                <a:lnTo>
                  <a:pt x="1115848" y="70685"/>
                </a:lnTo>
                <a:lnTo>
                  <a:pt x="1115446" y="69998"/>
                </a:lnTo>
                <a:lnTo>
                  <a:pt x="1115032" y="69325"/>
                </a:lnTo>
                <a:lnTo>
                  <a:pt x="1114606" y="68665"/>
                </a:lnTo>
                <a:lnTo>
                  <a:pt x="1114168" y="68018"/>
                </a:lnTo>
                <a:lnTo>
                  <a:pt x="1113718" y="67384"/>
                </a:lnTo>
                <a:lnTo>
                  <a:pt x="1113256" y="66763"/>
                </a:lnTo>
                <a:lnTo>
                  <a:pt x="1112783" y="66155"/>
                </a:lnTo>
                <a:lnTo>
                  <a:pt x="1112297" y="65560"/>
                </a:lnTo>
                <a:lnTo>
                  <a:pt x="1111800" y="64978"/>
                </a:lnTo>
                <a:lnTo>
                  <a:pt x="1111290" y="64409"/>
                </a:lnTo>
                <a:lnTo>
                  <a:pt x="1110769" y="63853"/>
                </a:lnTo>
                <a:lnTo>
                  <a:pt x="1110236" y="63310"/>
                </a:lnTo>
                <a:lnTo>
                  <a:pt x="1109690" y="62780"/>
                </a:lnTo>
                <a:lnTo>
                  <a:pt x="1109133" y="62264"/>
                </a:lnTo>
                <a:lnTo>
                  <a:pt x="1108564" y="61760"/>
                </a:lnTo>
                <a:lnTo>
                  <a:pt x="1107983" y="61269"/>
                </a:lnTo>
                <a:lnTo>
                  <a:pt x="1107390" y="60792"/>
                </a:lnTo>
                <a:lnTo>
                  <a:pt x="1106785" y="60327"/>
                </a:lnTo>
                <a:lnTo>
                  <a:pt x="1106168" y="59876"/>
                </a:lnTo>
                <a:lnTo>
                  <a:pt x="1105539" y="59438"/>
                </a:lnTo>
                <a:lnTo>
                  <a:pt x="1104899" y="59011"/>
                </a:lnTo>
                <a:lnTo>
                  <a:pt x="1104250" y="58594"/>
                </a:lnTo>
                <a:lnTo>
                  <a:pt x="1103591" y="58189"/>
                </a:lnTo>
                <a:lnTo>
                  <a:pt x="1102923" y="57794"/>
                </a:lnTo>
                <a:lnTo>
                  <a:pt x="1102245" y="57410"/>
                </a:lnTo>
                <a:lnTo>
                  <a:pt x="1101557" y="57036"/>
                </a:lnTo>
                <a:lnTo>
                  <a:pt x="1100860" y="56673"/>
                </a:lnTo>
                <a:lnTo>
                  <a:pt x="1100153" y="56321"/>
                </a:lnTo>
                <a:lnTo>
                  <a:pt x="1099437" y="55980"/>
                </a:lnTo>
                <a:lnTo>
                  <a:pt x="1098711" y="55649"/>
                </a:lnTo>
                <a:lnTo>
                  <a:pt x="1097976" y="55328"/>
                </a:lnTo>
                <a:lnTo>
                  <a:pt x="1097230" y="55019"/>
                </a:lnTo>
                <a:lnTo>
                  <a:pt x="1096476" y="54720"/>
                </a:lnTo>
                <a:lnTo>
                  <a:pt x="1095711" y="54432"/>
                </a:lnTo>
                <a:lnTo>
                  <a:pt x="1094937" y="54154"/>
                </a:lnTo>
                <a:lnTo>
                  <a:pt x="1094154" y="53887"/>
                </a:lnTo>
                <a:lnTo>
                  <a:pt x="1093361" y="53631"/>
                </a:lnTo>
                <a:lnTo>
                  <a:pt x="1092558" y="53385"/>
                </a:lnTo>
                <a:lnTo>
                  <a:pt x="1091745" y="53150"/>
                </a:lnTo>
                <a:lnTo>
                  <a:pt x="1090923" y="52926"/>
                </a:lnTo>
                <a:lnTo>
                  <a:pt x="1090092" y="52713"/>
                </a:lnTo>
                <a:lnTo>
                  <a:pt x="1089251" y="52510"/>
                </a:lnTo>
                <a:lnTo>
                  <a:pt x="1088400" y="52317"/>
                </a:lnTo>
                <a:lnTo>
                  <a:pt x="1087540" y="52136"/>
                </a:lnTo>
                <a:lnTo>
                  <a:pt x="1086671" y="51963"/>
                </a:lnTo>
                <a:lnTo>
                  <a:pt x="1085794" y="51798"/>
                </a:lnTo>
                <a:lnTo>
                  <a:pt x="1084911" y="51640"/>
                </a:lnTo>
                <a:lnTo>
                  <a:pt x="1084019" y="51490"/>
                </a:lnTo>
                <a:lnTo>
                  <a:pt x="1083120" y="51346"/>
                </a:lnTo>
                <a:lnTo>
                  <a:pt x="1082214" y="51210"/>
                </a:lnTo>
                <a:lnTo>
                  <a:pt x="1081300" y="51082"/>
                </a:lnTo>
                <a:lnTo>
                  <a:pt x="1080379" y="50961"/>
                </a:lnTo>
                <a:lnTo>
                  <a:pt x="1079450" y="50847"/>
                </a:lnTo>
                <a:lnTo>
                  <a:pt x="1078514" y="50740"/>
                </a:lnTo>
                <a:lnTo>
                  <a:pt x="1077570" y="50641"/>
                </a:lnTo>
                <a:lnTo>
                  <a:pt x="1076619" y="50550"/>
                </a:lnTo>
                <a:lnTo>
                  <a:pt x="1075660" y="50465"/>
                </a:lnTo>
                <a:lnTo>
                  <a:pt x="1074694" y="50388"/>
                </a:lnTo>
                <a:lnTo>
                  <a:pt x="1073720" y="50318"/>
                </a:lnTo>
                <a:lnTo>
                  <a:pt x="1072739" y="50256"/>
                </a:lnTo>
                <a:lnTo>
                  <a:pt x="1071750" y="50201"/>
                </a:lnTo>
                <a:lnTo>
                  <a:pt x="1070754" y="50153"/>
                </a:lnTo>
                <a:lnTo>
                  <a:pt x="1069750" y="50113"/>
                </a:lnTo>
                <a:lnTo>
                  <a:pt x="1068739" y="50079"/>
                </a:lnTo>
                <a:lnTo>
                  <a:pt x="1067720" y="50054"/>
                </a:lnTo>
                <a:lnTo>
                  <a:pt x="1066694" y="50035"/>
                </a:lnTo>
                <a:lnTo>
                  <a:pt x="1065660" y="50024"/>
                </a:lnTo>
                <a:lnTo>
                  <a:pt x="1064619" y="50021"/>
                </a:lnTo>
                <a:lnTo>
                  <a:pt x="1063199" y="50028"/>
                </a:lnTo>
                <a:lnTo>
                  <a:pt x="1061794" y="50051"/>
                </a:lnTo>
                <a:lnTo>
                  <a:pt x="1060403" y="50089"/>
                </a:lnTo>
                <a:lnTo>
                  <a:pt x="1059026" y="50142"/>
                </a:lnTo>
                <a:lnTo>
                  <a:pt x="1057663" y="50210"/>
                </a:lnTo>
                <a:lnTo>
                  <a:pt x="1056315" y="50294"/>
                </a:lnTo>
                <a:lnTo>
                  <a:pt x="1054981" y="50392"/>
                </a:lnTo>
                <a:lnTo>
                  <a:pt x="1053661" y="50506"/>
                </a:lnTo>
                <a:lnTo>
                  <a:pt x="1052355" y="50635"/>
                </a:lnTo>
                <a:lnTo>
                  <a:pt x="1051064" y="50779"/>
                </a:lnTo>
                <a:lnTo>
                  <a:pt x="1049787" y="50939"/>
                </a:lnTo>
                <a:lnTo>
                  <a:pt x="1048524" y="51113"/>
                </a:lnTo>
                <a:lnTo>
                  <a:pt x="1047276" y="51303"/>
                </a:lnTo>
                <a:lnTo>
                  <a:pt x="1046042" y="51507"/>
                </a:lnTo>
                <a:lnTo>
                  <a:pt x="1044822" y="51727"/>
                </a:lnTo>
                <a:lnTo>
                  <a:pt x="1043616" y="51963"/>
                </a:lnTo>
                <a:lnTo>
                  <a:pt x="1042425" y="52213"/>
                </a:lnTo>
                <a:lnTo>
                  <a:pt x="1041248" y="52478"/>
                </a:lnTo>
                <a:lnTo>
                  <a:pt x="1040085" y="52759"/>
                </a:lnTo>
                <a:lnTo>
                  <a:pt x="1038937" y="53055"/>
                </a:lnTo>
                <a:lnTo>
                  <a:pt x="1037802" y="53366"/>
                </a:lnTo>
                <a:lnTo>
                  <a:pt x="1036682" y="53692"/>
                </a:lnTo>
                <a:lnTo>
                  <a:pt x="1035577" y="54033"/>
                </a:lnTo>
                <a:lnTo>
                  <a:pt x="1034485" y="54390"/>
                </a:lnTo>
                <a:lnTo>
                  <a:pt x="1033411" y="54764"/>
                </a:lnTo>
                <a:lnTo>
                  <a:pt x="1032356" y="55157"/>
                </a:lnTo>
                <a:lnTo>
                  <a:pt x="1031321" y="55570"/>
                </a:lnTo>
                <a:lnTo>
                  <a:pt x="1030306" y="56002"/>
                </a:lnTo>
                <a:lnTo>
                  <a:pt x="1029310" y="56454"/>
                </a:lnTo>
                <a:lnTo>
                  <a:pt x="1028334" y="56925"/>
                </a:lnTo>
                <a:lnTo>
                  <a:pt x="1027377" y="57415"/>
                </a:lnTo>
                <a:lnTo>
                  <a:pt x="1026441" y="57925"/>
                </a:lnTo>
                <a:lnTo>
                  <a:pt x="1025524" y="58455"/>
                </a:lnTo>
                <a:lnTo>
                  <a:pt x="1024626" y="59004"/>
                </a:lnTo>
                <a:lnTo>
                  <a:pt x="1023748" y="59572"/>
                </a:lnTo>
                <a:lnTo>
                  <a:pt x="1022890" y="60160"/>
                </a:lnTo>
                <a:lnTo>
                  <a:pt x="1022052" y="60767"/>
                </a:lnTo>
                <a:lnTo>
                  <a:pt x="1021233" y="61394"/>
                </a:lnTo>
                <a:lnTo>
                  <a:pt x="1020434" y="62040"/>
                </a:lnTo>
                <a:lnTo>
                  <a:pt x="1019654" y="62706"/>
                </a:lnTo>
                <a:lnTo>
                  <a:pt x="1018895" y="63391"/>
                </a:lnTo>
                <a:lnTo>
                  <a:pt x="1018154" y="64096"/>
                </a:lnTo>
                <a:lnTo>
                  <a:pt x="1017434" y="64820"/>
                </a:lnTo>
                <a:lnTo>
                  <a:pt x="1016733" y="65563"/>
                </a:lnTo>
                <a:lnTo>
                  <a:pt x="1016052" y="66326"/>
                </a:lnTo>
                <a:lnTo>
                  <a:pt x="1015391" y="67109"/>
                </a:lnTo>
                <a:lnTo>
                  <a:pt x="1014749" y="67911"/>
                </a:lnTo>
                <a:lnTo>
                  <a:pt x="1014127" y="68732"/>
                </a:lnTo>
                <a:lnTo>
                  <a:pt x="1013527" y="69575"/>
                </a:lnTo>
                <a:lnTo>
                  <a:pt x="1012953" y="70443"/>
                </a:lnTo>
                <a:lnTo>
                  <a:pt x="1012404" y="71335"/>
                </a:lnTo>
                <a:lnTo>
                  <a:pt x="1011881" y="72252"/>
                </a:lnTo>
                <a:lnTo>
                  <a:pt x="1011384" y="73194"/>
                </a:lnTo>
                <a:lnTo>
                  <a:pt x="1010912" y="74160"/>
                </a:lnTo>
                <a:lnTo>
                  <a:pt x="1010465" y="75151"/>
                </a:lnTo>
                <a:lnTo>
                  <a:pt x="1010044" y="76167"/>
                </a:lnTo>
                <a:lnTo>
                  <a:pt x="1009649" y="77207"/>
                </a:lnTo>
                <a:lnTo>
                  <a:pt x="1009279" y="78272"/>
                </a:lnTo>
                <a:lnTo>
                  <a:pt x="1008934" y="79362"/>
                </a:lnTo>
                <a:lnTo>
                  <a:pt x="1008615" y="80476"/>
                </a:lnTo>
                <a:lnTo>
                  <a:pt x="1008322" y="81615"/>
                </a:lnTo>
                <a:lnTo>
                  <a:pt x="1008054" y="82778"/>
                </a:lnTo>
                <a:lnTo>
                  <a:pt x="1007812" y="83966"/>
                </a:lnTo>
                <a:lnTo>
                  <a:pt x="1007595" y="85179"/>
                </a:lnTo>
                <a:lnTo>
                  <a:pt x="1007404" y="86417"/>
                </a:lnTo>
                <a:lnTo>
                  <a:pt x="1007238" y="87679"/>
                </a:lnTo>
                <a:lnTo>
                  <a:pt x="1007097" y="88966"/>
                </a:lnTo>
                <a:lnTo>
                  <a:pt x="1006983" y="90277"/>
                </a:lnTo>
                <a:lnTo>
                  <a:pt x="1006893" y="91613"/>
                </a:lnTo>
                <a:lnTo>
                  <a:pt x="1006829" y="92974"/>
                </a:lnTo>
                <a:lnTo>
                  <a:pt x="1006791" y="94359"/>
                </a:lnTo>
                <a:lnTo>
                  <a:pt x="1006778" y="95769"/>
                </a:lnTo>
                <a:lnTo>
                  <a:pt x="1040216" y="95769"/>
                </a:lnTo>
                <a:lnTo>
                  <a:pt x="1040227" y="94811"/>
                </a:lnTo>
                <a:lnTo>
                  <a:pt x="1040263" y="93875"/>
                </a:lnTo>
                <a:lnTo>
                  <a:pt x="1040323" y="92962"/>
                </a:lnTo>
                <a:lnTo>
                  <a:pt x="1040407" y="92070"/>
                </a:lnTo>
                <a:lnTo>
                  <a:pt x="1040514" y="91202"/>
                </a:lnTo>
                <a:lnTo>
                  <a:pt x="1040645" y="90355"/>
                </a:lnTo>
                <a:lnTo>
                  <a:pt x="1040800" y="89531"/>
                </a:lnTo>
                <a:lnTo>
                  <a:pt x="1040980" y="88730"/>
                </a:lnTo>
                <a:lnTo>
                  <a:pt x="1041182" y="87950"/>
                </a:lnTo>
                <a:lnTo>
                  <a:pt x="1041409" y="87193"/>
                </a:lnTo>
                <a:lnTo>
                  <a:pt x="1041660" y="86459"/>
                </a:lnTo>
                <a:lnTo>
                  <a:pt x="1041935" y="85747"/>
                </a:lnTo>
                <a:lnTo>
                  <a:pt x="1042233" y="85057"/>
                </a:lnTo>
                <a:lnTo>
                  <a:pt x="1042555" y="84389"/>
                </a:lnTo>
                <a:lnTo>
                  <a:pt x="1042902" y="83744"/>
                </a:lnTo>
                <a:lnTo>
                  <a:pt x="1043272" y="83122"/>
                </a:lnTo>
                <a:lnTo>
                  <a:pt x="1043666" y="82521"/>
                </a:lnTo>
                <a:lnTo>
                  <a:pt x="1044083" y="81943"/>
                </a:lnTo>
                <a:lnTo>
                  <a:pt x="1044525" y="81388"/>
                </a:lnTo>
                <a:lnTo>
                  <a:pt x="1044991" y="80855"/>
                </a:lnTo>
                <a:lnTo>
                  <a:pt x="1045480" y="80344"/>
                </a:lnTo>
                <a:lnTo>
                  <a:pt x="1045993" y="79855"/>
                </a:lnTo>
                <a:lnTo>
                  <a:pt x="1046531" y="79389"/>
                </a:lnTo>
                <a:lnTo>
                  <a:pt x="1047092" y="78945"/>
                </a:lnTo>
                <a:lnTo>
                  <a:pt x="1047671" y="78521"/>
                </a:lnTo>
                <a:lnTo>
                  <a:pt x="1048264" y="78116"/>
                </a:lnTo>
                <a:lnTo>
                  <a:pt x="1048870" y="77728"/>
                </a:lnTo>
                <a:lnTo>
                  <a:pt x="1049489" y="77358"/>
                </a:lnTo>
                <a:lnTo>
                  <a:pt x="1050121" y="77006"/>
                </a:lnTo>
                <a:lnTo>
                  <a:pt x="1050766" y="76672"/>
                </a:lnTo>
                <a:lnTo>
                  <a:pt x="1051424" y="76357"/>
                </a:lnTo>
                <a:lnTo>
                  <a:pt x="1052095" y="76059"/>
                </a:lnTo>
                <a:lnTo>
                  <a:pt x="1052780" y="75780"/>
                </a:lnTo>
                <a:lnTo>
                  <a:pt x="1053477" y="75518"/>
                </a:lnTo>
                <a:lnTo>
                  <a:pt x="1054188" y="75274"/>
                </a:lnTo>
                <a:lnTo>
                  <a:pt x="1054912" y="75049"/>
                </a:lnTo>
                <a:lnTo>
                  <a:pt x="1055648" y="74842"/>
                </a:lnTo>
                <a:lnTo>
                  <a:pt x="1056398" y="74652"/>
                </a:lnTo>
                <a:lnTo>
                  <a:pt x="1057162" y="74481"/>
                </a:lnTo>
                <a:lnTo>
                  <a:pt x="1057938" y="74327"/>
                </a:lnTo>
                <a:lnTo>
                  <a:pt x="1058727" y="74192"/>
                </a:lnTo>
                <a:lnTo>
                  <a:pt x="1059529" y="74075"/>
                </a:lnTo>
                <a:lnTo>
                  <a:pt x="1060345" y="73976"/>
                </a:lnTo>
                <a:lnTo>
                  <a:pt x="1061174" y="73895"/>
                </a:lnTo>
                <a:lnTo>
                  <a:pt x="1062015" y="73831"/>
                </a:lnTo>
                <a:lnTo>
                  <a:pt x="1062870" y="73786"/>
                </a:lnTo>
                <a:lnTo>
                  <a:pt x="1063738" y="73759"/>
                </a:lnTo>
                <a:lnTo>
                  <a:pt x="1064619" y="73750"/>
                </a:lnTo>
                <a:lnTo>
                  <a:pt x="1065422" y="73759"/>
                </a:lnTo>
                <a:lnTo>
                  <a:pt x="1066212" y="73784"/>
                </a:lnTo>
                <a:lnTo>
                  <a:pt x="1066990" y="73826"/>
                </a:lnTo>
                <a:lnTo>
                  <a:pt x="1067756" y="73886"/>
                </a:lnTo>
                <a:lnTo>
                  <a:pt x="1068509" y="73962"/>
                </a:lnTo>
                <a:lnTo>
                  <a:pt x="1069250" y="74055"/>
                </a:lnTo>
                <a:lnTo>
                  <a:pt x="1069978" y="74165"/>
                </a:lnTo>
                <a:lnTo>
                  <a:pt x="1070694" y="74291"/>
                </a:lnTo>
                <a:lnTo>
                  <a:pt x="1071397" y="74435"/>
                </a:lnTo>
                <a:lnTo>
                  <a:pt x="1072088" y="74596"/>
                </a:lnTo>
                <a:lnTo>
                  <a:pt x="1072767" y="74773"/>
                </a:lnTo>
                <a:lnTo>
                  <a:pt x="1073433" y="74968"/>
                </a:lnTo>
                <a:lnTo>
                  <a:pt x="1074087" y="75179"/>
                </a:lnTo>
                <a:lnTo>
                  <a:pt x="1074729" y="75408"/>
                </a:lnTo>
                <a:lnTo>
                  <a:pt x="1075358" y="75653"/>
                </a:lnTo>
                <a:lnTo>
                  <a:pt x="1075975" y="75915"/>
                </a:lnTo>
                <a:lnTo>
                  <a:pt x="1076579" y="76194"/>
                </a:lnTo>
                <a:lnTo>
                  <a:pt x="1077171" y="76490"/>
                </a:lnTo>
                <a:lnTo>
                  <a:pt x="1077750" y="76803"/>
                </a:lnTo>
                <a:lnTo>
                  <a:pt x="1078317" y="77133"/>
                </a:lnTo>
                <a:lnTo>
                  <a:pt x="1078872" y="77479"/>
                </a:lnTo>
                <a:lnTo>
                  <a:pt x="1079414" y="77843"/>
                </a:lnTo>
                <a:lnTo>
                  <a:pt x="1079944" y="78223"/>
                </a:lnTo>
                <a:lnTo>
                  <a:pt x="1080461" y="78621"/>
                </a:lnTo>
                <a:lnTo>
                  <a:pt x="1080962" y="79041"/>
                </a:lnTo>
                <a:lnTo>
                  <a:pt x="1081441" y="79491"/>
                </a:lnTo>
                <a:lnTo>
                  <a:pt x="1081899" y="79969"/>
                </a:lnTo>
                <a:lnTo>
                  <a:pt x="1082336" y="80476"/>
                </a:lnTo>
                <a:lnTo>
                  <a:pt x="1082751" y="81013"/>
                </a:lnTo>
                <a:lnTo>
                  <a:pt x="1083145" y="81578"/>
                </a:lnTo>
                <a:lnTo>
                  <a:pt x="1083518" y="82172"/>
                </a:lnTo>
                <a:lnTo>
                  <a:pt x="1083869" y="82796"/>
                </a:lnTo>
                <a:lnTo>
                  <a:pt x="1084200" y="83448"/>
                </a:lnTo>
                <a:lnTo>
                  <a:pt x="1084508" y="84130"/>
                </a:lnTo>
                <a:lnTo>
                  <a:pt x="1084796" y="84840"/>
                </a:lnTo>
                <a:lnTo>
                  <a:pt x="1085062" y="85579"/>
                </a:lnTo>
                <a:lnTo>
                  <a:pt x="1085307" y="86348"/>
                </a:lnTo>
                <a:lnTo>
                  <a:pt x="1085531" y="87145"/>
                </a:lnTo>
                <a:lnTo>
                  <a:pt x="1085733" y="87971"/>
                </a:lnTo>
                <a:lnTo>
                  <a:pt x="1085914" y="88826"/>
                </a:lnTo>
                <a:lnTo>
                  <a:pt x="1086074" y="89711"/>
                </a:lnTo>
                <a:lnTo>
                  <a:pt x="1086212" y="90624"/>
                </a:lnTo>
                <a:lnTo>
                  <a:pt x="1086330" y="91566"/>
                </a:lnTo>
                <a:lnTo>
                  <a:pt x="1086426" y="92538"/>
                </a:lnTo>
                <a:lnTo>
                  <a:pt x="1086500" y="93538"/>
                </a:lnTo>
                <a:lnTo>
                  <a:pt x="1086553" y="94567"/>
                </a:lnTo>
                <a:lnTo>
                  <a:pt x="1086585" y="95626"/>
                </a:lnTo>
                <a:lnTo>
                  <a:pt x="1086596" y="96713"/>
                </a:lnTo>
                <a:lnTo>
                  <a:pt x="1086596" y="103947"/>
                </a:lnTo>
                <a:lnTo>
                  <a:pt x="1084439" y="103997"/>
                </a:lnTo>
                <a:lnTo>
                  <a:pt x="1082303" y="104057"/>
                </a:lnTo>
                <a:lnTo>
                  <a:pt x="1080191" y="104127"/>
                </a:lnTo>
                <a:lnTo>
                  <a:pt x="1078100" y="104206"/>
                </a:lnTo>
                <a:lnTo>
                  <a:pt x="1076032" y="104295"/>
                </a:lnTo>
                <a:lnTo>
                  <a:pt x="1073985" y="104394"/>
                </a:lnTo>
                <a:lnTo>
                  <a:pt x="1071961" y="104502"/>
                </a:lnTo>
                <a:lnTo>
                  <a:pt x="1069960" y="104620"/>
                </a:lnTo>
                <a:lnTo>
                  <a:pt x="1067980" y="104748"/>
                </a:lnTo>
                <a:lnTo>
                  <a:pt x="1066023" y="104885"/>
                </a:lnTo>
                <a:lnTo>
                  <a:pt x="1064088" y="105032"/>
                </a:lnTo>
                <a:lnTo>
                  <a:pt x="1062175" y="105189"/>
                </a:lnTo>
                <a:lnTo>
                  <a:pt x="1060285" y="105356"/>
                </a:lnTo>
                <a:lnTo>
                  <a:pt x="1058417" y="105532"/>
                </a:lnTo>
                <a:lnTo>
                  <a:pt x="1056571" y="105718"/>
                </a:lnTo>
                <a:lnTo>
                  <a:pt x="1054747" y="105913"/>
                </a:lnTo>
                <a:lnTo>
                  <a:pt x="1052945" y="106119"/>
                </a:lnTo>
                <a:lnTo>
                  <a:pt x="1051166" y="106334"/>
                </a:lnTo>
                <a:lnTo>
                  <a:pt x="1049409" y="106559"/>
                </a:lnTo>
                <a:lnTo>
                  <a:pt x="1047674" y="106793"/>
                </a:lnTo>
                <a:lnTo>
                  <a:pt x="1045961" y="107037"/>
                </a:lnTo>
                <a:lnTo>
                  <a:pt x="1044271" y="107291"/>
                </a:lnTo>
                <a:lnTo>
                  <a:pt x="1042603" y="107554"/>
                </a:lnTo>
                <a:lnTo>
                  <a:pt x="1040957" y="107828"/>
                </a:lnTo>
                <a:lnTo>
                  <a:pt x="1039337" y="108116"/>
                </a:lnTo>
                <a:lnTo>
                  <a:pt x="1037748" y="108425"/>
                </a:lnTo>
                <a:lnTo>
                  <a:pt x="1036189" y="108756"/>
                </a:lnTo>
                <a:lnTo>
                  <a:pt x="1034660" y="109106"/>
                </a:lnTo>
                <a:lnTo>
                  <a:pt x="1033161" y="109478"/>
                </a:lnTo>
                <a:lnTo>
                  <a:pt x="1031692" y="109871"/>
                </a:lnTo>
                <a:lnTo>
                  <a:pt x="1030253" y="110284"/>
                </a:lnTo>
                <a:lnTo>
                  <a:pt x="1028845" y="110718"/>
                </a:lnTo>
                <a:lnTo>
                  <a:pt x="1027467" y="111173"/>
                </a:lnTo>
                <a:lnTo>
                  <a:pt x="1026119" y="111649"/>
                </a:lnTo>
                <a:lnTo>
                  <a:pt x="1024801" y="112145"/>
                </a:lnTo>
                <a:lnTo>
                  <a:pt x="1023514" y="112663"/>
                </a:lnTo>
                <a:lnTo>
                  <a:pt x="1022257" y="113201"/>
                </a:lnTo>
                <a:lnTo>
                  <a:pt x="1021029" y="113760"/>
                </a:lnTo>
                <a:lnTo>
                  <a:pt x="1019832" y="114339"/>
                </a:lnTo>
                <a:lnTo>
                  <a:pt x="1018666" y="114940"/>
                </a:lnTo>
                <a:lnTo>
                  <a:pt x="1017529" y="115561"/>
                </a:lnTo>
                <a:lnTo>
                  <a:pt x="1016423" y="116203"/>
                </a:lnTo>
                <a:lnTo>
                  <a:pt x="1015347" y="116866"/>
                </a:lnTo>
                <a:lnTo>
                  <a:pt x="1014301" y="117550"/>
                </a:lnTo>
                <a:lnTo>
                  <a:pt x="1013285" y="118255"/>
                </a:lnTo>
                <a:lnTo>
                  <a:pt x="1012299" y="118980"/>
                </a:lnTo>
                <a:lnTo>
                  <a:pt x="1011344" y="119726"/>
                </a:lnTo>
                <a:lnTo>
                  <a:pt x="1010419" y="120493"/>
                </a:lnTo>
                <a:lnTo>
                  <a:pt x="1009528" y="121286"/>
                </a:lnTo>
                <a:lnTo>
                  <a:pt x="1008674" y="122110"/>
                </a:lnTo>
                <a:lnTo>
                  <a:pt x="1007859" y="122965"/>
                </a:lnTo>
                <a:lnTo>
                  <a:pt x="1007082" y="123853"/>
                </a:lnTo>
                <a:lnTo>
                  <a:pt x="1006342" y="124771"/>
                </a:lnTo>
                <a:lnTo>
                  <a:pt x="1005641" y="125721"/>
                </a:lnTo>
                <a:lnTo>
                  <a:pt x="1004977" y="126702"/>
                </a:lnTo>
                <a:lnTo>
                  <a:pt x="1004352" y="127715"/>
                </a:lnTo>
                <a:lnTo>
                  <a:pt x="1003764" y="128759"/>
                </a:lnTo>
                <a:lnTo>
                  <a:pt x="1003214" y="129835"/>
                </a:lnTo>
                <a:lnTo>
                  <a:pt x="1002702" y="130942"/>
                </a:lnTo>
                <a:lnTo>
                  <a:pt x="1002228" y="132081"/>
                </a:lnTo>
                <a:lnTo>
                  <a:pt x="1001792" y="133251"/>
                </a:lnTo>
                <a:lnTo>
                  <a:pt x="1001394" y="134452"/>
                </a:lnTo>
                <a:lnTo>
                  <a:pt x="1001034" y="135685"/>
                </a:lnTo>
                <a:lnTo>
                  <a:pt x="1000711" y="136949"/>
                </a:lnTo>
                <a:lnTo>
                  <a:pt x="1000427" y="138245"/>
                </a:lnTo>
                <a:lnTo>
                  <a:pt x="1000180" y="139572"/>
                </a:lnTo>
                <a:lnTo>
                  <a:pt x="999972" y="140931"/>
                </a:lnTo>
                <a:lnTo>
                  <a:pt x="999801" y="142321"/>
                </a:lnTo>
                <a:lnTo>
                  <a:pt x="999668" y="143743"/>
                </a:lnTo>
                <a:lnTo>
                  <a:pt x="999574" y="145195"/>
                </a:lnTo>
                <a:lnTo>
                  <a:pt x="999517" y="146680"/>
                </a:lnTo>
                <a:lnTo>
                  <a:pt x="999498" y="148196"/>
                </a:lnTo>
                <a:lnTo>
                  <a:pt x="999508" y="149288"/>
                </a:lnTo>
                <a:lnTo>
                  <a:pt x="999539" y="150366"/>
                </a:lnTo>
                <a:lnTo>
                  <a:pt x="999592" y="151428"/>
                </a:lnTo>
                <a:lnTo>
                  <a:pt x="999664" y="152474"/>
                </a:lnTo>
                <a:lnTo>
                  <a:pt x="999758" y="153506"/>
                </a:lnTo>
                <a:lnTo>
                  <a:pt x="999873" y="154522"/>
                </a:lnTo>
                <a:lnTo>
                  <a:pt x="1000008" y="155522"/>
                </a:lnTo>
                <a:lnTo>
                  <a:pt x="1000164" y="156508"/>
                </a:lnTo>
                <a:lnTo>
                  <a:pt x="1000342" y="157478"/>
                </a:lnTo>
                <a:lnTo>
                  <a:pt x="1000539" y="158432"/>
                </a:lnTo>
                <a:lnTo>
                  <a:pt x="1000758" y="159371"/>
                </a:lnTo>
                <a:lnTo>
                  <a:pt x="1000998" y="160295"/>
                </a:lnTo>
                <a:lnTo>
                  <a:pt x="1001258" y="161204"/>
                </a:lnTo>
                <a:lnTo>
                  <a:pt x="1001539" y="162097"/>
                </a:lnTo>
                <a:lnTo>
                  <a:pt x="1001841" y="162975"/>
                </a:lnTo>
                <a:lnTo>
                  <a:pt x="1002164" y="163837"/>
                </a:lnTo>
                <a:lnTo>
                  <a:pt x="1002508" y="164685"/>
                </a:lnTo>
                <a:lnTo>
                  <a:pt x="1002873" y="165516"/>
                </a:lnTo>
                <a:lnTo>
                  <a:pt x="1003258" y="166333"/>
                </a:lnTo>
                <a:lnTo>
                  <a:pt x="1003664" y="167134"/>
                </a:lnTo>
                <a:lnTo>
                  <a:pt x="1004091" y="167920"/>
                </a:lnTo>
                <a:lnTo>
                  <a:pt x="1004539" y="168690"/>
                </a:lnTo>
                <a:lnTo>
                  <a:pt x="1005008" y="169445"/>
                </a:lnTo>
                <a:lnTo>
                  <a:pt x="1005498" y="170185"/>
                </a:lnTo>
                <a:lnTo>
                  <a:pt x="1006004" y="170909"/>
                </a:lnTo>
                <a:lnTo>
                  <a:pt x="1006523" y="171618"/>
                </a:lnTo>
                <a:lnTo>
                  <a:pt x="1007055" y="172311"/>
                </a:lnTo>
                <a:lnTo>
                  <a:pt x="1007601" y="172989"/>
                </a:lnTo>
                <a:lnTo>
                  <a:pt x="1008158" y="173652"/>
                </a:lnTo>
                <a:lnTo>
                  <a:pt x="1008729" y="174299"/>
                </a:lnTo>
                <a:lnTo>
                  <a:pt x="1009313" y="174931"/>
                </a:lnTo>
                <a:lnTo>
                  <a:pt x="1009909" y="175547"/>
                </a:lnTo>
                <a:lnTo>
                  <a:pt x="1010519" y="176148"/>
                </a:lnTo>
                <a:lnTo>
                  <a:pt x="1011141" y="176734"/>
                </a:lnTo>
                <a:lnTo>
                  <a:pt x="1011776" y="177305"/>
                </a:lnTo>
                <a:lnTo>
                  <a:pt x="1012424" y="177860"/>
                </a:lnTo>
                <a:lnTo>
                  <a:pt x="1013085" y="178399"/>
                </a:lnTo>
                <a:lnTo>
                  <a:pt x="1013759" y="178924"/>
                </a:lnTo>
                <a:lnTo>
                  <a:pt x="1014446" y="179433"/>
                </a:lnTo>
                <a:lnTo>
                  <a:pt x="1015145" y="179926"/>
                </a:lnTo>
                <a:lnTo>
                  <a:pt x="1015858" y="180405"/>
                </a:lnTo>
                <a:lnTo>
                  <a:pt x="1016583" y="180867"/>
                </a:lnTo>
                <a:lnTo>
                  <a:pt x="1017321" y="181315"/>
                </a:lnTo>
                <a:lnTo>
                  <a:pt x="1018072" y="181747"/>
                </a:lnTo>
                <a:lnTo>
                  <a:pt x="1018836" y="182164"/>
                </a:lnTo>
                <a:lnTo>
                  <a:pt x="1019613" y="182565"/>
                </a:lnTo>
                <a:lnTo>
                  <a:pt x="1020402" y="182952"/>
                </a:lnTo>
                <a:lnTo>
                  <a:pt x="1021205" y="183322"/>
                </a:lnTo>
                <a:lnTo>
                  <a:pt x="1022016" y="183678"/>
                </a:lnTo>
                <a:lnTo>
                  <a:pt x="1022833" y="184018"/>
                </a:lnTo>
                <a:lnTo>
                  <a:pt x="1023655" y="184343"/>
                </a:lnTo>
                <a:lnTo>
                  <a:pt x="1024482" y="184653"/>
                </a:lnTo>
                <a:lnTo>
                  <a:pt x="1025314" y="184948"/>
                </a:lnTo>
                <a:lnTo>
                  <a:pt x="1026151" y="185228"/>
                </a:lnTo>
                <a:lnTo>
                  <a:pt x="1026994" y="185493"/>
                </a:lnTo>
                <a:lnTo>
                  <a:pt x="1027841" y="185743"/>
                </a:lnTo>
                <a:lnTo>
                  <a:pt x="1028694" y="185977"/>
                </a:lnTo>
                <a:lnTo>
                  <a:pt x="1029552" y="186196"/>
                </a:lnTo>
                <a:lnTo>
                  <a:pt x="1030415" y="186401"/>
                </a:lnTo>
                <a:lnTo>
                  <a:pt x="1031283" y="186590"/>
                </a:lnTo>
                <a:lnTo>
                  <a:pt x="1032157" y="186764"/>
                </a:lnTo>
                <a:lnTo>
                  <a:pt x="1033035" y="186922"/>
                </a:lnTo>
                <a:lnTo>
                  <a:pt x="1033919" y="187066"/>
                </a:lnTo>
                <a:lnTo>
                  <a:pt x="1034807" y="187195"/>
                </a:lnTo>
                <a:lnTo>
                  <a:pt x="1035701" y="187308"/>
                </a:lnTo>
                <a:lnTo>
                  <a:pt x="1036600" y="187407"/>
                </a:lnTo>
                <a:lnTo>
                  <a:pt x="1037505" y="187490"/>
                </a:lnTo>
                <a:lnTo>
                  <a:pt x="1038414" y="187558"/>
                </a:lnTo>
                <a:lnTo>
                  <a:pt x="1039329" y="187611"/>
                </a:lnTo>
                <a:lnTo>
                  <a:pt x="1040248" y="187649"/>
                </a:lnTo>
                <a:lnTo>
                  <a:pt x="1041173" y="187671"/>
                </a:lnTo>
                <a:lnTo>
                  <a:pt x="1042103" y="187679"/>
                </a:lnTo>
                <a:lnTo>
                  <a:pt x="1043299" y="187670"/>
                </a:lnTo>
                <a:lnTo>
                  <a:pt x="1044484" y="187645"/>
                </a:lnTo>
                <a:lnTo>
                  <a:pt x="1045657" y="187602"/>
                </a:lnTo>
                <a:lnTo>
                  <a:pt x="1046818" y="187542"/>
                </a:lnTo>
                <a:lnTo>
                  <a:pt x="1047968" y="187465"/>
                </a:lnTo>
                <a:close/>
                <a:moveTo>
                  <a:pt x="1050538" y="162961"/>
                </a:moveTo>
                <a:lnTo>
                  <a:pt x="1049910" y="162882"/>
                </a:lnTo>
                <a:lnTo>
                  <a:pt x="1049293" y="162789"/>
                </a:lnTo>
                <a:lnTo>
                  <a:pt x="1048687" y="162682"/>
                </a:lnTo>
                <a:lnTo>
                  <a:pt x="1048091" y="162560"/>
                </a:lnTo>
                <a:lnTo>
                  <a:pt x="1047506" y="162424"/>
                </a:lnTo>
                <a:lnTo>
                  <a:pt x="1046931" y="162273"/>
                </a:lnTo>
                <a:lnTo>
                  <a:pt x="1046367" y="162108"/>
                </a:lnTo>
                <a:lnTo>
                  <a:pt x="1045813" y="161929"/>
                </a:lnTo>
                <a:lnTo>
                  <a:pt x="1045270" y="161735"/>
                </a:lnTo>
                <a:lnTo>
                  <a:pt x="1044737" y="161527"/>
                </a:lnTo>
                <a:lnTo>
                  <a:pt x="1044215" y="161305"/>
                </a:lnTo>
                <a:lnTo>
                  <a:pt x="1043704" y="161069"/>
                </a:lnTo>
                <a:lnTo>
                  <a:pt x="1043203" y="160818"/>
                </a:lnTo>
                <a:lnTo>
                  <a:pt x="1042712" y="160553"/>
                </a:lnTo>
                <a:lnTo>
                  <a:pt x="1042232" y="160273"/>
                </a:lnTo>
                <a:lnTo>
                  <a:pt x="1041763" y="159979"/>
                </a:lnTo>
                <a:lnTo>
                  <a:pt x="1041304" y="159671"/>
                </a:lnTo>
                <a:lnTo>
                  <a:pt x="1040856" y="159348"/>
                </a:lnTo>
                <a:lnTo>
                  <a:pt x="1040418" y="159011"/>
                </a:lnTo>
                <a:lnTo>
                  <a:pt x="1039994" y="158660"/>
                </a:lnTo>
                <a:lnTo>
                  <a:pt x="1039589" y="158293"/>
                </a:lnTo>
                <a:lnTo>
                  <a:pt x="1039201" y="157910"/>
                </a:lnTo>
                <a:lnTo>
                  <a:pt x="1038832" y="157513"/>
                </a:lnTo>
                <a:lnTo>
                  <a:pt x="1038480" y="157100"/>
                </a:lnTo>
                <a:lnTo>
                  <a:pt x="1038147" y="156671"/>
                </a:lnTo>
                <a:lnTo>
                  <a:pt x="1037831" y="156228"/>
                </a:lnTo>
                <a:lnTo>
                  <a:pt x="1037534" y="155769"/>
                </a:lnTo>
                <a:lnTo>
                  <a:pt x="1037255" y="155295"/>
                </a:lnTo>
                <a:lnTo>
                  <a:pt x="1036993" y="154805"/>
                </a:lnTo>
                <a:lnTo>
                  <a:pt x="1036750" y="154301"/>
                </a:lnTo>
                <a:lnTo>
                  <a:pt x="1036525" y="153780"/>
                </a:lnTo>
                <a:lnTo>
                  <a:pt x="1036317" y="153245"/>
                </a:lnTo>
                <a:lnTo>
                  <a:pt x="1036128" y="152694"/>
                </a:lnTo>
                <a:lnTo>
                  <a:pt x="1035957" y="152128"/>
                </a:lnTo>
                <a:lnTo>
                  <a:pt x="1035804" y="151547"/>
                </a:lnTo>
                <a:lnTo>
                  <a:pt x="1035668" y="150951"/>
                </a:lnTo>
                <a:lnTo>
                  <a:pt x="1035551" y="150339"/>
                </a:lnTo>
                <a:lnTo>
                  <a:pt x="1035452" y="149711"/>
                </a:lnTo>
                <a:lnTo>
                  <a:pt x="1035371" y="149069"/>
                </a:lnTo>
                <a:lnTo>
                  <a:pt x="1035308" y="148411"/>
                </a:lnTo>
                <a:lnTo>
                  <a:pt x="1035263" y="147738"/>
                </a:lnTo>
                <a:lnTo>
                  <a:pt x="1035236" y="147050"/>
                </a:lnTo>
                <a:lnTo>
                  <a:pt x="1035227" y="146346"/>
                </a:lnTo>
                <a:lnTo>
                  <a:pt x="1035247" y="145371"/>
                </a:lnTo>
                <a:lnTo>
                  <a:pt x="1035306" y="144418"/>
                </a:lnTo>
                <a:lnTo>
                  <a:pt x="1035404" y="143488"/>
                </a:lnTo>
                <a:lnTo>
                  <a:pt x="1035542" y="142581"/>
                </a:lnTo>
                <a:lnTo>
                  <a:pt x="1035718" y="141697"/>
                </a:lnTo>
                <a:lnTo>
                  <a:pt x="1035935" y="140835"/>
                </a:lnTo>
                <a:lnTo>
                  <a:pt x="1036190" y="139996"/>
                </a:lnTo>
                <a:lnTo>
                  <a:pt x="1036485" y="139180"/>
                </a:lnTo>
                <a:lnTo>
                  <a:pt x="1036820" y="138386"/>
                </a:lnTo>
                <a:lnTo>
                  <a:pt x="1037193" y="137615"/>
                </a:lnTo>
                <a:lnTo>
                  <a:pt x="1037606" y="136867"/>
                </a:lnTo>
                <a:lnTo>
                  <a:pt x="1038058" y="136141"/>
                </a:lnTo>
                <a:lnTo>
                  <a:pt x="1038550" y="135439"/>
                </a:lnTo>
                <a:lnTo>
                  <a:pt x="1039081" y="134758"/>
                </a:lnTo>
                <a:lnTo>
                  <a:pt x="1039651" y="134101"/>
                </a:lnTo>
                <a:lnTo>
                  <a:pt x="1040260" y="133466"/>
                </a:lnTo>
                <a:lnTo>
                  <a:pt x="1040909" y="132854"/>
                </a:lnTo>
                <a:lnTo>
                  <a:pt x="1041597" y="132265"/>
                </a:lnTo>
                <a:lnTo>
                  <a:pt x="1042325" y="131698"/>
                </a:lnTo>
                <a:lnTo>
                  <a:pt x="1043092" y="131155"/>
                </a:lnTo>
                <a:lnTo>
                  <a:pt x="1043898" y="130633"/>
                </a:lnTo>
                <a:lnTo>
                  <a:pt x="1044743" y="130135"/>
                </a:lnTo>
                <a:lnTo>
                  <a:pt x="1045628" y="129659"/>
                </a:lnTo>
                <a:lnTo>
                  <a:pt x="1046552" y="129206"/>
                </a:lnTo>
                <a:lnTo>
                  <a:pt x="1047526" y="128773"/>
                </a:lnTo>
                <a:lnTo>
                  <a:pt x="1048558" y="128359"/>
                </a:lnTo>
                <a:lnTo>
                  <a:pt x="1049649" y="127962"/>
                </a:lnTo>
                <a:lnTo>
                  <a:pt x="1050799" y="127583"/>
                </a:lnTo>
                <a:lnTo>
                  <a:pt x="1052009" y="127222"/>
                </a:lnTo>
                <a:lnTo>
                  <a:pt x="1053277" y="126879"/>
                </a:lnTo>
                <a:lnTo>
                  <a:pt x="1054604" y="126553"/>
                </a:lnTo>
                <a:lnTo>
                  <a:pt x="1055990" y="126246"/>
                </a:lnTo>
                <a:lnTo>
                  <a:pt x="1057435" y="125957"/>
                </a:lnTo>
                <a:lnTo>
                  <a:pt x="1058940" y="125685"/>
                </a:lnTo>
                <a:lnTo>
                  <a:pt x="1060503" y="125432"/>
                </a:lnTo>
                <a:lnTo>
                  <a:pt x="1062125" y="125196"/>
                </a:lnTo>
                <a:lnTo>
                  <a:pt x="1063806" y="124978"/>
                </a:lnTo>
                <a:lnTo>
                  <a:pt x="1065546" y="124779"/>
                </a:lnTo>
                <a:lnTo>
                  <a:pt x="1067345" y="124597"/>
                </a:lnTo>
                <a:lnTo>
                  <a:pt x="1069203" y="124433"/>
                </a:lnTo>
                <a:lnTo>
                  <a:pt x="1071120" y="124287"/>
                </a:lnTo>
                <a:lnTo>
                  <a:pt x="1073096" y="124159"/>
                </a:lnTo>
                <a:lnTo>
                  <a:pt x="1075131" y="124049"/>
                </a:lnTo>
                <a:lnTo>
                  <a:pt x="1077225" y="123956"/>
                </a:lnTo>
                <a:lnTo>
                  <a:pt x="1079378" y="123882"/>
                </a:lnTo>
                <a:lnTo>
                  <a:pt x="1081590" y="123826"/>
                </a:lnTo>
                <a:lnTo>
                  <a:pt x="1083861" y="123787"/>
                </a:lnTo>
                <a:lnTo>
                  <a:pt x="1086191" y="123767"/>
                </a:lnTo>
                <a:lnTo>
                  <a:pt x="1086191" y="145520"/>
                </a:lnTo>
                <a:lnTo>
                  <a:pt x="1085759" y="146091"/>
                </a:lnTo>
                <a:lnTo>
                  <a:pt x="1085314" y="146656"/>
                </a:lnTo>
                <a:lnTo>
                  <a:pt x="1084857" y="147217"/>
                </a:lnTo>
                <a:lnTo>
                  <a:pt x="1084388" y="147772"/>
                </a:lnTo>
                <a:lnTo>
                  <a:pt x="1083907" y="148322"/>
                </a:lnTo>
                <a:lnTo>
                  <a:pt x="1083415" y="148866"/>
                </a:lnTo>
                <a:lnTo>
                  <a:pt x="1082910" y="149405"/>
                </a:lnTo>
                <a:lnTo>
                  <a:pt x="1082394" y="149940"/>
                </a:lnTo>
                <a:lnTo>
                  <a:pt x="1081865" y="150468"/>
                </a:lnTo>
                <a:lnTo>
                  <a:pt x="1081325" y="150992"/>
                </a:lnTo>
                <a:lnTo>
                  <a:pt x="1080773" y="151510"/>
                </a:lnTo>
                <a:lnTo>
                  <a:pt x="1080208" y="152023"/>
                </a:lnTo>
                <a:lnTo>
                  <a:pt x="1079632" y="152531"/>
                </a:lnTo>
                <a:lnTo>
                  <a:pt x="1079044" y="153034"/>
                </a:lnTo>
                <a:lnTo>
                  <a:pt x="1078444" y="153531"/>
                </a:lnTo>
                <a:lnTo>
                  <a:pt x="1077832" y="154024"/>
                </a:lnTo>
                <a:lnTo>
                  <a:pt x="1077208" y="154511"/>
                </a:lnTo>
                <a:lnTo>
                  <a:pt x="1076572" y="154992"/>
                </a:lnTo>
                <a:lnTo>
                  <a:pt x="1075925" y="155469"/>
                </a:lnTo>
                <a:lnTo>
                  <a:pt x="1075265" y="155940"/>
                </a:lnTo>
                <a:lnTo>
                  <a:pt x="1074593" y="156406"/>
                </a:lnTo>
                <a:lnTo>
                  <a:pt x="1073910" y="156867"/>
                </a:lnTo>
                <a:lnTo>
                  <a:pt x="1073214" y="157322"/>
                </a:lnTo>
                <a:lnTo>
                  <a:pt x="1072507" y="157773"/>
                </a:lnTo>
                <a:lnTo>
                  <a:pt x="1071790" y="158211"/>
                </a:lnTo>
                <a:lnTo>
                  <a:pt x="1071069" y="158630"/>
                </a:lnTo>
                <a:lnTo>
                  <a:pt x="1070342" y="159031"/>
                </a:lnTo>
                <a:lnTo>
                  <a:pt x="1069610" y="159413"/>
                </a:lnTo>
                <a:lnTo>
                  <a:pt x="1068872" y="159776"/>
                </a:lnTo>
                <a:lnTo>
                  <a:pt x="1068129" y="160121"/>
                </a:lnTo>
                <a:lnTo>
                  <a:pt x="1067380" y="160447"/>
                </a:lnTo>
                <a:lnTo>
                  <a:pt x="1066627" y="160755"/>
                </a:lnTo>
                <a:lnTo>
                  <a:pt x="1065867" y="161044"/>
                </a:lnTo>
                <a:lnTo>
                  <a:pt x="1065103" y="161314"/>
                </a:lnTo>
                <a:lnTo>
                  <a:pt x="1064333" y="161565"/>
                </a:lnTo>
                <a:lnTo>
                  <a:pt x="1063557" y="161798"/>
                </a:lnTo>
                <a:lnTo>
                  <a:pt x="1062777" y="162013"/>
                </a:lnTo>
                <a:lnTo>
                  <a:pt x="1061990" y="162208"/>
                </a:lnTo>
                <a:lnTo>
                  <a:pt x="1061199" y="162386"/>
                </a:lnTo>
                <a:lnTo>
                  <a:pt x="1060402" y="162544"/>
                </a:lnTo>
                <a:lnTo>
                  <a:pt x="1059600" y="162684"/>
                </a:lnTo>
                <a:lnTo>
                  <a:pt x="1058792" y="162805"/>
                </a:lnTo>
                <a:lnTo>
                  <a:pt x="1057979" y="162907"/>
                </a:lnTo>
                <a:lnTo>
                  <a:pt x="1057161" y="162991"/>
                </a:lnTo>
                <a:lnTo>
                  <a:pt x="1056337" y="163057"/>
                </a:lnTo>
                <a:lnTo>
                  <a:pt x="1055508" y="163103"/>
                </a:lnTo>
                <a:lnTo>
                  <a:pt x="1054673" y="163131"/>
                </a:lnTo>
                <a:lnTo>
                  <a:pt x="1053833" y="163140"/>
                </a:lnTo>
                <a:lnTo>
                  <a:pt x="1053153" y="163133"/>
                </a:lnTo>
                <a:lnTo>
                  <a:pt x="1052483" y="163112"/>
                </a:lnTo>
                <a:lnTo>
                  <a:pt x="1051824" y="163076"/>
                </a:lnTo>
                <a:lnTo>
                  <a:pt x="1051176" y="163026"/>
                </a:lnTo>
                <a:lnTo>
                  <a:pt x="1050538" y="162961"/>
                </a:lnTo>
                <a:close/>
                <a:moveTo>
                  <a:pt x="1328087" y="187456"/>
                </a:moveTo>
                <a:lnTo>
                  <a:pt x="1329495" y="187359"/>
                </a:lnTo>
                <a:lnTo>
                  <a:pt x="1330888" y="187243"/>
                </a:lnTo>
                <a:lnTo>
                  <a:pt x="1332264" y="187110"/>
                </a:lnTo>
                <a:lnTo>
                  <a:pt x="1333625" y="186958"/>
                </a:lnTo>
                <a:lnTo>
                  <a:pt x="1334971" y="186789"/>
                </a:lnTo>
                <a:lnTo>
                  <a:pt x="1336300" y="186603"/>
                </a:lnTo>
                <a:lnTo>
                  <a:pt x="1337614" y="186398"/>
                </a:lnTo>
                <a:lnTo>
                  <a:pt x="1338913" y="186176"/>
                </a:lnTo>
                <a:lnTo>
                  <a:pt x="1340195" y="185935"/>
                </a:lnTo>
                <a:lnTo>
                  <a:pt x="1341462" y="185678"/>
                </a:lnTo>
                <a:lnTo>
                  <a:pt x="1342713" y="185402"/>
                </a:lnTo>
                <a:lnTo>
                  <a:pt x="1343949" y="185108"/>
                </a:lnTo>
                <a:lnTo>
                  <a:pt x="1345169" y="184797"/>
                </a:lnTo>
                <a:lnTo>
                  <a:pt x="1346373" y="184468"/>
                </a:lnTo>
                <a:lnTo>
                  <a:pt x="1347562" y="184121"/>
                </a:lnTo>
                <a:lnTo>
                  <a:pt x="1348734" y="183756"/>
                </a:lnTo>
                <a:lnTo>
                  <a:pt x="1349892" y="183374"/>
                </a:lnTo>
                <a:lnTo>
                  <a:pt x="1351033" y="182973"/>
                </a:lnTo>
                <a:lnTo>
                  <a:pt x="1352159" y="182555"/>
                </a:lnTo>
                <a:lnTo>
                  <a:pt x="1353267" y="182119"/>
                </a:lnTo>
                <a:lnTo>
                  <a:pt x="1354355" y="181665"/>
                </a:lnTo>
                <a:lnTo>
                  <a:pt x="1355424" y="181192"/>
                </a:lnTo>
                <a:lnTo>
                  <a:pt x="1356473" y="180702"/>
                </a:lnTo>
                <a:lnTo>
                  <a:pt x="1357503" y="180192"/>
                </a:lnTo>
                <a:lnTo>
                  <a:pt x="1358513" y="179665"/>
                </a:lnTo>
                <a:lnTo>
                  <a:pt x="1359503" y="179119"/>
                </a:lnTo>
                <a:lnTo>
                  <a:pt x="1360473" y="178556"/>
                </a:lnTo>
                <a:lnTo>
                  <a:pt x="1361424" y="177973"/>
                </a:lnTo>
                <a:lnTo>
                  <a:pt x="1362355" y="177373"/>
                </a:lnTo>
                <a:lnTo>
                  <a:pt x="1363267" y="176754"/>
                </a:lnTo>
                <a:lnTo>
                  <a:pt x="1364158" y="176117"/>
                </a:lnTo>
                <a:lnTo>
                  <a:pt x="1365031" y="175462"/>
                </a:lnTo>
                <a:lnTo>
                  <a:pt x="1365883" y="174789"/>
                </a:lnTo>
                <a:lnTo>
                  <a:pt x="1366716" y="174097"/>
                </a:lnTo>
                <a:lnTo>
                  <a:pt x="1367529" y="173387"/>
                </a:lnTo>
                <a:lnTo>
                  <a:pt x="1368323" y="172659"/>
                </a:lnTo>
                <a:lnTo>
                  <a:pt x="1369096" y="171913"/>
                </a:lnTo>
                <a:lnTo>
                  <a:pt x="1369851" y="171148"/>
                </a:lnTo>
                <a:lnTo>
                  <a:pt x="1370585" y="170365"/>
                </a:lnTo>
                <a:lnTo>
                  <a:pt x="1371300" y="169564"/>
                </a:lnTo>
                <a:lnTo>
                  <a:pt x="1371995" y="168744"/>
                </a:lnTo>
                <a:lnTo>
                  <a:pt x="1372671" y="167906"/>
                </a:lnTo>
                <a:lnTo>
                  <a:pt x="1373327" y="167050"/>
                </a:lnTo>
                <a:lnTo>
                  <a:pt x="1373960" y="166176"/>
                </a:lnTo>
                <a:lnTo>
                  <a:pt x="1374570" y="165284"/>
                </a:lnTo>
                <a:lnTo>
                  <a:pt x="1375154" y="164374"/>
                </a:lnTo>
                <a:lnTo>
                  <a:pt x="1375714" y="163446"/>
                </a:lnTo>
                <a:lnTo>
                  <a:pt x="1376250" y="162499"/>
                </a:lnTo>
                <a:lnTo>
                  <a:pt x="1376760" y="161535"/>
                </a:lnTo>
                <a:lnTo>
                  <a:pt x="1377247" y="160553"/>
                </a:lnTo>
                <a:lnTo>
                  <a:pt x="1377708" y="159552"/>
                </a:lnTo>
                <a:lnTo>
                  <a:pt x="1378146" y="158534"/>
                </a:lnTo>
                <a:lnTo>
                  <a:pt x="1378558" y="157498"/>
                </a:lnTo>
                <a:lnTo>
                  <a:pt x="1378946" y="156443"/>
                </a:lnTo>
                <a:lnTo>
                  <a:pt x="1379310" y="155371"/>
                </a:lnTo>
                <a:lnTo>
                  <a:pt x="1379648" y="154281"/>
                </a:lnTo>
                <a:lnTo>
                  <a:pt x="1379963" y="153172"/>
                </a:lnTo>
                <a:lnTo>
                  <a:pt x="1380252" y="152046"/>
                </a:lnTo>
                <a:lnTo>
                  <a:pt x="1380517" y="150901"/>
                </a:lnTo>
                <a:lnTo>
                  <a:pt x="1380758" y="149739"/>
                </a:lnTo>
                <a:lnTo>
                  <a:pt x="1380974" y="148558"/>
                </a:lnTo>
                <a:lnTo>
                  <a:pt x="1381165" y="147359"/>
                </a:lnTo>
                <a:lnTo>
                  <a:pt x="1381332" y="146143"/>
                </a:lnTo>
                <a:lnTo>
                  <a:pt x="1381474" y="144908"/>
                </a:lnTo>
                <a:lnTo>
                  <a:pt x="1381592" y="143656"/>
                </a:lnTo>
                <a:lnTo>
                  <a:pt x="1381685" y="142385"/>
                </a:lnTo>
                <a:lnTo>
                  <a:pt x="1381753" y="141096"/>
                </a:lnTo>
                <a:lnTo>
                  <a:pt x="1346563" y="141096"/>
                </a:lnTo>
                <a:lnTo>
                  <a:pt x="1346540" y="141944"/>
                </a:lnTo>
                <a:lnTo>
                  <a:pt x="1346493" y="142774"/>
                </a:lnTo>
                <a:lnTo>
                  <a:pt x="1346422" y="143587"/>
                </a:lnTo>
                <a:lnTo>
                  <a:pt x="1346328" y="144382"/>
                </a:lnTo>
                <a:lnTo>
                  <a:pt x="1346209" y="145160"/>
                </a:lnTo>
                <a:lnTo>
                  <a:pt x="1346066" y="145919"/>
                </a:lnTo>
                <a:lnTo>
                  <a:pt x="1345900" y="146662"/>
                </a:lnTo>
                <a:lnTo>
                  <a:pt x="1345710" y="147386"/>
                </a:lnTo>
                <a:lnTo>
                  <a:pt x="1345495" y="148093"/>
                </a:lnTo>
                <a:lnTo>
                  <a:pt x="1345257" y="148783"/>
                </a:lnTo>
                <a:lnTo>
                  <a:pt x="1344995" y="149454"/>
                </a:lnTo>
                <a:lnTo>
                  <a:pt x="1344710" y="150109"/>
                </a:lnTo>
                <a:lnTo>
                  <a:pt x="1344400" y="150745"/>
                </a:lnTo>
                <a:lnTo>
                  <a:pt x="1344066" y="151364"/>
                </a:lnTo>
                <a:lnTo>
                  <a:pt x="1343709" y="151965"/>
                </a:lnTo>
                <a:lnTo>
                  <a:pt x="1343328" y="152549"/>
                </a:lnTo>
                <a:lnTo>
                  <a:pt x="1342922" y="153115"/>
                </a:lnTo>
                <a:lnTo>
                  <a:pt x="1342493" y="153664"/>
                </a:lnTo>
                <a:lnTo>
                  <a:pt x="1342040" y="154194"/>
                </a:lnTo>
                <a:lnTo>
                  <a:pt x="1341564" y="154708"/>
                </a:lnTo>
                <a:lnTo>
                  <a:pt x="1341063" y="155203"/>
                </a:lnTo>
                <a:lnTo>
                  <a:pt x="1340538" y="155681"/>
                </a:lnTo>
                <a:lnTo>
                  <a:pt x="1339990" y="156142"/>
                </a:lnTo>
                <a:lnTo>
                  <a:pt x="1339418" y="156584"/>
                </a:lnTo>
                <a:lnTo>
                  <a:pt x="1338825" y="157009"/>
                </a:lnTo>
                <a:lnTo>
                  <a:pt x="1338217" y="157416"/>
                </a:lnTo>
                <a:lnTo>
                  <a:pt x="1337593" y="157805"/>
                </a:lnTo>
                <a:lnTo>
                  <a:pt x="1336953" y="158176"/>
                </a:lnTo>
                <a:lnTo>
                  <a:pt x="1336297" y="158528"/>
                </a:lnTo>
                <a:lnTo>
                  <a:pt x="1335626" y="158863"/>
                </a:lnTo>
                <a:lnTo>
                  <a:pt x="1334938" y="159179"/>
                </a:lnTo>
                <a:lnTo>
                  <a:pt x="1334234" y="159478"/>
                </a:lnTo>
                <a:lnTo>
                  <a:pt x="1333515" y="159758"/>
                </a:lnTo>
                <a:lnTo>
                  <a:pt x="1332779" y="160020"/>
                </a:lnTo>
                <a:lnTo>
                  <a:pt x="1332028" y="160264"/>
                </a:lnTo>
                <a:lnTo>
                  <a:pt x="1331261" y="160490"/>
                </a:lnTo>
                <a:lnTo>
                  <a:pt x="1330477" y="160698"/>
                </a:lnTo>
                <a:lnTo>
                  <a:pt x="1329678" y="160888"/>
                </a:lnTo>
                <a:lnTo>
                  <a:pt x="1328863" y="161060"/>
                </a:lnTo>
                <a:lnTo>
                  <a:pt x="1328032" y="161213"/>
                </a:lnTo>
                <a:lnTo>
                  <a:pt x="1327185" y="161349"/>
                </a:lnTo>
                <a:lnTo>
                  <a:pt x="1326323" y="161467"/>
                </a:lnTo>
                <a:lnTo>
                  <a:pt x="1325444" y="161566"/>
                </a:lnTo>
                <a:lnTo>
                  <a:pt x="1324549" y="161647"/>
                </a:lnTo>
                <a:lnTo>
                  <a:pt x="1323639" y="161711"/>
                </a:lnTo>
                <a:lnTo>
                  <a:pt x="1322712" y="161756"/>
                </a:lnTo>
                <a:lnTo>
                  <a:pt x="1321770" y="161783"/>
                </a:lnTo>
                <a:lnTo>
                  <a:pt x="1320812" y="161792"/>
                </a:lnTo>
                <a:lnTo>
                  <a:pt x="1319887" y="161783"/>
                </a:lnTo>
                <a:lnTo>
                  <a:pt x="1318976" y="161757"/>
                </a:lnTo>
                <a:lnTo>
                  <a:pt x="1318081" y="161714"/>
                </a:lnTo>
                <a:lnTo>
                  <a:pt x="1317201" y="161652"/>
                </a:lnTo>
                <a:lnTo>
                  <a:pt x="1316336" y="161574"/>
                </a:lnTo>
                <a:lnTo>
                  <a:pt x="1315486" y="161478"/>
                </a:lnTo>
                <a:lnTo>
                  <a:pt x="1314651" y="161364"/>
                </a:lnTo>
                <a:lnTo>
                  <a:pt x="1313831" y="161233"/>
                </a:lnTo>
                <a:lnTo>
                  <a:pt x="1313025" y="161085"/>
                </a:lnTo>
                <a:lnTo>
                  <a:pt x="1312235" y="160919"/>
                </a:lnTo>
                <a:lnTo>
                  <a:pt x="1311460" y="160735"/>
                </a:lnTo>
                <a:lnTo>
                  <a:pt x="1310700" y="160534"/>
                </a:lnTo>
                <a:lnTo>
                  <a:pt x="1309954" y="160316"/>
                </a:lnTo>
                <a:lnTo>
                  <a:pt x="1309224" y="160080"/>
                </a:lnTo>
                <a:lnTo>
                  <a:pt x="1308509" y="159827"/>
                </a:lnTo>
                <a:lnTo>
                  <a:pt x="1307808" y="159556"/>
                </a:lnTo>
                <a:lnTo>
                  <a:pt x="1307123" y="159268"/>
                </a:lnTo>
                <a:lnTo>
                  <a:pt x="1306453" y="158962"/>
                </a:lnTo>
                <a:lnTo>
                  <a:pt x="1305797" y="158639"/>
                </a:lnTo>
                <a:lnTo>
                  <a:pt x="1305157" y="158299"/>
                </a:lnTo>
                <a:lnTo>
                  <a:pt x="1304531" y="157940"/>
                </a:lnTo>
                <a:lnTo>
                  <a:pt x="1303921" y="157565"/>
                </a:lnTo>
                <a:lnTo>
                  <a:pt x="1303325" y="157172"/>
                </a:lnTo>
                <a:lnTo>
                  <a:pt x="1302745" y="156761"/>
                </a:lnTo>
                <a:lnTo>
                  <a:pt x="1302178" y="156336"/>
                </a:lnTo>
                <a:lnTo>
                  <a:pt x="1301625" y="155900"/>
                </a:lnTo>
                <a:lnTo>
                  <a:pt x="1301084" y="155452"/>
                </a:lnTo>
                <a:lnTo>
                  <a:pt x="1300556" y="154993"/>
                </a:lnTo>
                <a:lnTo>
                  <a:pt x="1300041" y="154523"/>
                </a:lnTo>
                <a:lnTo>
                  <a:pt x="1299538" y="154041"/>
                </a:lnTo>
                <a:lnTo>
                  <a:pt x="1299049" y="153549"/>
                </a:lnTo>
                <a:lnTo>
                  <a:pt x="1298573" y="153045"/>
                </a:lnTo>
                <a:lnTo>
                  <a:pt x="1298109" y="152530"/>
                </a:lnTo>
                <a:lnTo>
                  <a:pt x="1297658" y="152003"/>
                </a:lnTo>
                <a:lnTo>
                  <a:pt x="1297221" y="151465"/>
                </a:lnTo>
                <a:lnTo>
                  <a:pt x="1296796" y="150916"/>
                </a:lnTo>
                <a:lnTo>
                  <a:pt x="1296383" y="150356"/>
                </a:lnTo>
                <a:lnTo>
                  <a:pt x="1295984" y="149785"/>
                </a:lnTo>
                <a:lnTo>
                  <a:pt x="1295598" y="149202"/>
                </a:lnTo>
                <a:lnTo>
                  <a:pt x="1295224" y="148608"/>
                </a:lnTo>
                <a:lnTo>
                  <a:pt x="1294864" y="148003"/>
                </a:lnTo>
                <a:lnTo>
                  <a:pt x="1294516" y="147386"/>
                </a:lnTo>
                <a:lnTo>
                  <a:pt x="1294181" y="146759"/>
                </a:lnTo>
                <a:lnTo>
                  <a:pt x="1293859" y="146120"/>
                </a:lnTo>
                <a:lnTo>
                  <a:pt x="1293550" y="145470"/>
                </a:lnTo>
                <a:lnTo>
                  <a:pt x="1293254" y="144808"/>
                </a:lnTo>
                <a:lnTo>
                  <a:pt x="1292971" y="144135"/>
                </a:lnTo>
                <a:lnTo>
                  <a:pt x="1292700" y="143451"/>
                </a:lnTo>
                <a:lnTo>
                  <a:pt x="1292441" y="142760"/>
                </a:lnTo>
                <a:lnTo>
                  <a:pt x="1292192" y="142064"/>
                </a:lnTo>
                <a:lnTo>
                  <a:pt x="1291953" y="141363"/>
                </a:lnTo>
                <a:lnTo>
                  <a:pt x="1291725" y="140659"/>
                </a:lnTo>
                <a:lnTo>
                  <a:pt x="1291506" y="139950"/>
                </a:lnTo>
                <a:lnTo>
                  <a:pt x="1291297" y="139236"/>
                </a:lnTo>
                <a:lnTo>
                  <a:pt x="1291099" y="138519"/>
                </a:lnTo>
                <a:lnTo>
                  <a:pt x="1290910" y="137797"/>
                </a:lnTo>
                <a:lnTo>
                  <a:pt x="1290732" y="137070"/>
                </a:lnTo>
                <a:lnTo>
                  <a:pt x="1290563" y="136340"/>
                </a:lnTo>
                <a:lnTo>
                  <a:pt x="1290405" y="135605"/>
                </a:lnTo>
                <a:lnTo>
                  <a:pt x="1290256" y="134866"/>
                </a:lnTo>
                <a:lnTo>
                  <a:pt x="1290118" y="134122"/>
                </a:lnTo>
                <a:lnTo>
                  <a:pt x="1289990" y="133374"/>
                </a:lnTo>
                <a:lnTo>
                  <a:pt x="1289872" y="132622"/>
                </a:lnTo>
                <a:lnTo>
                  <a:pt x="1289764" y="131866"/>
                </a:lnTo>
                <a:lnTo>
                  <a:pt x="1289666" y="131105"/>
                </a:lnTo>
                <a:lnTo>
                  <a:pt x="1289578" y="130340"/>
                </a:lnTo>
                <a:lnTo>
                  <a:pt x="1289500" y="129570"/>
                </a:lnTo>
                <a:lnTo>
                  <a:pt x="1289433" y="128797"/>
                </a:lnTo>
                <a:lnTo>
                  <a:pt x="1289375" y="128019"/>
                </a:lnTo>
                <a:lnTo>
                  <a:pt x="1289327" y="127236"/>
                </a:lnTo>
                <a:lnTo>
                  <a:pt x="1289290" y="126450"/>
                </a:lnTo>
                <a:lnTo>
                  <a:pt x="1289262" y="125659"/>
                </a:lnTo>
                <a:lnTo>
                  <a:pt x="1381618" y="125659"/>
                </a:lnTo>
                <a:lnTo>
                  <a:pt x="1381641" y="125531"/>
                </a:lnTo>
                <a:lnTo>
                  <a:pt x="1381662" y="125400"/>
                </a:lnTo>
                <a:lnTo>
                  <a:pt x="1381684" y="125263"/>
                </a:lnTo>
                <a:lnTo>
                  <a:pt x="1381705" y="125123"/>
                </a:lnTo>
                <a:lnTo>
                  <a:pt x="1381725" y="124977"/>
                </a:lnTo>
                <a:lnTo>
                  <a:pt x="1381745" y="124828"/>
                </a:lnTo>
                <a:lnTo>
                  <a:pt x="1381764" y="124674"/>
                </a:lnTo>
                <a:lnTo>
                  <a:pt x="1381783" y="124515"/>
                </a:lnTo>
                <a:lnTo>
                  <a:pt x="1381802" y="124352"/>
                </a:lnTo>
                <a:lnTo>
                  <a:pt x="1381820" y="124184"/>
                </a:lnTo>
                <a:lnTo>
                  <a:pt x="1381837" y="124012"/>
                </a:lnTo>
                <a:lnTo>
                  <a:pt x="1381854" y="123835"/>
                </a:lnTo>
                <a:lnTo>
                  <a:pt x="1381871" y="123654"/>
                </a:lnTo>
                <a:lnTo>
                  <a:pt x="1381887" y="123468"/>
                </a:lnTo>
                <a:lnTo>
                  <a:pt x="1381903" y="123278"/>
                </a:lnTo>
                <a:lnTo>
                  <a:pt x="1381918" y="123084"/>
                </a:lnTo>
                <a:lnTo>
                  <a:pt x="1381933" y="122885"/>
                </a:lnTo>
                <a:lnTo>
                  <a:pt x="1381947" y="122681"/>
                </a:lnTo>
                <a:lnTo>
                  <a:pt x="1381961" y="122473"/>
                </a:lnTo>
                <a:lnTo>
                  <a:pt x="1381974" y="122260"/>
                </a:lnTo>
                <a:lnTo>
                  <a:pt x="1381987" y="122043"/>
                </a:lnTo>
                <a:lnTo>
                  <a:pt x="1382000" y="121822"/>
                </a:lnTo>
                <a:lnTo>
                  <a:pt x="1382011" y="121596"/>
                </a:lnTo>
                <a:lnTo>
                  <a:pt x="1382023" y="121365"/>
                </a:lnTo>
                <a:lnTo>
                  <a:pt x="1382034" y="121134"/>
                </a:lnTo>
                <a:lnTo>
                  <a:pt x="1382044" y="120908"/>
                </a:lnTo>
                <a:lnTo>
                  <a:pt x="1382055" y="120685"/>
                </a:lnTo>
                <a:lnTo>
                  <a:pt x="1382064" y="120466"/>
                </a:lnTo>
                <a:lnTo>
                  <a:pt x="1382073" y="120252"/>
                </a:lnTo>
                <a:lnTo>
                  <a:pt x="1382082" y="120041"/>
                </a:lnTo>
                <a:lnTo>
                  <a:pt x="1382090" y="119834"/>
                </a:lnTo>
                <a:lnTo>
                  <a:pt x="1382098" y="119632"/>
                </a:lnTo>
                <a:lnTo>
                  <a:pt x="1382105" y="119433"/>
                </a:lnTo>
                <a:lnTo>
                  <a:pt x="1382112" y="119238"/>
                </a:lnTo>
                <a:lnTo>
                  <a:pt x="1382118" y="119048"/>
                </a:lnTo>
                <a:lnTo>
                  <a:pt x="1382124" y="118861"/>
                </a:lnTo>
                <a:lnTo>
                  <a:pt x="1382129" y="118679"/>
                </a:lnTo>
                <a:lnTo>
                  <a:pt x="1382134" y="118500"/>
                </a:lnTo>
                <a:lnTo>
                  <a:pt x="1382139" y="118326"/>
                </a:lnTo>
                <a:lnTo>
                  <a:pt x="1382143" y="118156"/>
                </a:lnTo>
                <a:lnTo>
                  <a:pt x="1382146" y="117989"/>
                </a:lnTo>
                <a:lnTo>
                  <a:pt x="1382149" y="117827"/>
                </a:lnTo>
                <a:lnTo>
                  <a:pt x="1382152" y="117668"/>
                </a:lnTo>
                <a:lnTo>
                  <a:pt x="1382154" y="117514"/>
                </a:lnTo>
                <a:lnTo>
                  <a:pt x="1382156" y="117364"/>
                </a:lnTo>
                <a:lnTo>
                  <a:pt x="1382157" y="117217"/>
                </a:lnTo>
                <a:lnTo>
                  <a:pt x="1382158" y="117075"/>
                </a:lnTo>
                <a:lnTo>
                  <a:pt x="1382158" y="116937"/>
                </a:lnTo>
                <a:lnTo>
                  <a:pt x="1382128" y="114282"/>
                </a:lnTo>
                <a:lnTo>
                  <a:pt x="1382039" y="111679"/>
                </a:lnTo>
                <a:lnTo>
                  <a:pt x="1381891" y="109127"/>
                </a:lnTo>
                <a:lnTo>
                  <a:pt x="1381684" y="106626"/>
                </a:lnTo>
                <a:lnTo>
                  <a:pt x="1381417" y="104177"/>
                </a:lnTo>
                <a:lnTo>
                  <a:pt x="1381092" y="101779"/>
                </a:lnTo>
                <a:lnTo>
                  <a:pt x="1380707" y="99432"/>
                </a:lnTo>
                <a:lnTo>
                  <a:pt x="1380263" y="97137"/>
                </a:lnTo>
                <a:lnTo>
                  <a:pt x="1379759" y="94893"/>
                </a:lnTo>
                <a:lnTo>
                  <a:pt x="1379197" y="92701"/>
                </a:lnTo>
                <a:lnTo>
                  <a:pt x="1378575" y="90559"/>
                </a:lnTo>
                <a:lnTo>
                  <a:pt x="1377894" y="88470"/>
                </a:lnTo>
                <a:lnTo>
                  <a:pt x="1377154" y="86431"/>
                </a:lnTo>
                <a:lnTo>
                  <a:pt x="1376354" y="84444"/>
                </a:lnTo>
                <a:lnTo>
                  <a:pt x="1375495" y="82508"/>
                </a:lnTo>
                <a:lnTo>
                  <a:pt x="1374577" y="80624"/>
                </a:lnTo>
                <a:lnTo>
                  <a:pt x="1373600" y="78790"/>
                </a:lnTo>
                <a:lnTo>
                  <a:pt x="1372564" y="77009"/>
                </a:lnTo>
                <a:lnTo>
                  <a:pt x="1371468" y="75278"/>
                </a:lnTo>
                <a:lnTo>
                  <a:pt x="1370314" y="73599"/>
                </a:lnTo>
                <a:lnTo>
                  <a:pt x="1369100" y="71972"/>
                </a:lnTo>
                <a:lnTo>
                  <a:pt x="1367826" y="70395"/>
                </a:lnTo>
                <a:lnTo>
                  <a:pt x="1366494" y="68870"/>
                </a:lnTo>
                <a:lnTo>
                  <a:pt x="1365102" y="67397"/>
                </a:lnTo>
                <a:lnTo>
                  <a:pt x="1363659" y="65979"/>
                </a:lnTo>
                <a:lnTo>
                  <a:pt x="1362174" y="64621"/>
                </a:lnTo>
                <a:lnTo>
                  <a:pt x="1360646" y="63324"/>
                </a:lnTo>
                <a:lnTo>
                  <a:pt x="1359074" y="62087"/>
                </a:lnTo>
                <a:lnTo>
                  <a:pt x="1357460" y="60911"/>
                </a:lnTo>
                <a:lnTo>
                  <a:pt x="1355803" y="59795"/>
                </a:lnTo>
                <a:lnTo>
                  <a:pt x="1354104" y="58739"/>
                </a:lnTo>
                <a:lnTo>
                  <a:pt x="1352361" y="57743"/>
                </a:lnTo>
                <a:lnTo>
                  <a:pt x="1350576" y="56808"/>
                </a:lnTo>
                <a:lnTo>
                  <a:pt x="1348747" y="55933"/>
                </a:lnTo>
                <a:lnTo>
                  <a:pt x="1346876" y="55119"/>
                </a:lnTo>
                <a:lnTo>
                  <a:pt x="1344962" y="54365"/>
                </a:lnTo>
                <a:lnTo>
                  <a:pt x="1343006" y="53671"/>
                </a:lnTo>
                <a:lnTo>
                  <a:pt x="1341006" y="53037"/>
                </a:lnTo>
                <a:lnTo>
                  <a:pt x="1338964" y="52464"/>
                </a:lnTo>
                <a:lnTo>
                  <a:pt x="1336878" y="51951"/>
                </a:lnTo>
                <a:lnTo>
                  <a:pt x="1334750" y="51499"/>
                </a:lnTo>
                <a:lnTo>
                  <a:pt x="1332579" y="51107"/>
                </a:lnTo>
                <a:lnTo>
                  <a:pt x="1330366" y="50775"/>
                </a:lnTo>
                <a:lnTo>
                  <a:pt x="1328109" y="50503"/>
                </a:lnTo>
                <a:lnTo>
                  <a:pt x="1325810" y="50292"/>
                </a:lnTo>
                <a:lnTo>
                  <a:pt x="1323467" y="50141"/>
                </a:lnTo>
                <a:lnTo>
                  <a:pt x="1321082" y="50051"/>
                </a:lnTo>
                <a:lnTo>
                  <a:pt x="1318654" y="50021"/>
                </a:lnTo>
                <a:lnTo>
                  <a:pt x="1316902" y="50035"/>
                </a:lnTo>
                <a:lnTo>
                  <a:pt x="1315173" y="50078"/>
                </a:lnTo>
                <a:lnTo>
                  <a:pt x="1313467" y="50150"/>
                </a:lnTo>
                <a:lnTo>
                  <a:pt x="1311784" y="50250"/>
                </a:lnTo>
                <a:lnTo>
                  <a:pt x="1310124" y="50379"/>
                </a:lnTo>
                <a:lnTo>
                  <a:pt x="1308488" y="50537"/>
                </a:lnTo>
                <a:lnTo>
                  <a:pt x="1306874" y="50723"/>
                </a:lnTo>
                <a:lnTo>
                  <a:pt x="1305284" y="50938"/>
                </a:lnTo>
                <a:lnTo>
                  <a:pt x="1303717" y="51181"/>
                </a:lnTo>
                <a:lnTo>
                  <a:pt x="1302173" y="51454"/>
                </a:lnTo>
                <a:lnTo>
                  <a:pt x="1300653" y="51755"/>
                </a:lnTo>
                <a:lnTo>
                  <a:pt x="1299155" y="52084"/>
                </a:lnTo>
                <a:lnTo>
                  <a:pt x="1297681" y="52442"/>
                </a:lnTo>
                <a:lnTo>
                  <a:pt x="1296230" y="52829"/>
                </a:lnTo>
                <a:lnTo>
                  <a:pt x="1294802" y="53245"/>
                </a:lnTo>
                <a:lnTo>
                  <a:pt x="1293397" y="53689"/>
                </a:lnTo>
                <a:lnTo>
                  <a:pt x="1292015" y="54162"/>
                </a:lnTo>
                <a:lnTo>
                  <a:pt x="1290657" y="54664"/>
                </a:lnTo>
                <a:lnTo>
                  <a:pt x="1289321" y="55194"/>
                </a:lnTo>
                <a:lnTo>
                  <a:pt x="1288009" y="55753"/>
                </a:lnTo>
                <a:lnTo>
                  <a:pt x="1286720" y="56340"/>
                </a:lnTo>
                <a:lnTo>
                  <a:pt x="1285455" y="56956"/>
                </a:lnTo>
                <a:lnTo>
                  <a:pt x="1284212" y="57601"/>
                </a:lnTo>
                <a:lnTo>
                  <a:pt x="1282993" y="58275"/>
                </a:lnTo>
                <a:lnTo>
                  <a:pt x="1281797" y="58975"/>
                </a:lnTo>
                <a:lnTo>
                  <a:pt x="1280626" y="59699"/>
                </a:lnTo>
                <a:lnTo>
                  <a:pt x="1279479" y="60448"/>
                </a:lnTo>
                <a:lnTo>
                  <a:pt x="1278356" y="61221"/>
                </a:lnTo>
                <a:lnTo>
                  <a:pt x="1277258" y="62019"/>
                </a:lnTo>
                <a:lnTo>
                  <a:pt x="1276184" y="62841"/>
                </a:lnTo>
                <a:lnTo>
                  <a:pt x="1275134" y="63687"/>
                </a:lnTo>
                <a:lnTo>
                  <a:pt x="1274109" y="64558"/>
                </a:lnTo>
                <a:lnTo>
                  <a:pt x="1273108" y="65453"/>
                </a:lnTo>
                <a:lnTo>
                  <a:pt x="1272132" y="66373"/>
                </a:lnTo>
                <a:lnTo>
                  <a:pt x="1271179" y="67317"/>
                </a:lnTo>
                <a:lnTo>
                  <a:pt x="1270252" y="68286"/>
                </a:lnTo>
                <a:lnTo>
                  <a:pt x="1269348" y="69278"/>
                </a:lnTo>
                <a:lnTo>
                  <a:pt x="1268469" y="70296"/>
                </a:lnTo>
                <a:lnTo>
                  <a:pt x="1267614" y="71337"/>
                </a:lnTo>
                <a:lnTo>
                  <a:pt x="1266784" y="72403"/>
                </a:lnTo>
                <a:lnTo>
                  <a:pt x="1265977" y="73494"/>
                </a:lnTo>
                <a:lnTo>
                  <a:pt x="1265196" y="74609"/>
                </a:lnTo>
                <a:lnTo>
                  <a:pt x="1264438" y="75748"/>
                </a:lnTo>
                <a:lnTo>
                  <a:pt x="1263705" y="76912"/>
                </a:lnTo>
                <a:lnTo>
                  <a:pt x="1262996" y="78100"/>
                </a:lnTo>
                <a:lnTo>
                  <a:pt x="1262312" y="79312"/>
                </a:lnTo>
                <a:lnTo>
                  <a:pt x="1261652" y="80549"/>
                </a:lnTo>
                <a:lnTo>
                  <a:pt x="1261016" y="81810"/>
                </a:lnTo>
                <a:lnTo>
                  <a:pt x="1260405" y="83094"/>
                </a:lnTo>
                <a:lnTo>
                  <a:pt x="1259821" y="84397"/>
                </a:lnTo>
                <a:lnTo>
                  <a:pt x="1259262" y="85721"/>
                </a:lnTo>
                <a:lnTo>
                  <a:pt x="1258729" y="87066"/>
                </a:lnTo>
                <a:lnTo>
                  <a:pt x="1258223" y="88431"/>
                </a:lnTo>
                <a:lnTo>
                  <a:pt x="1257742" y="89816"/>
                </a:lnTo>
                <a:lnTo>
                  <a:pt x="1257287" y="91222"/>
                </a:lnTo>
                <a:lnTo>
                  <a:pt x="1256859" y="92648"/>
                </a:lnTo>
                <a:lnTo>
                  <a:pt x="1256456" y="94094"/>
                </a:lnTo>
                <a:lnTo>
                  <a:pt x="1256079" y="95561"/>
                </a:lnTo>
                <a:lnTo>
                  <a:pt x="1255729" y="97048"/>
                </a:lnTo>
                <a:lnTo>
                  <a:pt x="1255404" y="98555"/>
                </a:lnTo>
                <a:lnTo>
                  <a:pt x="1255105" y="100083"/>
                </a:lnTo>
                <a:lnTo>
                  <a:pt x="1254832" y="101631"/>
                </a:lnTo>
                <a:lnTo>
                  <a:pt x="1254585" y="103200"/>
                </a:lnTo>
                <a:lnTo>
                  <a:pt x="1254364" y="104789"/>
                </a:lnTo>
                <a:lnTo>
                  <a:pt x="1254170" y="106398"/>
                </a:lnTo>
                <a:lnTo>
                  <a:pt x="1254001" y="108028"/>
                </a:lnTo>
                <a:lnTo>
                  <a:pt x="1253858" y="109678"/>
                </a:lnTo>
                <a:lnTo>
                  <a:pt x="1253741" y="111349"/>
                </a:lnTo>
                <a:lnTo>
                  <a:pt x="1253650" y="113040"/>
                </a:lnTo>
                <a:lnTo>
                  <a:pt x="1253585" y="114751"/>
                </a:lnTo>
                <a:lnTo>
                  <a:pt x="1253546" y="116483"/>
                </a:lnTo>
                <a:lnTo>
                  <a:pt x="1253533" y="118235"/>
                </a:lnTo>
                <a:lnTo>
                  <a:pt x="1253546" y="120043"/>
                </a:lnTo>
                <a:lnTo>
                  <a:pt x="1253586" y="121829"/>
                </a:lnTo>
                <a:lnTo>
                  <a:pt x="1253653" y="123594"/>
                </a:lnTo>
                <a:lnTo>
                  <a:pt x="1253747" y="125337"/>
                </a:lnTo>
                <a:lnTo>
                  <a:pt x="1253867" y="127058"/>
                </a:lnTo>
                <a:lnTo>
                  <a:pt x="1254013" y="128757"/>
                </a:lnTo>
                <a:lnTo>
                  <a:pt x="1254187" y="130435"/>
                </a:lnTo>
                <a:lnTo>
                  <a:pt x="1254387" y="132090"/>
                </a:lnTo>
                <a:lnTo>
                  <a:pt x="1254614" y="133724"/>
                </a:lnTo>
                <a:lnTo>
                  <a:pt x="1254867" y="135337"/>
                </a:lnTo>
                <a:lnTo>
                  <a:pt x="1255147" y="136927"/>
                </a:lnTo>
                <a:lnTo>
                  <a:pt x="1255454" y="138496"/>
                </a:lnTo>
                <a:lnTo>
                  <a:pt x="1255788" y="140042"/>
                </a:lnTo>
                <a:lnTo>
                  <a:pt x="1256148" y="141567"/>
                </a:lnTo>
                <a:lnTo>
                  <a:pt x="1256535" y="143071"/>
                </a:lnTo>
                <a:lnTo>
                  <a:pt x="1256949" y="144552"/>
                </a:lnTo>
                <a:lnTo>
                  <a:pt x="1257389" y="146012"/>
                </a:lnTo>
                <a:lnTo>
                  <a:pt x="1257856" y="147450"/>
                </a:lnTo>
                <a:lnTo>
                  <a:pt x="1258350" y="148866"/>
                </a:lnTo>
                <a:lnTo>
                  <a:pt x="1258870" y="150260"/>
                </a:lnTo>
                <a:lnTo>
                  <a:pt x="1259417" y="151633"/>
                </a:lnTo>
                <a:lnTo>
                  <a:pt x="1259991" y="152983"/>
                </a:lnTo>
                <a:lnTo>
                  <a:pt x="1260591" y="154312"/>
                </a:lnTo>
                <a:lnTo>
                  <a:pt x="1261218" y="155620"/>
                </a:lnTo>
                <a:lnTo>
                  <a:pt x="1261871" y="156903"/>
                </a:lnTo>
                <a:lnTo>
                  <a:pt x="1262550" y="158161"/>
                </a:lnTo>
                <a:lnTo>
                  <a:pt x="1263253" y="159393"/>
                </a:lnTo>
                <a:lnTo>
                  <a:pt x="1263982" y="160601"/>
                </a:lnTo>
                <a:lnTo>
                  <a:pt x="1264736" y="161783"/>
                </a:lnTo>
                <a:lnTo>
                  <a:pt x="1265516" y="162939"/>
                </a:lnTo>
                <a:lnTo>
                  <a:pt x="1266321" y="164070"/>
                </a:lnTo>
                <a:lnTo>
                  <a:pt x="1267151" y="165176"/>
                </a:lnTo>
                <a:lnTo>
                  <a:pt x="1268006" y="166257"/>
                </a:lnTo>
                <a:lnTo>
                  <a:pt x="1268886" y="167312"/>
                </a:lnTo>
                <a:lnTo>
                  <a:pt x="1269792" y="168342"/>
                </a:lnTo>
                <a:lnTo>
                  <a:pt x="1270723" y="169347"/>
                </a:lnTo>
                <a:lnTo>
                  <a:pt x="1271680" y="170326"/>
                </a:lnTo>
                <a:lnTo>
                  <a:pt x="1272662" y="171280"/>
                </a:lnTo>
                <a:lnTo>
                  <a:pt x="1273669" y="172208"/>
                </a:lnTo>
                <a:lnTo>
                  <a:pt x="1274701" y="173111"/>
                </a:lnTo>
                <a:lnTo>
                  <a:pt x="1275758" y="173989"/>
                </a:lnTo>
                <a:lnTo>
                  <a:pt x="1276841" y="174842"/>
                </a:lnTo>
                <a:lnTo>
                  <a:pt x="1277949" y="175669"/>
                </a:lnTo>
                <a:lnTo>
                  <a:pt x="1279083" y="176471"/>
                </a:lnTo>
                <a:lnTo>
                  <a:pt x="1280241" y="177247"/>
                </a:lnTo>
                <a:lnTo>
                  <a:pt x="1281425" y="177999"/>
                </a:lnTo>
                <a:lnTo>
                  <a:pt x="1282635" y="178724"/>
                </a:lnTo>
                <a:lnTo>
                  <a:pt x="1283869" y="179425"/>
                </a:lnTo>
                <a:lnTo>
                  <a:pt x="1285128" y="180098"/>
                </a:lnTo>
                <a:lnTo>
                  <a:pt x="1286412" y="180743"/>
                </a:lnTo>
                <a:lnTo>
                  <a:pt x="1287720" y="181359"/>
                </a:lnTo>
                <a:lnTo>
                  <a:pt x="1289052" y="181947"/>
                </a:lnTo>
                <a:lnTo>
                  <a:pt x="1290409" y="182506"/>
                </a:lnTo>
                <a:lnTo>
                  <a:pt x="1291790" y="183036"/>
                </a:lnTo>
                <a:lnTo>
                  <a:pt x="1293196" y="183538"/>
                </a:lnTo>
                <a:lnTo>
                  <a:pt x="1294625" y="184010"/>
                </a:lnTo>
                <a:lnTo>
                  <a:pt x="1296079" y="184455"/>
                </a:lnTo>
                <a:lnTo>
                  <a:pt x="1297558" y="184870"/>
                </a:lnTo>
                <a:lnTo>
                  <a:pt x="1299060" y="185257"/>
                </a:lnTo>
                <a:lnTo>
                  <a:pt x="1300588" y="185615"/>
                </a:lnTo>
                <a:lnTo>
                  <a:pt x="1302139" y="185945"/>
                </a:lnTo>
                <a:lnTo>
                  <a:pt x="1303715" y="186246"/>
                </a:lnTo>
                <a:lnTo>
                  <a:pt x="1305315" y="186518"/>
                </a:lnTo>
                <a:lnTo>
                  <a:pt x="1306939" y="186762"/>
                </a:lnTo>
                <a:lnTo>
                  <a:pt x="1308588" y="186977"/>
                </a:lnTo>
                <a:lnTo>
                  <a:pt x="1310261" y="187163"/>
                </a:lnTo>
                <a:lnTo>
                  <a:pt x="1311959" y="187321"/>
                </a:lnTo>
                <a:lnTo>
                  <a:pt x="1313681" y="187450"/>
                </a:lnTo>
                <a:lnTo>
                  <a:pt x="1315427" y="187550"/>
                </a:lnTo>
                <a:lnTo>
                  <a:pt x="1317197" y="187622"/>
                </a:lnTo>
                <a:lnTo>
                  <a:pt x="1318992" y="187665"/>
                </a:lnTo>
                <a:lnTo>
                  <a:pt x="1320812" y="187679"/>
                </a:lnTo>
                <a:lnTo>
                  <a:pt x="1322298" y="187670"/>
                </a:lnTo>
                <a:lnTo>
                  <a:pt x="1323769" y="187643"/>
                </a:lnTo>
                <a:lnTo>
                  <a:pt x="1325224" y="187599"/>
                </a:lnTo>
                <a:lnTo>
                  <a:pt x="1326663" y="187537"/>
                </a:lnTo>
                <a:lnTo>
                  <a:pt x="1328087" y="187456"/>
                </a:lnTo>
                <a:close/>
                <a:moveTo>
                  <a:pt x="1290311" y="97564"/>
                </a:moveTo>
                <a:lnTo>
                  <a:pt x="1290513" y="96544"/>
                </a:lnTo>
                <a:lnTo>
                  <a:pt x="1290741" y="95546"/>
                </a:lnTo>
                <a:lnTo>
                  <a:pt x="1290992" y="94570"/>
                </a:lnTo>
                <a:lnTo>
                  <a:pt x="1291269" y="93618"/>
                </a:lnTo>
                <a:lnTo>
                  <a:pt x="1291570" y="92687"/>
                </a:lnTo>
                <a:lnTo>
                  <a:pt x="1291895" y="91780"/>
                </a:lnTo>
                <a:lnTo>
                  <a:pt x="1292245" y="90895"/>
                </a:lnTo>
                <a:lnTo>
                  <a:pt x="1292620" y="90033"/>
                </a:lnTo>
                <a:lnTo>
                  <a:pt x="1293019" y="89194"/>
                </a:lnTo>
                <a:lnTo>
                  <a:pt x="1293443" y="88377"/>
                </a:lnTo>
                <a:lnTo>
                  <a:pt x="1293891" y="87583"/>
                </a:lnTo>
                <a:lnTo>
                  <a:pt x="1294364" y="86812"/>
                </a:lnTo>
                <a:lnTo>
                  <a:pt x="1294862" y="86063"/>
                </a:lnTo>
                <a:lnTo>
                  <a:pt x="1295384" y="85337"/>
                </a:lnTo>
                <a:lnTo>
                  <a:pt x="1295930" y="84633"/>
                </a:lnTo>
                <a:lnTo>
                  <a:pt x="1296502" y="83953"/>
                </a:lnTo>
                <a:lnTo>
                  <a:pt x="1297098" y="83295"/>
                </a:lnTo>
                <a:lnTo>
                  <a:pt x="1297718" y="82659"/>
                </a:lnTo>
                <a:lnTo>
                  <a:pt x="1298363" y="82046"/>
                </a:lnTo>
                <a:lnTo>
                  <a:pt x="1299028" y="81457"/>
                </a:lnTo>
                <a:lnTo>
                  <a:pt x="1299709" y="80894"/>
                </a:lnTo>
                <a:lnTo>
                  <a:pt x="1300405" y="80355"/>
                </a:lnTo>
                <a:lnTo>
                  <a:pt x="1301118" y="79841"/>
                </a:lnTo>
                <a:lnTo>
                  <a:pt x="1301845" y="79352"/>
                </a:lnTo>
                <a:lnTo>
                  <a:pt x="1302589" y="78889"/>
                </a:lnTo>
                <a:lnTo>
                  <a:pt x="1303348" y="78450"/>
                </a:lnTo>
                <a:lnTo>
                  <a:pt x="1304123" y="78037"/>
                </a:lnTo>
                <a:lnTo>
                  <a:pt x="1304914" y="77648"/>
                </a:lnTo>
                <a:lnTo>
                  <a:pt x="1305720" y="77285"/>
                </a:lnTo>
                <a:lnTo>
                  <a:pt x="1306542" y="76946"/>
                </a:lnTo>
                <a:lnTo>
                  <a:pt x="1307379" y="76633"/>
                </a:lnTo>
                <a:lnTo>
                  <a:pt x="1308233" y="76345"/>
                </a:lnTo>
                <a:lnTo>
                  <a:pt x="1309102" y="76082"/>
                </a:lnTo>
                <a:lnTo>
                  <a:pt x="1309986" y="75844"/>
                </a:lnTo>
                <a:lnTo>
                  <a:pt x="1310887" y="75631"/>
                </a:lnTo>
                <a:lnTo>
                  <a:pt x="1311803" y="75443"/>
                </a:lnTo>
                <a:lnTo>
                  <a:pt x="1312735" y="75280"/>
                </a:lnTo>
                <a:lnTo>
                  <a:pt x="1313682" y="75142"/>
                </a:lnTo>
                <a:lnTo>
                  <a:pt x="1314645" y="75029"/>
                </a:lnTo>
                <a:lnTo>
                  <a:pt x="1315624" y="74942"/>
                </a:lnTo>
                <a:lnTo>
                  <a:pt x="1316618" y="74879"/>
                </a:lnTo>
                <a:lnTo>
                  <a:pt x="1317629" y="74841"/>
                </a:lnTo>
                <a:lnTo>
                  <a:pt x="1318654" y="74829"/>
                </a:lnTo>
                <a:lnTo>
                  <a:pt x="1319658" y="74841"/>
                </a:lnTo>
                <a:lnTo>
                  <a:pt x="1320646" y="74878"/>
                </a:lnTo>
                <a:lnTo>
                  <a:pt x="1321619" y="74938"/>
                </a:lnTo>
                <a:lnTo>
                  <a:pt x="1322577" y="75024"/>
                </a:lnTo>
                <a:lnTo>
                  <a:pt x="1323520" y="75133"/>
                </a:lnTo>
                <a:lnTo>
                  <a:pt x="1324448" y="75267"/>
                </a:lnTo>
                <a:lnTo>
                  <a:pt x="1325360" y="75425"/>
                </a:lnTo>
                <a:lnTo>
                  <a:pt x="1326257" y="75608"/>
                </a:lnTo>
                <a:lnTo>
                  <a:pt x="1327139" y="75815"/>
                </a:lnTo>
                <a:lnTo>
                  <a:pt x="1328006" y="76046"/>
                </a:lnTo>
                <a:lnTo>
                  <a:pt x="1328857" y="76302"/>
                </a:lnTo>
                <a:lnTo>
                  <a:pt x="1329693" y="76582"/>
                </a:lnTo>
                <a:lnTo>
                  <a:pt x="1330514" y="76886"/>
                </a:lnTo>
                <a:lnTo>
                  <a:pt x="1331320" y="77215"/>
                </a:lnTo>
                <a:lnTo>
                  <a:pt x="1332111" y="77568"/>
                </a:lnTo>
                <a:lnTo>
                  <a:pt x="1332886" y="77945"/>
                </a:lnTo>
                <a:lnTo>
                  <a:pt x="1333646" y="78347"/>
                </a:lnTo>
                <a:lnTo>
                  <a:pt x="1334391" y="78773"/>
                </a:lnTo>
                <a:lnTo>
                  <a:pt x="1335121" y="79223"/>
                </a:lnTo>
                <a:lnTo>
                  <a:pt x="1335835" y="79698"/>
                </a:lnTo>
                <a:lnTo>
                  <a:pt x="1336535" y="80197"/>
                </a:lnTo>
                <a:lnTo>
                  <a:pt x="1337219" y="80720"/>
                </a:lnTo>
                <a:lnTo>
                  <a:pt x="1337888" y="81268"/>
                </a:lnTo>
                <a:lnTo>
                  <a:pt x="1338541" y="81840"/>
                </a:lnTo>
                <a:lnTo>
                  <a:pt x="1339175" y="82436"/>
                </a:lnTo>
                <a:lnTo>
                  <a:pt x="1339782" y="83058"/>
                </a:lnTo>
                <a:lnTo>
                  <a:pt x="1340365" y="83704"/>
                </a:lnTo>
                <a:lnTo>
                  <a:pt x="1340921" y="84375"/>
                </a:lnTo>
                <a:lnTo>
                  <a:pt x="1341453" y="85071"/>
                </a:lnTo>
                <a:lnTo>
                  <a:pt x="1341958" y="85792"/>
                </a:lnTo>
                <a:lnTo>
                  <a:pt x="1342439" y="86537"/>
                </a:lnTo>
                <a:lnTo>
                  <a:pt x="1342893" y="87308"/>
                </a:lnTo>
                <a:lnTo>
                  <a:pt x="1343322" y="88103"/>
                </a:lnTo>
                <a:lnTo>
                  <a:pt x="1343726" y="88923"/>
                </a:lnTo>
                <a:lnTo>
                  <a:pt x="1344104" y="89768"/>
                </a:lnTo>
                <a:lnTo>
                  <a:pt x="1344457" y="90637"/>
                </a:lnTo>
                <a:lnTo>
                  <a:pt x="1344784" y="91532"/>
                </a:lnTo>
                <a:lnTo>
                  <a:pt x="1345086" y="92451"/>
                </a:lnTo>
                <a:lnTo>
                  <a:pt x="1345362" y="93395"/>
                </a:lnTo>
                <a:lnTo>
                  <a:pt x="1345612" y="94364"/>
                </a:lnTo>
                <a:lnTo>
                  <a:pt x="1345837" y="95357"/>
                </a:lnTo>
                <a:lnTo>
                  <a:pt x="1346037" y="96376"/>
                </a:lnTo>
                <a:lnTo>
                  <a:pt x="1346211" y="97419"/>
                </a:lnTo>
                <a:lnTo>
                  <a:pt x="1346359" y="98487"/>
                </a:lnTo>
                <a:lnTo>
                  <a:pt x="1346482" y="99580"/>
                </a:lnTo>
                <a:lnTo>
                  <a:pt x="1346580" y="100698"/>
                </a:lnTo>
                <a:lnTo>
                  <a:pt x="1346652" y="101840"/>
                </a:lnTo>
                <a:lnTo>
                  <a:pt x="1346698" y="103008"/>
                </a:lnTo>
                <a:lnTo>
                  <a:pt x="1289667" y="103008"/>
                </a:lnTo>
                <a:lnTo>
                  <a:pt x="1289746" y="101874"/>
                </a:lnTo>
                <a:lnTo>
                  <a:pt x="1289851" y="100762"/>
                </a:lnTo>
                <a:lnTo>
                  <a:pt x="1289979" y="99674"/>
                </a:lnTo>
                <a:lnTo>
                  <a:pt x="1290133" y="98608"/>
                </a:lnTo>
                <a:lnTo>
                  <a:pt x="1290311" y="97564"/>
                </a:lnTo>
                <a:close/>
                <a:moveTo>
                  <a:pt x="2091329" y="187411"/>
                </a:moveTo>
                <a:lnTo>
                  <a:pt x="2092715" y="187293"/>
                </a:lnTo>
                <a:lnTo>
                  <a:pt x="2094087" y="187153"/>
                </a:lnTo>
                <a:lnTo>
                  <a:pt x="2095446" y="186993"/>
                </a:lnTo>
                <a:lnTo>
                  <a:pt x="2096791" y="186810"/>
                </a:lnTo>
                <a:lnTo>
                  <a:pt x="2098123" y="186606"/>
                </a:lnTo>
                <a:lnTo>
                  <a:pt x="2099441" y="186381"/>
                </a:lnTo>
                <a:lnTo>
                  <a:pt x="2100745" y="186135"/>
                </a:lnTo>
                <a:lnTo>
                  <a:pt x="2102036" y="185867"/>
                </a:lnTo>
                <a:lnTo>
                  <a:pt x="2103314" y="185577"/>
                </a:lnTo>
                <a:lnTo>
                  <a:pt x="2104578" y="185266"/>
                </a:lnTo>
                <a:lnTo>
                  <a:pt x="2105828" y="184934"/>
                </a:lnTo>
                <a:lnTo>
                  <a:pt x="2107064" y="184580"/>
                </a:lnTo>
                <a:lnTo>
                  <a:pt x="2108287" y="184204"/>
                </a:lnTo>
                <a:lnTo>
                  <a:pt x="2109497" y="183808"/>
                </a:lnTo>
                <a:lnTo>
                  <a:pt x="2110693" y="183389"/>
                </a:lnTo>
                <a:lnTo>
                  <a:pt x="2111875" y="182950"/>
                </a:lnTo>
                <a:lnTo>
                  <a:pt x="2113044" y="182489"/>
                </a:lnTo>
                <a:lnTo>
                  <a:pt x="2114199" y="182006"/>
                </a:lnTo>
                <a:lnTo>
                  <a:pt x="2115340" y="181502"/>
                </a:lnTo>
                <a:lnTo>
                  <a:pt x="2116465" y="180977"/>
                </a:lnTo>
                <a:lnTo>
                  <a:pt x="2117570" y="180433"/>
                </a:lnTo>
                <a:lnTo>
                  <a:pt x="2118655" y="179868"/>
                </a:lnTo>
                <a:lnTo>
                  <a:pt x="2119720" y="179283"/>
                </a:lnTo>
                <a:lnTo>
                  <a:pt x="2120766" y="178678"/>
                </a:lnTo>
                <a:lnTo>
                  <a:pt x="2121791" y="178054"/>
                </a:lnTo>
                <a:lnTo>
                  <a:pt x="2122797" y="177409"/>
                </a:lnTo>
                <a:lnTo>
                  <a:pt x="2123782" y="176744"/>
                </a:lnTo>
                <a:lnTo>
                  <a:pt x="2124748" y="176060"/>
                </a:lnTo>
                <a:lnTo>
                  <a:pt x="2125694" y="175355"/>
                </a:lnTo>
                <a:lnTo>
                  <a:pt x="2126619" y="174630"/>
                </a:lnTo>
                <a:lnTo>
                  <a:pt x="2127525" y="173885"/>
                </a:lnTo>
                <a:lnTo>
                  <a:pt x="2128412" y="173121"/>
                </a:lnTo>
                <a:lnTo>
                  <a:pt x="2129278" y="172336"/>
                </a:lnTo>
                <a:lnTo>
                  <a:pt x="2130124" y="171531"/>
                </a:lnTo>
                <a:lnTo>
                  <a:pt x="2130950" y="170707"/>
                </a:lnTo>
                <a:lnTo>
                  <a:pt x="2131757" y="169862"/>
                </a:lnTo>
                <a:lnTo>
                  <a:pt x="2132544" y="168997"/>
                </a:lnTo>
                <a:lnTo>
                  <a:pt x="2133310" y="168112"/>
                </a:lnTo>
                <a:lnTo>
                  <a:pt x="2134057" y="167208"/>
                </a:lnTo>
                <a:lnTo>
                  <a:pt x="2134784" y="166283"/>
                </a:lnTo>
                <a:lnTo>
                  <a:pt x="2135491" y="165338"/>
                </a:lnTo>
                <a:lnTo>
                  <a:pt x="2136178" y="164374"/>
                </a:lnTo>
                <a:lnTo>
                  <a:pt x="2136845" y="163389"/>
                </a:lnTo>
                <a:lnTo>
                  <a:pt x="2137490" y="162384"/>
                </a:lnTo>
                <a:lnTo>
                  <a:pt x="2138108" y="161361"/>
                </a:lnTo>
                <a:lnTo>
                  <a:pt x="2138700" y="160318"/>
                </a:lnTo>
                <a:lnTo>
                  <a:pt x="2139267" y="159256"/>
                </a:lnTo>
                <a:lnTo>
                  <a:pt x="2139807" y="158175"/>
                </a:lnTo>
                <a:lnTo>
                  <a:pt x="2140321" y="157076"/>
                </a:lnTo>
                <a:lnTo>
                  <a:pt x="2140810" y="155957"/>
                </a:lnTo>
                <a:lnTo>
                  <a:pt x="2141272" y="154819"/>
                </a:lnTo>
                <a:lnTo>
                  <a:pt x="2141709" y="153661"/>
                </a:lnTo>
                <a:lnTo>
                  <a:pt x="2142119" y="152485"/>
                </a:lnTo>
                <a:lnTo>
                  <a:pt x="2142504" y="151290"/>
                </a:lnTo>
                <a:lnTo>
                  <a:pt x="2142862" y="150076"/>
                </a:lnTo>
                <a:lnTo>
                  <a:pt x="2143195" y="148843"/>
                </a:lnTo>
                <a:lnTo>
                  <a:pt x="2143501" y="147590"/>
                </a:lnTo>
                <a:lnTo>
                  <a:pt x="2143782" y="146319"/>
                </a:lnTo>
                <a:lnTo>
                  <a:pt x="2144036" y="145028"/>
                </a:lnTo>
                <a:lnTo>
                  <a:pt x="2144265" y="143719"/>
                </a:lnTo>
                <a:lnTo>
                  <a:pt x="2144467" y="142390"/>
                </a:lnTo>
                <a:lnTo>
                  <a:pt x="2144644" y="141042"/>
                </a:lnTo>
                <a:lnTo>
                  <a:pt x="2144795" y="139675"/>
                </a:lnTo>
                <a:lnTo>
                  <a:pt x="2144919" y="138290"/>
                </a:lnTo>
                <a:lnTo>
                  <a:pt x="2145018" y="136885"/>
                </a:lnTo>
                <a:lnTo>
                  <a:pt x="2145091" y="135461"/>
                </a:lnTo>
                <a:lnTo>
                  <a:pt x="2145137" y="134018"/>
                </a:lnTo>
                <a:lnTo>
                  <a:pt x="2110487" y="134018"/>
                </a:lnTo>
                <a:lnTo>
                  <a:pt x="2110453" y="135046"/>
                </a:lnTo>
                <a:lnTo>
                  <a:pt x="2110395" y="136054"/>
                </a:lnTo>
                <a:lnTo>
                  <a:pt x="2110315" y="137042"/>
                </a:lnTo>
                <a:lnTo>
                  <a:pt x="2110211" y="138011"/>
                </a:lnTo>
                <a:lnTo>
                  <a:pt x="2110085" y="138960"/>
                </a:lnTo>
                <a:lnTo>
                  <a:pt x="2109935" y="139889"/>
                </a:lnTo>
                <a:lnTo>
                  <a:pt x="2109762" y="140799"/>
                </a:lnTo>
                <a:lnTo>
                  <a:pt x="2109565" y="141689"/>
                </a:lnTo>
                <a:lnTo>
                  <a:pt x="2109346" y="142559"/>
                </a:lnTo>
                <a:lnTo>
                  <a:pt x="2109103" y="143410"/>
                </a:lnTo>
                <a:lnTo>
                  <a:pt x="2108838" y="144241"/>
                </a:lnTo>
                <a:lnTo>
                  <a:pt x="2108549" y="145053"/>
                </a:lnTo>
                <a:lnTo>
                  <a:pt x="2108236" y="145844"/>
                </a:lnTo>
                <a:lnTo>
                  <a:pt x="2107901" y="146616"/>
                </a:lnTo>
                <a:lnTo>
                  <a:pt x="2107543" y="147369"/>
                </a:lnTo>
                <a:lnTo>
                  <a:pt x="2107161" y="148102"/>
                </a:lnTo>
                <a:lnTo>
                  <a:pt x="2106756" y="148815"/>
                </a:lnTo>
                <a:lnTo>
                  <a:pt x="2106328" y="149508"/>
                </a:lnTo>
                <a:lnTo>
                  <a:pt x="2105877" y="150182"/>
                </a:lnTo>
                <a:lnTo>
                  <a:pt x="2105403" y="150836"/>
                </a:lnTo>
                <a:lnTo>
                  <a:pt x="2104905" y="151470"/>
                </a:lnTo>
                <a:lnTo>
                  <a:pt x="2104384" y="152085"/>
                </a:lnTo>
                <a:lnTo>
                  <a:pt x="2103841" y="152680"/>
                </a:lnTo>
                <a:lnTo>
                  <a:pt x="2103274" y="153256"/>
                </a:lnTo>
                <a:lnTo>
                  <a:pt x="2102686" y="153809"/>
                </a:lnTo>
                <a:lnTo>
                  <a:pt x="2102081" y="154339"/>
                </a:lnTo>
                <a:lnTo>
                  <a:pt x="2101459" y="154846"/>
                </a:lnTo>
                <a:lnTo>
                  <a:pt x="2100819" y="155329"/>
                </a:lnTo>
                <a:lnTo>
                  <a:pt x="2100161" y="155788"/>
                </a:lnTo>
                <a:lnTo>
                  <a:pt x="2099486" y="156224"/>
                </a:lnTo>
                <a:lnTo>
                  <a:pt x="2098793" y="156636"/>
                </a:lnTo>
                <a:lnTo>
                  <a:pt x="2098083" y="157024"/>
                </a:lnTo>
                <a:lnTo>
                  <a:pt x="2097355" y="157390"/>
                </a:lnTo>
                <a:lnTo>
                  <a:pt x="2096609" y="157731"/>
                </a:lnTo>
                <a:lnTo>
                  <a:pt x="2095846" y="158049"/>
                </a:lnTo>
                <a:lnTo>
                  <a:pt x="2095066" y="158343"/>
                </a:lnTo>
                <a:lnTo>
                  <a:pt x="2094268" y="158614"/>
                </a:lnTo>
                <a:lnTo>
                  <a:pt x="2093452" y="158862"/>
                </a:lnTo>
                <a:lnTo>
                  <a:pt x="2092619" y="159085"/>
                </a:lnTo>
                <a:lnTo>
                  <a:pt x="2091768" y="159286"/>
                </a:lnTo>
                <a:lnTo>
                  <a:pt x="2090900" y="159462"/>
                </a:lnTo>
                <a:lnTo>
                  <a:pt x="2090014" y="159615"/>
                </a:lnTo>
                <a:lnTo>
                  <a:pt x="2089111" y="159745"/>
                </a:lnTo>
                <a:lnTo>
                  <a:pt x="2088190" y="159851"/>
                </a:lnTo>
                <a:lnTo>
                  <a:pt x="2087251" y="159933"/>
                </a:lnTo>
                <a:lnTo>
                  <a:pt x="2086295" y="159992"/>
                </a:lnTo>
                <a:lnTo>
                  <a:pt x="2085322" y="160028"/>
                </a:lnTo>
                <a:lnTo>
                  <a:pt x="2084330" y="160039"/>
                </a:lnTo>
                <a:lnTo>
                  <a:pt x="2083483" y="160031"/>
                </a:lnTo>
                <a:lnTo>
                  <a:pt x="2082648" y="160006"/>
                </a:lnTo>
                <a:lnTo>
                  <a:pt x="2081827" y="159965"/>
                </a:lnTo>
                <a:lnTo>
                  <a:pt x="2081018" y="159907"/>
                </a:lnTo>
                <a:lnTo>
                  <a:pt x="2080222" y="159832"/>
                </a:lnTo>
                <a:lnTo>
                  <a:pt x="2079439" y="159741"/>
                </a:lnTo>
                <a:lnTo>
                  <a:pt x="2078668" y="159633"/>
                </a:lnTo>
                <a:lnTo>
                  <a:pt x="2077911" y="159509"/>
                </a:lnTo>
                <a:lnTo>
                  <a:pt x="2077167" y="159368"/>
                </a:lnTo>
                <a:lnTo>
                  <a:pt x="2076435" y="159211"/>
                </a:lnTo>
                <a:lnTo>
                  <a:pt x="2075716" y="159037"/>
                </a:lnTo>
                <a:lnTo>
                  <a:pt x="2075010" y="158846"/>
                </a:lnTo>
                <a:lnTo>
                  <a:pt x="2074317" y="158639"/>
                </a:lnTo>
                <a:lnTo>
                  <a:pt x="2073637" y="158415"/>
                </a:lnTo>
                <a:lnTo>
                  <a:pt x="2072970" y="158175"/>
                </a:lnTo>
                <a:lnTo>
                  <a:pt x="2072316" y="157918"/>
                </a:lnTo>
                <a:lnTo>
                  <a:pt x="2071674" y="157644"/>
                </a:lnTo>
                <a:lnTo>
                  <a:pt x="2071046" y="157354"/>
                </a:lnTo>
                <a:lnTo>
                  <a:pt x="2070430" y="157048"/>
                </a:lnTo>
                <a:lnTo>
                  <a:pt x="2069827" y="156724"/>
                </a:lnTo>
                <a:lnTo>
                  <a:pt x="2069237" y="156384"/>
                </a:lnTo>
                <a:lnTo>
                  <a:pt x="2068660" y="156028"/>
                </a:lnTo>
                <a:lnTo>
                  <a:pt x="2068096" y="155655"/>
                </a:lnTo>
                <a:lnTo>
                  <a:pt x="2067544" y="155266"/>
                </a:lnTo>
                <a:lnTo>
                  <a:pt x="2067006" y="154860"/>
                </a:lnTo>
                <a:lnTo>
                  <a:pt x="2066479" y="154440"/>
                </a:lnTo>
                <a:lnTo>
                  <a:pt x="2065964" y="154004"/>
                </a:lnTo>
                <a:lnTo>
                  <a:pt x="2065462" y="153554"/>
                </a:lnTo>
                <a:lnTo>
                  <a:pt x="2064972" y="153089"/>
                </a:lnTo>
                <a:lnTo>
                  <a:pt x="2064494" y="152609"/>
                </a:lnTo>
                <a:lnTo>
                  <a:pt x="2064028" y="152114"/>
                </a:lnTo>
                <a:lnTo>
                  <a:pt x="2063575" y="151604"/>
                </a:lnTo>
                <a:lnTo>
                  <a:pt x="2063133" y="151079"/>
                </a:lnTo>
                <a:lnTo>
                  <a:pt x="2062704" y="150539"/>
                </a:lnTo>
                <a:lnTo>
                  <a:pt x="2062287" y="149985"/>
                </a:lnTo>
                <a:lnTo>
                  <a:pt x="2061882" y="149415"/>
                </a:lnTo>
                <a:lnTo>
                  <a:pt x="2061489" y="148831"/>
                </a:lnTo>
                <a:lnTo>
                  <a:pt x="2061108" y="148232"/>
                </a:lnTo>
                <a:lnTo>
                  <a:pt x="2060740" y="147618"/>
                </a:lnTo>
                <a:lnTo>
                  <a:pt x="2060384" y="146989"/>
                </a:lnTo>
                <a:lnTo>
                  <a:pt x="2060040" y="146345"/>
                </a:lnTo>
                <a:lnTo>
                  <a:pt x="2059708" y="145686"/>
                </a:lnTo>
                <a:lnTo>
                  <a:pt x="2059388" y="145012"/>
                </a:lnTo>
                <a:lnTo>
                  <a:pt x="2059080" y="144324"/>
                </a:lnTo>
                <a:lnTo>
                  <a:pt x="2058785" y="143620"/>
                </a:lnTo>
                <a:lnTo>
                  <a:pt x="2058502" y="142902"/>
                </a:lnTo>
                <a:lnTo>
                  <a:pt x="2058231" y="142169"/>
                </a:lnTo>
                <a:lnTo>
                  <a:pt x="2057972" y="141421"/>
                </a:lnTo>
                <a:lnTo>
                  <a:pt x="2057724" y="140658"/>
                </a:lnTo>
                <a:lnTo>
                  <a:pt x="2057487" y="139882"/>
                </a:lnTo>
                <a:lnTo>
                  <a:pt x="2057261" y="139093"/>
                </a:lnTo>
                <a:lnTo>
                  <a:pt x="2057045" y="138291"/>
                </a:lnTo>
                <a:lnTo>
                  <a:pt x="2056839" y="137476"/>
                </a:lnTo>
                <a:lnTo>
                  <a:pt x="2056645" y="136647"/>
                </a:lnTo>
                <a:lnTo>
                  <a:pt x="2056460" y="135805"/>
                </a:lnTo>
                <a:lnTo>
                  <a:pt x="2056286" y="134950"/>
                </a:lnTo>
                <a:lnTo>
                  <a:pt x="2056123" y="134082"/>
                </a:lnTo>
                <a:lnTo>
                  <a:pt x="2055970" y="133201"/>
                </a:lnTo>
                <a:lnTo>
                  <a:pt x="2055828" y="132306"/>
                </a:lnTo>
                <a:lnTo>
                  <a:pt x="2055697" y="131398"/>
                </a:lnTo>
                <a:lnTo>
                  <a:pt x="2055575" y="130477"/>
                </a:lnTo>
                <a:lnTo>
                  <a:pt x="2055465" y="129543"/>
                </a:lnTo>
                <a:lnTo>
                  <a:pt x="2055365" y="128595"/>
                </a:lnTo>
                <a:lnTo>
                  <a:pt x="2055275" y="127635"/>
                </a:lnTo>
                <a:lnTo>
                  <a:pt x="2055196" y="126661"/>
                </a:lnTo>
                <a:lnTo>
                  <a:pt x="2055128" y="125674"/>
                </a:lnTo>
                <a:lnTo>
                  <a:pt x="2055070" y="124673"/>
                </a:lnTo>
                <a:lnTo>
                  <a:pt x="2055022" y="123660"/>
                </a:lnTo>
                <a:lnTo>
                  <a:pt x="2054986" y="122633"/>
                </a:lnTo>
                <a:lnTo>
                  <a:pt x="2054959" y="121593"/>
                </a:lnTo>
                <a:lnTo>
                  <a:pt x="2054943" y="120540"/>
                </a:lnTo>
                <a:lnTo>
                  <a:pt x="2054938" y="119473"/>
                </a:lnTo>
                <a:lnTo>
                  <a:pt x="2054950" y="117828"/>
                </a:lnTo>
                <a:lnTo>
                  <a:pt x="2054986" y="116213"/>
                </a:lnTo>
                <a:lnTo>
                  <a:pt x="2055047" y="114630"/>
                </a:lnTo>
                <a:lnTo>
                  <a:pt x="2055131" y="113078"/>
                </a:lnTo>
                <a:lnTo>
                  <a:pt x="2055239" y="111557"/>
                </a:lnTo>
                <a:lnTo>
                  <a:pt x="2055372" y="110067"/>
                </a:lnTo>
                <a:lnTo>
                  <a:pt x="2055529" y="108609"/>
                </a:lnTo>
                <a:lnTo>
                  <a:pt x="2055710" y="107182"/>
                </a:lnTo>
                <a:lnTo>
                  <a:pt x="2055915" y="105786"/>
                </a:lnTo>
                <a:lnTo>
                  <a:pt x="2056144" y="104421"/>
                </a:lnTo>
                <a:lnTo>
                  <a:pt x="2056397" y="103088"/>
                </a:lnTo>
                <a:lnTo>
                  <a:pt x="2056674" y="101786"/>
                </a:lnTo>
                <a:lnTo>
                  <a:pt x="2056975" y="100515"/>
                </a:lnTo>
                <a:lnTo>
                  <a:pt x="2057301" y="99275"/>
                </a:lnTo>
                <a:lnTo>
                  <a:pt x="2057650" y="98067"/>
                </a:lnTo>
                <a:lnTo>
                  <a:pt x="2058024" y="96890"/>
                </a:lnTo>
                <a:lnTo>
                  <a:pt x="2058422" y="95744"/>
                </a:lnTo>
                <a:lnTo>
                  <a:pt x="2058844" y="94629"/>
                </a:lnTo>
                <a:lnTo>
                  <a:pt x="2059290" y="93546"/>
                </a:lnTo>
                <a:lnTo>
                  <a:pt x="2059760" y="92494"/>
                </a:lnTo>
                <a:lnTo>
                  <a:pt x="2060254" y="91473"/>
                </a:lnTo>
                <a:lnTo>
                  <a:pt x="2060773" y="90484"/>
                </a:lnTo>
                <a:lnTo>
                  <a:pt x="2061315" y="89525"/>
                </a:lnTo>
                <a:lnTo>
                  <a:pt x="2061882" y="88598"/>
                </a:lnTo>
                <a:lnTo>
                  <a:pt x="2062475" y="87706"/>
                </a:lnTo>
                <a:lnTo>
                  <a:pt x="2063098" y="86851"/>
                </a:lnTo>
                <a:lnTo>
                  <a:pt x="2063751" y="86034"/>
                </a:lnTo>
                <a:lnTo>
                  <a:pt x="2064434" y="85256"/>
                </a:lnTo>
                <a:lnTo>
                  <a:pt x="2065146" y="84515"/>
                </a:lnTo>
                <a:lnTo>
                  <a:pt x="2065889" y="83813"/>
                </a:lnTo>
                <a:lnTo>
                  <a:pt x="2066660" y="83148"/>
                </a:lnTo>
                <a:lnTo>
                  <a:pt x="2067462" y="82521"/>
                </a:lnTo>
                <a:lnTo>
                  <a:pt x="2068293" y="81933"/>
                </a:lnTo>
                <a:lnTo>
                  <a:pt x="2069154" y="81382"/>
                </a:lnTo>
                <a:lnTo>
                  <a:pt x="2070045" y="80869"/>
                </a:lnTo>
                <a:lnTo>
                  <a:pt x="2070966" y="80395"/>
                </a:lnTo>
                <a:lnTo>
                  <a:pt x="2071916" y="79958"/>
                </a:lnTo>
                <a:lnTo>
                  <a:pt x="2072896" y="79559"/>
                </a:lnTo>
                <a:lnTo>
                  <a:pt x="2073905" y="79198"/>
                </a:lnTo>
                <a:lnTo>
                  <a:pt x="2074945" y="78876"/>
                </a:lnTo>
                <a:lnTo>
                  <a:pt x="2076014" y="78591"/>
                </a:lnTo>
                <a:lnTo>
                  <a:pt x="2077113" y="78344"/>
                </a:lnTo>
                <a:lnTo>
                  <a:pt x="2078241" y="78135"/>
                </a:lnTo>
                <a:lnTo>
                  <a:pt x="2079400" y="77964"/>
                </a:lnTo>
                <a:lnTo>
                  <a:pt x="2080588" y="77831"/>
                </a:lnTo>
                <a:lnTo>
                  <a:pt x="2081806" y="77736"/>
                </a:lnTo>
                <a:lnTo>
                  <a:pt x="2083053" y="77679"/>
                </a:lnTo>
                <a:lnTo>
                  <a:pt x="2084330" y="77660"/>
                </a:lnTo>
                <a:lnTo>
                  <a:pt x="2085299" y="77671"/>
                </a:lnTo>
                <a:lnTo>
                  <a:pt x="2086249" y="77703"/>
                </a:lnTo>
                <a:lnTo>
                  <a:pt x="2087181" y="77757"/>
                </a:lnTo>
                <a:lnTo>
                  <a:pt x="2088094" y="77833"/>
                </a:lnTo>
                <a:lnTo>
                  <a:pt x="2088990" y="77930"/>
                </a:lnTo>
                <a:lnTo>
                  <a:pt x="2089867" y="78049"/>
                </a:lnTo>
                <a:lnTo>
                  <a:pt x="2090725" y="78189"/>
                </a:lnTo>
                <a:lnTo>
                  <a:pt x="2091566" y="78351"/>
                </a:lnTo>
                <a:lnTo>
                  <a:pt x="2092388" y="78535"/>
                </a:lnTo>
                <a:lnTo>
                  <a:pt x="2093192" y="78740"/>
                </a:lnTo>
                <a:lnTo>
                  <a:pt x="2093978" y="78967"/>
                </a:lnTo>
                <a:lnTo>
                  <a:pt x="2094746" y="79215"/>
                </a:lnTo>
                <a:lnTo>
                  <a:pt x="2095495" y="79485"/>
                </a:lnTo>
                <a:lnTo>
                  <a:pt x="2096226" y="79776"/>
                </a:lnTo>
                <a:lnTo>
                  <a:pt x="2096939" y="80089"/>
                </a:lnTo>
                <a:lnTo>
                  <a:pt x="2097633" y="80424"/>
                </a:lnTo>
                <a:lnTo>
                  <a:pt x="2098309" y="80780"/>
                </a:lnTo>
                <a:lnTo>
                  <a:pt x="2098967" y="81158"/>
                </a:lnTo>
                <a:lnTo>
                  <a:pt x="2099607" y="81558"/>
                </a:lnTo>
                <a:lnTo>
                  <a:pt x="2100229" y="81979"/>
                </a:lnTo>
                <a:lnTo>
                  <a:pt x="2100832" y="82422"/>
                </a:lnTo>
                <a:lnTo>
                  <a:pt x="2101417" y="82886"/>
                </a:lnTo>
                <a:lnTo>
                  <a:pt x="2101984" y="83372"/>
                </a:lnTo>
                <a:lnTo>
                  <a:pt x="2102532" y="83879"/>
                </a:lnTo>
                <a:lnTo>
                  <a:pt x="2103060" y="84405"/>
                </a:lnTo>
                <a:lnTo>
                  <a:pt x="2103567" y="84945"/>
                </a:lnTo>
                <a:lnTo>
                  <a:pt x="2104053" y="85500"/>
                </a:lnTo>
                <a:lnTo>
                  <a:pt x="2104517" y="86071"/>
                </a:lnTo>
                <a:lnTo>
                  <a:pt x="2104959" y="86655"/>
                </a:lnTo>
                <a:lnTo>
                  <a:pt x="2105380" y="87255"/>
                </a:lnTo>
                <a:lnTo>
                  <a:pt x="2105779" y="87870"/>
                </a:lnTo>
                <a:lnTo>
                  <a:pt x="2106157" y="88499"/>
                </a:lnTo>
                <a:lnTo>
                  <a:pt x="2106514" y="89143"/>
                </a:lnTo>
                <a:lnTo>
                  <a:pt x="2106848" y="89802"/>
                </a:lnTo>
                <a:lnTo>
                  <a:pt x="2107161" y="90475"/>
                </a:lnTo>
                <a:lnTo>
                  <a:pt x="2107453" y="91164"/>
                </a:lnTo>
                <a:lnTo>
                  <a:pt x="2107723" y="91867"/>
                </a:lnTo>
                <a:lnTo>
                  <a:pt x="2107972" y="92585"/>
                </a:lnTo>
                <a:lnTo>
                  <a:pt x="2108199" y="93318"/>
                </a:lnTo>
                <a:lnTo>
                  <a:pt x="2108404" y="94066"/>
                </a:lnTo>
                <a:lnTo>
                  <a:pt x="2108588" y="94829"/>
                </a:lnTo>
                <a:lnTo>
                  <a:pt x="2108751" y="95606"/>
                </a:lnTo>
                <a:lnTo>
                  <a:pt x="2108892" y="96398"/>
                </a:lnTo>
                <a:lnTo>
                  <a:pt x="2109011" y="97205"/>
                </a:lnTo>
                <a:lnTo>
                  <a:pt x="2109109" y="98027"/>
                </a:lnTo>
                <a:lnTo>
                  <a:pt x="2109185" y="98863"/>
                </a:lnTo>
                <a:lnTo>
                  <a:pt x="2109240" y="99715"/>
                </a:lnTo>
                <a:lnTo>
                  <a:pt x="2109273" y="100581"/>
                </a:lnTo>
                <a:lnTo>
                  <a:pt x="2143924" y="100581"/>
                </a:lnTo>
                <a:lnTo>
                  <a:pt x="2143899" y="99175"/>
                </a:lnTo>
                <a:lnTo>
                  <a:pt x="2143847" y="97789"/>
                </a:lnTo>
                <a:lnTo>
                  <a:pt x="2143768" y="96424"/>
                </a:lnTo>
                <a:lnTo>
                  <a:pt x="2143662" y="95079"/>
                </a:lnTo>
                <a:lnTo>
                  <a:pt x="2143528" y="93754"/>
                </a:lnTo>
                <a:lnTo>
                  <a:pt x="2143368" y="92449"/>
                </a:lnTo>
                <a:lnTo>
                  <a:pt x="2143180" y="91164"/>
                </a:lnTo>
                <a:lnTo>
                  <a:pt x="2142965" y="89900"/>
                </a:lnTo>
                <a:lnTo>
                  <a:pt x="2142723" y="88656"/>
                </a:lnTo>
                <a:lnTo>
                  <a:pt x="2142454" y="87432"/>
                </a:lnTo>
                <a:lnTo>
                  <a:pt x="2142157" y="86228"/>
                </a:lnTo>
                <a:lnTo>
                  <a:pt x="2141834" y="85045"/>
                </a:lnTo>
                <a:lnTo>
                  <a:pt x="2141483" y="83882"/>
                </a:lnTo>
                <a:lnTo>
                  <a:pt x="2141106" y="82739"/>
                </a:lnTo>
                <a:lnTo>
                  <a:pt x="2140701" y="81616"/>
                </a:lnTo>
                <a:lnTo>
                  <a:pt x="2140268" y="80514"/>
                </a:lnTo>
                <a:lnTo>
                  <a:pt x="2139809" y="79432"/>
                </a:lnTo>
                <a:lnTo>
                  <a:pt x="2139323" y="78370"/>
                </a:lnTo>
                <a:lnTo>
                  <a:pt x="2138809" y="77328"/>
                </a:lnTo>
                <a:lnTo>
                  <a:pt x="2138269" y="76307"/>
                </a:lnTo>
                <a:lnTo>
                  <a:pt x="2137701" y="75305"/>
                </a:lnTo>
                <a:lnTo>
                  <a:pt x="2137106" y="74324"/>
                </a:lnTo>
                <a:lnTo>
                  <a:pt x="2136483" y="73364"/>
                </a:lnTo>
                <a:lnTo>
                  <a:pt x="2135834" y="72423"/>
                </a:lnTo>
                <a:lnTo>
                  <a:pt x="2135162" y="71502"/>
                </a:lnTo>
                <a:lnTo>
                  <a:pt x="2134470" y="70601"/>
                </a:lnTo>
                <a:lnTo>
                  <a:pt x="2133759" y="69718"/>
                </a:lnTo>
                <a:lnTo>
                  <a:pt x="2133029" y="68855"/>
                </a:lnTo>
                <a:lnTo>
                  <a:pt x="2132280" y="68012"/>
                </a:lnTo>
                <a:lnTo>
                  <a:pt x="2131511" y="67187"/>
                </a:lnTo>
                <a:lnTo>
                  <a:pt x="2130724" y="66382"/>
                </a:lnTo>
                <a:lnTo>
                  <a:pt x="2129917" y="65596"/>
                </a:lnTo>
                <a:lnTo>
                  <a:pt x="2129091" y="64829"/>
                </a:lnTo>
                <a:lnTo>
                  <a:pt x="2128245" y="64082"/>
                </a:lnTo>
                <a:lnTo>
                  <a:pt x="2127381" y="63354"/>
                </a:lnTo>
                <a:lnTo>
                  <a:pt x="2126497" y="62645"/>
                </a:lnTo>
                <a:lnTo>
                  <a:pt x="2125595" y="61955"/>
                </a:lnTo>
                <a:lnTo>
                  <a:pt x="2124673" y="61285"/>
                </a:lnTo>
                <a:lnTo>
                  <a:pt x="2123731" y="60634"/>
                </a:lnTo>
                <a:lnTo>
                  <a:pt x="2122771" y="60002"/>
                </a:lnTo>
                <a:lnTo>
                  <a:pt x="2121791" y="59390"/>
                </a:lnTo>
                <a:lnTo>
                  <a:pt x="2120793" y="58796"/>
                </a:lnTo>
                <a:lnTo>
                  <a:pt x="2119775" y="58222"/>
                </a:lnTo>
                <a:lnTo>
                  <a:pt x="2118737" y="57668"/>
                </a:lnTo>
                <a:lnTo>
                  <a:pt x="2117681" y="57132"/>
                </a:lnTo>
                <a:lnTo>
                  <a:pt x="2116605" y="56616"/>
                </a:lnTo>
                <a:lnTo>
                  <a:pt x="2115511" y="56119"/>
                </a:lnTo>
                <a:lnTo>
                  <a:pt x="2114397" y="55641"/>
                </a:lnTo>
                <a:lnTo>
                  <a:pt x="2113268" y="55183"/>
                </a:lnTo>
                <a:lnTo>
                  <a:pt x="2112127" y="54744"/>
                </a:lnTo>
                <a:lnTo>
                  <a:pt x="2110975" y="54324"/>
                </a:lnTo>
                <a:lnTo>
                  <a:pt x="2109813" y="53924"/>
                </a:lnTo>
                <a:lnTo>
                  <a:pt x="2108638" y="53543"/>
                </a:lnTo>
                <a:lnTo>
                  <a:pt x="2107453" y="53182"/>
                </a:lnTo>
                <a:lnTo>
                  <a:pt x="2106257" y="52841"/>
                </a:lnTo>
                <a:lnTo>
                  <a:pt x="2105049" y="52519"/>
                </a:lnTo>
                <a:lnTo>
                  <a:pt x="2103830" y="52216"/>
                </a:lnTo>
                <a:lnTo>
                  <a:pt x="2102599" y="51933"/>
                </a:lnTo>
                <a:lnTo>
                  <a:pt x="2101358" y="51670"/>
                </a:lnTo>
                <a:lnTo>
                  <a:pt x="2100105" y="51426"/>
                </a:lnTo>
                <a:lnTo>
                  <a:pt x="2098841" y="51201"/>
                </a:lnTo>
                <a:lnTo>
                  <a:pt x="2097566" y="50997"/>
                </a:lnTo>
                <a:lnTo>
                  <a:pt x="2096279" y="50811"/>
                </a:lnTo>
                <a:lnTo>
                  <a:pt x="2094982" y="50645"/>
                </a:lnTo>
                <a:lnTo>
                  <a:pt x="2093673" y="50499"/>
                </a:lnTo>
                <a:lnTo>
                  <a:pt x="2092353" y="50372"/>
                </a:lnTo>
                <a:lnTo>
                  <a:pt x="2091021" y="50265"/>
                </a:lnTo>
                <a:lnTo>
                  <a:pt x="2089678" y="50177"/>
                </a:lnTo>
                <a:lnTo>
                  <a:pt x="2088325" y="50109"/>
                </a:lnTo>
                <a:lnTo>
                  <a:pt x="2086959" y="50060"/>
                </a:lnTo>
                <a:lnTo>
                  <a:pt x="2085583" y="50030"/>
                </a:lnTo>
                <a:lnTo>
                  <a:pt x="2084196" y="50021"/>
                </a:lnTo>
                <a:lnTo>
                  <a:pt x="2082596" y="50034"/>
                </a:lnTo>
                <a:lnTo>
                  <a:pt x="2081013" y="50073"/>
                </a:lnTo>
                <a:lnTo>
                  <a:pt x="2079444" y="50137"/>
                </a:lnTo>
                <a:lnTo>
                  <a:pt x="2077890" y="50228"/>
                </a:lnTo>
                <a:lnTo>
                  <a:pt x="2076352" y="50345"/>
                </a:lnTo>
                <a:lnTo>
                  <a:pt x="2074829" y="50487"/>
                </a:lnTo>
                <a:lnTo>
                  <a:pt x="2073321" y="50656"/>
                </a:lnTo>
                <a:lnTo>
                  <a:pt x="2071829" y="50850"/>
                </a:lnTo>
                <a:lnTo>
                  <a:pt x="2070352" y="51071"/>
                </a:lnTo>
                <a:lnTo>
                  <a:pt x="2068889" y="51317"/>
                </a:lnTo>
                <a:lnTo>
                  <a:pt x="2067442" y="51589"/>
                </a:lnTo>
                <a:lnTo>
                  <a:pt x="2066011" y="51887"/>
                </a:lnTo>
                <a:lnTo>
                  <a:pt x="2064594" y="52211"/>
                </a:lnTo>
                <a:lnTo>
                  <a:pt x="2063193" y="52561"/>
                </a:lnTo>
                <a:lnTo>
                  <a:pt x="2061807" y="52937"/>
                </a:lnTo>
                <a:lnTo>
                  <a:pt x="2060436" y="53339"/>
                </a:lnTo>
                <a:lnTo>
                  <a:pt x="2059080" y="53767"/>
                </a:lnTo>
                <a:lnTo>
                  <a:pt x="2057740" y="54220"/>
                </a:lnTo>
                <a:lnTo>
                  <a:pt x="2056415" y="54700"/>
                </a:lnTo>
                <a:lnTo>
                  <a:pt x="2055105" y="55205"/>
                </a:lnTo>
                <a:lnTo>
                  <a:pt x="2053810" y="55737"/>
                </a:lnTo>
                <a:lnTo>
                  <a:pt x="2052530" y="56294"/>
                </a:lnTo>
                <a:lnTo>
                  <a:pt x="2051266" y="56878"/>
                </a:lnTo>
                <a:lnTo>
                  <a:pt x="2050017" y="57487"/>
                </a:lnTo>
                <a:lnTo>
                  <a:pt x="2048787" y="58123"/>
                </a:lnTo>
                <a:lnTo>
                  <a:pt x="2047579" y="58786"/>
                </a:lnTo>
                <a:lnTo>
                  <a:pt x="2046395" y="59476"/>
                </a:lnTo>
                <a:lnTo>
                  <a:pt x="2045232" y="60194"/>
                </a:lnTo>
                <a:lnTo>
                  <a:pt x="2044093" y="60939"/>
                </a:lnTo>
                <a:lnTo>
                  <a:pt x="2042976" y="61712"/>
                </a:lnTo>
                <a:lnTo>
                  <a:pt x="2041882" y="62512"/>
                </a:lnTo>
                <a:lnTo>
                  <a:pt x="2040811" y="63339"/>
                </a:lnTo>
                <a:lnTo>
                  <a:pt x="2039763" y="64194"/>
                </a:lnTo>
                <a:lnTo>
                  <a:pt x="2038737" y="65076"/>
                </a:lnTo>
                <a:lnTo>
                  <a:pt x="2037734" y="65985"/>
                </a:lnTo>
                <a:lnTo>
                  <a:pt x="2036753" y="66921"/>
                </a:lnTo>
                <a:lnTo>
                  <a:pt x="2035796" y="67885"/>
                </a:lnTo>
                <a:lnTo>
                  <a:pt x="2034861" y="68877"/>
                </a:lnTo>
                <a:lnTo>
                  <a:pt x="2033948" y="69895"/>
                </a:lnTo>
                <a:lnTo>
                  <a:pt x="2033059" y="70941"/>
                </a:lnTo>
                <a:lnTo>
                  <a:pt x="2032192" y="72015"/>
                </a:lnTo>
                <a:lnTo>
                  <a:pt x="2031348" y="73115"/>
                </a:lnTo>
                <a:lnTo>
                  <a:pt x="2030526" y="74243"/>
                </a:lnTo>
                <a:lnTo>
                  <a:pt x="2029727" y="75399"/>
                </a:lnTo>
                <a:lnTo>
                  <a:pt x="2028951" y="76581"/>
                </a:lnTo>
                <a:lnTo>
                  <a:pt x="2028198" y="77791"/>
                </a:lnTo>
                <a:lnTo>
                  <a:pt x="2027467" y="79029"/>
                </a:lnTo>
                <a:lnTo>
                  <a:pt x="2026759" y="80294"/>
                </a:lnTo>
                <a:lnTo>
                  <a:pt x="2026077" y="81587"/>
                </a:lnTo>
                <a:lnTo>
                  <a:pt x="2025424" y="82909"/>
                </a:lnTo>
                <a:lnTo>
                  <a:pt x="2024800" y="84261"/>
                </a:lnTo>
                <a:lnTo>
                  <a:pt x="2024205" y="85643"/>
                </a:lnTo>
                <a:lnTo>
                  <a:pt x="2023639" y="87054"/>
                </a:lnTo>
                <a:lnTo>
                  <a:pt x="2023102" y="88495"/>
                </a:lnTo>
                <a:lnTo>
                  <a:pt x="2022594" y="89965"/>
                </a:lnTo>
                <a:lnTo>
                  <a:pt x="2022115" y="91464"/>
                </a:lnTo>
                <a:lnTo>
                  <a:pt x="2021665" y="92993"/>
                </a:lnTo>
                <a:lnTo>
                  <a:pt x="2021245" y="94551"/>
                </a:lnTo>
                <a:lnTo>
                  <a:pt x="2020853" y="96139"/>
                </a:lnTo>
                <a:lnTo>
                  <a:pt x="2020490" y="97757"/>
                </a:lnTo>
                <a:lnTo>
                  <a:pt x="2020156" y="99404"/>
                </a:lnTo>
                <a:lnTo>
                  <a:pt x="2019851" y="101080"/>
                </a:lnTo>
                <a:lnTo>
                  <a:pt x="2019576" y="102786"/>
                </a:lnTo>
                <a:lnTo>
                  <a:pt x="2019329" y="104521"/>
                </a:lnTo>
                <a:lnTo>
                  <a:pt x="2019111" y="106286"/>
                </a:lnTo>
                <a:lnTo>
                  <a:pt x="2018923" y="108080"/>
                </a:lnTo>
                <a:lnTo>
                  <a:pt x="2018763" y="109904"/>
                </a:lnTo>
                <a:lnTo>
                  <a:pt x="2018632" y="111757"/>
                </a:lnTo>
                <a:lnTo>
                  <a:pt x="2018531" y="113640"/>
                </a:lnTo>
                <a:lnTo>
                  <a:pt x="2018458" y="115552"/>
                </a:lnTo>
                <a:lnTo>
                  <a:pt x="2018415" y="117494"/>
                </a:lnTo>
                <a:lnTo>
                  <a:pt x="2018400" y="119465"/>
                </a:lnTo>
                <a:lnTo>
                  <a:pt x="2018415" y="121436"/>
                </a:lnTo>
                <a:lnTo>
                  <a:pt x="2018461" y="123377"/>
                </a:lnTo>
                <a:lnTo>
                  <a:pt x="2018537" y="125287"/>
                </a:lnTo>
                <a:lnTo>
                  <a:pt x="2018643" y="127166"/>
                </a:lnTo>
                <a:lnTo>
                  <a:pt x="2018780" y="129016"/>
                </a:lnTo>
                <a:lnTo>
                  <a:pt x="2018948" y="130834"/>
                </a:lnTo>
                <a:lnTo>
                  <a:pt x="2019146" y="132623"/>
                </a:lnTo>
                <a:lnTo>
                  <a:pt x="2019374" y="134381"/>
                </a:lnTo>
                <a:lnTo>
                  <a:pt x="2019632" y="136108"/>
                </a:lnTo>
                <a:lnTo>
                  <a:pt x="2019922" y="137805"/>
                </a:lnTo>
                <a:lnTo>
                  <a:pt x="2020241" y="139472"/>
                </a:lnTo>
                <a:lnTo>
                  <a:pt x="2020591" y="141108"/>
                </a:lnTo>
                <a:lnTo>
                  <a:pt x="2020971" y="142713"/>
                </a:lnTo>
                <a:lnTo>
                  <a:pt x="2021382" y="144289"/>
                </a:lnTo>
                <a:lnTo>
                  <a:pt x="2021823" y="145834"/>
                </a:lnTo>
                <a:lnTo>
                  <a:pt x="2022295" y="147348"/>
                </a:lnTo>
                <a:lnTo>
                  <a:pt x="2022797" y="148832"/>
                </a:lnTo>
                <a:lnTo>
                  <a:pt x="2023330" y="150285"/>
                </a:lnTo>
                <a:lnTo>
                  <a:pt x="2023893" y="151708"/>
                </a:lnTo>
                <a:lnTo>
                  <a:pt x="2024486" y="153101"/>
                </a:lnTo>
                <a:lnTo>
                  <a:pt x="2025110" y="154463"/>
                </a:lnTo>
                <a:lnTo>
                  <a:pt x="2025764" y="155795"/>
                </a:lnTo>
                <a:lnTo>
                  <a:pt x="2026449" y="157096"/>
                </a:lnTo>
                <a:lnTo>
                  <a:pt x="2027164" y="158367"/>
                </a:lnTo>
                <a:lnTo>
                  <a:pt x="2027905" y="159608"/>
                </a:lnTo>
                <a:lnTo>
                  <a:pt x="2028667" y="160823"/>
                </a:lnTo>
                <a:lnTo>
                  <a:pt x="2029452" y="162009"/>
                </a:lnTo>
                <a:lnTo>
                  <a:pt x="2030257" y="163168"/>
                </a:lnTo>
                <a:lnTo>
                  <a:pt x="2031085" y="164300"/>
                </a:lnTo>
                <a:lnTo>
                  <a:pt x="2031933" y="165404"/>
                </a:lnTo>
                <a:lnTo>
                  <a:pt x="2032804" y="166480"/>
                </a:lnTo>
                <a:lnTo>
                  <a:pt x="2033695" y="167529"/>
                </a:lnTo>
                <a:lnTo>
                  <a:pt x="2034609" y="168550"/>
                </a:lnTo>
                <a:lnTo>
                  <a:pt x="2035544" y="169544"/>
                </a:lnTo>
                <a:lnTo>
                  <a:pt x="2036500" y="170510"/>
                </a:lnTo>
                <a:lnTo>
                  <a:pt x="2037478" y="171448"/>
                </a:lnTo>
                <a:lnTo>
                  <a:pt x="2038478" y="172359"/>
                </a:lnTo>
                <a:lnTo>
                  <a:pt x="2039499" y="173242"/>
                </a:lnTo>
                <a:lnTo>
                  <a:pt x="2040541" y="174098"/>
                </a:lnTo>
                <a:lnTo>
                  <a:pt x="2041605" y="174926"/>
                </a:lnTo>
                <a:lnTo>
                  <a:pt x="2042691" y="175727"/>
                </a:lnTo>
                <a:lnTo>
                  <a:pt x="2043798" y="176500"/>
                </a:lnTo>
                <a:lnTo>
                  <a:pt x="2044927" y="177245"/>
                </a:lnTo>
                <a:lnTo>
                  <a:pt x="2046077" y="177963"/>
                </a:lnTo>
                <a:lnTo>
                  <a:pt x="2047249" y="178653"/>
                </a:lnTo>
                <a:lnTo>
                  <a:pt x="2048442" y="179316"/>
                </a:lnTo>
                <a:lnTo>
                  <a:pt x="2049657" y="179951"/>
                </a:lnTo>
                <a:lnTo>
                  <a:pt x="2050893" y="180558"/>
                </a:lnTo>
                <a:lnTo>
                  <a:pt x="2052146" y="181139"/>
                </a:lnTo>
                <a:lnTo>
                  <a:pt x="2053411" y="181696"/>
                </a:lnTo>
                <a:lnTo>
                  <a:pt x="2054687" y="182227"/>
                </a:lnTo>
                <a:lnTo>
                  <a:pt x="2055976" y="182734"/>
                </a:lnTo>
                <a:lnTo>
                  <a:pt x="2057275" y="183216"/>
                </a:lnTo>
                <a:lnTo>
                  <a:pt x="2058587" y="183674"/>
                </a:lnTo>
                <a:lnTo>
                  <a:pt x="2059910" y="184106"/>
                </a:lnTo>
                <a:lnTo>
                  <a:pt x="2061245" y="184514"/>
                </a:lnTo>
                <a:lnTo>
                  <a:pt x="2062592" y="184897"/>
                </a:lnTo>
                <a:lnTo>
                  <a:pt x="2063950" y="185256"/>
                </a:lnTo>
                <a:lnTo>
                  <a:pt x="2065320" y="185590"/>
                </a:lnTo>
                <a:lnTo>
                  <a:pt x="2066702" y="185899"/>
                </a:lnTo>
                <a:lnTo>
                  <a:pt x="2068095" y="186183"/>
                </a:lnTo>
                <a:lnTo>
                  <a:pt x="2069500" y="186443"/>
                </a:lnTo>
                <a:lnTo>
                  <a:pt x="2070917" y="186678"/>
                </a:lnTo>
                <a:lnTo>
                  <a:pt x="2072346" y="186888"/>
                </a:lnTo>
                <a:lnTo>
                  <a:pt x="2073786" y="187073"/>
                </a:lnTo>
                <a:lnTo>
                  <a:pt x="2075238" y="187234"/>
                </a:lnTo>
                <a:lnTo>
                  <a:pt x="2076702" y="187370"/>
                </a:lnTo>
                <a:lnTo>
                  <a:pt x="2078177" y="187481"/>
                </a:lnTo>
                <a:lnTo>
                  <a:pt x="2079664" y="187568"/>
                </a:lnTo>
                <a:lnTo>
                  <a:pt x="2081163" y="187629"/>
                </a:lnTo>
                <a:lnTo>
                  <a:pt x="2082673" y="187666"/>
                </a:lnTo>
                <a:lnTo>
                  <a:pt x="2084196" y="187679"/>
                </a:lnTo>
                <a:lnTo>
                  <a:pt x="2085649" y="187668"/>
                </a:lnTo>
                <a:lnTo>
                  <a:pt x="2087090" y="187636"/>
                </a:lnTo>
                <a:lnTo>
                  <a:pt x="2088516" y="187582"/>
                </a:lnTo>
                <a:lnTo>
                  <a:pt x="2089929" y="187507"/>
                </a:lnTo>
                <a:lnTo>
                  <a:pt x="2091329" y="187411"/>
                </a:lnTo>
                <a:close/>
                <a:moveTo>
                  <a:pt x="2244823" y="187456"/>
                </a:moveTo>
                <a:lnTo>
                  <a:pt x="2246231" y="187359"/>
                </a:lnTo>
                <a:lnTo>
                  <a:pt x="2247623" y="187243"/>
                </a:lnTo>
                <a:lnTo>
                  <a:pt x="2249000" y="187110"/>
                </a:lnTo>
                <a:lnTo>
                  <a:pt x="2250361" y="186958"/>
                </a:lnTo>
                <a:lnTo>
                  <a:pt x="2251706" y="186789"/>
                </a:lnTo>
                <a:lnTo>
                  <a:pt x="2253036" y="186603"/>
                </a:lnTo>
                <a:lnTo>
                  <a:pt x="2254350" y="186398"/>
                </a:lnTo>
                <a:lnTo>
                  <a:pt x="2255648" y="186176"/>
                </a:lnTo>
                <a:lnTo>
                  <a:pt x="2256931" y="185935"/>
                </a:lnTo>
                <a:lnTo>
                  <a:pt x="2258198" y="185678"/>
                </a:lnTo>
                <a:lnTo>
                  <a:pt x="2259449" y="185402"/>
                </a:lnTo>
                <a:lnTo>
                  <a:pt x="2260684" y="185108"/>
                </a:lnTo>
                <a:lnTo>
                  <a:pt x="2261904" y="184797"/>
                </a:lnTo>
                <a:lnTo>
                  <a:pt x="2263109" y="184468"/>
                </a:lnTo>
                <a:lnTo>
                  <a:pt x="2264297" y="184121"/>
                </a:lnTo>
                <a:lnTo>
                  <a:pt x="2265470" y="183756"/>
                </a:lnTo>
                <a:lnTo>
                  <a:pt x="2266627" y="183374"/>
                </a:lnTo>
                <a:lnTo>
                  <a:pt x="2267769" y="182973"/>
                </a:lnTo>
                <a:lnTo>
                  <a:pt x="2268894" y="182555"/>
                </a:lnTo>
                <a:lnTo>
                  <a:pt x="2270002" y="182119"/>
                </a:lnTo>
                <a:lnTo>
                  <a:pt x="2271091" y="181665"/>
                </a:lnTo>
                <a:lnTo>
                  <a:pt x="2272160" y="181192"/>
                </a:lnTo>
                <a:lnTo>
                  <a:pt x="2273209" y="180702"/>
                </a:lnTo>
                <a:lnTo>
                  <a:pt x="2274238" y="180192"/>
                </a:lnTo>
                <a:lnTo>
                  <a:pt x="2275248" y="179665"/>
                </a:lnTo>
                <a:lnTo>
                  <a:pt x="2276238" y="179119"/>
                </a:lnTo>
                <a:lnTo>
                  <a:pt x="2277209" y="178556"/>
                </a:lnTo>
                <a:lnTo>
                  <a:pt x="2278159" y="177973"/>
                </a:lnTo>
                <a:lnTo>
                  <a:pt x="2279091" y="177373"/>
                </a:lnTo>
                <a:lnTo>
                  <a:pt x="2280002" y="176754"/>
                </a:lnTo>
                <a:lnTo>
                  <a:pt x="2280894" y="176117"/>
                </a:lnTo>
                <a:lnTo>
                  <a:pt x="2281766" y="175462"/>
                </a:lnTo>
                <a:lnTo>
                  <a:pt x="2282619" y="174789"/>
                </a:lnTo>
                <a:lnTo>
                  <a:pt x="2283451" y="174097"/>
                </a:lnTo>
                <a:lnTo>
                  <a:pt x="2284265" y="173387"/>
                </a:lnTo>
                <a:lnTo>
                  <a:pt x="2285058" y="172659"/>
                </a:lnTo>
                <a:lnTo>
                  <a:pt x="2285832" y="171913"/>
                </a:lnTo>
                <a:lnTo>
                  <a:pt x="2286586" y="171148"/>
                </a:lnTo>
                <a:lnTo>
                  <a:pt x="2287321" y="170365"/>
                </a:lnTo>
                <a:lnTo>
                  <a:pt x="2288035" y="169564"/>
                </a:lnTo>
                <a:lnTo>
                  <a:pt x="2288731" y="168744"/>
                </a:lnTo>
                <a:lnTo>
                  <a:pt x="2289406" y="167906"/>
                </a:lnTo>
                <a:lnTo>
                  <a:pt x="2290062" y="167050"/>
                </a:lnTo>
                <a:lnTo>
                  <a:pt x="2290696" y="166176"/>
                </a:lnTo>
                <a:lnTo>
                  <a:pt x="2291305" y="165284"/>
                </a:lnTo>
                <a:lnTo>
                  <a:pt x="2291890" y="164374"/>
                </a:lnTo>
                <a:lnTo>
                  <a:pt x="2292450" y="163446"/>
                </a:lnTo>
                <a:lnTo>
                  <a:pt x="2292985" y="162499"/>
                </a:lnTo>
                <a:lnTo>
                  <a:pt x="2293496" y="161535"/>
                </a:lnTo>
                <a:lnTo>
                  <a:pt x="2293982" y="160553"/>
                </a:lnTo>
                <a:lnTo>
                  <a:pt x="2294444" y="159552"/>
                </a:lnTo>
                <a:lnTo>
                  <a:pt x="2294881" y="158534"/>
                </a:lnTo>
                <a:lnTo>
                  <a:pt x="2295294" y="157498"/>
                </a:lnTo>
                <a:lnTo>
                  <a:pt x="2295682" y="156443"/>
                </a:lnTo>
                <a:lnTo>
                  <a:pt x="2296045" y="155371"/>
                </a:lnTo>
                <a:lnTo>
                  <a:pt x="2296384" y="154281"/>
                </a:lnTo>
                <a:lnTo>
                  <a:pt x="2296698" y="153172"/>
                </a:lnTo>
                <a:lnTo>
                  <a:pt x="2296988" y="152046"/>
                </a:lnTo>
                <a:lnTo>
                  <a:pt x="2297253" y="150901"/>
                </a:lnTo>
                <a:lnTo>
                  <a:pt x="2297493" y="149739"/>
                </a:lnTo>
                <a:lnTo>
                  <a:pt x="2297709" y="148558"/>
                </a:lnTo>
                <a:lnTo>
                  <a:pt x="2297901" y="147359"/>
                </a:lnTo>
                <a:lnTo>
                  <a:pt x="2298067" y="146143"/>
                </a:lnTo>
                <a:lnTo>
                  <a:pt x="2298210" y="144908"/>
                </a:lnTo>
                <a:lnTo>
                  <a:pt x="2298327" y="143656"/>
                </a:lnTo>
                <a:lnTo>
                  <a:pt x="2298420" y="142385"/>
                </a:lnTo>
                <a:lnTo>
                  <a:pt x="2298489" y="141096"/>
                </a:lnTo>
                <a:lnTo>
                  <a:pt x="2263299" y="141096"/>
                </a:lnTo>
                <a:lnTo>
                  <a:pt x="2263276" y="141944"/>
                </a:lnTo>
                <a:lnTo>
                  <a:pt x="2263229" y="142774"/>
                </a:lnTo>
                <a:lnTo>
                  <a:pt x="2263158" y="143587"/>
                </a:lnTo>
                <a:lnTo>
                  <a:pt x="2263063" y="144382"/>
                </a:lnTo>
                <a:lnTo>
                  <a:pt x="2262944" y="145160"/>
                </a:lnTo>
                <a:lnTo>
                  <a:pt x="2262802" y="145919"/>
                </a:lnTo>
                <a:lnTo>
                  <a:pt x="2262635" y="146662"/>
                </a:lnTo>
                <a:lnTo>
                  <a:pt x="2262445" y="147386"/>
                </a:lnTo>
                <a:lnTo>
                  <a:pt x="2262231" y="148093"/>
                </a:lnTo>
                <a:lnTo>
                  <a:pt x="2261993" y="148783"/>
                </a:lnTo>
                <a:lnTo>
                  <a:pt x="2261731" y="149454"/>
                </a:lnTo>
                <a:lnTo>
                  <a:pt x="2261445" y="150109"/>
                </a:lnTo>
                <a:lnTo>
                  <a:pt x="2261135" y="150745"/>
                </a:lnTo>
                <a:lnTo>
                  <a:pt x="2260802" y="151364"/>
                </a:lnTo>
                <a:lnTo>
                  <a:pt x="2260444" y="151965"/>
                </a:lnTo>
                <a:lnTo>
                  <a:pt x="2260063" y="152549"/>
                </a:lnTo>
                <a:lnTo>
                  <a:pt x="2259658" y="153115"/>
                </a:lnTo>
                <a:lnTo>
                  <a:pt x="2259229" y="153664"/>
                </a:lnTo>
                <a:lnTo>
                  <a:pt x="2258776" y="154194"/>
                </a:lnTo>
                <a:lnTo>
                  <a:pt x="2258299" y="154708"/>
                </a:lnTo>
                <a:lnTo>
                  <a:pt x="2257798" y="155203"/>
                </a:lnTo>
                <a:lnTo>
                  <a:pt x="2257274" y="155681"/>
                </a:lnTo>
                <a:lnTo>
                  <a:pt x="2256725" y="156142"/>
                </a:lnTo>
                <a:lnTo>
                  <a:pt x="2256153" y="156584"/>
                </a:lnTo>
                <a:lnTo>
                  <a:pt x="2255561" y="157009"/>
                </a:lnTo>
                <a:lnTo>
                  <a:pt x="2254953" y="157416"/>
                </a:lnTo>
                <a:lnTo>
                  <a:pt x="2254329" y="157805"/>
                </a:lnTo>
                <a:lnTo>
                  <a:pt x="2253689" y="158176"/>
                </a:lnTo>
                <a:lnTo>
                  <a:pt x="2253033" y="158528"/>
                </a:lnTo>
                <a:lnTo>
                  <a:pt x="2252361" y="158863"/>
                </a:lnTo>
                <a:lnTo>
                  <a:pt x="2251673" y="159179"/>
                </a:lnTo>
                <a:lnTo>
                  <a:pt x="2250970" y="159478"/>
                </a:lnTo>
                <a:lnTo>
                  <a:pt x="2250250" y="159758"/>
                </a:lnTo>
                <a:lnTo>
                  <a:pt x="2249515" y="160020"/>
                </a:lnTo>
                <a:lnTo>
                  <a:pt x="2248763" y="160264"/>
                </a:lnTo>
                <a:lnTo>
                  <a:pt x="2247996" y="160490"/>
                </a:lnTo>
                <a:lnTo>
                  <a:pt x="2247213" y="160698"/>
                </a:lnTo>
                <a:lnTo>
                  <a:pt x="2246414" y="160888"/>
                </a:lnTo>
                <a:lnTo>
                  <a:pt x="2245599" y="161060"/>
                </a:lnTo>
                <a:lnTo>
                  <a:pt x="2244768" y="161213"/>
                </a:lnTo>
                <a:lnTo>
                  <a:pt x="2243921" y="161349"/>
                </a:lnTo>
                <a:lnTo>
                  <a:pt x="2243058" y="161467"/>
                </a:lnTo>
                <a:lnTo>
                  <a:pt x="2242179" y="161566"/>
                </a:lnTo>
                <a:lnTo>
                  <a:pt x="2241285" y="161647"/>
                </a:lnTo>
                <a:lnTo>
                  <a:pt x="2240374" y="161711"/>
                </a:lnTo>
                <a:lnTo>
                  <a:pt x="2239448" y="161756"/>
                </a:lnTo>
                <a:lnTo>
                  <a:pt x="2238505" y="161783"/>
                </a:lnTo>
                <a:lnTo>
                  <a:pt x="2237547" y="161792"/>
                </a:lnTo>
                <a:lnTo>
                  <a:pt x="2236622" y="161783"/>
                </a:lnTo>
                <a:lnTo>
                  <a:pt x="2235712" y="161757"/>
                </a:lnTo>
                <a:lnTo>
                  <a:pt x="2234817" y="161714"/>
                </a:lnTo>
                <a:lnTo>
                  <a:pt x="2233937" y="161652"/>
                </a:lnTo>
                <a:lnTo>
                  <a:pt x="2233072" y="161574"/>
                </a:lnTo>
                <a:lnTo>
                  <a:pt x="2232221" y="161478"/>
                </a:lnTo>
                <a:lnTo>
                  <a:pt x="2231386" y="161364"/>
                </a:lnTo>
                <a:lnTo>
                  <a:pt x="2230566" y="161233"/>
                </a:lnTo>
                <a:lnTo>
                  <a:pt x="2229761" y="161085"/>
                </a:lnTo>
                <a:lnTo>
                  <a:pt x="2228971" y="160919"/>
                </a:lnTo>
                <a:lnTo>
                  <a:pt x="2228195" y="160735"/>
                </a:lnTo>
                <a:lnTo>
                  <a:pt x="2227435" y="160534"/>
                </a:lnTo>
                <a:lnTo>
                  <a:pt x="2226690" y="160316"/>
                </a:lnTo>
                <a:lnTo>
                  <a:pt x="2225959" y="160080"/>
                </a:lnTo>
                <a:lnTo>
                  <a:pt x="2225244" y="159827"/>
                </a:lnTo>
                <a:lnTo>
                  <a:pt x="2224544" y="159556"/>
                </a:lnTo>
                <a:lnTo>
                  <a:pt x="2223858" y="159268"/>
                </a:lnTo>
                <a:lnTo>
                  <a:pt x="2223188" y="158962"/>
                </a:lnTo>
                <a:lnTo>
                  <a:pt x="2222533" y="158639"/>
                </a:lnTo>
                <a:lnTo>
                  <a:pt x="2221892" y="158299"/>
                </a:lnTo>
                <a:lnTo>
                  <a:pt x="2221267" y="157940"/>
                </a:lnTo>
                <a:lnTo>
                  <a:pt x="2220656" y="157565"/>
                </a:lnTo>
                <a:lnTo>
                  <a:pt x="2220061" y="157172"/>
                </a:lnTo>
                <a:lnTo>
                  <a:pt x="2219480" y="156761"/>
                </a:lnTo>
                <a:lnTo>
                  <a:pt x="2218914" y="156336"/>
                </a:lnTo>
                <a:lnTo>
                  <a:pt x="2218360" y="155900"/>
                </a:lnTo>
                <a:lnTo>
                  <a:pt x="2217819" y="155452"/>
                </a:lnTo>
                <a:lnTo>
                  <a:pt x="2217291" y="154993"/>
                </a:lnTo>
                <a:lnTo>
                  <a:pt x="2216776" y="154523"/>
                </a:lnTo>
                <a:lnTo>
                  <a:pt x="2216274" y="154041"/>
                </a:lnTo>
                <a:lnTo>
                  <a:pt x="2215785" y="153549"/>
                </a:lnTo>
                <a:lnTo>
                  <a:pt x="2215308" y="153045"/>
                </a:lnTo>
                <a:lnTo>
                  <a:pt x="2214845" y="152530"/>
                </a:lnTo>
                <a:lnTo>
                  <a:pt x="2214394" y="152003"/>
                </a:lnTo>
                <a:lnTo>
                  <a:pt x="2213956" y="151465"/>
                </a:lnTo>
                <a:lnTo>
                  <a:pt x="2213531" y="150916"/>
                </a:lnTo>
                <a:lnTo>
                  <a:pt x="2213119" y="150356"/>
                </a:lnTo>
                <a:lnTo>
                  <a:pt x="2212720" y="149785"/>
                </a:lnTo>
                <a:lnTo>
                  <a:pt x="2212333" y="149202"/>
                </a:lnTo>
                <a:lnTo>
                  <a:pt x="2211960" y="148608"/>
                </a:lnTo>
                <a:lnTo>
                  <a:pt x="2211599" y="148003"/>
                </a:lnTo>
                <a:lnTo>
                  <a:pt x="2211252" y="147386"/>
                </a:lnTo>
                <a:lnTo>
                  <a:pt x="2210917" y="146759"/>
                </a:lnTo>
                <a:lnTo>
                  <a:pt x="2210595" y="146120"/>
                </a:lnTo>
                <a:lnTo>
                  <a:pt x="2210286" y="145470"/>
                </a:lnTo>
                <a:lnTo>
                  <a:pt x="2209990" y="144808"/>
                </a:lnTo>
                <a:lnTo>
                  <a:pt x="2209706" y="144135"/>
                </a:lnTo>
                <a:lnTo>
                  <a:pt x="2209436" y="143451"/>
                </a:lnTo>
                <a:lnTo>
                  <a:pt x="2209177" y="142760"/>
                </a:lnTo>
                <a:lnTo>
                  <a:pt x="2208928" y="142064"/>
                </a:lnTo>
                <a:lnTo>
                  <a:pt x="2208689" y="141363"/>
                </a:lnTo>
                <a:lnTo>
                  <a:pt x="2208460" y="140659"/>
                </a:lnTo>
                <a:lnTo>
                  <a:pt x="2208241" y="139950"/>
                </a:lnTo>
                <a:lnTo>
                  <a:pt x="2208033" y="139236"/>
                </a:lnTo>
                <a:lnTo>
                  <a:pt x="2207834" y="138519"/>
                </a:lnTo>
                <a:lnTo>
                  <a:pt x="2207645" y="137797"/>
                </a:lnTo>
                <a:lnTo>
                  <a:pt x="2207467" y="137070"/>
                </a:lnTo>
                <a:lnTo>
                  <a:pt x="2207299" y="136340"/>
                </a:lnTo>
                <a:lnTo>
                  <a:pt x="2207140" y="135605"/>
                </a:lnTo>
                <a:lnTo>
                  <a:pt x="2206992" y="134866"/>
                </a:lnTo>
                <a:lnTo>
                  <a:pt x="2206854" y="134122"/>
                </a:lnTo>
                <a:lnTo>
                  <a:pt x="2206726" y="133374"/>
                </a:lnTo>
                <a:lnTo>
                  <a:pt x="2206607" y="132622"/>
                </a:lnTo>
                <a:lnTo>
                  <a:pt x="2206499" y="131866"/>
                </a:lnTo>
                <a:lnTo>
                  <a:pt x="2206402" y="131105"/>
                </a:lnTo>
                <a:lnTo>
                  <a:pt x="2206314" y="130340"/>
                </a:lnTo>
                <a:lnTo>
                  <a:pt x="2206236" y="129570"/>
                </a:lnTo>
                <a:lnTo>
                  <a:pt x="2206168" y="128797"/>
                </a:lnTo>
                <a:lnTo>
                  <a:pt x="2206110" y="128019"/>
                </a:lnTo>
                <a:lnTo>
                  <a:pt x="2206063" y="127236"/>
                </a:lnTo>
                <a:lnTo>
                  <a:pt x="2206025" y="126450"/>
                </a:lnTo>
                <a:lnTo>
                  <a:pt x="2205998" y="125659"/>
                </a:lnTo>
                <a:lnTo>
                  <a:pt x="2298354" y="125659"/>
                </a:lnTo>
                <a:lnTo>
                  <a:pt x="2298376" y="125531"/>
                </a:lnTo>
                <a:lnTo>
                  <a:pt x="2298398" y="125400"/>
                </a:lnTo>
                <a:lnTo>
                  <a:pt x="2298419" y="125263"/>
                </a:lnTo>
                <a:lnTo>
                  <a:pt x="2298440" y="125123"/>
                </a:lnTo>
                <a:lnTo>
                  <a:pt x="2298460" y="124977"/>
                </a:lnTo>
                <a:lnTo>
                  <a:pt x="2298480" y="124828"/>
                </a:lnTo>
                <a:lnTo>
                  <a:pt x="2298500" y="124674"/>
                </a:lnTo>
                <a:lnTo>
                  <a:pt x="2298519" y="124515"/>
                </a:lnTo>
                <a:lnTo>
                  <a:pt x="2298537" y="124352"/>
                </a:lnTo>
                <a:lnTo>
                  <a:pt x="2298555" y="124184"/>
                </a:lnTo>
                <a:lnTo>
                  <a:pt x="2298573" y="124012"/>
                </a:lnTo>
                <a:lnTo>
                  <a:pt x="2298590" y="123835"/>
                </a:lnTo>
                <a:lnTo>
                  <a:pt x="2298607" y="123654"/>
                </a:lnTo>
                <a:lnTo>
                  <a:pt x="2298623" y="123468"/>
                </a:lnTo>
                <a:lnTo>
                  <a:pt x="2298638" y="123278"/>
                </a:lnTo>
                <a:lnTo>
                  <a:pt x="2298654" y="123084"/>
                </a:lnTo>
                <a:lnTo>
                  <a:pt x="2298668" y="122885"/>
                </a:lnTo>
                <a:lnTo>
                  <a:pt x="2298683" y="122681"/>
                </a:lnTo>
                <a:lnTo>
                  <a:pt x="2298696" y="122473"/>
                </a:lnTo>
                <a:lnTo>
                  <a:pt x="2298710" y="122260"/>
                </a:lnTo>
                <a:lnTo>
                  <a:pt x="2298723" y="122043"/>
                </a:lnTo>
                <a:lnTo>
                  <a:pt x="2298735" y="121822"/>
                </a:lnTo>
                <a:lnTo>
                  <a:pt x="2298747" y="121596"/>
                </a:lnTo>
                <a:lnTo>
                  <a:pt x="2298758" y="121365"/>
                </a:lnTo>
                <a:lnTo>
                  <a:pt x="2298769" y="121134"/>
                </a:lnTo>
                <a:lnTo>
                  <a:pt x="2298780" y="120908"/>
                </a:lnTo>
                <a:lnTo>
                  <a:pt x="2298790" y="120685"/>
                </a:lnTo>
                <a:lnTo>
                  <a:pt x="2298800" y="120466"/>
                </a:lnTo>
                <a:lnTo>
                  <a:pt x="2298809" y="120252"/>
                </a:lnTo>
                <a:lnTo>
                  <a:pt x="2298817" y="120041"/>
                </a:lnTo>
                <a:lnTo>
                  <a:pt x="2298826" y="119834"/>
                </a:lnTo>
                <a:lnTo>
                  <a:pt x="2298833" y="119632"/>
                </a:lnTo>
                <a:lnTo>
                  <a:pt x="2298841" y="119433"/>
                </a:lnTo>
                <a:lnTo>
                  <a:pt x="2298847" y="119238"/>
                </a:lnTo>
                <a:lnTo>
                  <a:pt x="2298854" y="119048"/>
                </a:lnTo>
                <a:lnTo>
                  <a:pt x="2298860" y="118861"/>
                </a:lnTo>
                <a:lnTo>
                  <a:pt x="2298865" y="118679"/>
                </a:lnTo>
                <a:lnTo>
                  <a:pt x="2298870" y="118500"/>
                </a:lnTo>
                <a:lnTo>
                  <a:pt x="2298874" y="118326"/>
                </a:lnTo>
                <a:lnTo>
                  <a:pt x="2298878" y="118156"/>
                </a:lnTo>
                <a:lnTo>
                  <a:pt x="2298882" y="117989"/>
                </a:lnTo>
                <a:lnTo>
                  <a:pt x="2298885" y="117827"/>
                </a:lnTo>
                <a:lnTo>
                  <a:pt x="2298887" y="117668"/>
                </a:lnTo>
                <a:lnTo>
                  <a:pt x="2298890" y="117514"/>
                </a:lnTo>
                <a:lnTo>
                  <a:pt x="2298891" y="117364"/>
                </a:lnTo>
                <a:lnTo>
                  <a:pt x="2298892" y="117217"/>
                </a:lnTo>
                <a:lnTo>
                  <a:pt x="2298893" y="117075"/>
                </a:lnTo>
                <a:lnTo>
                  <a:pt x="2298893" y="116937"/>
                </a:lnTo>
                <a:lnTo>
                  <a:pt x="2298864" y="114282"/>
                </a:lnTo>
                <a:lnTo>
                  <a:pt x="2298775" y="111679"/>
                </a:lnTo>
                <a:lnTo>
                  <a:pt x="2298627" y="109127"/>
                </a:lnTo>
                <a:lnTo>
                  <a:pt x="2298419" y="106626"/>
                </a:lnTo>
                <a:lnTo>
                  <a:pt x="2298153" y="104177"/>
                </a:lnTo>
                <a:lnTo>
                  <a:pt x="2297827" y="101779"/>
                </a:lnTo>
                <a:lnTo>
                  <a:pt x="2297442" y="99432"/>
                </a:lnTo>
                <a:lnTo>
                  <a:pt x="2296998" y="97137"/>
                </a:lnTo>
                <a:lnTo>
                  <a:pt x="2296495" y="94893"/>
                </a:lnTo>
                <a:lnTo>
                  <a:pt x="2295932" y="92701"/>
                </a:lnTo>
                <a:lnTo>
                  <a:pt x="2295310" y="90559"/>
                </a:lnTo>
                <a:lnTo>
                  <a:pt x="2294629" y="88470"/>
                </a:lnTo>
                <a:lnTo>
                  <a:pt x="2293889" y="86431"/>
                </a:lnTo>
                <a:lnTo>
                  <a:pt x="2293090" y="84444"/>
                </a:lnTo>
                <a:lnTo>
                  <a:pt x="2292231" y="82508"/>
                </a:lnTo>
                <a:lnTo>
                  <a:pt x="2291313" y="80624"/>
                </a:lnTo>
                <a:lnTo>
                  <a:pt x="2290336" y="78790"/>
                </a:lnTo>
                <a:lnTo>
                  <a:pt x="2289299" y="77009"/>
                </a:lnTo>
                <a:lnTo>
                  <a:pt x="2288204" y="75278"/>
                </a:lnTo>
                <a:lnTo>
                  <a:pt x="2287049" y="73599"/>
                </a:lnTo>
                <a:lnTo>
                  <a:pt x="2285835" y="71972"/>
                </a:lnTo>
                <a:lnTo>
                  <a:pt x="2284562" y="70395"/>
                </a:lnTo>
                <a:lnTo>
                  <a:pt x="2283229" y="68870"/>
                </a:lnTo>
                <a:lnTo>
                  <a:pt x="2281838" y="67397"/>
                </a:lnTo>
                <a:lnTo>
                  <a:pt x="2280395" y="65979"/>
                </a:lnTo>
                <a:lnTo>
                  <a:pt x="2278909" y="64621"/>
                </a:lnTo>
                <a:lnTo>
                  <a:pt x="2277381" y="63324"/>
                </a:lnTo>
                <a:lnTo>
                  <a:pt x="2275810" y="62087"/>
                </a:lnTo>
                <a:lnTo>
                  <a:pt x="2274196" y="60911"/>
                </a:lnTo>
                <a:lnTo>
                  <a:pt x="2272539" y="59795"/>
                </a:lnTo>
                <a:lnTo>
                  <a:pt x="2270839" y="58739"/>
                </a:lnTo>
                <a:lnTo>
                  <a:pt x="2269097" y="57743"/>
                </a:lnTo>
                <a:lnTo>
                  <a:pt x="2267311" y="56808"/>
                </a:lnTo>
                <a:lnTo>
                  <a:pt x="2265483" y="55933"/>
                </a:lnTo>
                <a:lnTo>
                  <a:pt x="2263612" y="55119"/>
                </a:lnTo>
                <a:lnTo>
                  <a:pt x="2261698" y="54365"/>
                </a:lnTo>
                <a:lnTo>
                  <a:pt x="2259741" y="53671"/>
                </a:lnTo>
                <a:lnTo>
                  <a:pt x="2257742" y="53037"/>
                </a:lnTo>
                <a:lnTo>
                  <a:pt x="2255699" y="52464"/>
                </a:lnTo>
                <a:lnTo>
                  <a:pt x="2253614" y="51951"/>
                </a:lnTo>
                <a:lnTo>
                  <a:pt x="2251486" y="51499"/>
                </a:lnTo>
                <a:lnTo>
                  <a:pt x="2249315" y="51107"/>
                </a:lnTo>
                <a:lnTo>
                  <a:pt x="2247101" y="50775"/>
                </a:lnTo>
                <a:lnTo>
                  <a:pt x="2244845" y="50503"/>
                </a:lnTo>
                <a:lnTo>
                  <a:pt x="2242545" y="50292"/>
                </a:lnTo>
                <a:lnTo>
                  <a:pt x="2240203" y="50141"/>
                </a:lnTo>
                <a:lnTo>
                  <a:pt x="2237818" y="50051"/>
                </a:lnTo>
                <a:lnTo>
                  <a:pt x="2235390" y="50021"/>
                </a:lnTo>
                <a:lnTo>
                  <a:pt x="2233637" y="50035"/>
                </a:lnTo>
                <a:lnTo>
                  <a:pt x="2231908" y="50078"/>
                </a:lnTo>
                <a:lnTo>
                  <a:pt x="2230202" y="50150"/>
                </a:lnTo>
                <a:lnTo>
                  <a:pt x="2228519" y="50250"/>
                </a:lnTo>
                <a:lnTo>
                  <a:pt x="2226860" y="50379"/>
                </a:lnTo>
                <a:lnTo>
                  <a:pt x="2225223" y="50537"/>
                </a:lnTo>
                <a:lnTo>
                  <a:pt x="2223610" y="50723"/>
                </a:lnTo>
                <a:lnTo>
                  <a:pt x="2222020" y="50938"/>
                </a:lnTo>
                <a:lnTo>
                  <a:pt x="2220453" y="51181"/>
                </a:lnTo>
                <a:lnTo>
                  <a:pt x="2218909" y="51454"/>
                </a:lnTo>
                <a:lnTo>
                  <a:pt x="2217388" y="51755"/>
                </a:lnTo>
                <a:lnTo>
                  <a:pt x="2215891" y="52084"/>
                </a:lnTo>
                <a:lnTo>
                  <a:pt x="2214416" y="52442"/>
                </a:lnTo>
                <a:lnTo>
                  <a:pt x="2212965" y="52829"/>
                </a:lnTo>
                <a:lnTo>
                  <a:pt x="2211537" y="53245"/>
                </a:lnTo>
                <a:lnTo>
                  <a:pt x="2210132" y="53689"/>
                </a:lnTo>
                <a:lnTo>
                  <a:pt x="2208751" y="54162"/>
                </a:lnTo>
                <a:lnTo>
                  <a:pt x="2207392" y="54664"/>
                </a:lnTo>
                <a:lnTo>
                  <a:pt x="2206057" y="55194"/>
                </a:lnTo>
                <a:lnTo>
                  <a:pt x="2204745" y="55753"/>
                </a:lnTo>
                <a:lnTo>
                  <a:pt x="2203456" y="56340"/>
                </a:lnTo>
                <a:lnTo>
                  <a:pt x="2202190" y="56956"/>
                </a:lnTo>
                <a:lnTo>
                  <a:pt x="2200948" y="57601"/>
                </a:lnTo>
                <a:lnTo>
                  <a:pt x="2199728" y="58275"/>
                </a:lnTo>
                <a:lnTo>
                  <a:pt x="2198533" y="58975"/>
                </a:lnTo>
                <a:lnTo>
                  <a:pt x="2197361" y="59699"/>
                </a:lnTo>
                <a:lnTo>
                  <a:pt x="2196214" y="60448"/>
                </a:lnTo>
                <a:lnTo>
                  <a:pt x="2195092" y="61221"/>
                </a:lnTo>
                <a:lnTo>
                  <a:pt x="2193993" y="62019"/>
                </a:lnTo>
                <a:lnTo>
                  <a:pt x="2192919" y="62841"/>
                </a:lnTo>
                <a:lnTo>
                  <a:pt x="2191870" y="63687"/>
                </a:lnTo>
                <a:lnTo>
                  <a:pt x="2190845" y="64558"/>
                </a:lnTo>
                <a:lnTo>
                  <a:pt x="2189844" y="65453"/>
                </a:lnTo>
                <a:lnTo>
                  <a:pt x="2188867" y="66373"/>
                </a:lnTo>
                <a:lnTo>
                  <a:pt x="2187915" y="67317"/>
                </a:lnTo>
                <a:lnTo>
                  <a:pt x="2186987" y="68286"/>
                </a:lnTo>
                <a:lnTo>
                  <a:pt x="2186084" y="69278"/>
                </a:lnTo>
                <a:lnTo>
                  <a:pt x="2185204" y="70296"/>
                </a:lnTo>
                <a:lnTo>
                  <a:pt x="2184349" y="71337"/>
                </a:lnTo>
                <a:lnTo>
                  <a:pt x="2183519" y="72403"/>
                </a:lnTo>
                <a:lnTo>
                  <a:pt x="2182713" y="73494"/>
                </a:lnTo>
                <a:lnTo>
                  <a:pt x="2181931" y="74609"/>
                </a:lnTo>
                <a:lnTo>
                  <a:pt x="2181174" y="75748"/>
                </a:lnTo>
                <a:lnTo>
                  <a:pt x="2180440" y="76912"/>
                </a:lnTo>
                <a:lnTo>
                  <a:pt x="2179732" y="78100"/>
                </a:lnTo>
                <a:lnTo>
                  <a:pt x="2179047" y="79312"/>
                </a:lnTo>
                <a:lnTo>
                  <a:pt x="2178387" y="80549"/>
                </a:lnTo>
                <a:lnTo>
                  <a:pt x="2177751" y="81810"/>
                </a:lnTo>
                <a:lnTo>
                  <a:pt x="2177141" y="83094"/>
                </a:lnTo>
                <a:lnTo>
                  <a:pt x="2176556" y="84397"/>
                </a:lnTo>
                <a:lnTo>
                  <a:pt x="2175998" y="85721"/>
                </a:lnTo>
                <a:lnTo>
                  <a:pt x="2175465" y="87066"/>
                </a:lnTo>
                <a:lnTo>
                  <a:pt x="2174958" y="88431"/>
                </a:lnTo>
                <a:lnTo>
                  <a:pt x="2174478" y="89816"/>
                </a:lnTo>
                <a:lnTo>
                  <a:pt x="2174023" y="91222"/>
                </a:lnTo>
                <a:lnTo>
                  <a:pt x="2173594" y="92648"/>
                </a:lnTo>
                <a:lnTo>
                  <a:pt x="2173192" y="94094"/>
                </a:lnTo>
                <a:lnTo>
                  <a:pt x="2172815" y="95561"/>
                </a:lnTo>
                <a:lnTo>
                  <a:pt x="2172464" y="97048"/>
                </a:lnTo>
                <a:lnTo>
                  <a:pt x="2172139" y="98555"/>
                </a:lnTo>
                <a:lnTo>
                  <a:pt x="2171840" y="100083"/>
                </a:lnTo>
                <a:lnTo>
                  <a:pt x="2171568" y="101631"/>
                </a:lnTo>
                <a:lnTo>
                  <a:pt x="2171321" y="103200"/>
                </a:lnTo>
                <a:lnTo>
                  <a:pt x="2171100" y="104789"/>
                </a:lnTo>
                <a:lnTo>
                  <a:pt x="2170905" y="106398"/>
                </a:lnTo>
                <a:lnTo>
                  <a:pt x="2170736" y="108028"/>
                </a:lnTo>
                <a:lnTo>
                  <a:pt x="2170593" y="109678"/>
                </a:lnTo>
                <a:lnTo>
                  <a:pt x="2170476" y="111349"/>
                </a:lnTo>
                <a:lnTo>
                  <a:pt x="2170385" y="113040"/>
                </a:lnTo>
                <a:lnTo>
                  <a:pt x="2170320" y="114751"/>
                </a:lnTo>
                <a:lnTo>
                  <a:pt x="2170282" y="116483"/>
                </a:lnTo>
                <a:lnTo>
                  <a:pt x="2170269" y="118235"/>
                </a:lnTo>
                <a:lnTo>
                  <a:pt x="2170282" y="120043"/>
                </a:lnTo>
                <a:lnTo>
                  <a:pt x="2170322" y="121829"/>
                </a:lnTo>
                <a:lnTo>
                  <a:pt x="2170389" y="123594"/>
                </a:lnTo>
                <a:lnTo>
                  <a:pt x="2170482" y="125337"/>
                </a:lnTo>
                <a:lnTo>
                  <a:pt x="2170602" y="127058"/>
                </a:lnTo>
                <a:lnTo>
                  <a:pt x="2170749" y="128757"/>
                </a:lnTo>
                <a:lnTo>
                  <a:pt x="2170922" y="130435"/>
                </a:lnTo>
                <a:lnTo>
                  <a:pt x="2171122" y="132090"/>
                </a:lnTo>
                <a:lnTo>
                  <a:pt x="2171349" y="133724"/>
                </a:lnTo>
                <a:lnTo>
                  <a:pt x="2171603" y="135337"/>
                </a:lnTo>
                <a:lnTo>
                  <a:pt x="2171883" y="136927"/>
                </a:lnTo>
                <a:lnTo>
                  <a:pt x="2172190" y="138496"/>
                </a:lnTo>
                <a:lnTo>
                  <a:pt x="2172523" y="140042"/>
                </a:lnTo>
                <a:lnTo>
                  <a:pt x="2172884" y="141567"/>
                </a:lnTo>
                <a:lnTo>
                  <a:pt x="2173271" y="143071"/>
                </a:lnTo>
                <a:lnTo>
                  <a:pt x="2173684" y="144552"/>
                </a:lnTo>
                <a:lnTo>
                  <a:pt x="2174124" y="146012"/>
                </a:lnTo>
                <a:lnTo>
                  <a:pt x="2174591" y="147450"/>
                </a:lnTo>
                <a:lnTo>
                  <a:pt x="2175085" y="148866"/>
                </a:lnTo>
                <a:lnTo>
                  <a:pt x="2175605" y="150260"/>
                </a:lnTo>
                <a:lnTo>
                  <a:pt x="2176152" y="151633"/>
                </a:lnTo>
                <a:lnTo>
                  <a:pt x="2176726" y="152983"/>
                </a:lnTo>
                <a:lnTo>
                  <a:pt x="2177327" y="154312"/>
                </a:lnTo>
                <a:lnTo>
                  <a:pt x="2177954" y="155620"/>
                </a:lnTo>
                <a:lnTo>
                  <a:pt x="2178607" y="156903"/>
                </a:lnTo>
                <a:lnTo>
                  <a:pt x="2179285" y="158161"/>
                </a:lnTo>
                <a:lnTo>
                  <a:pt x="2179989" y="159393"/>
                </a:lnTo>
                <a:lnTo>
                  <a:pt x="2180718" y="160601"/>
                </a:lnTo>
                <a:lnTo>
                  <a:pt x="2181472" y="161783"/>
                </a:lnTo>
                <a:lnTo>
                  <a:pt x="2182251" y="162939"/>
                </a:lnTo>
                <a:lnTo>
                  <a:pt x="2183056" y="164070"/>
                </a:lnTo>
                <a:lnTo>
                  <a:pt x="2183886" y="165176"/>
                </a:lnTo>
                <a:lnTo>
                  <a:pt x="2184741" y="166257"/>
                </a:lnTo>
                <a:lnTo>
                  <a:pt x="2185622" y="167312"/>
                </a:lnTo>
                <a:lnTo>
                  <a:pt x="2186528" y="168342"/>
                </a:lnTo>
                <a:lnTo>
                  <a:pt x="2187459" y="169347"/>
                </a:lnTo>
                <a:lnTo>
                  <a:pt x="2188415" y="170326"/>
                </a:lnTo>
                <a:lnTo>
                  <a:pt x="2189397" y="171280"/>
                </a:lnTo>
                <a:lnTo>
                  <a:pt x="2190404" y="172208"/>
                </a:lnTo>
                <a:lnTo>
                  <a:pt x="2191436" y="173111"/>
                </a:lnTo>
                <a:lnTo>
                  <a:pt x="2192494" y="173989"/>
                </a:lnTo>
                <a:lnTo>
                  <a:pt x="2193577" y="174842"/>
                </a:lnTo>
                <a:lnTo>
                  <a:pt x="2194685" y="175669"/>
                </a:lnTo>
                <a:lnTo>
                  <a:pt x="2195818" y="176471"/>
                </a:lnTo>
                <a:lnTo>
                  <a:pt x="2196977" y="177247"/>
                </a:lnTo>
                <a:lnTo>
                  <a:pt x="2198161" y="177999"/>
                </a:lnTo>
                <a:lnTo>
                  <a:pt x="2199370" y="178724"/>
                </a:lnTo>
                <a:lnTo>
                  <a:pt x="2200605" y="179425"/>
                </a:lnTo>
                <a:lnTo>
                  <a:pt x="2201864" y="180098"/>
                </a:lnTo>
                <a:lnTo>
                  <a:pt x="2203148" y="180743"/>
                </a:lnTo>
                <a:lnTo>
                  <a:pt x="2204456" y="181359"/>
                </a:lnTo>
                <a:lnTo>
                  <a:pt x="2205788" y="181947"/>
                </a:lnTo>
                <a:lnTo>
                  <a:pt x="2207145" y="182506"/>
                </a:lnTo>
                <a:lnTo>
                  <a:pt x="2208526" y="183036"/>
                </a:lnTo>
                <a:lnTo>
                  <a:pt x="2209931" y="183538"/>
                </a:lnTo>
                <a:lnTo>
                  <a:pt x="2211361" y="184010"/>
                </a:lnTo>
                <a:lnTo>
                  <a:pt x="2212815" y="184455"/>
                </a:lnTo>
                <a:lnTo>
                  <a:pt x="2214293" y="184870"/>
                </a:lnTo>
                <a:lnTo>
                  <a:pt x="2215796" y="185257"/>
                </a:lnTo>
                <a:lnTo>
                  <a:pt x="2217323" y="185615"/>
                </a:lnTo>
                <a:lnTo>
                  <a:pt x="2218875" y="185945"/>
                </a:lnTo>
                <a:lnTo>
                  <a:pt x="2220450" y="186246"/>
                </a:lnTo>
                <a:lnTo>
                  <a:pt x="2222050" y="186518"/>
                </a:lnTo>
                <a:lnTo>
                  <a:pt x="2223675" y="186762"/>
                </a:lnTo>
                <a:lnTo>
                  <a:pt x="2225324" y="186977"/>
                </a:lnTo>
                <a:lnTo>
                  <a:pt x="2226997" y="187163"/>
                </a:lnTo>
                <a:lnTo>
                  <a:pt x="2228694" y="187321"/>
                </a:lnTo>
                <a:lnTo>
                  <a:pt x="2230416" y="187450"/>
                </a:lnTo>
                <a:lnTo>
                  <a:pt x="2232162" y="187550"/>
                </a:lnTo>
                <a:lnTo>
                  <a:pt x="2233933" y="187622"/>
                </a:lnTo>
                <a:lnTo>
                  <a:pt x="2235728" y="187665"/>
                </a:lnTo>
                <a:lnTo>
                  <a:pt x="2237547" y="187679"/>
                </a:lnTo>
                <a:lnTo>
                  <a:pt x="2239034" y="187670"/>
                </a:lnTo>
                <a:lnTo>
                  <a:pt x="2240504" y="187643"/>
                </a:lnTo>
                <a:lnTo>
                  <a:pt x="2241959" y="187599"/>
                </a:lnTo>
                <a:lnTo>
                  <a:pt x="2243399" y="187537"/>
                </a:lnTo>
                <a:lnTo>
                  <a:pt x="2244823" y="187456"/>
                </a:lnTo>
                <a:close/>
                <a:moveTo>
                  <a:pt x="2207046" y="97564"/>
                </a:moveTo>
                <a:lnTo>
                  <a:pt x="2207249" y="96544"/>
                </a:lnTo>
                <a:lnTo>
                  <a:pt x="2207476" y="95546"/>
                </a:lnTo>
                <a:lnTo>
                  <a:pt x="2207728" y="94570"/>
                </a:lnTo>
                <a:lnTo>
                  <a:pt x="2208004" y="93618"/>
                </a:lnTo>
                <a:lnTo>
                  <a:pt x="2208305" y="92687"/>
                </a:lnTo>
                <a:lnTo>
                  <a:pt x="2208631" y="91780"/>
                </a:lnTo>
                <a:lnTo>
                  <a:pt x="2208981" y="90895"/>
                </a:lnTo>
                <a:lnTo>
                  <a:pt x="2209355" y="90033"/>
                </a:lnTo>
                <a:lnTo>
                  <a:pt x="2209755" y="89194"/>
                </a:lnTo>
                <a:lnTo>
                  <a:pt x="2210178" y="88377"/>
                </a:lnTo>
                <a:lnTo>
                  <a:pt x="2210627" y="87583"/>
                </a:lnTo>
                <a:lnTo>
                  <a:pt x="2211100" y="86812"/>
                </a:lnTo>
                <a:lnTo>
                  <a:pt x="2211597" y="86063"/>
                </a:lnTo>
                <a:lnTo>
                  <a:pt x="2212119" y="85337"/>
                </a:lnTo>
                <a:lnTo>
                  <a:pt x="2212666" y="84633"/>
                </a:lnTo>
                <a:lnTo>
                  <a:pt x="2213237" y="83953"/>
                </a:lnTo>
                <a:lnTo>
                  <a:pt x="2213833" y="83295"/>
                </a:lnTo>
                <a:lnTo>
                  <a:pt x="2214453" y="82659"/>
                </a:lnTo>
                <a:lnTo>
                  <a:pt x="2215098" y="82046"/>
                </a:lnTo>
                <a:lnTo>
                  <a:pt x="2215764" y="81457"/>
                </a:lnTo>
                <a:lnTo>
                  <a:pt x="2216444" y="80894"/>
                </a:lnTo>
                <a:lnTo>
                  <a:pt x="2217141" y="80355"/>
                </a:lnTo>
                <a:lnTo>
                  <a:pt x="2217853" y="79841"/>
                </a:lnTo>
                <a:lnTo>
                  <a:pt x="2218581" y="79352"/>
                </a:lnTo>
                <a:lnTo>
                  <a:pt x="2219324" y="78889"/>
                </a:lnTo>
                <a:lnTo>
                  <a:pt x="2220084" y="78450"/>
                </a:lnTo>
                <a:lnTo>
                  <a:pt x="2220859" y="78037"/>
                </a:lnTo>
                <a:lnTo>
                  <a:pt x="2221649" y="77648"/>
                </a:lnTo>
                <a:lnTo>
                  <a:pt x="2222455" y="77285"/>
                </a:lnTo>
                <a:lnTo>
                  <a:pt x="2223277" y="76946"/>
                </a:lnTo>
                <a:lnTo>
                  <a:pt x="2224115" y="76633"/>
                </a:lnTo>
                <a:lnTo>
                  <a:pt x="2224968" y="76345"/>
                </a:lnTo>
                <a:lnTo>
                  <a:pt x="2225837" y="76082"/>
                </a:lnTo>
                <a:lnTo>
                  <a:pt x="2226722" y="75844"/>
                </a:lnTo>
                <a:lnTo>
                  <a:pt x="2227622" y="75631"/>
                </a:lnTo>
                <a:lnTo>
                  <a:pt x="2228538" y="75443"/>
                </a:lnTo>
                <a:lnTo>
                  <a:pt x="2229470" y="75280"/>
                </a:lnTo>
                <a:lnTo>
                  <a:pt x="2230418" y="75142"/>
                </a:lnTo>
                <a:lnTo>
                  <a:pt x="2231381" y="75029"/>
                </a:lnTo>
                <a:lnTo>
                  <a:pt x="2232359" y="74942"/>
                </a:lnTo>
                <a:lnTo>
                  <a:pt x="2233354" y="74879"/>
                </a:lnTo>
                <a:lnTo>
                  <a:pt x="2234364" y="74841"/>
                </a:lnTo>
                <a:lnTo>
                  <a:pt x="2235390" y="74829"/>
                </a:lnTo>
                <a:lnTo>
                  <a:pt x="2236393" y="74841"/>
                </a:lnTo>
                <a:lnTo>
                  <a:pt x="2237382" y="74878"/>
                </a:lnTo>
                <a:lnTo>
                  <a:pt x="2238355" y="74938"/>
                </a:lnTo>
                <a:lnTo>
                  <a:pt x="2239313" y="75024"/>
                </a:lnTo>
                <a:lnTo>
                  <a:pt x="2240256" y="75133"/>
                </a:lnTo>
                <a:lnTo>
                  <a:pt x="2241183" y="75267"/>
                </a:lnTo>
                <a:lnTo>
                  <a:pt x="2242095" y="75425"/>
                </a:lnTo>
                <a:lnTo>
                  <a:pt x="2242993" y="75608"/>
                </a:lnTo>
                <a:lnTo>
                  <a:pt x="2243874" y="75815"/>
                </a:lnTo>
                <a:lnTo>
                  <a:pt x="2244741" y="76046"/>
                </a:lnTo>
                <a:lnTo>
                  <a:pt x="2245593" y="76302"/>
                </a:lnTo>
                <a:lnTo>
                  <a:pt x="2246429" y="76582"/>
                </a:lnTo>
                <a:lnTo>
                  <a:pt x="2247250" y="76886"/>
                </a:lnTo>
                <a:lnTo>
                  <a:pt x="2248056" y="77215"/>
                </a:lnTo>
                <a:lnTo>
                  <a:pt x="2248846" y="77568"/>
                </a:lnTo>
                <a:lnTo>
                  <a:pt x="2249622" y="77945"/>
                </a:lnTo>
                <a:lnTo>
                  <a:pt x="2250382" y="78347"/>
                </a:lnTo>
                <a:lnTo>
                  <a:pt x="2251127" y="78773"/>
                </a:lnTo>
                <a:lnTo>
                  <a:pt x="2251856" y="79223"/>
                </a:lnTo>
                <a:lnTo>
                  <a:pt x="2252571" y="79698"/>
                </a:lnTo>
                <a:lnTo>
                  <a:pt x="2253270" y="80197"/>
                </a:lnTo>
                <a:lnTo>
                  <a:pt x="2253954" y="80720"/>
                </a:lnTo>
                <a:lnTo>
                  <a:pt x="2254623" y="81268"/>
                </a:lnTo>
                <a:lnTo>
                  <a:pt x="2255277" y="81840"/>
                </a:lnTo>
                <a:lnTo>
                  <a:pt x="2255910" y="82436"/>
                </a:lnTo>
                <a:lnTo>
                  <a:pt x="2256518" y="83058"/>
                </a:lnTo>
                <a:lnTo>
                  <a:pt x="2257100" y="83704"/>
                </a:lnTo>
                <a:lnTo>
                  <a:pt x="2257657" y="84375"/>
                </a:lnTo>
                <a:lnTo>
                  <a:pt x="2258188" y="85071"/>
                </a:lnTo>
                <a:lnTo>
                  <a:pt x="2258694" y="85792"/>
                </a:lnTo>
                <a:lnTo>
                  <a:pt x="2259174" y="86537"/>
                </a:lnTo>
                <a:lnTo>
                  <a:pt x="2259629" y="87308"/>
                </a:lnTo>
                <a:lnTo>
                  <a:pt x="2260058" y="88103"/>
                </a:lnTo>
                <a:lnTo>
                  <a:pt x="2260462" y="88923"/>
                </a:lnTo>
                <a:lnTo>
                  <a:pt x="2260840" y="89768"/>
                </a:lnTo>
                <a:lnTo>
                  <a:pt x="2261192" y="90637"/>
                </a:lnTo>
                <a:lnTo>
                  <a:pt x="2261519" y="91532"/>
                </a:lnTo>
                <a:lnTo>
                  <a:pt x="2261821" y="92451"/>
                </a:lnTo>
                <a:lnTo>
                  <a:pt x="2262097" y="93395"/>
                </a:lnTo>
                <a:lnTo>
                  <a:pt x="2262348" y="94364"/>
                </a:lnTo>
                <a:lnTo>
                  <a:pt x="2262573" y="95357"/>
                </a:lnTo>
                <a:lnTo>
                  <a:pt x="2262772" y="96376"/>
                </a:lnTo>
                <a:lnTo>
                  <a:pt x="2262946" y="97419"/>
                </a:lnTo>
                <a:lnTo>
                  <a:pt x="2263095" y="98487"/>
                </a:lnTo>
                <a:lnTo>
                  <a:pt x="2263218" y="99580"/>
                </a:lnTo>
                <a:lnTo>
                  <a:pt x="2263315" y="100698"/>
                </a:lnTo>
                <a:lnTo>
                  <a:pt x="2263387" y="101840"/>
                </a:lnTo>
                <a:lnTo>
                  <a:pt x="2263434" y="103008"/>
                </a:lnTo>
                <a:lnTo>
                  <a:pt x="2206402" y="103008"/>
                </a:lnTo>
                <a:lnTo>
                  <a:pt x="2206482" y="101874"/>
                </a:lnTo>
                <a:lnTo>
                  <a:pt x="2206586" y="100762"/>
                </a:lnTo>
                <a:lnTo>
                  <a:pt x="2206715" y="99674"/>
                </a:lnTo>
                <a:lnTo>
                  <a:pt x="2206868" y="98608"/>
                </a:lnTo>
                <a:lnTo>
                  <a:pt x="2207046" y="97564"/>
                </a:lnTo>
                <a:close/>
                <a:moveTo>
                  <a:pt x="1912460" y="187392"/>
                </a:moveTo>
                <a:lnTo>
                  <a:pt x="1913779" y="187266"/>
                </a:lnTo>
                <a:lnTo>
                  <a:pt x="1915078" y="187117"/>
                </a:lnTo>
                <a:lnTo>
                  <a:pt x="1916358" y="186945"/>
                </a:lnTo>
                <a:lnTo>
                  <a:pt x="1917617" y="186750"/>
                </a:lnTo>
                <a:lnTo>
                  <a:pt x="1918857" y="186532"/>
                </a:lnTo>
                <a:lnTo>
                  <a:pt x="1920078" y="186291"/>
                </a:lnTo>
                <a:lnTo>
                  <a:pt x="1921279" y="186027"/>
                </a:lnTo>
                <a:lnTo>
                  <a:pt x="1922460" y="185740"/>
                </a:lnTo>
                <a:lnTo>
                  <a:pt x="1923621" y="185431"/>
                </a:lnTo>
                <a:lnTo>
                  <a:pt x="1924763" y="185098"/>
                </a:lnTo>
                <a:lnTo>
                  <a:pt x="1925885" y="184743"/>
                </a:lnTo>
                <a:lnTo>
                  <a:pt x="1926988" y="184364"/>
                </a:lnTo>
                <a:lnTo>
                  <a:pt x="1928071" y="183963"/>
                </a:lnTo>
                <a:lnTo>
                  <a:pt x="1929134" y="183538"/>
                </a:lnTo>
                <a:lnTo>
                  <a:pt x="1930177" y="183091"/>
                </a:lnTo>
                <a:lnTo>
                  <a:pt x="1931201" y="182621"/>
                </a:lnTo>
                <a:lnTo>
                  <a:pt x="1932205" y="182128"/>
                </a:lnTo>
                <a:lnTo>
                  <a:pt x="1933190" y="181611"/>
                </a:lnTo>
                <a:lnTo>
                  <a:pt x="1934155" y="181072"/>
                </a:lnTo>
                <a:lnTo>
                  <a:pt x="1935101" y="180519"/>
                </a:lnTo>
                <a:lnTo>
                  <a:pt x="1936031" y="179959"/>
                </a:lnTo>
                <a:lnTo>
                  <a:pt x="1936944" y="179393"/>
                </a:lnTo>
                <a:lnTo>
                  <a:pt x="1937840" y="178821"/>
                </a:lnTo>
                <a:lnTo>
                  <a:pt x="1938719" y="178244"/>
                </a:lnTo>
                <a:lnTo>
                  <a:pt x="1939581" y="177660"/>
                </a:lnTo>
                <a:lnTo>
                  <a:pt x="1940427" y="177069"/>
                </a:lnTo>
                <a:lnTo>
                  <a:pt x="1941256" y="176473"/>
                </a:lnTo>
                <a:lnTo>
                  <a:pt x="1942067" y="175871"/>
                </a:lnTo>
                <a:lnTo>
                  <a:pt x="1942862" y="175263"/>
                </a:lnTo>
                <a:lnTo>
                  <a:pt x="1943640" y="174648"/>
                </a:lnTo>
                <a:lnTo>
                  <a:pt x="1944402" y="174028"/>
                </a:lnTo>
                <a:lnTo>
                  <a:pt x="1945146" y="173401"/>
                </a:lnTo>
                <a:lnTo>
                  <a:pt x="1945873" y="172768"/>
                </a:lnTo>
                <a:lnTo>
                  <a:pt x="1946584" y="172130"/>
                </a:lnTo>
                <a:lnTo>
                  <a:pt x="1947278" y="171485"/>
                </a:lnTo>
                <a:lnTo>
                  <a:pt x="1947955" y="170834"/>
                </a:lnTo>
                <a:lnTo>
                  <a:pt x="1948615" y="170177"/>
                </a:lnTo>
                <a:lnTo>
                  <a:pt x="1949258" y="169514"/>
                </a:lnTo>
                <a:lnTo>
                  <a:pt x="1949884" y="168844"/>
                </a:lnTo>
                <a:lnTo>
                  <a:pt x="1950494" y="168169"/>
                </a:lnTo>
                <a:lnTo>
                  <a:pt x="1951087" y="167488"/>
                </a:lnTo>
                <a:lnTo>
                  <a:pt x="1951663" y="166800"/>
                </a:lnTo>
                <a:lnTo>
                  <a:pt x="1952221" y="166107"/>
                </a:lnTo>
                <a:lnTo>
                  <a:pt x="1952761" y="185252"/>
                </a:lnTo>
                <a:lnTo>
                  <a:pt x="1987276" y="185252"/>
                </a:lnTo>
                <a:lnTo>
                  <a:pt x="1987276" y="52043"/>
                </a:lnTo>
                <a:lnTo>
                  <a:pt x="1951547" y="52043"/>
                </a:lnTo>
                <a:lnTo>
                  <a:pt x="1951547" y="141880"/>
                </a:lnTo>
                <a:lnTo>
                  <a:pt x="1951072" y="142462"/>
                </a:lnTo>
                <a:lnTo>
                  <a:pt x="1950590" y="143036"/>
                </a:lnTo>
                <a:lnTo>
                  <a:pt x="1950101" y="143603"/>
                </a:lnTo>
                <a:lnTo>
                  <a:pt x="1949605" y="144163"/>
                </a:lnTo>
                <a:lnTo>
                  <a:pt x="1949103" y="144715"/>
                </a:lnTo>
                <a:lnTo>
                  <a:pt x="1948594" y="145260"/>
                </a:lnTo>
                <a:lnTo>
                  <a:pt x="1948078" y="145798"/>
                </a:lnTo>
                <a:lnTo>
                  <a:pt x="1947555" y="146328"/>
                </a:lnTo>
                <a:lnTo>
                  <a:pt x="1947025" y="146850"/>
                </a:lnTo>
                <a:lnTo>
                  <a:pt x="1946489" y="147366"/>
                </a:lnTo>
                <a:lnTo>
                  <a:pt x="1945946" y="147873"/>
                </a:lnTo>
                <a:lnTo>
                  <a:pt x="1945396" y="148374"/>
                </a:lnTo>
                <a:lnTo>
                  <a:pt x="1944839" y="148867"/>
                </a:lnTo>
                <a:lnTo>
                  <a:pt x="1944276" y="149352"/>
                </a:lnTo>
                <a:lnTo>
                  <a:pt x="1943705" y="149830"/>
                </a:lnTo>
                <a:lnTo>
                  <a:pt x="1943128" y="150301"/>
                </a:lnTo>
                <a:lnTo>
                  <a:pt x="1942544" y="150764"/>
                </a:lnTo>
                <a:lnTo>
                  <a:pt x="1941954" y="151220"/>
                </a:lnTo>
                <a:lnTo>
                  <a:pt x="1941356" y="151668"/>
                </a:lnTo>
                <a:lnTo>
                  <a:pt x="1940752" y="152110"/>
                </a:lnTo>
                <a:lnTo>
                  <a:pt x="1940141" y="152543"/>
                </a:lnTo>
                <a:lnTo>
                  <a:pt x="1939523" y="152969"/>
                </a:lnTo>
                <a:lnTo>
                  <a:pt x="1938898" y="153388"/>
                </a:lnTo>
                <a:lnTo>
                  <a:pt x="1938267" y="153799"/>
                </a:lnTo>
                <a:lnTo>
                  <a:pt x="1937627" y="154199"/>
                </a:lnTo>
                <a:lnTo>
                  <a:pt x="1936975" y="154581"/>
                </a:lnTo>
                <a:lnTo>
                  <a:pt x="1936313" y="154946"/>
                </a:lnTo>
                <a:lnTo>
                  <a:pt x="1935640" y="155294"/>
                </a:lnTo>
                <a:lnTo>
                  <a:pt x="1934955" y="155625"/>
                </a:lnTo>
                <a:lnTo>
                  <a:pt x="1934260" y="155940"/>
                </a:lnTo>
                <a:lnTo>
                  <a:pt x="1933554" y="156237"/>
                </a:lnTo>
                <a:lnTo>
                  <a:pt x="1932836" y="156517"/>
                </a:lnTo>
                <a:lnTo>
                  <a:pt x="1932108" y="156780"/>
                </a:lnTo>
                <a:lnTo>
                  <a:pt x="1931369" y="157027"/>
                </a:lnTo>
                <a:lnTo>
                  <a:pt x="1930618" y="157256"/>
                </a:lnTo>
                <a:lnTo>
                  <a:pt x="1929857" y="157468"/>
                </a:lnTo>
                <a:lnTo>
                  <a:pt x="1929085" y="157664"/>
                </a:lnTo>
                <a:lnTo>
                  <a:pt x="1928301" y="157842"/>
                </a:lnTo>
                <a:lnTo>
                  <a:pt x="1927507" y="158003"/>
                </a:lnTo>
                <a:lnTo>
                  <a:pt x="1926702" y="158148"/>
                </a:lnTo>
                <a:lnTo>
                  <a:pt x="1925885" y="158275"/>
                </a:lnTo>
                <a:lnTo>
                  <a:pt x="1925058" y="158385"/>
                </a:lnTo>
                <a:lnTo>
                  <a:pt x="1924220" y="158479"/>
                </a:lnTo>
                <a:lnTo>
                  <a:pt x="1923370" y="158555"/>
                </a:lnTo>
                <a:lnTo>
                  <a:pt x="1922510" y="158615"/>
                </a:lnTo>
                <a:lnTo>
                  <a:pt x="1921639" y="158657"/>
                </a:lnTo>
                <a:lnTo>
                  <a:pt x="1920756" y="158683"/>
                </a:lnTo>
                <a:lnTo>
                  <a:pt x="1919863" y="158691"/>
                </a:lnTo>
                <a:lnTo>
                  <a:pt x="1919250" y="158686"/>
                </a:lnTo>
                <a:lnTo>
                  <a:pt x="1918647" y="158671"/>
                </a:lnTo>
                <a:lnTo>
                  <a:pt x="1918054" y="158646"/>
                </a:lnTo>
                <a:lnTo>
                  <a:pt x="1917472" y="158611"/>
                </a:lnTo>
                <a:lnTo>
                  <a:pt x="1916899" y="158565"/>
                </a:lnTo>
                <a:lnTo>
                  <a:pt x="1916337" y="158510"/>
                </a:lnTo>
                <a:lnTo>
                  <a:pt x="1915784" y="158445"/>
                </a:lnTo>
                <a:lnTo>
                  <a:pt x="1915242" y="158369"/>
                </a:lnTo>
                <a:lnTo>
                  <a:pt x="1914709" y="158284"/>
                </a:lnTo>
                <a:lnTo>
                  <a:pt x="1914187" y="158189"/>
                </a:lnTo>
                <a:lnTo>
                  <a:pt x="1913674" y="158083"/>
                </a:lnTo>
                <a:lnTo>
                  <a:pt x="1913172" y="157967"/>
                </a:lnTo>
                <a:lnTo>
                  <a:pt x="1912680" y="157842"/>
                </a:lnTo>
                <a:lnTo>
                  <a:pt x="1912198" y="157706"/>
                </a:lnTo>
                <a:lnTo>
                  <a:pt x="1911726" y="157560"/>
                </a:lnTo>
                <a:lnTo>
                  <a:pt x="1911264" y="157405"/>
                </a:lnTo>
                <a:lnTo>
                  <a:pt x="1910812" y="157239"/>
                </a:lnTo>
                <a:lnTo>
                  <a:pt x="1910370" y="157063"/>
                </a:lnTo>
                <a:lnTo>
                  <a:pt x="1909939" y="156877"/>
                </a:lnTo>
                <a:lnTo>
                  <a:pt x="1909517" y="156681"/>
                </a:lnTo>
                <a:lnTo>
                  <a:pt x="1909105" y="156475"/>
                </a:lnTo>
                <a:lnTo>
                  <a:pt x="1908704" y="156259"/>
                </a:lnTo>
                <a:lnTo>
                  <a:pt x="1908312" y="156033"/>
                </a:lnTo>
                <a:lnTo>
                  <a:pt x="1907931" y="155797"/>
                </a:lnTo>
                <a:lnTo>
                  <a:pt x="1907559" y="155551"/>
                </a:lnTo>
                <a:lnTo>
                  <a:pt x="1907196" y="155297"/>
                </a:lnTo>
                <a:lnTo>
                  <a:pt x="1906842" y="155035"/>
                </a:lnTo>
                <a:lnTo>
                  <a:pt x="1906496" y="154765"/>
                </a:lnTo>
                <a:lnTo>
                  <a:pt x="1906160" y="154486"/>
                </a:lnTo>
                <a:lnTo>
                  <a:pt x="1905833" y="154199"/>
                </a:lnTo>
                <a:lnTo>
                  <a:pt x="1905514" y="153903"/>
                </a:lnTo>
                <a:lnTo>
                  <a:pt x="1905204" y="153599"/>
                </a:lnTo>
                <a:lnTo>
                  <a:pt x="1904904" y="153287"/>
                </a:lnTo>
                <a:lnTo>
                  <a:pt x="1904612" y="152966"/>
                </a:lnTo>
                <a:lnTo>
                  <a:pt x="1904329" y="152637"/>
                </a:lnTo>
                <a:lnTo>
                  <a:pt x="1904055" y="152299"/>
                </a:lnTo>
                <a:lnTo>
                  <a:pt x="1903789" y="151954"/>
                </a:lnTo>
                <a:lnTo>
                  <a:pt x="1903533" y="151599"/>
                </a:lnTo>
                <a:lnTo>
                  <a:pt x="1903286" y="151237"/>
                </a:lnTo>
                <a:lnTo>
                  <a:pt x="1903047" y="150866"/>
                </a:lnTo>
                <a:lnTo>
                  <a:pt x="1902818" y="150487"/>
                </a:lnTo>
                <a:lnTo>
                  <a:pt x="1902597" y="150099"/>
                </a:lnTo>
                <a:lnTo>
                  <a:pt x="1902385" y="149703"/>
                </a:lnTo>
                <a:lnTo>
                  <a:pt x="1902182" y="149299"/>
                </a:lnTo>
                <a:lnTo>
                  <a:pt x="1901988" y="148886"/>
                </a:lnTo>
                <a:lnTo>
                  <a:pt x="1901803" y="148465"/>
                </a:lnTo>
                <a:lnTo>
                  <a:pt x="1901627" y="148035"/>
                </a:lnTo>
                <a:lnTo>
                  <a:pt x="1901459" y="147597"/>
                </a:lnTo>
                <a:lnTo>
                  <a:pt x="1901300" y="147153"/>
                </a:lnTo>
                <a:lnTo>
                  <a:pt x="1901147" y="146702"/>
                </a:lnTo>
                <a:lnTo>
                  <a:pt x="1901001" y="146246"/>
                </a:lnTo>
                <a:lnTo>
                  <a:pt x="1900862" y="145785"/>
                </a:lnTo>
                <a:lnTo>
                  <a:pt x="1900729" y="145318"/>
                </a:lnTo>
                <a:lnTo>
                  <a:pt x="1900604" y="144846"/>
                </a:lnTo>
                <a:lnTo>
                  <a:pt x="1900485" y="144368"/>
                </a:lnTo>
                <a:lnTo>
                  <a:pt x="1900373" y="143885"/>
                </a:lnTo>
                <a:lnTo>
                  <a:pt x="1900268" y="143396"/>
                </a:lnTo>
                <a:lnTo>
                  <a:pt x="1900169" y="142902"/>
                </a:lnTo>
                <a:lnTo>
                  <a:pt x="1900078" y="142402"/>
                </a:lnTo>
                <a:lnTo>
                  <a:pt x="1899993" y="141897"/>
                </a:lnTo>
                <a:lnTo>
                  <a:pt x="1899915" y="141386"/>
                </a:lnTo>
                <a:lnTo>
                  <a:pt x="1899844" y="140870"/>
                </a:lnTo>
                <a:lnTo>
                  <a:pt x="1899779" y="140348"/>
                </a:lnTo>
                <a:lnTo>
                  <a:pt x="1899721" y="139821"/>
                </a:lnTo>
                <a:lnTo>
                  <a:pt x="1899671" y="139288"/>
                </a:lnTo>
                <a:lnTo>
                  <a:pt x="1899626" y="138749"/>
                </a:lnTo>
                <a:lnTo>
                  <a:pt x="1899589" y="138206"/>
                </a:lnTo>
                <a:lnTo>
                  <a:pt x="1899559" y="137656"/>
                </a:lnTo>
                <a:lnTo>
                  <a:pt x="1899535" y="137101"/>
                </a:lnTo>
                <a:lnTo>
                  <a:pt x="1899518" y="136541"/>
                </a:lnTo>
                <a:lnTo>
                  <a:pt x="1899508" y="135975"/>
                </a:lnTo>
                <a:lnTo>
                  <a:pt x="1899504" y="135404"/>
                </a:lnTo>
                <a:lnTo>
                  <a:pt x="1899504" y="52043"/>
                </a:lnTo>
                <a:lnTo>
                  <a:pt x="1863775" y="52043"/>
                </a:lnTo>
                <a:lnTo>
                  <a:pt x="1863775" y="139402"/>
                </a:lnTo>
                <a:lnTo>
                  <a:pt x="1863794" y="141315"/>
                </a:lnTo>
                <a:lnTo>
                  <a:pt x="1863851" y="143192"/>
                </a:lnTo>
                <a:lnTo>
                  <a:pt x="1863946" y="145031"/>
                </a:lnTo>
                <a:lnTo>
                  <a:pt x="1864078" y="146833"/>
                </a:lnTo>
                <a:lnTo>
                  <a:pt x="1864249" y="148599"/>
                </a:lnTo>
                <a:lnTo>
                  <a:pt x="1864458" y="150327"/>
                </a:lnTo>
                <a:lnTo>
                  <a:pt x="1864704" y="152019"/>
                </a:lnTo>
                <a:lnTo>
                  <a:pt x="1864989" y="153673"/>
                </a:lnTo>
                <a:lnTo>
                  <a:pt x="1865311" y="155291"/>
                </a:lnTo>
                <a:lnTo>
                  <a:pt x="1865671" y="156872"/>
                </a:lnTo>
                <a:lnTo>
                  <a:pt x="1866069" y="158416"/>
                </a:lnTo>
                <a:lnTo>
                  <a:pt x="1866505" y="159923"/>
                </a:lnTo>
                <a:lnTo>
                  <a:pt x="1866979" y="161394"/>
                </a:lnTo>
                <a:lnTo>
                  <a:pt x="1867491" y="162827"/>
                </a:lnTo>
                <a:lnTo>
                  <a:pt x="1868041" y="164224"/>
                </a:lnTo>
                <a:lnTo>
                  <a:pt x="1868629" y="165583"/>
                </a:lnTo>
                <a:lnTo>
                  <a:pt x="1869255" y="166906"/>
                </a:lnTo>
                <a:lnTo>
                  <a:pt x="1869918" y="168192"/>
                </a:lnTo>
                <a:lnTo>
                  <a:pt x="1870620" y="169441"/>
                </a:lnTo>
                <a:lnTo>
                  <a:pt x="1871359" y="170653"/>
                </a:lnTo>
                <a:lnTo>
                  <a:pt x="1872137" y="171828"/>
                </a:lnTo>
                <a:lnTo>
                  <a:pt x="1872952" y="172966"/>
                </a:lnTo>
                <a:lnTo>
                  <a:pt x="1873805" y="174067"/>
                </a:lnTo>
                <a:lnTo>
                  <a:pt x="1874696" y="175132"/>
                </a:lnTo>
                <a:lnTo>
                  <a:pt x="1875622" y="176155"/>
                </a:lnTo>
                <a:lnTo>
                  <a:pt x="1876579" y="177136"/>
                </a:lnTo>
                <a:lnTo>
                  <a:pt x="1877567" y="178072"/>
                </a:lnTo>
                <a:lnTo>
                  <a:pt x="1878587" y="178965"/>
                </a:lnTo>
                <a:lnTo>
                  <a:pt x="1879639" y="179815"/>
                </a:lnTo>
                <a:lnTo>
                  <a:pt x="1880721" y="180621"/>
                </a:lnTo>
                <a:lnTo>
                  <a:pt x="1881835" y="181383"/>
                </a:lnTo>
                <a:lnTo>
                  <a:pt x="1882980" y="182102"/>
                </a:lnTo>
                <a:lnTo>
                  <a:pt x="1884157" y="182778"/>
                </a:lnTo>
                <a:lnTo>
                  <a:pt x="1885365" y="183409"/>
                </a:lnTo>
                <a:lnTo>
                  <a:pt x="1886605" y="183997"/>
                </a:lnTo>
                <a:lnTo>
                  <a:pt x="1887875" y="184542"/>
                </a:lnTo>
                <a:lnTo>
                  <a:pt x="1889178" y="185043"/>
                </a:lnTo>
                <a:lnTo>
                  <a:pt x="1890511" y="185500"/>
                </a:lnTo>
                <a:lnTo>
                  <a:pt x="1891876" y="185914"/>
                </a:lnTo>
                <a:lnTo>
                  <a:pt x="1893272" y="186285"/>
                </a:lnTo>
                <a:lnTo>
                  <a:pt x="1894700" y="186611"/>
                </a:lnTo>
                <a:lnTo>
                  <a:pt x="1896159" y="186895"/>
                </a:lnTo>
                <a:lnTo>
                  <a:pt x="1897649" y="187134"/>
                </a:lnTo>
                <a:lnTo>
                  <a:pt x="1899171" y="187330"/>
                </a:lnTo>
                <a:lnTo>
                  <a:pt x="1900724" y="187483"/>
                </a:lnTo>
                <a:lnTo>
                  <a:pt x="1902308" y="187592"/>
                </a:lnTo>
                <a:lnTo>
                  <a:pt x="1903924" y="187657"/>
                </a:lnTo>
                <a:lnTo>
                  <a:pt x="1905571" y="187679"/>
                </a:lnTo>
                <a:lnTo>
                  <a:pt x="1906989" y="187667"/>
                </a:lnTo>
                <a:lnTo>
                  <a:pt x="1908386" y="187633"/>
                </a:lnTo>
                <a:lnTo>
                  <a:pt x="1909764" y="187576"/>
                </a:lnTo>
                <a:lnTo>
                  <a:pt x="1911122" y="187495"/>
                </a:lnTo>
                <a:lnTo>
                  <a:pt x="1912460" y="187392"/>
                </a:lnTo>
                <a:close/>
                <a:moveTo>
                  <a:pt x="174052" y="184974"/>
                </a:moveTo>
                <a:lnTo>
                  <a:pt x="174822" y="184852"/>
                </a:lnTo>
                <a:lnTo>
                  <a:pt x="175577" y="184707"/>
                </a:lnTo>
                <a:lnTo>
                  <a:pt x="176320" y="184540"/>
                </a:lnTo>
                <a:lnTo>
                  <a:pt x="177049" y="184351"/>
                </a:lnTo>
                <a:lnTo>
                  <a:pt x="177765" y="184140"/>
                </a:lnTo>
                <a:lnTo>
                  <a:pt x="178468" y="183907"/>
                </a:lnTo>
                <a:lnTo>
                  <a:pt x="179157" y="183651"/>
                </a:lnTo>
                <a:lnTo>
                  <a:pt x="179833" y="183373"/>
                </a:lnTo>
                <a:lnTo>
                  <a:pt x="180496" y="183073"/>
                </a:lnTo>
                <a:lnTo>
                  <a:pt x="181145" y="182750"/>
                </a:lnTo>
                <a:lnTo>
                  <a:pt x="181781" y="182406"/>
                </a:lnTo>
                <a:lnTo>
                  <a:pt x="182403" y="182039"/>
                </a:lnTo>
                <a:lnTo>
                  <a:pt x="183012" y="181650"/>
                </a:lnTo>
                <a:lnTo>
                  <a:pt x="183608" y="181238"/>
                </a:lnTo>
                <a:lnTo>
                  <a:pt x="184191" y="180805"/>
                </a:lnTo>
                <a:lnTo>
                  <a:pt x="184760" y="180349"/>
                </a:lnTo>
                <a:lnTo>
                  <a:pt x="185316" y="179871"/>
                </a:lnTo>
                <a:lnTo>
                  <a:pt x="185858" y="179370"/>
                </a:lnTo>
                <a:lnTo>
                  <a:pt x="186387" y="178848"/>
                </a:lnTo>
                <a:lnTo>
                  <a:pt x="186899" y="178309"/>
                </a:lnTo>
                <a:lnTo>
                  <a:pt x="187389" y="177761"/>
                </a:lnTo>
                <a:lnTo>
                  <a:pt x="187857" y="177203"/>
                </a:lnTo>
                <a:lnTo>
                  <a:pt x="188303" y="176636"/>
                </a:lnTo>
                <a:lnTo>
                  <a:pt x="188727" y="176059"/>
                </a:lnTo>
                <a:lnTo>
                  <a:pt x="189130" y="175473"/>
                </a:lnTo>
                <a:lnTo>
                  <a:pt x="189511" y="174877"/>
                </a:lnTo>
                <a:lnTo>
                  <a:pt x="189870" y="174271"/>
                </a:lnTo>
                <a:lnTo>
                  <a:pt x="190208" y="173656"/>
                </a:lnTo>
                <a:lnTo>
                  <a:pt x="190523" y="173031"/>
                </a:lnTo>
                <a:lnTo>
                  <a:pt x="190817" y="172396"/>
                </a:lnTo>
                <a:lnTo>
                  <a:pt x="191089" y="171752"/>
                </a:lnTo>
                <a:lnTo>
                  <a:pt x="191340" y="171099"/>
                </a:lnTo>
                <a:lnTo>
                  <a:pt x="191568" y="170436"/>
                </a:lnTo>
                <a:lnTo>
                  <a:pt x="191775" y="169763"/>
                </a:lnTo>
                <a:lnTo>
                  <a:pt x="191960" y="169080"/>
                </a:lnTo>
                <a:lnTo>
                  <a:pt x="192123" y="168388"/>
                </a:lnTo>
                <a:lnTo>
                  <a:pt x="192265" y="167687"/>
                </a:lnTo>
                <a:lnTo>
                  <a:pt x="192384" y="166975"/>
                </a:lnTo>
                <a:lnTo>
                  <a:pt x="192482" y="166255"/>
                </a:lnTo>
                <a:lnTo>
                  <a:pt x="192559" y="165524"/>
                </a:lnTo>
                <a:lnTo>
                  <a:pt x="192613" y="164784"/>
                </a:lnTo>
                <a:lnTo>
                  <a:pt x="192646" y="164034"/>
                </a:lnTo>
                <a:lnTo>
                  <a:pt x="192657" y="163275"/>
                </a:lnTo>
                <a:lnTo>
                  <a:pt x="192646" y="162451"/>
                </a:lnTo>
                <a:lnTo>
                  <a:pt x="192613" y="161640"/>
                </a:lnTo>
                <a:lnTo>
                  <a:pt x="192559" y="160844"/>
                </a:lnTo>
                <a:lnTo>
                  <a:pt x="192482" y="160062"/>
                </a:lnTo>
                <a:lnTo>
                  <a:pt x="192384" y="159294"/>
                </a:lnTo>
                <a:lnTo>
                  <a:pt x="192265" y="158539"/>
                </a:lnTo>
                <a:lnTo>
                  <a:pt x="192123" y="157799"/>
                </a:lnTo>
                <a:lnTo>
                  <a:pt x="191960" y="157073"/>
                </a:lnTo>
                <a:lnTo>
                  <a:pt x="191775" y="156361"/>
                </a:lnTo>
                <a:lnTo>
                  <a:pt x="191568" y="155663"/>
                </a:lnTo>
                <a:lnTo>
                  <a:pt x="191340" y="154979"/>
                </a:lnTo>
                <a:lnTo>
                  <a:pt x="191089" y="154309"/>
                </a:lnTo>
                <a:lnTo>
                  <a:pt x="190817" y="153653"/>
                </a:lnTo>
                <a:lnTo>
                  <a:pt x="190523" y="153012"/>
                </a:lnTo>
                <a:lnTo>
                  <a:pt x="190208" y="152384"/>
                </a:lnTo>
                <a:lnTo>
                  <a:pt x="189870" y="151770"/>
                </a:lnTo>
                <a:lnTo>
                  <a:pt x="189511" y="151170"/>
                </a:lnTo>
                <a:lnTo>
                  <a:pt x="189130" y="150585"/>
                </a:lnTo>
                <a:lnTo>
                  <a:pt x="188727" y="150013"/>
                </a:lnTo>
                <a:lnTo>
                  <a:pt x="188303" y="149455"/>
                </a:lnTo>
                <a:lnTo>
                  <a:pt x="187857" y="148912"/>
                </a:lnTo>
                <a:lnTo>
                  <a:pt x="187389" y="148382"/>
                </a:lnTo>
                <a:lnTo>
                  <a:pt x="186899" y="147867"/>
                </a:lnTo>
                <a:lnTo>
                  <a:pt x="186387" y="147366"/>
                </a:lnTo>
                <a:lnTo>
                  <a:pt x="185858" y="146882"/>
                </a:lnTo>
                <a:lnTo>
                  <a:pt x="185316" y="146418"/>
                </a:lnTo>
                <a:lnTo>
                  <a:pt x="184760" y="145975"/>
                </a:lnTo>
                <a:lnTo>
                  <a:pt x="184191" y="145553"/>
                </a:lnTo>
                <a:lnTo>
                  <a:pt x="183608" y="145151"/>
                </a:lnTo>
                <a:lnTo>
                  <a:pt x="183012" y="144770"/>
                </a:lnTo>
                <a:lnTo>
                  <a:pt x="182403" y="144410"/>
                </a:lnTo>
                <a:lnTo>
                  <a:pt x="181781" y="144070"/>
                </a:lnTo>
                <a:lnTo>
                  <a:pt x="181145" y="143751"/>
                </a:lnTo>
                <a:lnTo>
                  <a:pt x="180496" y="143452"/>
                </a:lnTo>
                <a:lnTo>
                  <a:pt x="179833" y="143174"/>
                </a:lnTo>
                <a:lnTo>
                  <a:pt x="179157" y="142916"/>
                </a:lnTo>
                <a:lnTo>
                  <a:pt x="178468" y="142679"/>
                </a:lnTo>
                <a:lnTo>
                  <a:pt x="177765" y="142463"/>
                </a:lnTo>
                <a:lnTo>
                  <a:pt x="177049" y="142268"/>
                </a:lnTo>
                <a:lnTo>
                  <a:pt x="176320" y="142092"/>
                </a:lnTo>
                <a:lnTo>
                  <a:pt x="175577" y="141938"/>
                </a:lnTo>
                <a:lnTo>
                  <a:pt x="174822" y="141804"/>
                </a:lnTo>
                <a:lnTo>
                  <a:pt x="174052" y="141691"/>
                </a:lnTo>
                <a:lnTo>
                  <a:pt x="173270" y="141598"/>
                </a:lnTo>
                <a:lnTo>
                  <a:pt x="172474" y="141526"/>
                </a:lnTo>
                <a:lnTo>
                  <a:pt x="171664" y="141474"/>
                </a:lnTo>
                <a:lnTo>
                  <a:pt x="170842" y="141444"/>
                </a:lnTo>
                <a:lnTo>
                  <a:pt x="170006" y="141433"/>
                </a:lnTo>
                <a:lnTo>
                  <a:pt x="169147" y="141444"/>
                </a:lnTo>
                <a:lnTo>
                  <a:pt x="168303" y="141474"/>
                </a:lnTo>
                <a:lnTo>
                  <a:pt x="167472" y="141526"/>
                </a:lnTo>
                <a:lnTo>
                  <a:pt x="166656" y="141598"/>
                </a:lnTo>
                <a:lnTo>
                  <a:pt x="165853" y="141691"/>
                </a:lnTo>
                <a:lnTo>
                  <a:pt x="165063" y="141804"/>
                </a:lnTo>
                <a:lnTo>
                  <a:pt x="164288" y="141938"/>
                </a:lnTo>
                <a:lnTo>
                  <a:pt x="163527" y="142092"/>
                </a:lnTo>
                <a:lnTo>
                  <a:pt x="162779" y="142268"/>
                </a:lnTo>
                <a:lnTo>
                  <a:pt x="162045" y="142463"/>
                </a:lnTo>
                <a:lnTo>
                  <a:pt x="161325" y="142679"/>
                </a:lnTo>
                <a:lnTo>
                  <a:pt x="160618" y="142916"/>
                </a:lnTo>
                <a:lnTo>
                  <a:pt x="159926" y="143174"/>
                </a:lnTo>
                <a:lnTo>
                  <a:pt x="159247" y="143452"/>
                </a:lnTo>
                <a:lnTo>
                  <a:pt x="158582" y="143751"/>
                </a:lnTo>
                <a:lnTo>
                  <a:pt x="157931" y="144070"/>
                </a:lnTo>
                <a:lnTo>
                  <a:pt x="157294" y="144410"/>
                </a:lnTo>
                <a:lnTo>
                  <a:pt x="156670" y="144770"/>
                </a:lnTo>
                <a:lnTo>
                  <a:pt x="156061" y="145151"/>
                </a:lnTo>
                <a:lnTo>
                  <a:pt x="155465" y="145553"/>
                </a:lnTo>
                <a:lnTo>
                  <a:pt x="154883" y="145975"/>
                </a:lnTo>
                <a:lnTo>
                  <a:pt x="154315" y="146418"/>
                </a:lnTo>
                <a:lnTo>
                  <a:pt x="153760" y="146882"/>
                </a:lnTo>
                <a:lnTo>
                  <a:pt x="153220" y="147366"/>
                </a:lnTo>
                <a:lnTo>
                  <a:pt x="152697" y="147867"/>
                </a:lnTo>
                <a:lnTo>
                  <a:pt x="152197" y="148382"/>
                </a:lnTo>
                <a:lnTo>
                  <a:pt x="151719" y="148912"/>
                </a:lnTo>
                <a:lnTo>
                  <a:pt x="151263" y="149455"/>
                </a:lnTo>
                <a:lnTo>
                  <a:pt x="150829" y="150013"/>
                </a:lnTo>
                <a:lnTo>
                  <a:pt x="150418" y="150585"/>
                </a:lnTo>
                <a:lnTo>
                  <a:pt x="150029" y="151170"/>
                </a:lnTo>
                <a:lnTo>
                  <a:pt x="149662" y="151770"/>
                </a:lnTo>
                <a:lnTo>
                  <a:pt x="149317" y="152384"/>
                </a:lnTo>
                <a:lnTo>
                  <a:pt x="148995" y="153012"/>
                </a:lnTo>
                <a:lnTo>
                  <a:pt x="148695" y="153653"/>
                </a:lnTo>
                <a:lnTo>
                  <a:pt x="148417" y="154309"/>
                </a:lnTo>
                <a:lnTo>
                  <a:pt x="148161" y="154979"/>
                </a:lnTo>
                <a:lnTo>
                  <a:pt x="147927" y="155663"/>
                </a:lnTo>
                <a:lnTo>
                  <a:pt x="147716" y="156361"/>
                </a:lnTo>
                <a:lnTo>
                  <a:pt x="147527" y="157073"/>
                </a:lnTo>
                <a:lnTo>
                  <a:pt x="147360" y="157799"/>
                </a:lnTo>
                <a:lnTo>
                  <a:pt x="147216" y="158539"/>
                </a:lnTo>
                <a:lnTo>
                  <a:pt x="147093" y="159294"/>
                </a:lnTo>
                <a:lnTo>
                  <a:pt x="146993" y="160062"/>
                </a:lnTo>
                <a:lnTo>
                  <a:pt x="146916" y="160844"/>
                </a:lnTo>
                <a:lnTo>
                  <a:pt x="146860" y="161640"/>
                </a:lnTo>
                <a:lnTo>
                  <a:pt x="146827" y="162451"/>
                </a:lnTo>
                <a:lnTo>
                  <a:pt x="146815" y="163275"/>
                </a:lnTo>
                <a:lnTo>
                  <a:pt x="146827" y="164034"/>
                </a:lnTo>
                <a:lnTo>
                  <a:pt x="146860" y="164784"/>
                </a:lnTo>
                <a:lnTo>
                  <a:pt x="146916" y="165524"/>
                </a:lnTo>
                <a:lnTo>
                  <a:pt x="146993" y="166255"/>
                </a:lnTo>
                <a:lnTo>
                  <a:pt x="147093" y="166975"/>
                </a:lnTo>
                <a:lnTo>
                  <a:pt x="147216" y="167687"/>
                </a:lnTo>
                <a:lnTo>
                  <a:pt x="147360" y="168388"/>
                </a:lnTo>
                <a:lnTo>
                  <a:pt x="147527" y="169080"/>
                </a:lnTo>
                <a:lnTo>
                  <a:pt x="147716" y="169763"/>
                </a:lnTo>
                <a:lnTo>
                  <a:pt x="147927" y="170436"/>
                </a:lnTo>
                <a:lnTo>
                  <a:pt x="148161" y="171099"/>
                </a:lnTo>
                <a:lnTo>
                  <a:pt x="148417" y="171752"/>
                </a:lnTo>
                <a:lnTo>
                  <a:pt x="148695" y="172396"/>
                </a:lnTo>
                <a:lnTo>
                  <a:pt x="148995" y="173031"/>
                </a:lnTo>
                <a:lnTo>
                  <a:pt x="149317" y="173656"/>
                </a:lnTo>
                <a:lnTo>
                  <a:pt x="149662" y="174271"/>
                </a:lnTo>
                <a:lnTo>
                  <a:pt x="150029" y="174877"/>
                </a:lnTo>
                <a:lnTo>
                  <a:pt x="150418" y="175473"/>
                </a:lnTo>
                <a:lnTo>
                  <a:pt x="150829" y="176059"/>
                </a:lnTo>
                <a:lnTo>
                  <a:pt x="151263" y="176636"/>
                </a:lnTo>
                <a:lnTo>
                  <a:pt x="151719" y="177203"/>
                </a:lnTo>
                <a:lnTo>
                  <a:pt x="152197" y="177761"/>
                </a:lnTo>
                <a:lnTo>
                  <a:pt x="152697" y="178309"/>
                </a:lnTo>
                <a:lnTo>
                  <a:pt x="153220" y="178848"/>
                </a:lnTo>
                <a:lnTo>
                  <a:pt x="153760" y="179370"/>
                </a:lnTo>
                <a:lnTo>
                  <a:pt x="154315" y="179871"/>
                </a:lnTo>
                <a:lnTo>
                  <a:pt x="154883" y="180349"/>
                </a:lnTo>
                <a:lnTo>
                  <a:pt x="155465" y="180805"/>
                </a:lnTo>
                <a:lnTo>
                  <a:pt x="156061" y="181238"/>
                </a:lnTo>
                <a:lnTo>
                  <a:pt x="156670" y="181650"/>
                </a:lnTo>
                <a:lnTo>
                  <a:pt x="157294" y="182039"/>
                </a:lnTo>
                <a:lnTo>
                  <a:pt x="157931" y="182406"/>
                </a:lnTo>
                <a:lnTo>
                  <a:pt x="158582" y="182750"/>
                </a:lnTo>
                <a:lnTo>
                  <a:pt x="159247" y="183073"/>
                </a:lnTo>
                <a:lnTo>
                  <a:pt x="159926" y="183373"/>
                </a:lnTo>
                <a:lnTo>
                  <a:pt x="160618" y="183651"/>
                </a:lnTo>
                <a:lnTo>
                  <a:pt x="161325" y="183907"/>
                </a:lnTo>
                <a:lnTo>
                  <a:pt x="162045" y="184140"/>
                </a:lnTo>
                <a:lnTo>
                  <a:pt x="162779" y="184351"/>
                </a:lnTo>
                <a:lnTo>
                  <a:pt x="163527" y="184540"/>
                </a:lnTo>
                <a:lnTo>
                  <a:pt x="164288" y="184707"/>
                </a:lnTo>
                <a:lnTo>
                  <a:pt x="165063" y="184852"/>
                </a:lnTo>
                <a:lnTo>
                  <a:pt x="165853" y="184974"/>
                </a:lnTo>
                <a:lnTo>
                  <a:pt x="166656" y="185074"/>
                </a:lnTo>
                <a:lnTo>
                  <a:pt x="167472" y="185152"/>
                </a:lnTo>
                <a:lnTo>
                  <a:pt x="168303" y="185207"/>
                </a:lnTo>
                <a:lnTo>
                  <a:pt x="169147" y="185241"/>
                </a:lnTo>
                <a:lnTo>
                  <a:pt x="170006" y="185252"/>
                </a:lnTo>
                <a:lnTo>
                  <a:pt x="170842" y="185241"/>
                </a:lnTo>
                <a:lnTo>
                  <a:pt x="171664" y="185207"/>
                </a:lnTo>
                <a:lnTo>
                  <a:pt x="172474" y="185152"/>
                </a:lnTo>
                <a:lnTo>
                  <a:pt x="173270" y="185074"/>
                </a:lnTo>
                <a:lnTo>
                  <a:pt x="174052" y="184974"/>
                </a:lnTo>
                <a:close/>
                <a:moveTo>
                  <a:pt x="2814600" y="34569"/>
                </a:moveTo>
                <a:lnTo>
                  <a:pt x="2815332" y="34474"/>
                </a:lnTo>
                <a:lnTo>
                  <a:pt x="2816047" y="34361"/>
                </a:lnTo>
                <a:lnTo>
                  <a:pt x="2816746" y="34231"/>
                </a:lnTo>
                <a:lnTo>
                  <a:pt x="2817429" y="34084"/>
                </a:lnTo>
                <a:lnTo>
                  <a:pt x="2818096" y="33919"/>
                </a:lnTo>
                <a:lnTo>
                  <a:pt x="2818746" y="33737"/>
                </a:lnTo>
                <a:lnTo>
                  <a:pt x="2819381" y="33538"/>
                </a:lnTo>
                <a:lnTo>
                  <a:pt x="2819999" y="33322"/>
                </a:lnTo>
                <a:lnTo>
                  <a:pt x="2820601" y="33088"/>
                </a:lnTo>
                <a:lnTo>
                  <a:pt x="2821187" y="32837"/>
                </a:lnTo>
                <a:lnTo>
                  <a:pt x="2821757" y="32568"/>
                </a:lnTo>
                <a:lnTo>
                  <a:pt x="2822311" y="32282"/>
                </a:lnTo>
                <a:lnTo>
                  <a:pt x="2822848" y="31979"/>
                </a:lnTo>
                <a:lnTo>
                  <a:pt x="2823370" y="31659"/>
                </a:lnTo>
                <a:lnTo>
                  <a:pt x="2823875" y="31321"/>
                </a:lnTo>
                <a:lnTo>
                  <a:pt x="2824364" y="30966"/>
                </a:lnTo>
                <a:lnTo>
                  <a:pt x="2824837" y="30594"/>
                </a:lnTo>
                <a:lnTo>
                  <a:pt x="2825294" y="30204"/>
                </a:lnTo>
                <a:lnTo>
                  <a:pt x="2825735" y="29797"/>
                </a:lnTo>
                <a:lnTo>
                  <a:pt x="2826158" y="29377"/>
                </a:lnTo>
                <a:lnTo>
                  <a:pt x="2826564" y="28948"/>
                </a:lnTo>
                <a:lnTo>
                  <a:pt x="2826951" y="28512"/>
                </a:lnTo>
                <a:lnTo>
                  <a:pt x="2827321" y="28066"/>
                </a:lnTo>
                <a:lnTo>
                  <a:pt x="2827672" y="27613"/>
                </a:lnTo>
                <a:lnTo>
                  <a:pt x="2828006" y="27151"/>
                </a:lnTo>
                <a:lnTo>
                  <a:pt x="2828321" y="26680"/>
                </a:lnTo>
                <a:lnTo>
                  <a:pt x="2828618" y="26201"/>
                </a:lnTo>
                <a:lnTo>
                  <a:pt x="2828898" y="25714"/>
                </a:lnTo>
                <a:lnTo>
                  <a:pt x="2829159" y="25218"/>
                </a:lnTo>
                <a:lnTo>
                  <a:pt x="2829402" y="24714"/>
                </a:lnTo>
                <a:lnTo>
                  <a:pt x="2829628" y="24201"/>
                </a:lnTo>
                <a:lnTo>
                  <a:pt x="2829835" y="23680"/>
                </a:lnTo>
                <a:lnTo>
                  <a:pt x="2830024" y="23151"/>
                </a:lnTo>
                <a:lnTo>
                  <a:pt x="2830195" y="22613"/>
                </a:lnTo>
                <a:lnTo>
                  <a:pt x="2830349" y="22067"/>
                </a:lnTo>
                <a:lnTo>
                  <a:pt x="2830484" y="21512"/>
                </a:lnTo>
                <a:lnTo>
                  <a:pt x="2830601" y="20949"/>
                </a:lnTo>
                <a:lnTo>
                  <a:pt x="2830700" y="20377"/>
                </a:lnTo>
                <a:lnTo>
                  <a:pt x="2830781" y="19797"/>
                </a:lnTo>
                <a:lnTo>
                  <a:pt x="2830844" y="19209"/>
                </a:lnTo>
                <a:lnTo>
                  <a:pt x="2830889" y="18612"/>
                </a:lnTo>
                <a:lnTo>
                  <a:pt x="2830916" y="18006"/>
                </a:lnTo>
                <a:lnTo>
                  <a:pt x="2830925" y="17393"/>
                </a:lnTo>
                <a:lnTo>
                  <a:pt x="2830916" y="16768"/>
                </a:lnTo>
                <a:lnTo>
                  <a:pt x="2830889" y="16153"/>
                </a:lnTo>
                <a:lnTo>
                  <a:pt x="2830844" y="15546"/>
                </a:lnTo>
                <a:lnTo>
                  <a:pt x="2830781" y="14949"/>
                </a:lnTo>
                <a:lnTo>
                  <a:pt x="2830700" y="14361"/>
                </a:lnTo>
                <a:lnTo>
                  <a:pt x="2830601" y="13782"/>
                </a:lnTo>
                <a:lnTo>
                  <a:pt x="2830484" y="13212"/>
                </a:lnTo>
                <a:lnTo>
                  <a:pt x="2830349" y="12651"/>
                </a:lnTo>
                <a:lnTo>
                  <a:pt x="2830195" y="12100"/>
                </a:lnTo>
                <a:lnTo>
                  <a:pt x="2830024" y="11557"/>
                </a:lnTo>
                <a:lnTo>
                  <a:pt x="2829835" y="11024"/>
                </a:lnTo>
                <a:lnTo>
                  <a:pt x="2829628" y="10500"/>
                </a:lnTo>
                <a:lnTo>
                  <a:pt x="2829402" y="9985"/>
                </a:lnTo>
                <a:lnTo>
                  <a:pt x="2829159" y="9479"/>
                </a:lnTo>
                <a:lnTo>
                  <a:pt x="2828898" y="8982"/>
                </a:lnTo>
                <a:lnTo>
                  <a:pt x="2828618" y="8494"/>
                </a:lnTo>
                <a:lnTo>
                  <a:pt x="2828321" y="8016"/>
                </a:lnTo>
                <a:lnTo>
                  <a:pt x="2828006" y="7546"/>
                </a:lnTo>
                <a:lnTo>
                  <a:pt x="2827672" y="7086"/>
                </a:lnTo>
                <a:lnTo>
                  <a:pt x="2827321" y="6635"/>
                </a:lnTo>
                <a:lnTo>
                  <a:pt x="2826951" y="6193"/>
                </a:lnTo>
                <a:lnTo>
                  <a:pt x="2826564" y="5760"/>
                </a:lnTo>
                <a:lnTo>
                  <a:pt x="2826158" y="5336"/>
                </a:lnTo>
                <a:lnTo>
                  <a:pt x="2825735" y="4921"/>
                </a:lnTo>
                <a:lnTo>
                  <a:pt x="2825294" y="4520"/>
                </a:lnTo>
                <a:lnTo>
                  <a:pt x="2824837" y="4135"/>
                </a:lnTo>
                <a:lnTo>
                  <a:pt x="2824364" y="3768"/>
                </a:lnTo>
                <a:lnTo>
                  <a:pt x="2823875" y="3417"/>
                </a:lnTo>
                <a:lnTo>
                  <a:pt x="2823370" y="3084"/>
                </a:lnTo>
                <a:lnTo>
                  <a:pt x="2822848" y="2768"/>
                </a:lnTo>
                <a:lnTo>
                  <a:pt x="2822311" y="2469"/>
                </a:lnTo>
                <a:lnTo>
                  <a:pt x="2821757" y="2187"/>
                </a:lnTo>
                <a:lnTo>
                  <a:pt x="2821187" y="1922"/>
                </a:lnTo>
                <a:lnTo>
                  <a:pt x="2820601" y="1675"/>
                </a:lnTo>
                <a:lnTo>
                  <a:pt x="2819999" y="1444"/>
                </a:lnTo>
                <a:lnTo>
                  <a:pt x="2819381" y="1230"/>
                </a:lnTo>
                <a:lnTo>
                  <a:pt x="2818746" y="1034"/>
                </a:lnTo>
                <a:lnTo>
                  <a:pt x="2818096" y="854"/>
                </a:lnTo>
                <a:lnTo>
                  <a:pt x="2817429" y="692"/>
                </a:lnTo>
                <a:lnTo>
                  <a:pt x="2816746" y="547"/>
                </a:lnTo>
                <a:lnTo>
                  <a:pt x="2816047" y="419"/>
                </a:lnTo>
                <a:lnTo>
                  <a:pt x="2815332" y="308"/>
                </a:lnTo>
                <a:lnTo>
                  <a:pt x="2814600" y="214"/>
                </a:lnTo>
                <a:lnTo>
                  <a:pt x="2813853" y="137"/>
                </a:lnTo>
                <a:lnTo>
                  <a:pt x="2813089" y="77"/>
                </a:lnTo>
                <a:lnTo>
                  <a:pt x="2812309" y="34"/>
                </a:lnTo>
                <a:lnTo>
                  <a:pt x="2811513" y="9"/>
                </a:lnTo>
                <a:lnTo>
                  <a:pt x="2810701" y="0"/>
                </a:lnTo>
                <a:lnTo>
                  <a:pt x="2809889" y="9"/>
                </a:lnTo>
                <a:lnTo>
                  <a:pt x="2809093" y="34"/>
                </a:lnTo>
                <a:lnTo>
                  <a:pt x="2808313" y="77"/>
                </a:lnTo>
                <a:lnTo>
                  <a:pt x="2807550" y="137"/>
                </a:lnTo>
                <a:lnTo>
                  <a:pt x="2806802" y="214"/>
                </a:lnTo>
                <a:lnTo>
                  <a:pt x="2806071" y="308"/>
                </a:lnTo>
                <a:lnTo>
                  <a:pt x="2805356" y="419"/>
                </a:lnTo>
                <a:lnTo>
                  <a:pt x="2804657" y="547"/>
                </a:lnTo>
                <a:lnTo>
                  <a:pt x="2803974" y="692"/>
                </a:lnTo>
                <a:lnTo>
                  <a:pt x="2803307" y="854"/>
                </a:lnTo>
                <a:lnTo>
                  <a:pt x="2802656" y="1034"/>
                </a:lnTo>
                <a:lnTo>
                  <a:pt x="2802022" y="1230"/>
                </a:lnTo>
                <a:lnTo>
                  <a:pt x="2801404" y="1444"/>
                </a:lnTo>
                <a:lnTo>
                  <a:pt x="2800801" y="1675"/>
                </a:lnTo>
                <a:lnTo>
                  <a:pt x="2800215" y="1922"/>
                </a:lnTo>
                <a:lnTo>
                  <a:pt x="2799646" y="2187"/>
                </a:lnTo>
                <a:lnTo>
                  <a:pt x="2799092" y="2469"/>
                </a:lnTo>
                <a:lnTo>
                  <a:pt x="2798554" y="2768"/>
                </a:lnTo>
                <a:lnTo>
                  <a:pt x="2798033" y="3084"/>
                </a:lnTo>
                <a:lnTo>
                  <a:pt x="2797528" y="3417"/>
                </a:lnTo>
                <a:lnTo>
                  <a:pt x="2797039" y="3768"/>
                </a:lnTo>
                <a:lnTo>
                  <a:pt x="2796566" y="4135"/>
                </a:lnTo>
                <a:lnTo>
                  <a:pt x="2796109" y="4520"/>
                </a:lnTo>
                <a:lnTo>
                  <a:pt x="2795668" y="4921"/>
                </a:lnTo>
                <a:lnTo>
                  <a:pt x="2795245" y="5336"/>
                </a:lnTo>
                <a:lnTo>
                  <a:pt x="2794839" y="5760"/>
                </a:lnTo>
                <a:lnTo>
                  <a:pt x="2794452" y="6193"/>
                </a:lnTo>
                <a:lnTo>
                  <a:pt x="2794082" y="6635"/>
                </a:lnTo>
                <a:lnTo>
                  <a:pt x="2793731" y="7086"/>
                </a:lnTo>
                <a:lnTo>
                  <a:pt x="2793397" y="7546"/>
                </a:lnTo>
                <a:lnTo>
                  <a:pt x="2793082" y="8016"/>
                </a:lnTo>
                <a:lnTo>
                  <a:pt x="2792784" y="8494"/>
                </a:lnTo>
                <a:lnTo>
                  <a:pt x="2792505" y="8982"/>
                </a:lnTo>
                <a:lnTo>
                  <a:pt x="2792244" y="9479"/>
                </a:lnTo>
                <a:lnTo>
                  <a:pt x="2792000" y="9985"/>
                </a:lnTo>
                <a:lnTo>
                  <a:pt x="2791775" y="10500"/>
                </a:lnTo>
                <a:lnTo>
                  <a:pt x="2791568" y="11024"/>
                </a:lnTo>
                <a:lnTo>
                  <a:pt x="2791379" y="11557"/>
                </a:lnTo>
                <a:lnTo>
                  <a:pt x="2791207" y="12100"/>
                </a:lnTo>
                <a:lnTo>
                  <a:pt x="2791054" y="12651"/>
                </a:lnTo>
                <a:lnTo>
                  <a:pt x="2790919" y="13212"/>
                </a:lnTo>
                <a:lnTo>
                  <a:pt x="2790802" y="13782"/>
                </a:lnTo>
                <a:lnTo>
                  <a:pt x="2790703" y="14361"/>
                </a:lnTo>
                <a:lnTo>
                  <a:pt x="2790622" y="14949"/>
                </a:lnTo>
                <a:lnTo>
                  <a:pt x="2790558" y="15546"/>
                </a:lnTo>
                <a:lnTo>
                  <a:pt x="2790513" y="16153"/>
                </a:lnTo>
                <a:lnTo>
                  <a:pt x="2790486" y="16768"/>
                </a:lnTo>
                <a:lnTo>
                  <a:pt x="2790477" y="17393"/>
                </a:lnTo>
                <a:lnTo>
                  <a:pt x="2790486" y="18006"/>
                </a:lnTo>
                <a:lnTo>
                  <a:pt x="2790513" y="18612"/>
                </a:lnTo>
                <a:lnTo>
                  <a:pt x="2790558" y="19209"/>
                </a:lnTo>
                <a:lnTo>
                  <a:pt x="2790622" y="19797"/>
                </a:lnTo>
                <a:lnTo>
                  <a:pt x="2790703" y="20377"/>
                </a:lnTo>
                <a:lnTo>
                  <a:pt x="2790802" y="20949"/>
                </a:lnTo>
                <a:lnTo>
                  <a:pt x="2790919" y="21512"/>
                </a:lnTo>
                <a:lnTo>
                  <a:pt x="2791054" y="22067"/>
                </a:lnTo>
                <a:lnTo>
                  <a:pt x="2791207" y="22613"/>
                </a:lnTo>
                <a:lnTo>
                  <a:pt x="2791379" y="23151"/>
                </a:lnTo>
                <a:lnTo>
                  <a:pt x="2791568" y="23680"/>
                </a:lnTo>
                <a:lnTo>
                  <a:pt x="2791775" y="24201"/>
                </a:lnTo>
                <a:lnTo>
                  <a:pt x="2792000" y="24714"/>
                </a:lnTo>
                <a:lnTo>
                  <a:pt x="2792244" y="25218"/>
                </a:lnTo>
                <a:lnTo>
                  <a:pt x="2792505" y="25714"/>
                </a:lnTo>
                <a:lnTo>
                  <a:pt x="2792784" y="26201"/>
                </a:lnTo>
                <a:lnTo>
                  <a:pt x="2793082" y="26680"/>
                </a:lnTo>
                <a:lnTo>
                  <a:pt x="2793397" y="27151"/>
                </a:lnTo>
                <a:lnTo>
                  <a:pt x="2793731" y="27613"/>
                </a:lnTo>
                <a:lnTo>
                  <a:pt x="2794082" y="28066"/>
                </a:lnTo>
                <a:lnTo>
                  <a:pt x="2794452" y="28512"/>
                </a:lnTo>
                <a:lnTo>
                  <a:pt x="2794839" y="28948"/>
                </a:lnTo>
                <a:lnTo>
                  <a:pt x="2795245" y="29377"/>
                </a:lnTo>
                <a:lnTo>
                  <a:pt x="2795668" y="29797"/>
                </a:lnTo>
                <a:lnTo>
                  <a:pt x="2796109" y="30204"/>
                </a:lnTo>
                <a:lnTo>
                  <a:pt x="2796566" y="30594"/>
                </a:lnTo>
                <a:lnTo>
                  <a:pt x="2797039" y="30966"/>
                </a:lnTo>
                <a:lnTo>
                  <a:pt x="2797528" y="31321"/>
                </a:lnTo>
                <a:lnTo>
                  <a:pt x="2798033" y="31659"/>
                </a:lnTo>
                <a:lnTo>
                  <a:pt x="2798554" y="31979"/>
                </a:lnTo>
                <a:lnTo>
                  <a:pt x="2799092" y="32282"/>
                </a:lnTo>
                <a:lnTo>
                  <a:pt x="2799646" y="32568"/>
                </a:lnTo>
                <a:lnTo>
                  <a:pt x="2800215" y="32837"/>
                </a:lnTo>
                <a:lnTo>
                  <a:pt x="2800801" y="33088"/>
                </a:lnTo>
                <a:lnTo>
                  <a:pt x="2801404" y="33322"/>
                </a:lnTo>
                <a:lnTo>
                  <a:pt x="2802022" y="33538"/>
                </a:lnTo>
                <a:lnTo>
                  <a:pt x="2802656" y="33737"/>
                </a:lnTo>
                <a:lnTo>
                  <a:pt x="2803307" y="33919"/>
                </a:lnTo>
                <a:lnTo>
                  <a:pt x="2803974" y="34084"/>
                </a:lnTo>
                <a:lnTo>
                  <a:pt x="2804657" y="34231"/>
                </a:lnTo>
                <a:lnTo>
                  <a:pt x="2805356" y="34361"/>
                </a:lnTo>
                <a:lnTo>
                  <a:pt x="2806071" y="34474"/>
                </a:lnTo>
                <a:lnTo>
                  <a:pt x="2806802" y="34569"/>
                </a:lnTo>
                <a:lnTo>
                  <a:pt x="2807550" y="34647"/>
                </a:lnTo>
                <a:lnTo>
                  <a:pt x="2808313" y="34707"/>
                </a:lnTo>
                <a:lnTo>
                  <a:pt x="2809093" y="34751"/>
                </a:lnTo>
                <a:lnTo>
                  <a:pt x="2809889" y="34777"/>
                </a:lnTo>
                <a:lnTo>
                  <a:pt x="2810701" y="34785"/>
                </a:lnTo>
                <a:lnTo>
                  <a:pt x="2811513" y="34777"/>
                </a:lnTo>
                <a:lnTo>
                  <a:pt x="2812309" y="34751"/>
                </a:lnTo>
                <a:lnTo>
                  <a:pt x="2813089" y="34707"/>
                </a:lnTo>
                <a:lnTo>
                  <a:pt x="2813853" y="34647"/>
                </a:lnTo>
                <a:lnTo>
                  <a:pt x="2814600" y="34569"/>
                </a:lnTo>
                <a:close/>
                <a:moveTo>
                  <a:pt x="3181847" y="34569"/>
                </a:moveTo>
                <a:lnTo>
                  <a:pt x="3182579" y="34474"/>
                </a:lnTo>
                <a:lnTo>
                  <a:pt x="3183294" y="34361"/>
                </a:lnTo>
                <a:lnTo>
                  <a:pt x="3183993" y="34231"/>
                </a:lnTo>
                <a:lnTo>
                  <a:pt x="3184676" y="34084"/>
                </a:lnTo>
                <a:lnTo>
                  <a:pt x="3185343" y="33919"/>
                </a:lnTo>
                <a:lnTo>
                  <a:pt x="3185993" y="33737"/>
                </a:lnTo>
                <a:lnTo>
                  <a:pt x="3186628" y="33538"/>
                </a:lnTo>
                <a:lnTo>
                  <a:pt x="3187246" y="33322"/>
                </a:lnTo>
                <a:lnTo>
                  <a:pt x="3187848" y="33088"/>
                </a:lnTo>
                <a:lnTo>
                  <a:pt x="3188434" y="32837"/>
                </a:lnTo>
                <a:lnTo>
                  <a:pt x="3189004" y="32568"/>
                </a:lnTo>
                <a:lnTo>
                  <a:pt x="3189558" y="32282"/>
                </a:lnTo>
                <a:lnTo>
                  <a:pt x="3190095" y="31979"/>
                </a:lnTo>
                <a:lnTo>
                  <a:pt x="3190617" y="31659"/>
                </a:lnTo>
                <a:lnTo>
                  <a:pt x="3191122" y="31321"/>
                </a:lnTo>
                <a:lnTo>
                  <a:pt x="3191611" y="30966"/>
                </a:lnTo>
                <a:lnTo>
                  <a:pt x="3192084" y="30594"/>
                </a:lnTo>
                <a:lnTo>
                  <a:pt x="3192541" y="30204"/>
                </a:lnTo>
                <a:lnTo>
                  <a:pt x="3192981" y="29797"/>
                </a:lnTo>
                <a:lnTo>
                  <a:pt x="3193405" y="29377"/>
                </a:lnTo>
                <a:lnTo>
                  <a:pt x="3193810" y="28948"/>
                </a:lnTo>
                <a:lnTo>
                  <a:pt x="3194198" y="28512"/>
                </a:lnTo>
                <a:lnTo>
                  <a:pt x="3194567" y="28066"/>
                </a:lnTo>
                <a:lnTo>
                  <a:pt x="3194919" y="27613"/>
                </a:lnTo>
                <a:lnTo>
                  <a:pt x="3195252" y="27151"/>
                </a:lnTo>
                <a:lnTo>
                  <a:pt x="3195568" y="26680"/>
                </a:lnTo>
                <a:lnTo>
                  <a:pt x="3195865" y="26201"/>
                </a:lnTo>
                <a:lnTo>
                  <a:pt x="3196144" y="25714"/>
                </a:lnTo>
                <a:lnTo>
                  <a:pt x="3196406" y="25218"/>
                </a:lnTo>
                <a:lnTo>
                  <a:pt x="3196649" y="24714"/>
                </a:lnTo>
                <a:lnTo>
                  <a:pt x="3196874" y="24201"/>
                </a:lnTo>
                <a:lnTo>
                  <a:pt x="3197082" y="23680"/>
                </a:lnTo>
                <a:lnTo>
                  <a:pt x="3197271" y="23151"/>
                </a:lnTo>
                <a:lnTo>
                  <a:pt x="3197442" y="22613"/>
                </a:lnTo>
                <a:lnTo>
                  <a:pt x="3197595" y="22067"/>
                </a:lnTo>
                <a:lnTo>
                  <a:pt x="3197731" y="21512"/>
                </a:lnTo>
                <a:lnTo>
                  <a:pt x="3197848" y="20949"/>
                </a:lnTo>
                <a:lnTo>
                  <a:pt x="3197947" y="20377"/>
                </a:lnTo>
                <a:lnTo>
                  <a:pt x="3198028" y="19797"/>
                </a:lnTo>
                <a:lnTo>
                  <a:pt x="3198091" y="19209"/>
                </a:lnTo>
                <a:lnTo>
                  <a:pt x="3198136" y="18612"/>
                </a:lnTo>
                <a:lnTo>
                  <a:pt x="3198163" y="18006"/>
                </a:lnTo>
                <a:lnTo>
                  <a:pt x="3198172" y="17393"/>
                </a:lnTo>
                <a:lnTo>
                  <a:pt x="3198163" y="16768"/>
                </a:lnTo>
                <a:lnTo>
                  <a:pt x="3198136" y="16153"/>
                </a:lnTo>
                <a:lnTo>
                  <a:pt x="3198091" y="15546"/>
                </a:lnTo>
                <a:lnTo>
                  <a:pt x="3198028" y="14949"/>
                </a:lnTo>
                <a:lnTo>
                  <a:pt x="3197947" y="14361"/>
                </a:lnTo>
                <a:lnTo>
                  <a:pt x="3197848" y="13782"/>
                </a:lnTo>
                <a:lnTo>
                  <a:pt x="3197731" y="13212"/>
                </a:lnTo>
                <a:lnTo>
                  <a:pt x="3197595" y="12651"/>
                </a:lnTo>
                <a:lnTo>
                  <a:pt x="3197442" y="12100"/>
                </a:lnTo>
                <a:lnTo>
                  <a:pt x="3197271" y="11557"/>
                </a:lnTo>
                <a:lnTo>
                  <a:pt x="3197082" y="11024"/>
                </a:lnTo>
                <a:lnTo>
                  <a:pt x="3196874" y="10500"/>
                </a:lnTo>
                <a:lnTo>
                  <a:pt x="3196649" y="9985"/>
                </a:lnTo>
                <a:lnTo>
                  <a:pt x="3196406" y="9479"/>
                </a:lnTo>
                <a:lnTo>
                  <a:pt x="3196144" y="8982"/>
                </a:lnTo>
                <a:lnTo>
                  <a:pt x="3195865" y="8494"/>
                </a:lnTo>
                <a:lnTo>
                  <a:pt x="3195568" y="8016"/>
                </a:lnTo>
                <a:lnTo>
                  <a:pt x="3195252" y="7546"/>
                </a:lnTo>
                <a:lnTo>
                  <a:pt x="3194919" y="7086"/>
                </a:lnTo>
                <a:lnTo>
                  <a:pt x="3194567" y="6635"/>
                </a:lnTo>
                <a:lnTo>
                  <a:pt x="3194198" y="6193"/>
                </a:lnTo>
                <a:lnTo>
                  <a:pt x="3193810" y="5760"/>
                </a:lnTo>
                <a:lnTo>
                  <a:pt x="3193405" y="5336"/>
                </a:lnTo>
                <a:lnTo>
                  <a:pt x="3192981" y="4921"/>
                </a:lnTo>
                <a:lnTo>
                  <a:pt x="3192541" y="4520"/>
                </a:lnTo>
                <a:lnTo>
                  <a:pt x="3192084" y="4135"/>
                </a:lnTo>
                <a:lnTo>
                  <a:pt x="3191611" y="3768"/>
                </a:lnTo>
                <a:lnTo>
                  <a:pt x="3191122" y="3417"/>
                </a:lnTo>
                <a:lnTo>
                  <a:pt x="3190617" y="3084"/>
                </a:lnTo>
                <a:lnTo>
                  <a:pt x="3190095" y="2768"/>
                </a:lnTo>
                <a:lnTo>
                  <a:pt x="3189558" y="2469"/>
                </a:lnTo>
                <a:lnTo>
                  <a:pt x="3189004" y="2187"/>
                </a:lnTo>
                <a:lnTo>
                  <a:pt x="3188434" y="1922"/>
                </a:lnTo>
                <a:lnTo>
                  <a:pt x="3187848" y="1675"/>
                </a:lnTo>
                <a:lnTo>
                  <a:pt x="3187246" y="1444"/>
                </a:lnTo>
                <a:lnTo>
                  <a:pt x="3186628" y="1230"/>
                </a:lnTo>
                <a:lnTo>
                  <a:pt x="3185993" y="1034"/>
                </a:lnTo>
                <a:lnTo>
                  <a:pt x="3185343" y="854"/>
                </a:lnTo>
                <a:lnTo>
                  <a:pt x="3184676" y="692"/>
                </a:lnTo>
                <a:lnTo>
                  <a:pt x="3183993" y="547"/>
                </a:lnTo>
                <a:lnTo>
                  <a:pt x="3183294" y="419"/>
                </a:lnTo>
                <a:lnTo>
                  <a:pt x="3182579" y="308"/>
                </a:lnTo>
                <a:lnTo>
                  <a:pt x="3181847" y="214"/>
                </a:lnTo>
                <a:lnTo>
                  <a:pt x="3181100" y="137"/>
                </a:lnTo>
                <a:lnTo>
                  <a:pt x="3180336" y="77"/>
                </a:lnTo>
                <a:lnTo>
                  <a:pt x="3179556" y="34"/>
                </a:lnTo>
                <a:lnTo>
                  <a:pt x="3178760" y="9"/>
                </a:lnTo>
                <a:lnTo>
                  <a:pt x="3177948" y="0"/>
                </a:lnTo>
                <a:lnTo>
                  <a:pt x="3177136" y="9"/>
                </a:lnTo>
                <a:lnTo>
                  <a:pt x="3176340" y="34"/>
                </a:lnTo>
                <a:lnTo>
                  <a:pt x="3175560" y="77"/>
                </a:lnTo>
                <a:lnTo>
                  <a:pt x="3174797" y="137"/>
                </a:lnTo>
                <a:lnTo>
                  <a:pt x="3174049" y="214"/>
                </a:lnTo>
                <a:lnTo>
                  <a:pt x="3173318" y="308"/>
                </a:lnTo>
                <a:lnTo>
                  <a:pt x="3172602" y="419"/>
                </a:lnTo>
                <a:lnTo>
                  <a:pt x="3171903" y="547"/>
                </a:lnTo>
                <a:lnTo>
                  <a:pt x="3171220" y="692"/>
                </a:lnTo>
                <a:lnTo>
                  <a:pt x="3170554" y="854"/>
                </a:lnTo>
                <a:lnTo>
                  <a:pt x="3169903" y="1034"/>
                </a:lnTo>
                <a:lnTo>
                  <a:pt x="3169269" y="1230"/>
                </a:lnTo>
                <a:lnTo>
                  <a:pt x="3168650" y="1444"/>
                </a:lnTo>
                <a:lnTo>
                  <a:pt x="3168048" y="1675"/>
                </a:lnTo>
                <a:lnTo>
                  <a:pt x="3167462" y="1922"/>
                </a:lnTo>
                <a:lnTo>
                  <a:pt x="3166892" y="2187"/>
                </a:lnTo>
                <a:lnTo>
                  <a:pt x="3166339" y="2469"/>
                </a:lnTo>
                <a:lnTo>
                  <a:pt x="3165801" y="2768"/>
                </a:lnTo>
                <a:lnTo>
                  <a:pt x="3165280" y="3084"/>
                </a:lnTo>
                <a:lnTo>
                  <a:pt x="3164774" y="3417"/>
                </a:lnTo>
                <a:lnTo>
                  <a:pt x="3164285" y="3768"/>
                </a:lnTo>
                <a:lnTo>
                  <a:pt x="3163812" y="4135"/>
                </a:lnTo>
                <a:lnTo>
                  <a:pt x="3163356" y="4520"/>
                </a:lnTo>
                <a:lnTo>
                  <a:pt x="3162915" y="4921"/>
                </a:lnTo>
                <a:lnTo>
                  <a:pt x="3162491" y="5336"/>
                </a:lnTo>
                <a:lnTo>
                  <a:pt x="3162086" y="5760"/>
                </a:lnTo>
                <a:lnTo>
                  <a:pt x="3161698" y="6193"/>
                </a:lnTo>
                <a:lnTo>
                  <a:pt x="3161329" y="6635"/>
                </a:lnTo>
                <a:lnTo>
                  <a:pt x="3160977" y="7086"/>
                </a:lnTo>
                <a:lnTo>
                  <a:pt x="3160644" y="7546"/>
                </a:lnTo>
                <a:lnTo>
                  <a:pt x="3160329" y="8016"/>
                </a:lnTo>
                <a:lnTo>
                  <a:pt x="3160031" y="8494"/>
                </a:lnTo>
                <a:lnTo>
                  <a:pt x="3159752" y="8982"/>
                </a:lnTo>
                <a:lnTo>
                  <a:pt x="3159490" y="9479"/>
                </a:lnTo>
                <a:lnTo>
                  <a:pt x="3159247" y="9985"/>
                </a:lnTo>
                <a:lnTo>
                  <a:pt x="3159022" y="10500"/>
                </a:lnTo>
                <a:lnTo>
                  <a:pt x="3158815" y="11024"/>
                </a:lnTo>
                <a:lnTo>
                  <a:pt x="3158625" y="11557"/>
                </a:lnTo>
                <a:lnTo>
                  <a:pt x="3158454" y="12100"/>
                </a:lnTo>
                <a:lnTo>
                  <a:pt x="3158301" y="12651"/>
                </a:lnTo>
                <a:lnTo>
                  <a:pt x="3158166" y="13212"/>
                </a:lnTo>
                <a:lnTo>
                  <a:pt x="3158049" y="13782"/>
                </a:lnTo>
                <a:lnTo>
                  <a:pt x="3157949" y="14361"/>
                </a:lnTo>
                <a:lnTo>
                  <a:pt x="3157868" y="14949"/>
                </a:lnTo>
                <a:lnTo>
                  <a:pt x="3157805" y="15546"/>
                </a:lnTo>
                <a:lnTo>
                  <a:pt x="3157760" y="16153"/>
                </a:lnTo>
                <a:lnTo>
                  <a:pt x="3157733" y="16768"/>
                </a:lnTo>
                <a:lnTo>
                  <a:pt x="3157724" y="17393"/>
                </a:lnTo>
                <a:lnTo>
                  <a:pt x="3157733" y="18006"/>
                </a:lnTo>
                <a:lnTo>
                  <a:pt x="3157760" y="18612"/>
                </a:lnTo>
                <a:lnTo>
                  <a:pt x="3157805" y="19209"/>
                </a:lnTo>
                <a:lnTo>
                  <a:pt x="3157868" y="19797"/>
                </a:lnTo>
                <a:lnTo>
                  <a:pt x="3157949" y="20377"/>
                </a:lnTo>
                <a:lnTo>
                  <a:pt x="3158049" y="20949"/>
                </a:lnTo>
                <a:lnTo>
                  <a:pt x="3158166" y="21512"/>
                </a:lnTo>
                <a:lnTo>
                  <a:pt x="3158301" y="22067"/>
                </a:lnTo>
                <a:lnTo>
                  <a:pt x="3158454" y="22613"/>
                </a:lnTo>
                <a:lnTo>
                  <a:pt x="3158625" y="23151"/>
                </a:lnTo>
                <a:lnTo>
                  <a:pt x="3158815" y="23680"/>
                </a:lnTo>
                <a:lnTo>
                  <a:pt x="3159022" y="24201"/>
                </a:lnTo>
                <a:lnTo>
                  <a:pt x="3159247" y="24714"/>
                </a:lnTo>
                <a:lnTo>
                  <a:pt x="3159490" y="25218"/>
                </a:lnTo>
                <a:lnTo>
                  <a:pt x="3159752" y="25714"/>
                </a:lnTo>
                <a:lnTo>
                  <a:pt x="3160031" y="26201"/>
                </a:lnTo>
                <a:lnTo>
                  <a:pt x="3160329" y="26680"/>
                </a:lnTo>
                <a:lnTo>
                  <a:pt x="3160644" y="27151"/>
                </a:lnTo>
                <a:lnTo>
                  <a:pt x="3160977" y="27613"/>
                </a:lnTo>
                <a:lnTo>
                  <a:pt x="3161329" y="28066"/>
                </a:lnTo>
                <a:lnTo>
                  <a:pt x="3161698" y="28512"/>
                </a:lnTo>
                <a:lnTo>
                  <a:pt x="3162086" y="28948"/>
                </a:lnTo>
                <a:lnTo>
                  <a:pt x="3162491" y="29377"/>
                </a:lnTo>
                <a:lnTo>
                  <a:pt x="3162915" y="29797"/>
                </a:lnTo>
                <a:lnTo>
                  <a:pt x="3163356" y="30204"/>
                </a:lnTo>
                <a:lnTo>
                  <a:pt x="3163812" y="30594"/>
                </a:lnTo>
                <a:lnTo>
                  <a:pt x="3164285" y="30966"/>
                </a:lnTo>
                <a:lnTo>
                  <a:pt x="3164774" y="31321"/>
                </a:lnTo>
                <a:lnTo>
                  <a:pt x="3165280" y="31659"/>
                </a:lnTo>
                <a:lnTo>
                  <a:pt x="3165801" y="31979"/>
                </a:lnTo>
                <a:lnTo>
                  <a:pt x="3166339" y="32282"/>
                </a:lnTo>
                <a:lnTo>
                  <a:pt x="3166892" y="32568"/>
                </a:lnTo>
                <a:lnTo>
                  <a:pt x="3167462" y="32837"/>
                </a:lnTo>
                <a:lnTo>
                  <a:pt x="3168048" y="33088"/>
                </a:lnTo>
                <a:lnTo>
                  <a:pt x="3168650" y="33322"/>
                </a:lnTo>
                <a:lnTo>
                  <a:pt x="3169269" y="33538"/>
                </a:lnTo>
                <a:lnTo>
                  <a:pt x="3169903" y="33737"/>
                </a:lnTo>
                <a:lnTo>
                  <a:pt x="3170554" y="33919"/>
                </a:lnTo>
                <a:lnTo>
                  <a:pt x="3171220" y="34084"/>
                </a:lnTo>
                <a:lnTo>
                  <a:pt x="3171903" y="34231"/>
                </a:lnTo>
                <a:lnTo>
                  <a:pt x="3172602" y="34361"/>
                </a:lnTo>
                <a:lnTo>
                  <a:pt x="3173318" y="34474"/>
                </a:lnTo>
                <a:lnTo>
                  <a:pt x="3174049" y="34569"/>
                </a:lnTo>
                <a:lnTo>
                  <a:pt x="3174797" y="34647"/>
                </a:lnTo>
                <a:lnTo>
                  <a:pt x="3175560" y="34707"/>
                </a:lnTo>
                <a:lnTo>
                  <a:pt x="3176340" y="34751"/>
                </a:lnTo>
                <a:lnTo>
                  <a:pt x="3177136" y="34777"/>
                </a:lnTo>
                <a:lnTo>
                  <a:pt x="3177948" y="34785"/>
                </a:lnTo>
                <a:lnTo>
                  <a:pt x="3178760" y="34777"/>
                </a:lnTo>
                <a:lnTo>
                  <a:pt x="3179556" y="34751"/>
                </a:lnTo>
                <a:lnTo>
                  <a:pt x="3180336" y="34707"/>
                </a:lnTo>
                <a:lnTo>
                  <a:pt x="3181100" y="34647"/>
                </a:lnTo>
                <a:lnTo>
                  <a:pt x="3181847" y="34569"/>
                </a:lnTo>
                <a:close/>
                <a:moveTo>
                  <a:pt x="3488210" y="64870"/>
                </a:moveTo>
                <a:lnTo>
                  <a:pt x="3488791" y="64514"/>
                </a:lnTo>
                <a:lnTo>
                  <a:pt x="3489386" y="64178"/>
                </a:lnTo>
                <a:lnTo>
                  <a:pt x="3489997" y="63862"/>
                </a:lnTo>
                <a:lnTo>
                  <a:pt x="3490622" y="63567"/>
                </a:lnTo>
                <a:lnTo>
                  <a:pt x="3491263" y="63292"/>
                </a:lnTo>
                <a:lnTo>
                  <a:pt x="3491920" y="63037"/>
                </a:lnTo>
                <a:lnTo>
                  <a:pt x="3492591" y="62803"/>
                </a:lnTo>
                <a:lnTo>
                  <a:pt x="3493278" y="62589"/>
                </a:lnTo>
                <a:lnTo>
                  <a:pt x="3493980" y="62396"/>
                </a:lnTo>
                <a:lnTo>
                  <a:pt x="3494697" y="62223"/>
                </a:lnTo>
                <a:lnTo>
                  <a:pt x="3495425" y="62063"/>
                </a:lnTo>
                <a:lnTo>
                  <a:pt x="3496159" y="61910"/>
                </a:lnTo>
                <a:lnTo>
                  <a:pt x="3496899" y="61764"/>
                </a:lnTo>
                <a:lnTo>
                  <a:pt x="3497646" y="61625"/>
                </a:lnTo>
                <a:lnTo>
                  <a:pt x="3498399" y="61493"/>
                </a:lnTo>
                <a:lnTo>
                  <a:pt x="3499159" y="61367"/>
                </a:lnTo>
                <a:lnTo>
                  <a:pt x="3499924" y="61248"/>
                </a:lnTo>
                <a:lnTo>
                  <a:pt x="3500696" y="61136"/>
                </a:lnTo>
                <a:lnTo>
                  <a:pt x="3501475" y="61031"/>
                </a:lnTo>
                <a:lnTo>
                  <a:pt x="3502260" y="60933"/>
                </a:lnTo>
                <a:lnTo>
                  <a:pt x="3503051" y="60841"/>
                </a:lnTo>
                <a:lnTo>
                  <a:pt x="3503848" y="60756"/>
                </a:lnTo>
                <a:lnTo>
                  <a:pt x="3504652" y="60678"/>
                </a:lnTo>
                <a:lnTo>
                  <a:pt x="3505462" y="60607"/>
                </a:lnTo>
                <a:lnTo>
                  <a:pt x="3506278" y="60542"/>
                </a:lnTo>
                <a:lnTo>
                  <a:pt x="3507101" y="60485"/>
                </a:lnTo>
                <a:lnTo>
                  <a:pt x="3507930" y="60434"/>
                </a:lnTo>
                <a:lnTo>
                  <a:pt x="3508765" y="60390"/>
                </a:lnTo>
                <a:lnTo>
                  <a:pt x="3509607" y="60352"/>
                </a:lnTo>
                <a:lnTo>
                  <a:pt x="3510455" y="60322"/>
                </a:lnTo>
                <a:lnTo>
                  <a:pt x="3511309" y="60298"/>
                </a:lnTo>
                <a:lnTo>
                  <a:pt x="3512169" y="60281"/>
                </a:lnTo>
                <a:lnTo>
                  <a:pt x="3513036" y="60271"/>
                </a:lnTo>
                <a:lnTo>
                  <a:pt x="3513909" y="60268"/>
                </a:lnTo>
                <a:lnTo>
                  <a:pt x="3513909" y="34246"/>
                </a:lnTo>
                <a:lnTo>
                  <a:pt x="3512625" y="34266"/>
                </a:lnTo>
                <a:lnTo>
                  <a:pt x="3511357" y="34303"/>
                </a:lnTo>
                <a:lnTo>
                  <a:pt x="3510104" y="34358"/>
                </a:lnTo>
                <a:lnTo>
                  <a:pt x="3508867" y="34430"/>
                </a:lnTo>
                <a:lnTo>
                  <a:pt x="3507645" y="34519"/>
                </a:lnTo>
                <a:lnTo>
                  <a:pt x="3506439" y="34625"/>
                </a:lnTo>
                <a:lnTo>
                  <a:pt x="3505249" y="34749"/>
                </a:lnTo>
                <a:lnTo>
                  <a:pt x="3504075" y="34890"/>
                </a:lnTo>
                <a:lnTo>
                  <a:pt x="3502916" y="35049"/>
                </a:lnTo>
                <a:lnTo>
                  <a:pt x="3501773" y="35224"/>
                </a:lnTo>
                <a:lnTo>
                  <a:pt x="3500645" y="35418"/>
                </a:lnTo>
                <a:lnTo>
                  <a:pt x="3499534" y="35628"/>
                </a:lnTo>
                <a:lnTo>
                  <a:pt x="3498438" y="35856"/>
                </a:lnTo>
                <a:lnTo>
                  <a:pt x="3497357" y="36101"/>
                </a:lnTo>
                <a:lnTo>
                  <a:pt x="3496292" y="36363"/>
                </a:lnTo>
                <a:lnTo>
                  <a:pt x="3495243" y="36643"/>
                </a:lnTo>
                <a:lnTo>
                  <a:pt x="3494210" y="36940"/>
                </a:lnTo>
                <a:lnTo>
                  <a:pt x="3493193" y="37254"/>
                </a:lnTo>
                <a:lnTo>
                  <a:pt x="3492191" y="37586"/>
                </a:lnTo>
                <a:lnTo>
                  <a:pt x="3491204" y="37935"/>
                </a:lnTo>
                <a:lnTo>
                  <a:pt x="3490234" y="38301"/>
                </a:lnTo>
                <a:lnTo>
                  <a:pt x="3489279" y="38685"/>
                </a:lnTo>
                <a:lnTo>
                  <a:pt x="3488340" y="39086"/>
                </a:lnTo>
                <a:lnTo>
                  <a:pt x="3487416" y="39504"/>
                </a:lnTo>
                <a:lnTo>
                  <a:pt x="3486510" y="39947"/>
                </a:lnTo>
                <a:lnTo>
                  <a:pt x="3485624" y="40420"/>
                </a:lnTo>
                <a:lnTo>
                  <a:pt x="3484758" y="40924"/>
                </a:lnTo>
                <a:lnTo>
                  <a:pt x="3483912" y="41459"/>
                </a:lnTo>
                <a:lnTo>
                  <a:pt x="3483086" y="42025"/>
                </a:lnTo>
                <a:lnTo>
                  <a:pt x="3482280" y="42622"/>
                </a:lnTo>
                <a:lnTo>
                  <a:pt x="3481494" y="43250"/>
                </a:lnTo>
                <a:lnTo>
                  <a:pt x="3480727" y="43909"/>
                </a:lnTo>
                <a:lnTo>
                  <a:pt x="3479981" y="44598"/>
                </a:lnTo>
                <a:lnTo>
                  <a:pt x="3479254" y="45319"/>
                </a:lnTo>
                <a:lnTo>
                  <a:pt x="3478547" y="46070"/>
                </a:lnTo>
                <a:lnTo>
                  <a:pt x="3477860" y="46852"/>
                </a:lnTo>
                <a:lnTo>
                  <a:pt x="3477193" y="47665"/>
                </a:lnTo>
                <a:lnTo>
                  <a:pt x="3476546" y="48510"/>
                </a:lnTo>
                <a:lnTo>
                  <a:pt x="3475919" y="49385"/>
                </a:lnTo>
                <a:lnTo>
                  <a:pt x="3475312" y="50290"/>
                </a:lnTo>
                <a:lnTo>
                  <a:pt x="3474724" y="51227"/>
                </a:lnTo>
                <a:lnTo>
                  <a:pt x="3474157" y="52195"/>
                </a:lnTo>
                <a:lnTo>
                  <a:pt x="3473609" y="53193"/>
                </a:lnTo>
                <a:lnTo>
                  <a:pt x="3473081" y="54223"/>
                </a:lnTo>
                <a:lnTo>
                  <a:pt x="3472573" y="55283"/>
                </a:lnTo>
                <a:lnTo>
                  <a:pt x="3472086" y="56374"/>
                </a:lnTo>
                <a:lnTo>
                  <a:pt x="3472036" y="56492"/>
                </a:lnTo>
                <a:lnTo>
                  <a:pt x="3471666" y="56344"/>
                </a:lnTo>
                <a:lnTo>
                  <a:pt x="3470538" y="55925"/>
                </a:lnTo>
                <a:lnTo>
                  <a:pt x="3469387" y="55527"/>
                </a:lnTo>
                <a:lnTo>
                  <a:pt x="3468215" y="55151"/>
                </a:lnTo>
                <a:lnTo>
                  <a:pt x="3467020" y="54796"/>
                </a:lnTo>
                <a:lnTo>
                  <a:pt x="3465803" y="54463"/>
                </a:lnTo>
                <a:lnTo>
                  <a:pt x="3464563" y="54151"/>
                </a:lnTo>
                <a:lnTo>
                  <a:pt x="3463302" y="53860"/>
                </a:lnTo>
                <a:lnTo>
                  <a:pt x="3462018" y="53592"/>
                </a:lnTo>
                <a:lnTo>
                  <a:pt x="3460712" y="53344"/>
                </a:lnTo>
                <a:lnTo>
                  <a:pt x="3459384" y="53118"/>
                </a:lnTo>
                <a:lnTo>
                  <a:pt x="3458033" y="52914"/>
                </a:lnTo>
                <a:lnTo>
                  <a:pt x="3456661" y="52731"/>
                </a:lnTo>
                <a:lnTo>
                  <a:pt x="3455266" y="52570"/>
                </a:lnTo>
                <a:lnTo>
                  <a:pt x="3453848" y="52430"/>
                </a:lnTo>
                <a:lnTo>
                  <a:pt x="3452409" y="52312"/>
                </a:lnTo>
                <a:lnTo>
                  <a:pt x="3450947" y="52215"/>
                </a:lnTo>
                <a:lnTo>
                  <a:pt x="3449463" y="52140"/>
                </a:lnTo>
                <a:lnTo>
                  <a:pt x="3447957" y="52086"/>
                </a:lnTo>
                <a:lnTo>
                  <a:pt x="3446429" y="52054"/>
                </a:lnTo>
                <a:lnTo>
                  <a:pt x="3444878" y="52043"/>
                </a:lnTo>
                <a:lnTo>
                  <a:pt x="3443371" y="52054"/>
                </a:lnTo>
                <a:lnTo>
                  <a:pt x="3441883" y="52086"/>
                </a:lnTo>
                <a:lnTo>
                  <a:pt x="3440414" y="52140"/>
                </a:lnTo>
                <a:lnTo>
                  <a:pt x="3438965" y="52215"/>
                </a:lnTo>
                <a:lnTo>
                  <a:pt x="3437534" y="52312"/>
                </a:lnTo>
                <a:lnTo>
                  <a:pt x="3436123" y="52430"/>
                </a:lnTo>
                <a:lnTo>
                  <a:pt x="3434731" y="52570"/>
                </a:lnTo>
                <a:lnTo>
                  <a:pt x="3433358" y="52731"/>
                </a:lnTo>
                <a:lnTo>
                  <a:pt x="3432004" y="52914"/>
                </a:lnTo>
                <a:lnTo>
                  <a:pt x="3430670" y="53118"/>
                </a:lnTo>
                <a:lnTo>
                  <a:pt x="3429355" y="53344"/>
                </a:lnTo>
                <a:lnTo>
                  <a:pt x="3428059" y="53592"/>
                </a:lnTo>
                <a:lnTo>
                  <a:pt x="3426782" y="53860"/>
                </a:lnTo>
                <a:lnTo>
                  <a:pt x="3425524" y="54151"/>
                </a:lnTo>
                <a:lnTo>
                  <a:pt x="3424285" y="54463"/>
                </a:lnTo>
                <a:lnTo>
                  <a:pt x="3423066" y="54796"/>
                </a:lnTo>
                <a:lnTo>
                  <a:pt x="3421866" y="55151"/>
                </a:lnTo>
                <a:lnTo>
                  <a:pt x="3420685" y="55527"/>
                </a:lnTo>
                <a:lnTo>
                  <a:pt x="3419523" y="55925"/>
                </a:lnTo>
                <a:lnTo>
                  <a:pt x="3418381" y="56344"/>
                </a:lnTo>
                <a:lnTo>
                  <a:pt x="3417258" y="56785"/>
                </a:lnTo>
                <a:lnTo>
                  <a:pt x="3416154" y="57247"/>
                </a:lnTo>
                <a:lnTo>
                  <a:pt x="3415069" y="57731"/>
                </a:lnTo>
                <a:lnTo>
                  <a:pt x="3414003" y="58237"/>
                </a:lnTo>
                <a:lnTo>
                  <a:pt x="3412957" y="58760"/>
                </a:lnTo>
                <a:lnTo>
                  <a:pt x="3411933" y="59298"/>
                </a:lnTo>
                <a:lnTo>
                  <a:pt x="3410930" y="59849"/>
                </a:lnTo>
                <a:lnTo>
                  <a:pt x="3409949" y="60415"/>
                </a:lnTo>
                <a:lnTo>
                  <a:pt x="3408988" y="60996"/>
                </a:lnTo>
                <a:lnTo>
                  <a:pt x="3408049" y="61590"/>
                </a:lnTo>
                <a:lnTo>
                  <a:pt x="3407132" y="62199"/>
                </a:lnTo>
                <a:lnTo>
                  <a:pt x="3406235" y="62822"/>
                </a:lnTo>
                <a:lnTo>
                  <a:pt x="3405360" y="63459"/>
                </a:lnTo>
                <a:lnTo>
                  <a:pt x="3404506" y="64111"/>
                </a:lnTo>
                <a:lnTo>
                  <a:pt x="3403674" y="64776"/>
                </a:lnTo>
                <a:lnTo>
                  <a:pt x="3402863" y="65456"/>
                </a:lnTo>
                <a:lnTo>
                  <a:pt x="3402073" y="66151"/>
                </a:lnTo>
                <a:lnTo>
                  <a:pt x="3401304" y="66859"/>
                </a:lnTo>
                <a:lnTo>
                  <a:pt x="3400557" y="67582"/>
                </a:lnTo>
                <a:lnTo>
                  <a:pt x="3399831" y="68319"/>
                </a:lnTo>
                <a:lnTo>
                  <a:pt x="3399126" y="69070"/>
                </a:lnTo>
                <a:lnTo>
                  <a:pt x="3398443" y="69836"/>
                </a:lnTo>
                <a:lnTo>
                  <a:pt x="3397781" y="70615"/>
                </a:lnTo>
                <a:lnTo>
                  <a:pt x="3397140" y="71409"/>
                </a:lnTo>
                <a:lnTo>
                  <a:pt x="3396521" y="72218"/>
                </a:lnTo>
                <a:lnTo>
                  <a:pt x="3395922" y="73040"/>
                </a:lnTo>
                <a:lnTo>
                  <a:pt x="3395346" y="73877"/>
                </a:lnTo>
                <a:lnTo>
                  <a:pt x="3394790" y="74728"/>
                </a:lnTo>
                <a:lnTo>
                  <a:pt x="3394256" y="75590"/>
                </a:lnTo>
                <a:lnTo>
                  <a:pt x="3393746" y="76461"/>
                </a:lnTo>
                <a:lnTo>
                  <a:pt x="3393257" y="77341"/>
                </a:lnTo>
                <a:lnTo>
                  <a:pt x="3392792" y="78229"/>
                </a:lnTo>
                <a:lnTo>
                  <a:pt x="3392349" y="79127"/>
                </a:lnTo>
                <a:lnTo>
                  <a:pt x="3391929" y="80032"/>
                </a:lnTo>
                <a:lnTo>
                  <a:pt x="3391532" y="80947"/>
                </a:lnTo>
                <a:lnTo>
                  <a:pt x="3391157" y="81870"/>
                </a:lnTo>
                <a:lnTo>
                  <a:pt x="3390805" y="82802"/>
                </a:lnTo>
                <a:lnTo>
                  <a:pt x="3390476" y="83742"/>
                </a:lnTo>
                <a:lnTo>
                  <a:pt x="3390170" y="84691"/>
                </a:lnTo>
                <a:lnTo>
                  <a:pt x="3389886" y="85649"/>
                </a:lnTo>
                <a:lnTo>
                  <a:pt x="3389625" y="86615"/>
                </a:lnTo>
                <a:lnTo>
                  <a:pt x="3389386" y="87590"/>
                </a:lnTo>
                <a:lnTo>
                  <a:pt x="3389171" y="88574"/>
                </a:lnTo>
                <a:lnTo>
                  <a:pt x="3388978" y="89566"/>
                </a:lnTo>
                <a:lnTo>
                  <a:pt x="3388807" y="90567"/>
                </a:lnTo>
                <a:lnTo>
                  <a:pt x="3388660" y="91577"/>
                </a:lnTo>
                <a:lnTo>
                  <a:pt x="3388535" y="92595"/>
                </a:lnTo>
                <a:lnTo>
                  <a:pt x="3388433" y="93622"/>
                </a:lnTo>
                <a:lnTo>
                  <a:pt x="3388353" y="94658"/>
                </a:lnTo>
                <a:lnTo>
                  <a:pt x="3388296" y="95702"/>
                </a:lnTo>
                <a:lnTo>
                  <a:pt x="3388262" y="96755"/>
                </a:lnTo>
                <a:lnTo>
                  <a:pt x="3388251" y="97817"/>
                </a:lnTo>
                <a:lnTo>
                  <a:pt x="3388262" y="98813"/>
                </a:lnTo>
                <a:lnTo>
                  <a:pt x="3388296" y="99803"/>
                </a:lnTo>
                <a:lnTo>
                  <a:pt x="3388352" y="100787"/>
                </a:lnTo>
                <a:lnTo>
                  <a:pt x="3388431" y="101766"/>
                </a:lnTo>
                <a:lnTo>
                  <a:pt x="3388532" y="102739"/>
                </a:lnTo>
                <a:lnTo>
                  <a:pt x="3388655" y="103707"/>
                </a:lnTo>
                <a:lnTo>
                  <a:pt x="3388801" y="104669"/>
                </a:lnTo>
                <a:lnTo>
                  <a:pt x="3388970" y="105626"/>
                </a:lnTo>
                <a:lnTo>
                  <a:pt x="3389161" y="106576"/>
                </a:lnTo>
                <a:lnTo>
                  <a:pt x="3389374" y="107522"/>
                </a:lnTo>
                <a:lnTo>
                  <a:pt x="3389610" y="108461"/>
                </a:lnTo>
                <a:lnTo>
                  <a:pt x="3389869" y="109395"/>
                </a:lnTo>
                <a:lnTo>
                  <a:pt x="3390150" y="110323"/>
                </a:lnTo>
                <a:lnTo>
                  <a:pt x="3390453" y="111246"/>
                </a:lnTo>
                <a:lnTo>
                  <a:pt x="3390779" y="112163"/>
                </a:lnTo>
                <a:lnTo>
                  <a:pt x="3391127" y="113075"/>
                </a:lnTo>
                <a:lnTo>
                  <a:pt x="3391498" y="113981"/>
                </a:lnTo>
                <a:lnTo>
                  <a:pt x="3391891" y="114881"/>
                </a:lnTo>
                <a:lnTo>
                  <a:pt x="3392307" y="115775"/>
                </a:lnTo>
                <a:lnTo>
                  <a:pt x="3392745" y="116664"/>
                </a:lnTo>
                <a:lnTo>
                  <a:pt x="3393206" y="117548"/>
                </a:lnTo>
                <a:lnTo>
                  <a:pt x="3393689" y="118426"/>
                </a:lnTo>
                <a:lnTo>
                  <a:pt x="3394195" y="119298"/>
                </a:lnTo>
                <a:lnTo>
                  <a:pt x="3394723" y="120164"/>
                </a:lnTo>
                <a:lnTo>
                  <a:pt x="3395272" y="121021"/>
                </a:lnTo>
                <a:lnTo>
                  <a:pt x="3395843" y="121864"/>
                </a:lnTo>
                <a:lnTo>
                  <a:pt x="3396435" y="122692"/>
                </a:lnTo>
                <a:lnTo>
                  <a:pt x="3397048" y="123507"/>
                </a:lnTo>
                <a:lnTo>
                  <a:pt x="3397682" y="124308"/>
                </a:lnTo>
                <a:lnTo>
                  <a:pt x="3398338" y="125094"/>
                </a:lnTo>
                <a:lnTo>
                  <a:pt x="3399014" y="125867"/>
                </a:lnTo>
                <a:lnTo>
                  <a:pt x="3399711" y="126626"/>
                </a:lnTo>
                <a:lnTo>
                  <a:pt x="3400430" y="127370"/>
                </a:lnTo>
                <a:lnTo>
                  <a:pt x="3401169" y="128101"/>
                </a:lnTo>
                <a:lnTo>
                  <a:pt x="3401930" y="128818"/>
                </a:lnTo>
                <a:lnTo>
                  <a:pt x="3402711" y="129520"/>
                </a:lnTo>
                <a:lnTo>
                  <a:pt x="3403514" y="130209"/>
                </a:lnTo>
                <a:lnTo>
                  <a:pt x="3404337" y="130883"/>
                </a:lnTo>
                <a:lnTo>
                  <a:pt x="3405182" y="131544"/>
                </a:lnTo>
                <a:lnTo>
                  <a:pt x="3406048" y="132190"/>
                </a:lnTo>
                <a:lnTo>
                  <a:pt x="3406935" y="132823"/>
                </a:lnTo>
                <a:lnTo>
                  <a:pt x="3407843" y="133441"/>
                </a:lnTo>
                <a:lnTo>
                  <a:pt x="3408677" y="133984"/>
                </a:lnTo>
                <a:lnTo>
                  <a:pt x="3408326" y="134124"/>
                </a:lnTo>
                <a:lnTo>
                  <a:pt x="3407392" y="134511"/>
                </a:lnTo>
                <a:lnTo>
                  <a:pt x="3406481" y="134902"/>
                </a:lnTo>
                <a:lnTo>
                  <a:pt x="3405591" y="135299"/>
                </a:lnTo>
                <a:lnTo>
                  <a:pt x="3404724" y="135700"/>
                </a:lnTo>
                <a:lnTo>
                  <a:pt x="3403879" y="136106"/>
                </a:lnTo>
                <a:lnTo>
                  <a:pt x="3403056" y="136517"/>
                </a:lnTo>
                <a:lnTo>
                  <a:pt x="3402256" y="136933"/>
                </a:lnTo>
                <a:lnTo>
                  <a:pt x="3401478" y="137354"/>
                </a:lnTo>
                <a:lnTo>
                  <a:pt x="3400722" y="137780"/>
                </a:lnTo>
                <a:lnTo>
                  <a:pt x="3399988" y="138211"/>
                </a:lnTo>
                <a:lnTo>
                  <a:pt x="3399277" y="138647"/>
                </a:lnTo>
                <a:lnTo>
                  <a:pt x="3398588" y="139087"/>
                </a:lnTo>
                <a:lnTo>
                  <a:pt x="3397921" y="139533"/>
                </a:lnTo>
                <a:lnTo>
                  <a:pt x="3397276" y="139984"/>
                </a:lnTo>
                <a:lnTo>
                  <a:pt x="3396653" y="140439"/>
                </a:lnTo>
                <a:lnTo>
                  <a:pt x="3396053" y="140899"/>
                </a:lnTo>
                <a:lnTo>
                  <a:pt x="3395475" y="141364"/>
                </a:lnTo>
                <a:lnTo>
                  <a:pt x="3394919" y="141835"/>
                </a:lnTo>
                <a:lnTo>
                  <a:pt x="3394386" y="142310"/>
                </a:lnTo>
                <a:lnTo>
                  <a:pt x="3393874" y="142791"/>
                </a:lnTo>
                <a:lnTo>
                  <a:pt x="3393384" y="143282"/>
                </a:lnTo>
                <a:lnTo>
                  <a:pt x="3392916" y="143781"/>
                </a:lnTo>
                <a:lnTo>
                  <a:pt x="3392470" y="144289"/>
                </a:lnTo>
                <a:lnTo>
                  <a:pt x="3392045" y="144805"/>
                </a:lnTo>
                <a:lnTo>
                  <a:pt x="3391643" y="145331"/>
                </a:lnTo>
                <a:lnTo>
                  <a:pt x="3391262" y="145864"/>
                </a:lnTo>
                <a:lnTo>
                  <a:pt x="3390903" y="146407"/>
                </a:lnTo>
                <a:lnTo>
                  <a:pt x="3390565" y="146958"/>
                </a:lnTo>
                <a:lnTo>
                  <a:pt x="3390249" y="147518"/>
                </a:lnTo>
                <a:lnTo>
                  <a:pt x="3389956" y="148086"/>
                </a:lnTo>
                <a:lnTo>
                  <a:pt x="3389683" y="148663"/>
                </a:lnTo>
                <a:lnTo>
                  <a:pt x="3389433" y="149249"/>
                </a:lnTo>
                <a:lnTo>
                  <a:pt x="3389205" y="149844"/>
                </a:lnTo>
                <a:lnTo>
                  <a:pt x="3388998" y="150447"/>
                </a:lnTo>
                <a:lnTo>
                  <a:pt x="3388813" y="151058"/>
                </a:lnTo>
                <a:lnTo>
                  <a:pt x="3388649" y="151679"/>
                </a:lnTo>
                <a:lnTo>
                  <a:pt x="3388508" y="152308"/>
                </a:lnTo>
                <a:lnTo>
                  <a:pt x="3388388" y="152946"/>
                </a:lnTo>
                <a:lnTo>
                  <a:pt x="3388290" y="153592"/>
                </a:lnTo>
                <a:lnTo>
                  <a:pt x="3388214" y="154247"/>
                </a:lnTo>
                <a:lnTo>
                  <a:pt x="3388160" y="154911"/>
                </a:lnTo>
                <a:lnTo>
                  <a:pt x="3388127" y="155583"/>
                </a:lnTo>
                <a:lnTo>
                  <a:pt x="3388116" y="156264"/>
                </a:lnTo>
                <a:lnTo>
                  <a:pt x="3388123" y="156703"/>
                </a:lnTo>
                <a:lnTo>
                  <a:pt x="3388144" y="157142"/>
                </a:lnTo>
                <a:lnTo>
                  <a:pt x="3388179" y="157581"/>
                </a:lnTo>
                <a:lnTo>
                  <a:pt x="3388228" y="158021"/>
                </a:lnTo>
                <a:lnTo>
                  <a:pt x="3388292" y="158461"/>
                </a:lnTo>
                <a:lnTo>
                  <a:pt x="3388369" y="158902"/>
                </a:lnTo>
                <a:lnTo>
                  <a:pt x="3388460" y="159343"/>
                </a:lnTo>
                <a:lnTo>
                  <a:pt x="3388566" y="159785"/>
                </a:lnTo>
                <a:lnTo>
                  <a:pt x="3388685" y="160227"/>
                </a:lnTo>
                <a:lnTo>
                  <a:pt x="3388818" y="160669"/>
                </a:lnTo>
                <a:lnTo>
                  <a:pt x="3388966" y="161113"/>
                </a:lnTo>
                <a:lnTo>
                  <a:pt x="3389127" y="161556"/>
                </a:lnTo>
                <a:lnTo>
                  <a:pt x="3389303" y="162000"/>
                </a:lnTo>
                <a:lnTo>
                  <a:pt x="3389492" y="162445"/>
                </a:lnTo>
                <a:lnTo>
                  <a:pt x="3389696" y="162890"/>
                </a:lnTo>
                <a:lnTo>
                  <a:pt x="3389914" y="163335"/>
                </a:lnTo>
                <a:lnTo>
                  <a:pt x="3390146" y="163781"/>
                </a:lnTo>
                <a:lnTo>
                  <a:pt x="3390391" y="164227"/>
                </a:lnTo>
                <a:lnTo>
                  <a:pt x="3390651" y="164674"/>
                </a:lnTo>
                <a:lnTo>
                  <a:pt x="3390925" y="165122"/>
                </a:lnTo>
                <a:lnTo>
                  <a:pt x="3391213" y="165569"/>
                </a:lnTo>
                <a:lnTo>
                  <a:pt x="3391515" y="166018"/>
                </a:lnTo>
                <a:lnTo>
                  <a:pt x="3391831" y="166466"/>
                </a:lnTo>
                <a:lnTo>
                  <a:pt x="3392161" y="166916"/>
                </a:lnTo>
                <a:lnTo>
                  <a:pt x="3392506" y="167363"/>
                </a:lnTo>
                <a:lnTo>
                  <a:pt x="3392868" y="167805"/>
                </a:lnTo>
                <a:lnTo>
                  <a:pt x="3393246" y="168244"/>
                </a:lnTo>
                <a:lnTo>
                  <a:pt x="3393640" y="168678"/>
                </a:lnTo>
                <a:lnTo>
                  <a:pt x="3394051" y="169107"/>
                </a:lnTo>
                <a:lnTo>
                  <a:pt x="3394478" y="169532"/>
                </a:lnTo>
                <a:lnTo>
                  <a:pt x="3394922" y="169953"/>
                </a:lnTo>
                <a:lnTo>
                  <a:pt x="3395382" y="170369"/>
                </a:lnTo>
                <a:lnTo>
                  <a:pt x="3395858" y="170780"/>
                </a:lnTo>
                <a:lnTo>
                  <a:pt x="3396351" y="171187"/>
                </a:lnTo>
                <a:lnTo>
                  <a:pt x="3396860" y="171590"/>
                </a:lnTo>
                <a:lnTo>
                  <a:pt x="3397385" y="171988"/>
                </a:lnTo>
                <a:lnTo>
                  <a:pt x="3397927" y="172382"/>
                </a:lnTo>
                <a:lnTo>
                  <a:pt x="3398486" y="172772"/>
                </a:lnTo>
                <a:lnTo>
                  <a:pt x="3399060" y="173157"/>
                </a:lnTo>
                <a:lnTo>
                  <a:pt x="3399651" y="173537"/>
                </a:lnTo>
                <a:lnTo>
                  <a:pt x="3400259" y="173913"/>
                </a:lnTo>
                <a:lnTo>
                  <a:pt x="3400883" y="174285"/>
                </a:lnTo>
                <a:lnTo>
                  <a:pt x="3401523" y="174652"/>
                </a:lnTo>
                <a:lnTo>
                  <a:pt x="3402179" y="175014"/>
                </a:lnTo>
                <a:lnTo>
                  <a:pt x="3402852" y="175373"/>
                </a:lnTo>
                <a:lnTo>
                  <a:pt x="3403542" y="175727"/>
                </a:lnTo>
                <a:lnTo>
                  <a:pt x="3403881" y="175895"/>
                </a:lnTo>
                <a:lnTo>
                  <a:pt x="3403377" y="176103"/>
                </a:lnTo>
                <a:lnTo>
                  <a:pt x="3402123" y="176657"/>
                </a:lnTo>
                <a:lnTo>
                  <a:pt x="3400912" y="177229"/>
                </a:lnTo>
                <a:lnTo>
                  <a:pt x="3399745" y="177818"/>
                </a:lnTo>
                <a:lnTo>
                  <a:pt x="3398620" y="178424"/>
                </a:lnTo>
                <a:lnTo>
                  <a:pt x="3397539" y="179049"/>
                </a:lnTo>
                <a:lnTo>
                  <a:pt x="3396501" y="179690"/>
                </a:lnTo>
                <a:lnTo>
                  <a:pt x="3395505" y="180350"/>
                </a:lnTo>
                <a:lnTo>
                  <a:pt x="3394553" y="181027"/>
                </a:lnTo>
                <a:lnTo>
                  <a:pt x="3393644" y="181721"/>
                </a:lnTo>
                <a:lnTo>
                  <a:pt x="3392775" y="182429"/>
                </a:lnTo>
                <a:lnTo>
                  <a:pt x="3391943" y="183147"/>
                </a:lnTo>
                <a:lnTo>
                  <a:pt x="3391148" y="183874"/>
                </a:lnTo>
                <a:lnTo>
                  <a:pt x="3390389" y="184611"/>
                </a:lnTo>
                <a:lnTo>
                  <a:pt x="3389668" y="185358"/>
                </a:lnTo>
                <a:lnTo>
                  <a:pt x="3388984" y="186114"/>
                </a:lnTo>
                <a:lnTo>
                  <a:pt x="3388337" y="186880"/>
                </a:lnTo>
                <a:lnTo>
                  <a:pt x="3387727" y="187655"/>
                </a:lnTo>
                <a:lnTo>
                  <a:pt x="3387153" y="188441"/>
                </a:lnTo>
                <a:lnTo>
                  <a:pt x="3386617" y="189235"/>
                </a:lnTo>
                <a:lnTo>
                  <a:pt x="3386118" y="190040"/>
                </a:lnTo>
                <a:lnTo>
                  <a:pt x="3385656" y="190854"/>
                </a:lnTo>
                <a:lnTo>
                  <a:pt x="3385230" y="191677"/>
                </a:lnTo>
                <a:lnTo>
                  <a:pt x="3384842" y="192510"/>
                </a:lnTo>
                <a:lnTo>
                  <a:pt x="3384491" y="193353"/>
                </a:lnTo>
                <a:lnTo>
                  <a:pt x="3384176" y="194206"/>
                </a:lnTo>
                <a:lnTo>
                  <a:pt x="3383899" y="195068"/>
                </a:lnTo>
                <a:lnTo>
                  <a:pt x="3383658" y="195940"/>
                </a:lnTo>
                <a:lnTo>
                  <a:pt x="3383455" y="196821"/>
                </a:lnTo>
                <a:lnTo>
                  <a:pt x="3383289" y="197712"/>
                </a:lnTo>
                <a:lnTo>
                  <a:pt x="3383159" y="198613"/>
                </a:lnTo>
                <a:lnTo>
                  <a:pt x="3383067" y="199523"/>
                </a:lnTo>
                <a:lnTo>
                  <a:pt x="3383011" y="200443"/>
                </a:lnTo>
                <a:lnTo>
                  <a:pt x="3382993" y="201372"/>
                </a:lnTo>
                <a:lnTo>
                  <a:pt x="3383003" y="202135"/>
                </a:lnTo>
                <a:lnTo>
                  <a:pt x="3383035" y="202894"/>
                </a:lnTo>
                <a:lnTo>
                  <a:pt x="3383087" y="203648"/>
                </a:lnTo>
                <a:lnTo>
                  <a:pt x="3383161" y="204398"/>
                </a:lnTo>
                <a:lnTo>
                  <a:pt x="3383256" y="205144"/>
                </a:lnTo>
                <a:lnTo>
                  <a:pt x="3383372" y="205884"/>
                </a:lnTo>
                <a:lnTo>
                  <a:pt x="3383509" y="206621"/>
                </a:lnTo>
                <a:lnTo>
                  <a:pt x="3383667" y="207353"/>
                </a:lnTo>
                <a:lnTo>
                  <a:pt x="3383846" y="208080"/>
                </a:lnTo>
                <a:lnTo>
                  <a:pt x="3384046" y="208803"/>
                </a:lnTo>
                <a:lnTo>
                  <a:pt x="3384267" y="209522"/>
                </a:lnTo>
                <a:lnTo>
                  <a:pt x="3384509" y="210236"/>
                </a:lnTo>
                <a:lnTo>
                  <a:pt x="3384773" y="210946"/>
                </a:lnTo>
                <a:lnTo>
                  <a:pt x="3385057" y="211651"/>
                </a:lnTo>
                <a:lnTo>
                  <a:pt x="3385363" y="212352"/>
                </a:lnTo>
                <a:lnTo>
                  <a:pt x="3385689" y="213048"/>
                </a:lnTo>
                <a:lnTo>
                  <a:pt x="3386037" y="213740"/>
                </a:lnTo>
                <a:lnTo>
                  <a:pt x="3386406" y="214427"/>
                </a:lnTo>
                <a:lnTo>
                  <a:pt x="3386795" y="215110"/>
                </a:lnTo>
                <a:lnTo>
                  <a:pt x="3387206" y="215788"/>
                </a:lnTo>
                <a:lnTo>
                  <a:pt x="3387638" y="216462"/>
                </a:lnTo>
                <a:lnTo>
                  <a:pt x="3388091" y="217132"/>
                </a:lnTo>
                <a:lnTo>
                  <a:pt x="3388565" y="217797"/>
                </a:lnTo>
                <a:lnTo>
                  <a:pt x="3389060" y="218457"/>
                </a:lnTo>
                <a:lnTo>
                  <a:pt x="3389579" y="219110"/>
                </a:lnTo>
                <a:lnTo>
                  <a:pt x="3390125" y="219753"/>
                </a:lnTo>
                <a:lnTo>
                  <a:pt x="3390699" y="220385"/>
                </a:lnTo>
                <a:lnTo>
                  <a:pt x="3391300" y="221006"/>
                </a:lnTo>
                <a:lnTo>
                  <a:pt x="3391927" y="221617"/>
                </a:lnTo>
                <a:lnTo>
                  <a:pt x="3392582" y="222217"/>
                </a:lnTo>
                <a:lnTo>
                  <a:pt x="3393264" y="222807"/>
                </a:lnTo>
                <a:lnTo>
                  <a:pt x="3393974" y="223386"/>
                </a:lnTo>
                <a:lnTo>
                  <a:pt x="3394710" y="223955"/>
                </a:lnTo>
                <a:lnTo>
                  <a:pt x="3395474" y="224513"/>
                </a:lnTo>
                <a:lnTo>
                  <a:pt x="3396264" y="225061"/>
                </a:lnTo>
                <a:lnTo>
                  <a:pt x="3397082" y="225598"/>
                </a:lnTo>
                <a:lnTo>
                  <a:pt x="3397927" y="226124"/>
                </a:lnTo>
                <a:lnTo>
                  <a:pt x="3398799" y="226640"/>
                </a:lnTo>
                <a:lnTo>
                  <a:pt x="3399699" y="227146"/>
                </a:lnTo>
                <a:lnTo>
                  <a:pt x="3400625" y="227640"/>
                </a:lnTo>
                <a:lnTo>
                  <a:pt x="3401579" y="228125"/>
                </a:lnTo>
                <a:lnTo>
                  <a:pt x="3402559" y="228599"/>
                </a:lnTo>
                <a:lnTo>
                  <a:pt x="3403567" y="229062"/>
                </a:lnTo>
                <a:lnTo>
                  <a:pt x="3404602" y="229514"/>
                </a:lnTo>
                <a:lnTo>
                  <a:pt x="3405665" y="229956"/>
                </a:lnTo>
                <a:lnTo>
                  <a:pt x="3406754" y="230388"/>
                </a:lnTo>
                <a:lnTo>
                  <a:pt x="3407871" y="230809"/>
                </a:lnTo>
                <a:lnTo>
                  <a:pt x="3409014" y="231219"/>
                </a:lnTo>
                <a:lnTo>
                  <a:pt x="3410188" y="231616"/>
                </a:lnTo>
                <a:lnTo>
                  <a:pt x="3411396" y="231996"/>
                </a:lnTo>
                <a:lnTo>
                  <a:pt x="3412638" y="232359"/>
                </a:lnTo>
                <a:lnTo>
                  <a:pt x="3413913" y="232705"/>
                </a:lnTo>
                <a:lnTo>
                  <a:pt x="3415222" y="233034"/>
                </a:lnTo>
                <a:lnTo>
                  <a:pt x="3416565" y="233347"/>
                </a:lnTo>
                <a:lnTo>
                  <a:pt x="3417941" y="233642"/>
                </a:lnTo>
                <a:lnTo>
                  <a:pt x="3419351" y="233921"/>
                </a:lnTo>
                <a:lnTo>
                  <a:pt x="3420795" y="234182"/>
                </a:lnTo>
                <a:lnTo>
                  <a:pt x="3422272" y="234427"/>
                </a:lnTo>
                <a:lnTo>
                  <a:pt x="3423783" y="234655"/>
                </a:lnTo>
                <a:lnTo>
                  <a:pt x="3425328" y="234866"/>
                </a:lnTo>
                <a:lnTo>
                  <a:pt x="3426907" y="235060"/>
                </a:lnTo>
                <a:lnTo>
                  <a:pt x="3428519" y="235238"/>
                </a:lnTo>
                <a:lnTo>
                  <a:pt x="3430165" y="235398"/>
                </a:lnTo>
                <a:lnTo>
                  <a:pt x="3431845" y="235541"/>
                </a:lnTo>
                <a:lnTo>
                  <a:pt x="3433558" y="235668"/>
                </a:lnTo>
                <a:lnTo>
                  <a:pt x="3435305" y="235778"/>
                </a:lnTo>
                <a:lnTo>
                  <a:pt x="3437086" y="235871"/>
                </a:lnTo>
                <a:lnTo>
                  <a:pt x="3438901" y="235947"/>
                </a:lnTo>
                <a:lnTo>
                  <a:pt x="3440749" y="236006"/>
                </a:lnTo>
                <a:lnTo>
                  <a:pt x="3442631" y="236048"/>
                </a:lnTo>
                <a:lnTo>
                  <a:pt x="3444547" y="236073"/>
                </a:lnTo>
                <a:lnTo>
                  <a:pt x="3446496" y="236082"/>
                </a:lnTo>
                <a:lnTo>
                  <a:pt x="3449210" y="236061"/>
                </a:lnTo>
                <a:lnTo>
                  <a:pt x="3451870" y="236001"/>
                </a:lnTo>
                <a:lnTo>
                  <a:pt x="3454476" y="235900"/>
                </a:lnTo>
                <a:lnTo>
                  <a:pt x="3457028" y="235759"/>
                </a:lnTo>
                <a:lnTo>
                  <a:pt x="3459525" y="235577"/>
                </a:lnTo>
                <a:lnTo>
                  <a:pt x="3461967" y="235356"/>
                </a:lnTo>
                <a:lnTo>
                  <a:pt x="3464356" y="235093"/>
                </a:lnTo>
                <a:lnTo>
                  <a:pt x="3466690" y="234791"/>
                </a:lnTo>
                <a:lnTo>
                  <a:pt x="3468970" y="234448"/>
                </a:lnTo>
                <a:lnTo>
                  <a:pt x="3471196" y="234065"/>
                </a:lnTo>
                <a:lnTo>
                  <a:pt x="3473367" y="233641"/>
                </a:lnTo>
                <a:lnTo>
                  <a:pt x="3475484" y="233178"/>
                </a:lnTo>
                <a:lnTo>
                  <a:pt x="3477547" y="232673"/>
                </a:lnTo>
                <a:lnTo>
                  <a:pt x="3479555" y="232129"/>
                </a:lnTo>
                <a:lnTo>
                  <a:pt x="3481509" y="231544"/>
                </a:lnTo>
                <a:lnTo>
                  <a:pt x="3483409" y="230919"/>
                </a:lnTo>
                <a:lnTo>
                  <a:pt x="3485254" y="230253"/>
                </a:lnTo>
                <a:lnTo>
                  <a:pt x="3487045" y="229548"/>
                </a:lnTo>
                <a:lnTo>
                  <a:pt x="3488782" y="228801"/>
                </a:lnTo>
                <a:lnTo>
                  <a:pt x="3490465" y="228015"/>
                </a:lnTo>
                <a:lnTo>
                  <a:pt x="3492093" y="227188"/>
                </a:lnTo>
                <a:lnTo>
                  <a:pt x="3493667" y="226321"/>
                </a:lnTo>
                <a:lnTo>
                  <a:pt x="3495186" y="225413"/>
                </a:lnTo>
                <a:lnTo>
                  <a:pt x="3496652" y="224465"/>
                </a:lnTo>
                <a:lnTo>
                  <a:pt x="3498060" y="223485"/>
                </a:lnTo>
                <a:lnTo>
                  <a:pt x="3499408" y="222479"/>
                </a:lnTo>
                <a:lnTo>
                  <a:pt x="3500696" y="221448"/>
                </a:lnTo>
                <a:lnTo>
                  <a:pt x="3501925" y="220392"/>
                </a:lnTo>
                <a:lnTo>
                  <a:pt x="3503093" y="219310"/>
                </a:lnTo>
                <a:lnTo>
                  <a:pt x="3504202" y="218203"/>
                </a:lnTo>
                <a:lnTo>
                  <a:pt x="3505251" y="217071"/>
                </a:lnTo>
                <a:lnTo>
                  <a:pt x="3506239" y="215913"/>
                </a:lnTo>
                <a:lnTo>
                  <a:pt x="3507168" y="214730"/>
                </a:lnTo>
                <a:lnTo>
                  <a:pt x="3508037" y="213522"/>
                </a:lnTo>
                <a:lnTo>
                  <a:pt x="3508846" y="212288"/>
                </a:lnTo>
                <a:lnTo>
                  <a:pt x="3509595" y="211029"/>
                </a:lnTo>
                <a:lnTo>
                  <a:pt x="3510284" y="209745"/>
                </a:lnTo>
                <a:lnTo>
                  <a:pt x="3510913" y="208435"/>
                </a:lnTo>
                <a:lnTo>
                  <a:pt x="3511483" y="207100"/>
                </a:lnTo>
                <a:lnTo>
                  <a:pt x="3511992" y="205740"/>
                </a:lnTo>
                <a:lnTo>
                  <a:pt x="3512441" y="204354"/>
                </a:lnTo>
                <a:lnTo>
                  <a:pt x="3512831" y="202943"/>
                </a:lnTo>
                <a:lnTo>
                  <a:pt x="3513160" y="201506"/>
                </a:lnTo>
                <a:lnTo>
                  <a:pt x="3513430" y="200045"/>
                </a:lnTo>
                <a:lnTo>
                  <a:pt x="3513640" y="198557"/>
                </a:lnTo>
                <a:lnTo>
                  <a:pt x="3513790" y="197045"/>
                </a:lnTo>
                <a:lnTo>
                  <a:pt x="3513880" y="195507"/>
                </a:lnTo>
                <a:lnTo>
                  <a:pt x="3513909" y="193944"/>
                </a:lnTo>
                <a:lnTo>
                  <a:pt x="3513883" y="192407"/>
                </a:lnTo>
                <a:lnTo>
                  <a:pt x="3513805" y="190904"/>
                </a:lnTo>
                <a:lnTo>
                  <a:pt x="3513675" y="189434"/>
                </a:lnTo>
                <a:lnTo>
                  <a:pt x="3513492" y="187997"/>
                </a:lnTo>
                <a:lnTo>
                  <a:pt x="3513257" y="186594"/>
                </a:lnTo>
                <a:lnTo>
                  <a:pt x="3512970" y="185224"/>
                </a:lnTo>
                <a:lnTo>
                  <a:pt x="3512631" y="183887"/>
                </a:lnTo>
                <a:lnTo>
                  <a:pt x="3512239" y="182584"/>
                </a:lnTo>
                <a:lnTo>
                  <a:pt x="3511795" y="181313"/>
                </a:lnTo>
                <a:lnTo>
                  <a:pt x="3511300" y="180077"/>
                </a:lnTo>
                <a:lnTo>
                  <a:pt x="3510751" y="178873"/>
                </a:lnTo>
                <a:lnTo>
                  <a:pt x="3510151" y="177703"/>
                </a:lnTo>
                <a:lnTo>
                  <a:pt x="3509499" y="176566"/>
                </a:lnTo>
                <a:lnTo>
                  <a:pt x="3508794" y="175462"/>
                </a:lnTo>
                <a:lnTo>
                  <a:pt x="3508037" y="174392"/>
                </a:lnTo>
                <a:lnTo>
                  <a:pt x="3507228" y="173355"/>
                </a:lnTo>
                <a:lnTo>
                  <a:pt x="3506367" y="172351"/>
                </a:lnTo>
                <a:lnTo>
                  <a:pt x="3505453" y="171381"/>
                </a:lnTo>
                <a:lnTo>
                  <a:pt x="3504488" y="170444"/>
                </a:lnTo>
                <a:lnTo>
                  <a:pt x="3503470" y="169540"/>
                </a:lnTo>
                <a:lnTo>
                  <a:pt x="3502400" y="168670"/>
                </a:lnTo>
                <a:lnTo>
                  <a:pt x="3501277" y="167833"/>
                </a:lnTo>
                <a:lnTo>
                  <a:pt x="3500103" y="167029"/>
                </a:lnTo>
                <a:lnTo>
                  <a:pt x="3498876" y="166258"/>
                </a:lnTo>
                <a:lnTo>
                  <a:pt x="3497593" y="165520"/>
                </a:lnTo>
                <a:lnTo>
                  <a:pt x="3496248" y="164813"/>
                </a:lnTo>
                <a:lnTo>
                  <a:pt x="3494841" y="164137"/>
                </a:lnTo>
                <a:lnTo>
                  <a:pt x="3493373" y="163493"/>
                </a:lnTo>
                <a:lnTo>
                  <a:pt x="3491843" y="162880"/>
                </a:lnTo>
                <a:lnTo>
                  <a:pt x="3490252" y="162299"/>
                </a:lnTo>
                <a:lnTo>
                  <a:pt x="3488599" y="161749"/>
                </a:lnTo>
                <a:lnTo>
                  <a:pt x="3486884" y="161230"/>
                </a:lnTo>
                <a:lnTo>
                  <a:pt x="3485108" y="160743"/>
                </a:lnTo>
                <a:lnTo>
                  <a:pt x="3483271" y="160288"/>
                </a:lnTo>
                <a:lnTo>
                  <a:pt x="3481371" y="159863"/>
                </a:lnTo>
                <a:lnTo>
                  <a:pt x="3479411" y="159471"/>
                </a:lnTo>
                <a:lnTo>
                  <a:pt x="3477388" y="159109"/>
                </a:lnTo>
                <a:lnTo>
                  <a:pt x="3475305" y="158779"/>
                </a:lnTo>
                <a:lnTo>
                  <a:pt x="3473159" y="158481"/>
                </a:lnTo>
                <a:lnTo>
                  <a:pt x="3470952" y="158214"/>
                </a:lnTo>
                <a:lnTo>
                  <a:pt x="3468684" y="157978"/>
                </a:lnTo>
                <a:lnTo>
                  <a:pt x="3466354" y="157774"/>
                </a:lnTo>
                <a:lnTo>
                  <a:pt x="3463962" y="157601"/>
                </a:lnTo>
                <a:lnTo>
                  <a:pt x="3461509" y="157459"/>
                </a:lnTo>
                <a:lnTo>
                  <a:pt x="3458994" y="157349"/>
                </a:lnTo>
                <a:lnTo>
                  <a:pt x="3456418" y="157271"/>
                </a:lnTo>
                <a:lnTo>
                  <a:pt x="3453780" y="157224"/>
                </a:lnTo>
                <a:lnTo>
                  <a:pt x="3451080" y="157208"/>
                </a:lnTo>
                <a:lnTo>
                  <a:pt x="3447844" y="157208"/>
                </a:lnTo>
                <a:lnTo>
                  <a:pt x="3446798" y="157206"/>
                </a:lnTo>
                <a:lnTo>
                  <a:pt x="3445770" y="157202"/>
                </a:lnTo>
                <a:lnTo>
                  <a:pt x="3444761" y="157194"/>
                </a:lnTo>
                <a:lnTo>
                  <a:pt x="3443771" y="157184"/>
                </a:lnTo>
                <a:lnTo>
                  <a:pt x="3442801" y="157170"/>
                </a:lnTo>
                <a:lnTo>
                  <a:pt x="3441849" y="157153"/>
                </a:lnTo>
                <a:lnTo>
                  <a:pt x="3440916" y="157133"/>
                </a:lnTo>
                <a:lnTo>
                  <a:pt x="3440002" y="157111"/>
                </a:lnTo>
                <a:lnTo>
                  <a:pt x="3439107" y="157085"/>
                </a:lnTo>
                <a:lnTo>
                  <a:pt x="3438231" y="157056"/>
                </a:lnTo>
                <a:lnTo>
                  <a:pt x="3437374" y="157024"/>
                </a:lnTo>
                <a:lnTo>
                  <a:pt x="3436536" y="156989"/>
                </a:lnTo>
                <a:lnTo>
                  <a:pt x="3435717" y="156951"/>
                </a:lnTo>
                <a:lnTo>
                  <a:pt x="3434916" y="156910"/>
                </a:lnTo>
                <a:lnTo>
                  <a:pt x="3434135" y="156866"/>
                </a:lnTo>
                <a:lnTo>
                  <a:pt x="3433373" y="156819"/>
                </a:lnTo>
                <a:lnTo>
                  <a:pt x="3432630" y="156768"/>
                </a:lnTo>
                <a:lnTo>
                  <a:pt x="3431905" y="156715"/>
                </a:lnTo>
                <a:lnTo>
                  <a:pt x="3431200" y="156659"/>
                </a:lnTo>
                <a:lnTo>
                  <a:pt x="3430514" y="156599"/>
                </a:lnTo>
                <a:lnTo>
                  <a:pt x="3429846" y="156537"/>
                </a:lnTo>
                <a:lnTo>
                  <a:pt x="3429198" y="156472"/>
                </a:lnTo>
                <a:lnTo>
                  <a:pt x="3428568" y="156403"/>
                </a:lnTo>
                <a:lnTo>
                  <a:pt x="3427957" y="156332"/>
                </a:lnTo>
                <a:lnTo>
                  <a:pt x="3427364" y="156257"/>
                </a:lnTo>
                <a:lnTo>
                  <a:pt x="3426785" y="156179"/>
                </a:lnTo>
                <a:lnTo>
                  <a:pt x="3426222" y="156099"/>
                </a:lnTo>
                <a:lnTo>
                  <a:pt x="3425673" y="156015"/>
                </a:lnTo>
                <a:lnTo>
                  <a:pt x="3425139" y="155928"/>
                </a:lnTo>
                <a:lnTo>
                  <a:pt x="3424620" y="155839"/>
                </a:lnTo>
                <a:lnTo>
                  <a:pt x="3424117" y="155746"/>
                </a:lnTo>
                <a:lnTo>
                  <a:pt x="3423628" y="155650"/>
                </a:lnTo>
                <a:lnTo>
                  <a:pt x="3423154" y="155551"/>
                </a:lnTo>
                <a:lnTo>
                  <a:pt x="3422695" y="155449"/>
                </a:lnTo>
                <a:lnTo>
                  <a:pt x="3422252" y="155344"/>
                </a:lnTo>
                <a:lnTo>
                  <a:pt x="3421823" y="155236"/>
                </a:lnTo>
                <a:lnTo>
                  <a:pt x="3421409" y="155125"/>
                </a:lnTo>
                <a:lnTo>
                  <a:pt x="3421010" y="155011"/>
                </a:lnTo>
                <a:lnTo>
                  <a:pt x="3420626" y="154894"/>
                </a:lnTo>
                <a:lnTo>
                  <a:pt x="3420257" y="154774"/>
                </a:lnTo>
                <a:lnTo>
                  <a:pt x="3419903" y="154650"/>
                </a:lnTo>
                <a:lnTo>
                  <a:pt x="3419564" y="154524"/>
                </a:lnTo>
                <a:lnTo>
                  <a:pt x="3419240" y="154395"/>
                </a:lnTo>
                <a:lnTo>
                  <a:pt x="3418932" y="154262"/>
                </a:lnTo>
                <a:lnTo>
                  <a:pt x="3418638" y="154127"/>
                </a:lnTo>
                <a:lnTo>
                  <a:pt x="3418359" y="153989"/>
                </a:lnTo>
                <a:lnTo>
                  <a:pt x="3418094" y="153847"/>
                </a:lnTo>
                <a:lnTo>
                  <a:pt x="3417845" y="153703"/>
                </a:lnTo>
                <a:lnTo>
                  <a:pt x="3417609" y="153555"/>
                </a:lnTo>
                <a:lnTo>
                  <a:pt x="3417382" y="153405"/>
                </a:lnTo>
                <a:lnTo>
                  <a:pt x="3417166" y="153252"/>
                </a:lnTo>
                <a:lnTo>
                  <a:pt x="3416960" y="153096"/>
                </a:lnTo>
                <a:lnTo>
                  <a:pt x="3416763" y="152937"/>
                </a:lnTo>
                <a:lnTo>
                  <a:pt x="3416577" y="152776"/>
                </a:lnTo>
                <a:lnTo>
                  <a:pt x="3416401" y="152611"/>
                </a:lnTo>
                <a:lnTo>
                  <a:pt x="3416235" y="152444"/>
                </a:lnTo>
                <a:lnTo>
                  <a:pt x="3416079" y="152274"/>
                </a:lnTo>
                <a:lnTo>
                  <a:pt x="3415933" y="152101"/>
                </a:lnTo>
                <a:lnTo>
                  <a:pt x="3415797" y="151926"/>
                </a:lnTo>
                <a:lnTo>
                  <a:pt x="3415671" y="151748"/>
                </a:lnTo>
                <a:lnTo>
                  <a:pt x="3415556" y="151566"/>
                </a:lnTo>
                <a:lnTo>
                  <a:pt x="3415450" y="151382"/>
                </a:lnTo>
                <a:lnTo>
                  <a:pt x="3415354" y="151196"/>
                </a:lnTo>
                <a:lnTo>
                  <a:pt x="3415269" y="151006"/>
                </a:lnTo>
                <a:lnTo>
                  <a:pt x="3415193" y="150814"/>
                </a:lnTo>
                <a:lnTo>
                  <a:pt x="3415128" y="150618"/>
                </a:lnTo>
                <a:lnTo>
                  <a:pt x="3415072" y="150420"/>
                </a:lnTo>
                <a:lnTo>
                  <a:pt x="3415027" y="150219"/>
                </a:lnTo>
                <a:lnTo>
                  <a:pt x="3414992" y="150016"/>
                </a:lnTo>
                <a:lnTo>
                  <a:pt x="3414967" y="149809"/>
                </a:lnTo>
                <a:lnTo>
                  <a:pt x="3414952" y="149600"/>
                </a:lnTo>
                <a:lnTo>
                  <a:pt x="3414947" y="149388"/>
                </a:lnTo>
                <a:lnTo>
                  <a:pt x="3414955" y="149087"/>
                </a:lnTo>
                <a:lnTo>
                  <a:pt x="3414980" y="148789"/>
                </a:lnTo>
                <a:lnTo>
                  <a:pt x="3415022" y="148496"/>
                </a:lnTo>
                <a:lnTo>
                  <a:pt x="3415081" y="148206"/>
                </a:lnTo>
                <a:lnTo>
                  <a:pt x="3415157" y="147921"/>
                </a:lnTo>
                <a:lnTo>
                  <a:pt x="3415250" y="147640"/>
                </a:lnTo>
                <a:lnTo>
                  <a:pt x="3415360" y="147362"/>
                </a:lnTo>
                <a:lnTo>
                  <a:pt x="3415486" y="147089"/>
                </a:lnTo>
                <a:lnTo>
                  <a:pt x="3415629" y="146819"/>
                </a:lnTo>
                <a:lnTo>
                  <a:pt x="3415789" y="146553"/>
                </a:lnTo>
                <a:lnTo>
                  <a:pt x="3415966" y="146292"/>
                </a:lnTo>
                <a:lnTo>
                  <a:pt x="3416160" y="146034"/>
                </a:lnTo>
                <a:lnTo>
                  <a:pt x="3416371" y="145781"/>
                </a:lnTo>
                <a:lnTo>
                  <a:pt x="3416598" y="145531"/>
                </a:lnTo>
                <a:lnTo>
                  <a:pt x="3416843" y="145285"/>
                </a:lnTo>
                <a:lnTo>
                  <a:pt x="3417104" y="145044"/>
                </a:lnTo>
                <a:lnTo>
                  <a:pt x="3417382" y="144806"/>
                </a:lnTo>
                <a:lnTo>
                  <a:pt x="3417677" y="144572"/>
                </a:lnTo>
                <a:lnTo>
                  <a:pt x="3417989" y="144342"/>
                </a:lnTo>
                <a:lnTo>
                  <a:pt x="3418317" y="144117"/>
                </a:lnTo>
                <a:lnTo>
                  <a:pt x="3418663" y="143895"/>
                </a:lnTo>
                <a:lnTo>
                  <a:pt x="3419025" y="143677"/>
                </a:lnTo>
                <a:lnTo>
                  <a:pt x="3419404" y="143463"/>
                </a:lnTo>
                <a:lnTo>
                  <a:pt x="3419800" y="143253"/>
                </a:lnTo>
                <a:lnTo>
                  <a:pt x="3420209" y="143047"/>
                </a:lnTo>
                <a:lnTo>
                  <a:pt x="3420626" y="142843"/>
                </a:lnTo>
                <a:lnTo>
                  <a:pt x="3421052" y="142641"/>
                </a:lnTo>
                <a:lnTo>
                  <a:pt x="3421486" y="142443"/>
                </a:lnTo>
                <a:lnTo>
                  <a:pt x="3421928" y="142246"/>
                </a:lnTo>
                <a:lnTo>
                  <a:pt x="3422379" y="142053"/>
                </a:lnTo>
                <a:lnTo>
                  <a:pt x="3422838" y="141862"/>
                </a:lnTo>
                <a:lnTo>
                  <a:pt x="3423306" y="141673"/>
                </a:lnTo>
                <a:lnTo>
                  <a:pt x="3423782" y="141487"/>
                </a:lnTo>
                <a:lnTo>
                  <a:pt x="3424267" y="141304"/>
                </a:lnTo>
                <a:lnTo>
                  <a:pt x="3424759" y="141123"/>
                </a:lnTo>
                <a:lnTo>
                  <a:pt x="3425048" y="141020"/>
                </a:lnTo>
                <a:lnTo>
                  <a:pt x="3425095" y="141033"/>
                </a:lnTo>
                <a:lnTo>
                  <a:pt x="3426332" y="141329"/>
                </a:lnTo>
                <a:lnTo>
                  <a:pt x="3427587" y="141604"/>
                </a:lnTo>
                <a:lnTo>
                  <a:pt x="3428860" y="141857"/>
                </a:lnTo>
                <a:lnTo>
                  <a:pt x="3430151" y="142087"/>
                </a:lnTo>
                <a:lnTo>
                  <a:pt x="3431461" y="142296"/>
                </a:lnTo>
                <a:lnTo>
                  <a:pt x="3432789" y="142483"/>
                </a:lnTo>
                <a:lnTo>
                  <a:pt x="3434135" y="142648"/>
                </a:lnTo>
                <a:lnTo>
                  <a:pt x="3435499" y="142790"/>
                </a:lnTo>
                <a:lnTo>
                  <a:pt x="3436882" y="142911"/>
                </a:lnTo>
                <a:lnTo>
                  <a:pt x="3438283" y="143010"/>
                </a:lnTo>
                <a:lnTo>
                  <a:pt x="3439702" y="143087"/>
                </a:lnTo>
                <a:lnTo>
                  <a:pt x="3441140" y="143142"/>
                </a:lnTo>
                <a:lnTo>
                  <a:pt x="3442595" y="143175"/>
                </a:lnTo>
                <a:lnTo>
                  <a:pt x="3444069" y="143186"/>
                </a:lnTo>
                <a:lnTo>
                  <a:pt x="3445642" y="143175"/>
                </a:lnTo>
                <a:lnTo>
                  <a:pt x="3447192" y="143143"/>
                </a:lnTo>
                <a:lnTo>
                  <a:pt x="3448720" y="143089"/>
                </a:lnTo>
                <a:lnTo>
                  <a:pt x="3450224" y="143014"/>
                </a:lnTo>
                <a:lnTo>
                  <a:pt x="3451706" y="142917"/>
                </a:lnTo>
                <a:lnTo>
                  <a:pt x="3453166" y="142799"/>
                </a:lnTo>
                <a:lnTo>
                  <a:pt x="3454602" y="142659"/>
                </a:lnTo>
                <a:lnTo>
                  <a:pt x="3456016" y="142498"/>
                </a:lnTo>
                <a:lnTo>
                  <a:pt x="3457408" y="142315"/>
                </a:lnTo>
                <a:lnTo>
                  <a:pt x="3458776" y="142111"/>
                </a:lnTo>
                <a:lnTo>
                  <a:pt x="3460122" y="141885"/>
                </a:lnTo>
                <a:lnTo>
                  <a:pt x="3461445" y="141638"/>
                </a:lnTo>
                <a:lnTo>
                  <a:pt x="3462745" y="141369"/>
                </a:lnTo>
                <a:lnTo>
                  <a:pt x="3464023" y="141078"/>
                </a:lnTo>
                <a:lnTo>
                  <a:pt x="3465278" y="140767"/>
                </a:lnTo>
                <a:lnTo>
                  <a:pt x="3466510" y="140433"/>
                </a:lnTo>
                <a:lnTo>
                  <a:pt x="3467720" y="140078"/>
                </a:lnTo>
                <a:lnTo>
                  <a:pt x="3468907" y="139702"/>
                </a:lnTo>
                <a:lnTo>
                  <a:pt x="3470071" y="139304"/>
                </a:lnTo>
                <a:lnTo>
                  <a:pt x="3471212" y="138885"/>
                </a:lnTo>
                <a:lnTo>
                  <a:pt x="3472331" y="138444"/>
                </a:lnTo>
                <a:lnTo>
                  <a:pt x="3473427" y="137982"/>
                </a:lnTo>
                <a:lnTo>
                  <a:pt x="3474501" y="137498"/>
                </a:lnTo>
                <a:lnTo>
                  <a:pt x="3475551" y="136992"/>
                </a:lnTo>
                <a:lnTo>
                  <a:pt x="3476580" y="136469"/>
                </a:lnTo>
                <a:lnTo>
                  <a:pt x="3477587" y="135931"/>
                </a:lnTo>
                <a:lnTo>
                  <a:pt x="3478572" y="135379"/>
                </a:lnTo>
                <a:lnTo>
                  <a:pt x="3479536" y="134812"/>
                </a:lnTo>
                <a:lnTo>
                  <a:pt x="3480479" y="134231"/>
                </a:lnTo>
                <a:lnTo>
                  <a:pt x="3481399" y="133635"/>
                </a:lnTo>
                <a:lnTo>
                  <a:pt x="3482299" y="133025"/>
                </a:lnTo>
                <a:lnTo>
                  <a:pt x="3483176" y="132400"/>
                </a:lnTo>
                <a:lnTo>
                  <a:pt x="3484033" y="131761"/>
                </a:lnTo>
                <a:lnTo>
                  <a:pt x="3484867" y="131107"/>
                </a:lnTo>
                <a:lnTo>
                  <a:pt x="3485681" y="130439"/>
                </a:lnTo>
                <a:lnTo>
                  <a:pt x="3486472" y="129756"/>
                </a:lnTo>
                <a:lnTo>
                  <a:pt x="3487242" y="129059"/>
                </a:lnTo>
                <a:lnTo>
                  <a:pt x="3487991" y="128347"/>
                </a:lnTo>
                <a:lnTo>
                  <a:pt x="3488718" y="127621"/>
                </a:lnTo>
                <a:lnTo>
                  <a:pt x="3489423" y="126880"/>
                </a:lnTo>
                <a:lnTo>
                  <a:pt x="3490107" y="126125"/>
                </a:lnTo>
                <a:lnTo>
                  <a:pt x="3490770" y="125356"/>
                </a:lnTo>
                <a:lnTo>
                  <a:pt x="3491411" y="124572"/>
                </a:lnTo>
                <a:lnTo>
                  <a:pt x="3492030" y="123773"/>
                </a:lnTo>
                <a:lnTo>
                  <a:pt x="3492628" y="122960"/>
                </a:lnTo>
                <a:lnTo>
                  <a:pt x="3493204" y="122133"/>
                </a:lnTo>
                <a:lnTo>
                  <a:pt x="3493759" y="121290"/>
                </a:lnTo>
                <a:lnTo>
                  <a:pt x="3494292" y="120434"/>
                </a:lnTo>
                <a:lnTo>
                  <a:pt x="3494804" y="119567"/>
                </a:lnTo>
                <a:lnTo>
                  <a:pt x="3495294" y="118693"/>
                </a:lnTo>
                <a:lnTo>
                  <a:pt x="3495762" y="117813"/>
                </a:lnTo>
                <a:lnTo>
                  <a:pt x="3496208" y="116927"/>
                </a:lnTo>
                <a:lnTo>
                  <a:pt x="3496632" y="116033"/>
                </a:lnTo>
                <a:lnTo>
                  <a:pt x="3497035" y="115134"/>
                </a:lnTo>
                <a:lnTo>
                  <a:pt x="3497416" y="114227"/>
                </a:lnTo>
                <a:lnTo>
                  <a:pt x="3497775" y="113314"/>
                </a:lnTo>
                <a:lnTo>
                  <a:pt x="3498113" y="112395"/>
                </a:lnTo>
                <a:lnTo>
                  <a:pt x="3498428" y="111469"/>
                </a:lnTo>
                <a:lnTo>
                  <a:pt x="3498722" y="110536"/>
                </a:lnTo>
                <a:lnTo>
                  <a:pt x="3498994" y="109597"/>
                </a:lnTo>
                <a:lnTo>
                  <a:pt x="3499245" y="108652"/>
                </a:lnTo>
                <a:lnTo>
                  <a:pt x="3499473" y="107699"/>
                </a:lnTo>
                <a:lnTo>
                  <a:pt x="3499680" y="106741"/>
                </a:lnTo>
                <a:lnTo>
                  <a:pt x="3499865" y="105775"/>
                </a:lnTo>
                <a:lnTo>
                  <a:pt x="3500028" y="104803"/>
                </a:lnTo>
                <a:lnTo>
                  <a:pt x="3500170" y="103825"/>
                </a:lnTo>
                <a:lnTo>
                  <a:pt x="3500290" y="102840"/>
                </a:lnTo>
                <a:lnTo>
                  <a:pt x="3500387" y="101849"/>
                </a:lnTo>
                <a:lnTo>
                  <a:pt x="3500464" y="100850"/>
                </a:lnTo>
                <a:lnTo>
                  <a:pt x="3500518" y="99846"/>
                </a:lnTo>
                <a:lnTo>
                  <a:pt x="3500551" y="98835"/>
                </a:lnTo>
                <a:lnTo>
                  <a:pt x="3500562" y="97817"/>
                </a:lnTo>
                <a:lnTo>
                  <a:pt x="3500551" y="96755"/>
                </a:lnTo>
                <a:lnTo>
                  <a:pt x="3500519" y="95702"/>
                </a:lnTo>
                <a:lnTo>
                  <a:pt x="3500466" y="94658"/>
                </a:lnTo>
                <a:lnTo>
                  <a:pt x="3500391" y="93622"/>
                </a:lnTo>
                <a:lnTo>
                  <a:pt x="3500295" y="92595"/>
                </a:lnTo>
                <a:lnTo>
                  <a:pt x="3500178" y="91577"/>
                </a:lnTo>
                <a:lnTo>
                  <a:pt x="3500040" y="90567"/>
                </a:lnTo>
                <a:lnTo>
                  <a:pt x="3499880" y="89566"/>
                </a:lnTo>
                <a:lnTo>
                  <a:pt x="3499699" y="88574"/>
                </a:lnTo>
                <a:lnTo>
                  <a:pt x="3499497" y="87590"/>
                </a:lnTo>
                <a:lnTo>
                  <a:pt x="3499273" y="86615"/>
                </a:lnTo>
                <a:lnTo>
                  <a:pt x="3499028" y="85649"/>
                </a:lnTo>
                <a:lnTo>
                  <a:pt x="3498762" y="84691"/>
                </a:lnTo>
                <a:lnTo>
                  <a:pt x="3498474" y="83742"/>
                </a:lnTo>
                <a:lnTo>
                  <a:pt x="3498165" y="82802"/>
                </a:lnTo>
                <a:lnTo>
                  <a:pt x="3497835" y="81870"/>
                </a:lnTo>
                <a:lnTo>
                  <a:pt x="3497484" y="80947"/>
                </a:lnTo>
                <a:lnTo>
                  <a:pt x="3497111" y="80032"/>
                </a:lnTo>
                <a:lnTo>
                  <a:pt x="3496717" y="79127"/>
                </a:lnTo>
                <a:lnTo>
                  <a:pt x="3496301" y="78229"/>
                </a:lnTo>
                <a:lnTo>
                  <a:pt x="3495865" y="77341"/>
                </a:lnTo>
                <a:lnTo>
                  <a:pt x="3495407" y="76461"/>
                </a:lnTo>
                <a:lnTo>
                  <a:pt x="3494928" y="75590"/>
                </a:lnTo>
                <a:lnTo>
                  <a:pt x="3494427" y="74728"/>
                </a:lnTo>
                <a:lnTo>
                  <a:pt x="3493905" y="73877"/>
                </a:lnTo>
                <a:lnTo>
                  <a:pt x="3493362" y="73040"/>
                </a:lnTo>
                <a:lnTo>
                  <a:pt x="3492796" y="72218"/>
                </a:lnTo>
                <a:lnTo>
                  <a:pt x="3492210" y="71409"/>
                </a:lnTo>
                <a:lnTo>
                  <a:pt x="3491602" y="70615"/>
                </a:lnTo>
                <a:lnTo>
                  <a:pt x="3490972" y="69836"/>
                </a:lnTo>
                <a:lnTo>
                  <a:pt x="3490321" y="69070"/>
                </a:lnTo>
                <a:lnTo>
                  <a:pt x="3489648" y="68319"/>
                </a:lnTo>
                <a:lnTo>
                  <a:pt x="3488954" y="67582"/>
                </a:lnTo>
                <a:lnTo>
                  <a:pt x="3488238" y="66859"/>
                </a:lnTo>
                <a:lnTo>
                  <a:pt x="3487501" y="66151"/>
                </a:lnTo>
                <a:lnTo>
                  <a:pt x="3487015" y="65707"/>
                </a:lnTo>
                <a:lnTo>
                  <a:pt x="3487096" y="65644"/>
                </a:lnTo>
                <a:lnTo>
                  <a:pt x="3487646" y="65247"/>
                </a:lnTo>
                <a:lnTo>
                  <a:pt x="3488210" y="64870"/>
                </a:lnTo>
                <a:close/>
                <a:moveTo>
                  <a:pt x="3440503" y="121486"/>
                </a:moveTo>
                <a:lnTo>
                  <a:pt x="3439810" y="121370"/>
                </a:lnTo>
                <a:lnTo>
                  <a:pt x="3439123" y="121234"/>
                </a:lnTo>
                <a:lnTo>
                  <a:pt x="3438444" y="121076"/>
                </a:lnTo>
                <a:lnTo>
                  <a:pt x="3437771" y="120898"/>
                </a:lnTo>
                <a:lnTo>
                  <a:pt x="3437106" y="120698"/>
                </a:lnTo>
                <a:lnTo>
                  <a:pt x="3436446" y="120478"/>
                </a:lnTo>
                <a:lnTo>
                  <a:pt x="3435794" y="120236"/>
                </a:lnTo>
                <a:lnTo>
                  <a:pt x="3435149" y="119973"/>
                </a:lnTo>
                <a:lnTo>
                  <a:pt x="3434510" y="119690"/>
                </a:lnTo>
                <a:lnTo>
                  <a:pt x="3433878" y="119385"/>
                </a:lnTo>
                <a:lnTo>
                  <a:pt x="3433253" y="119060"/>
                </a:lnTo>
                <a:lnTo>
                  <a:pt x="3432635" y="118713"/>
                </a:lnTo>
                <a:lnTo>
                  <a:pt x="3432023" y="118345"/>
                </a:lnTo>
                <a:lnTo>
                  <a:pt x="3431419" y="117957"/>
                </a:lnTo>
                <a:lnTo>
                  <a:pt x="3430821" y="117547"/>
                </a:lnTo>
                <a:lnTo>
                  <a:pt x="3430229" y="117116"/>
                </a:lnTo>
                <a:lnTo>
                  <a:pt x="3429645" y="116665"/>
                </a:lnTo>
                <a:lnTo>
                  <a:pt x="3429068" y="116192"/>
                </a:lnTo>
                <a:lnTo>
                  <a:pt x="3428497" y="115698"/>
                </a:lnTo>
                <a:lnTo>
                  <a:pt x="3427941" y="115184"/>
                </a:lnTo>
                <a:lnTo>
                  <a:pt x="3427409" y="114650"/>
                </a:lnTo>
                <a:lnTo>
                  <a:pt x="3426901" y="114095"/>
                </a:lnTo>
                <a:lnTo>
                  <a:pt x="3426416" y="113521"/>
                </a:lnTo>
                <a:lnTo>
                  <a:pt x="3425955" y="112926"/>
                </a:lnTo>
                <a:lnTo>
                  <a:pt x="3425518" y="112312"/>
                </a:lnTo>
                <a:lnTo>
                  <a:pt x="3425104" y="111677"/>
                </a:lnTo>
                <a:lnTo>
                  <a:pt x="3424714" y="111022"/>
                </a:lnTo>
                <a:lnTo>
                  <a:pt x="3424348" y="110348"/>
                </a:lnTo>
                <a:lnTo>
                  <a:pt x="3424005" y="109653"/>
                </a:lnTo>
                <a:lnTo>
                  <a:pt x="3423686" y="108938"/>
                </a:lnTo>
                <a:lnTo>
                  <a:pt x="3423390" y="108203"/>
                </a:lnTo>
                <a:lnTo>
                  <a:pt x="3423118" y="107448"/>
                </a:lnTo>
                <a:lnTo>
                  <a:pt x="3422870" y="106672"/>
                </a:lnTo>
                <a:lnTo>
                  <a:pt x="3422645" y="105877"/>
                </a:lnTo>
                <a:lnTo>
                  <a:pt x="3422445" y="105062"/>
                </a:lnTo>
                <a:lnTo>
                  <a:pt x="3422267" y="104226"/>
                </a:lnTo>
                <a:lnTo>
                  <a:pt x="3422114" y="103371"/>
                </a:lnTo>
                <a:lnTo>
                  <a:pt x="3421983" y="102496"/>
                </a:lnTo>
                <a:lnTo>
                  <a:pt x="3421877" y="101600"/>
                </a:lnTo>
                <a:lnTo>
                  <a:pt x="3421794" y="100684"/>
                </a:lnTo>
                <a:lnTo>
                  <a:pt x="3421735" y="99749"/>
                </a:lnTo>
                <a:lnTo>
                  <a:pt x="3421700" y="98793"/>
                </a:lnTo>
                <a:lnTo>
                  <a:pt x="3421688" y="97817"/>
                </a:lnTo>
                <a:lnTo>
                  <a:pt x="3421699" y="96830"/>
                </a:lnTo>
                <a:lnTo>
                  <a:pt x="3421734" y="95862"/>
                </a:lnTo>
                <a:lnTo>
                  <a:pt x="3421791" y="94915"/>
                </a:lnTo>
                <a:lnTo>
                  <a:pt x="3421871" y="93987"/>
                </a:lnTo>
                <a:lnTo>
                  <a:pt x="3421975" y="93079"/>
                </a:lnTo>
                <a:lnTo>
                  <a:pt x="3422101" y="92191"/>
                </a:lnTo>
                <a:lnTo>
                  <a:pt x="3422250" y="91323"/>
                </a:lnTo>
                <a:lnTo>
                  <a:pt x="3422422" y="90474"/>
                </a:lnTo>
                <a:lnTo>
                  <a:pt x="3422617" y="89646"/>
                </a:lnTo>
                <a:lnTo>
                  <a:pt x="3422835" y="88837"/>
                </a:lnTo>
                <a:lnTo>
                  <a:pt x="3423076" y="88048"/>
                </a:lnTo>
                <a:lnTo>
                  <a:pt x="3423340" y="87279"/>
                </a:lnTo>
                <a:lnTo>
                  <a:pt x="3423626" y="86530"/>
                </a:lnTo>
                <a:lnTo>
                  <a:pt x="3423936" y="85801"/>
                </a:lnTo>
                <a:lnTo>
                  <a:pt x="3424269" y="85091"/>
                </a:lnTo>
                <a:lnTo>
                  <a:pt x="3424624" y="84402"/>
                </a:lnTo>
                <a:lnTo>
                  <a:pt x="3425003" y="83732"/>
                </a:lnTo>
                <a:lnTo>
                  <a:pt x="3425404" y="83082"/>
                </a:lnTo>
                <a:lnTo>
                  <a:pt x="3425829" y="82452"/>
                </a:lnTo>
                <a:lnTo>
                  <a:pt x="3426276" y="81841"/>
                </a:lnTo>
                <a:lnTo>
                  <a:pt x="3426746" y="81251"/>
                </a:lnTo>
                <a:lnTo>
                  <a:pt x="3427239" y="80680"/>
                </a:lnTo>
                <a:lnTo>
                  <a:pt x="3427755" y="80129"/>
                </a:lnTo>
                <a:lnTo>
                  <a:pt x="3428294" y="79598"/>
                </a:lnTo>
                <a:lnTo>
                  <a:pt x="3428851" y="79088"/>
                </a:lnTo>
                <a:lnTo>
                  <a:pt x="3429420" y="78600"/>
                </a:lnTo>
                <a:lnTo>
                  <a:pt x="3430001" y="78133"/>
                </a:lnTo>
                <a:lnTo>
                  <a:pt x="3430594" y="77688"/>
                </a:lnTo>
                <a:lnTo>
                  <a:pt x="3431199" y="77264"/>
                </a:lnTo>
                <a:lnTo>
                  <a:pt x="3431817" y="76863"/>
                </a:lnTo>
                <a:lnTo>
                  <a:pt x="3432446" y="76483"/>
                </a:lnTo>
                <a:lnTo>
                  <a:pt x="3433088" y="76125"/>
                </a:lnTo>
                <a:lnTo>
                  <a:pt x="3433742" y="75788"/>
                </a:lnTo>
                <a:lnTo>
                  <a:pt x="3434409" y="75473"/>
                </a:lnTo>
                <a:lnTo>
                  <a:pt x="3435087" y="75180"/>
                </a:lnTo>
                <a:lnTo>
                  <a:pt x="3435777" y="74909"/>
                </a:lnTo>
                <a:lnTo>
                  <a:pt x="3436480" y="74659"/>
                </a:lnTo>
                <a:lnTo>
                  <a:pt x="3437195" y="74431"/>
                </a:lnTo>
                <a:lnTo>
                  <a:pt x="3437922" y="74225"/>
                </a:lnTo>
                <a:lnTo>
                  <a:pt x="3438661" y="74040"/>
                </a:lnTo>
                <a:lnTo>
                  <a:pt x="3439413" y="73878"/>
                </a:lnTo>
                <a:lnTo>
                  <a:pt x="3440176" y="73737"/>
                </a:lnTo>
                <a:lnTo>
                  <a:pt x="3440952" y="73617"/>
                </a:lnTo>
                <a:lnTo>
                  <a:pt x="3441740" y="73519"/>
                </a:lnTo>
                <a:lnTo>
                  <a:pt x="3442540" y="73443"/>
                </a:lnTo>
                <a:lnTo>
                  <a:pt x="3443352" y="73389"/>
                </a:lnTo>
                <a:lnTo>
                  <a:pt x="3444176" y="73357"/>
                </a:lnTo>
                <a:lnTo>
                  <a:pt x="3445013" y="73346"/>
                </a:lnTo>
                <a:lnTo>
                  <a:pt x="3445838" y="73356"/>
                </a:lnTo>
                <a:lnTo>
                  <a:pt x="3446650" y="73388"/>
                </a:lnTo>
                <a:lnTo>
                  <a:pt x="3447448" y="73440"/>
                </a:lnTo>
                <a:lnTo>
                  <a:pt x="3448234" y="73514"/>
                </a:lnTo>
                <a:lnTo>
                  <a:pt x="3449006" y="73608"/>
                </a:lnTo>
                <a:lnTo>
                  <a:pt x="3449766" y="73724"/>
                </a:lnTo>
                <a:lnTo>
                  <a:pt x="3450512" y="73860"/>
                </a:lnTo>
                <a:lnTo>
                  <a:pt x="3451245" y="74018"/>
                </a:lnTo>
                <a:lnTo>
                  <a:pt x="3451965" y="74197"/>
                </a:lnTo>
                <a:lnTo>
                  <a:pt x="3452672" y="74396"/>
                </a:lnTo>
                <a:lnTo>
                  <a:pt x="3453366" y="74617"/>
                </a:lnTo>
                <a:lnTo>
                  <a:pt x="3454046" y="74858"/>
                </a:lnTo>
                <a:lnTo>
                  <a:pt x="3454714" y="75121"/>
                </a:lnTo>
                <a:lnTo>
                  <a:pt x="3455368" y="75405"/>
                </a:lnTo>
                <a:lnTo>
                  <a:pt x="3456010" y="75709"/>
                </a:lnTo>
                <a:lnTo>
                  <a:pt x="3456638" y="76035"/>
                </a:lnTo>
                <a:lnTo>
                  <a:pt x="3457253" y="76381"/>
                </a:lnTo>
                <a:lnTo>
                  <a:pt x="3457855" y="76749"/>
                </a:lnTo>
                <a:lnTo>
                  <a:pt x="3458444" y="77138"/>
                </a:lnTo>
                <a:lnTo>
                  <a:pt x="3459020" y="77547"/>
                </a:lnTo>
                <a:lnTo>
                  <a:pt x="3459583" y="77978"/>
                </a:lnTo>
                <a:lnTo>
                  <a:pt x="3460132" y="78430"/>
                </a:lnTo>
                <a:lnTo>
                  <a:pt x="3460669" y="78902"/>
                </a:lnTo>
                <a:lnTo>
                  <a:pt x="3461192" y="79396"/>
                </a:lnTo>
                <a:lnTo>
                  <a:pt x="3461698" y="79911"/>
                </a:lnTo>
                <a:lnTo>
                  <a:pt x="3462183" y="80448"/>
                </a:lnTo>
                <a:lnTo>
                  <a:pt x="3462646" y="81007"/>
                </a:lnTo>
                <a:lnTo>
                  <a:pt x="3463087" y="81588"/>
                </a:lnTo>
                <a:lnTo>
                  <a:pt x="3463507" y="82191"/>
                </a:lnTo>
                <a:lnTo>
                  <a:pt x="3463906" y="82816"/>
                </a:lnTo>
                <a:lnTo>
                  <a:pt x="3464282" y="83463"/>
                </a:lnTo>
                <a:lnTo>
                  <a:pt x="3464638" y="84132"/>
                </a:lnTo>
                <a:lnTo>
                  <a:pt x="3464972" y="84823"/>
                </a:lnTo>
                <a:lnTo>
                  <a:pt x="3465284" y="85535"/>
                </a:lnTo>
                <a:lnTo>
                  <a:pt x="3465575" y="86270"/>
                </a:lnTo>
                <a:lnTo>
                  <a:pt x="3465844" y="87026"/>
                </a:lnTo>
                <a:lnTo>
                  <a:pt x="3466091" y="87805"/>
                </a:lnTo>
                <a:lnTo>
                  <a:pt x="3466318" y="88605"/>
                </a:lnTo>
                <a:lnTo>
                  <a:pt x="3466522" y="89428"/>
                </a:lnTo>
                <a:lnTo>
                  <a:pt x="3466705" y="90272"/>
                </a:lnTo>
                <a:lnTo>
                  <a:pt x="3466867" y="91138"/>
                </a:lnTo>
                <a:lnTo>
                  <a:pt x="3467007" y="92027"/>
                </a:lnTo>
                <a:lnTo>
                  <a:pt x="3467125" y="92937"/>
                </a:lnTo>
                <a:lnTo>
                  <a:pt x="3467222" y="93869"/>
                </a:lnTo>
                <a:lnTo>
                  <a:pt x="3467297" y="94823"/>
                </a:lnTo>
                <a:lnTo>
                  <a:pt x="3467351" y="95799"/>
                </a:lnTo>
                <a:lnTo>
                  <a:pt x="3467383" y="96797"/>
                </a:lnTo>
                <a:lnTo>
                  <a:pt x="3467394" y="97817"/>
                </a:lnTo>
                <a:lnTo>
                  <a:pt x="3467383" y="98782"/>
                </a:lnTo>
                <a:lnTo>
                  <a:pt x="3467348" y="99727"/>
                </a:lnTo>
                <a:lnTo>
                  <a:pt x="3467290" y="100654"/>
                </a:lnTo>
                <a:lnTo>
                  <a:pt x="3467209" y="101561"/>
                </a:lnTo>
                <a:lnTo>
                  <a:pt x="3467105" y="102448"/>
                </a:lnTo>
                <a:lnTo>
                  <a:pt x="3466977" y="103316"/>
                </a:lnTo>
                <a:lnTo>
                  <a:pt x="3466827" y="104165"/>
                </a:lnTo>
                <a:lnTo>
                  <a:pt x="3466653" y="104994"/>
                </a:lnTo>
                <a:lnTo>
                  <a:pt x="3466456" y="105805"/>
                </a:lnTo>
                <a:lnTo>
                  <a:pt x="3466236" y="106595"/>
                </a:lnTo>
                <a:lnTo>
                  <a:pt x="3465992" y="107366"/>
                </a:lnTo>
                <a:lnTo>
                  <a:pt x="3465726" y="108118"/>
                </a:lnTo>
                <a:lnTo>
                  <a:pt x="3465436" y="108851"/>
                </a:lnTo>
                <a:lnTo>
                  <a:pt x="3465123" y="109564"/>
                </a:lnTo>
                <a:lnTo>
                  <a:pt x="3464787" y="110258"/>
                </a:lnTo>
                <a:lnTo>
                  <a:pt x="3464428" y="110932"/>
                </a:lnTo>
                <a:lnTo>
                  <a:pt x="3464046" y="111588"/>
                </a:lnTo>
                <a:lnTo>
                  <a:pt x="3463640" y="112223"/>
                </a:lnTo>
                <a:lnTo>
                  <a:pt x="3463211" y="112840"/>
                </a:lnTo>
                <a:lnTo>
                  <a:pt x="3462760" y="113437"/>
                </a:lnTo>
                <a:lnTo>
                  <a:pt x="3462285" y="114014"/>
                </a:lnTo>
                <a:lnTo>
                  <a:pt x="3461786" y="114572"/>
                </a:lnTo>
                <a:lnTo>
                  <a:pt x="3461265" y="115111"/>
                </a:lnTo>
                <a:lnTo>
                  <a:pt x="3460720" y="115631"/>
                </a:lnTo>
                <a:lnTo>
                  <a:pt x="3460158" y="116130"/>
                </a:lnTo>
                <a:lnTo>
                  <a:pt x="3459585" y="116608"/>
                </a:lnTo>
                <a:lnTo>
                  <a:pt x="3459000" y="117065"/>
                </a:lnTo>
                <a:lnTo>
                  <a:pt x="3458404" y="117500"/>
                </a:lnTo>
                <a:lnTo>
                  <a:pt x="3457796" y="117914"/>
                </a:lnTo>
                <a:lnTo>
                  <a:pt x="3457177" y="118307"/>
                </a:lnTo>
                <a:lnTo>
                  <a:pt x="3456546" y="118679"/>
                </a:lnTo>
                <a:lnTo>
                  <a:pt x="3455904" y="119030"/>
                </a:lnTo>
                <a:lnTo>
                  <a:pt x="3455250" y="119359"/>
                </a:lnTo>
                <a:lnTo>
                  <a:pt x="3454585" y="119667"/>
                </a:lnTo>
                <a:lnTo>
                  <a:pt x="3453909" y="119954"/>
                </a:lnTo>
                <a:lnTo>
                  <a:pt x="3453221" y="120219"/>
                </a:lnTo>
                <a:lnTo>
                  <a:pt x="3452521" y="120463"/>
                </a:lnTo>
                <a:lnTo>
                  <a:pt x="3451810" y="120686"/>
                </a:lnTo>
                <a:lnTo>
                  <a:pt x="3451088" y="120888"/>
                </a:lnTo>
                <a:lnTo>
                  <a:pt x="3450354" y="121069"/>
                </a:lnTo>
                <a:lnTo>
                  <a:pt x="3449608" y="121228"/>
                </a:lnTo>
                <a:lnTo>
                  <a:pt x="3448851" y="121366"/>
                </a:lnTo>
                <a:lnTo>
                  <a:pt x="3448083" y="121483"/>
                </a:lnTo>
                <a:lnTo>
                  <a:pt x="3447303" y="121579"/>
                </a:lnTo>
                <a:lnTo>
                  <a:pt x="3446512" y="121653"/>
                </a:lnTo>
                <a:lnTo>
                  <a:pt x="3445709" y="121706"/>
                </a:lnTo>
                <a:lnTo>
                  <a:pt x="3444895" y="121738"/>
                </a:lnTo>
                <a:lnTo>
                  <a:pt x="3444069" y="121749"/>
                </a:lnTo>
                <a:lnTo>
                  <a:pt x="3443342" y="121738"/>
                </a:lnTo>
                <a:lnTo>
                  <a:pt x="3442622" y="121707"/>
                </a:lnTo>
                <a:lnTo>
                  <a:pt x="3441909" y="121654"/>
                </a:lnTo>
                <a:lnTo>
                  <a:pt x="3441202" y="121581"/>
                </a:lnTo>
                <a:lnTo>
                  <a:pt x="3440503" y="121486"/>
                </a:lnTo>
                <a:close/>
                <a:moveTo>
                  <a:pt x="3438617" y="213396"/>
                </a:moveTo>
                <a:lnTo>
                  <a:pt x="3437500" y="213286"/>
                </a:lnTo>
                <a:lnTo>
                  <a:pt x="3436414" y="213159"/>
                </a:lnTo>
                <a:lnTo>
                  <a:pt x="3435358" y="213015"/>
                </a:lnTo>
                <a:lnTo>
                  <a:pt x="3434333" y="212854"/>
                </a:lnTo>
                <a:lnTo>
                  <a:pt x="3433338" y="212676"/>
                </a:lnTo>
                <a:lnTo>
                  <a:pt x="3432373" y="212482"/>
                </a:lnTo>
                <a:lnTo>
                  <a:pt x="3431439" y="212270"/>
                </a:lnTo>
                <a:lnTo>
                  <a:pt x="3430535" y="212042"/>
                </a:lnTo>
                <a:lnTo>
                  <a:pt x="3429662" y="211796"/>
                </a:lnTo>
                <a:lnTo>
                  <a:pt x="3428819" y="211534"/>
                </a:lnTo>
                <a:lnTo>
                  <a:pt x="3428006" y="211255"/>
                </a:lnTo>
                <a:lnTo>
                  <a:pt x="3427224" y="210958"/>
                </a:lnTo>
                <a:lnTo>
                  <a:pt x="3426473" y="210645"/>
                </a:lnTo>
                <a:lnTo>
                  <a:pt x="3425752" y="210315"/>
                </a:lnTo>
                <a:lnTo>
                  <a:pt x="3425061" y="209968"/>
                </a:lnTo>
                <a:lnTo>
                  <a:pt x="3424400" y="209604"/>
                </a:lnTo>
                <a:lnTo>
                  <a:pt x="3423771" y="209223"/>
                </a:lnTo>
                <a:lnTo>
                  <a:pt x="3423171" y="208826"/>
                </a:lnTo>
                <a:lnTo>
                  <a:pt x="3422599" y="208418"/>
                </a:lnTo>
                <a:lnTo>
                  <a:pt x="3422051" y="208007"/>
                </a:lnTo>
                <a:lnTo>
                  <a:pt x="3421528" y="207594"/>
                </a:lnTo>
                <a:lnTo>
                  <a:pt x="3421029" y="207178"/>
                </a:lnTo>
                <a:lnTo>
                  <a:pt x="3420554" y="206759"/>
                </a:lnTo>
                <a:lnTo>
                  <a:pt x="3420104" y="206337"/>
                </a:lnTo>
                <a:lnTo>
                  <a:pt x="3419678" y="205912"/>
                </a:lnTo>
                <a:lnTo>
                  <a:pt x="3419276" y="205485"/>
                </a:lnTo>
                <a:lnTo>
                  <a:pt x="3418899" y="205055"/>
                </a:lnTo>
                <a:lnTo>
                  <a:pt x="3418546" y="204621"/>
                </a:lnTo>
                <a:lnTo>
                  <a:pt x="3418217" y="204185"/>
                </a:lnTo>
                <a:lnTo>
                  <a:pt x="3417913" y="203746"/>
                </a:lnTo>
                <a:lnTo>
                  <a:pt x="3417633" y="203305"/>
                </a:lnTo>
                <a:lnTo>
                  <a:pt x="3417377" y="202860"/>
                </a:lnTo>
                <a:lnTo>
                  <a:pt x="3417146" y="202413"/>
                </a:lnTo>
                <a:lnTo>
                  <a:pt x="3416939" y="201963"/>
                </a:lnTo>
                <a:lnTo>
                  <a:pt x="3416757" y="201509"/>
                </a:lnTo>
                <a:lnTo>
                  <a:pt x="3416598" y="201054"/>
                </a:lnTo>
                <a:lnTo>
                  <a:pt x="3416464" y="200595"/>
                </a:lnTo>
                <a:lnTo>
                  <a:pt x="3416355" y="200133"/>
                </a:lnTo>
                <a:lnTo>
                  <a:pt x="3416270" y="199669"/>
                </a:lnTo>
                <a:lnTo>
                  <a:pt x="3416209" y="199202"/>
                </a:lnTo>
                <a:lnTo>
                  <a:pt x="3416172" y="198731"/>
                </a:lnTo>
                <a:lnTo>
                  <a:pt x="3416160" y="198259"/>
                </a:lnTo>
                <a:lnTo>
                  <a:pt x="3416166" y="197854"/>
                </a:lnTo>
                <a:lnTo>
                  <a:pt x="3416183" y="197454"/>
                </a:lnTo>
                <a:lnTo>
                  <a:pt x="3416212" y="197058"/>
                </a:lnTo>
                <a:lnTo>
                  <a:pt x="3416252" y="196666"/>
                </a:lnTo>
                <a:lnTo>
                  <a:pt x="3416303" y="196277"/>
                </a:lnTo>
                <a:lnTo>
                  <a:pt x="3416367" y="195893"/>
                </a:lnTo>
                <a:lnTo>
                  <a:pt x="3416441" y="195513"/>
                </a:lnTo>
                <a:lnTo>
                  <a:pt x="3416527" y="195136"/>
                </a:lnTo>
                <a:lnTo>
                  <a:pt x="3416625" y="194764"/>
                </a:lnTo>
                <a:lnTo>
                  <a:pt x="3416734" y="194396"/>
                </a:lnTo>
                <a:lnTo>
                  <a:pt x="3416854" y="194032"/>
                </a:lnTo>
                <a:lnTo>
                  <a:pt x="3416986" y="193671"/>
                </a:lnTo>
                <a:lnTo>
                  <a:pt x="3417129" y="193315"/>
                </a:lnTo>
                <a:lnTo>
                  <a:pt x="3417284" y="192963"/>
                </a:lnTo>
                <a:lnTo>
                  <a:pt x="3417450" y="192614"/>
                </a:lnTo>
                <a:lnTo>
                  <a:pt x="3417628" y="192270"/>
                </a:lnTo>
                <a:lnTo>
                  <a:pt x="3417817" y="191930"/>
                </a:lnTo>
                <a:lnTo>
                  <a:pt x="3418018" y="191593"/>
                </a:lnTo>
                <a:lnTo>
                  <a:pt x="3418230" y="191261"/>
                </a:lnTo>
                <a:lnTo>
                  <a:pt x="3418454" y="190933"/>
                </a:lnTo>
                <a:lnTo>
                  <a:pt x="3418689" y="190608"/>
                </a:lnTo>
                <a:lnTo>
                  <a:pt x="3418936" y="190288"/>
                </a:lnTo>
                <a:lnTo>
                  <a:pt x="3419194" y="189971"/>
                </a:lnTo>
                <a:lnTo>
                  <a:pt x="3419463" y="189659"/>
                </a:lnTo>
                <a:lnTo>
                  <a:pt x="3419742" y="189352"/>
                </a:lnTo>
                <a:lnTo>
                  <a:pt x="3420027" y="189050"/>
                </a:lnTo>
                <a:lnTo>
                  <a:pt x="3420320" y="188754"/>
                </a:lnTo>
                <a:lnTo>
                  <a:pt x="3420619" y="188465"/>
                </a:lnTo>
                <a:lnTo>
                  <a:pt x="3420925" y="188181"/>
                </a:lnTo>
                <a:lnTo>
                  <a:pt x="3421237" y="187903"/>
                </a:lnTo>
                <a:lnTo>
                  <a:pt x="3421557" y="187631"/>
                </a:lnTo>
                <a:lnTo>
                  <a:pt x="3421883" y="187364"/>
                </a:lnTo>
                <a:lnTo>
                  <a:pt x="3422216" y="187104"/>
                </a:lnTo>
                <a:lnTo>
                  <a:pt x="3422555" y="186849"/>
                </a:lnTo>
                <a:lnTo>
                  <a:pt x="3422902" y="186601"/>
                </a:lnTo>
                <a:lnTo>
                  <a:pt x="3423255" y="186358"/>
                </a:lnTo>
                <a:lnTo>
                  <a:pt x="3423615" y="186121"/>
                </a:lnTo>
                <a:lnTo>
                  <a:pt x="3423982" y="185890"/>
                </a:lnTo>
                <a:lnTo>
                  <a:pt x="3424356" y="185665"/>
                </a:lnTo>
                <a:lnTo>
                  <a:pt x="3424737" y="185446"/>
                </a:lnTo>
                <a:lnTo>
                  <a:pt x="3425124" y="185232"/>
                </a:lnTo>
                <a:lnTo>
                  <a:pt x="3425518" y="185025"/>
                </a:lnTo>
                <a:lnTo>
                  <a:pt x="3425919" y="184823"/>
                </a:lnTo>
                <a:lnTo>
                  <a:pt x="3426326" y="184628"/>
                </a:lnTo>
                <a:lnTo>
                  <a:pt x="3426741" y="184438"/>
                </a:lnTo>
                <a:lnTo>
                  <a:pt x="3427162" y="184254"/>
                </a:lnTo>
                <a:lnTo>
                  <a:pt x="3427590" y="184076"/>
                </a:lnTo>
                <a:lnTo>
                  <a:pt x="3428025" y="183904"/>
                </a:lnTo>
                <a:lnTo>
                  <a:pt x="3452024" y="183904"/>
                </a:lnTo>
                <a:lnTo>
                  <a:pt x="3452837" y="183907"/>
                </a:lnTo>
                <a:lnTo>
                  <a:pt x="3453637" y="183915"/>
                </a:lnTo>
                <a:lnTo>
                  <a:pt x="3454423" y="183929"/>
                </a:lnTo>
                <a:lnTo>
                  <a:pt x="3455196" y="183949"/>
                </a:lnTo>
                <a:lnTo>
                  <a:pt x="3455955" y="183974"/>
                </a:lnTo>
                <a:lnTo>
                  <a:pt x="3456701" y="184005"/>
                </a:lnTo>
                <a:lnTo>
                  <a:pt x="3457433" y="184042"/>
                </a:lnTo>
                <a:lnTo>
                  <a:pt x="3458151" y="184084"/>
                </a:lnTo>
                <a:lnTo>
                  <a:pt x="3458856" y="184132"/>
                </a:lnTo>
                <a:lnTo>
                  <a:pt x="3459547" y="184185"/>
                </a:lnTo>
                <a:lnTo>
                  <a:pt x="3460225" y="184244"/>
                </a:lnTo>
                <a:lnTo>
                  <a:pt x="3460889" y="184309"/>
                </a:lnTo>
                <a:lnTo>
                  <a:pt x="3461539" y="184380"/>
                </a:lnTo>
                <a:lnTo>
                  <a:pt x="3462176" y="184456"/>
                </a:lnTo>
                <a:lnTo>
                  <a:pt x="3462800" y="184537"/>
                </a:lnTo>
                <a:lnTo>
                  <a:pt x="3463409" y="184625"/>
                </a:lnTo>
                <a:lnTo>
                  <a:pt x="3464006" y="184718"/>
                </a:lnTo>
                <a:lnTo>
                  <a:pt x="3464588" y="184816"/>
                </a:lnTo>
                <a:lnTo>
                  <a:pt x="3465157" y="184920"/>
                </a:lnTo>
                <a:lnTo>
                  <a:pt x="3465713" y="185030"/>
                </a:lnTo>
                <a:lnTo>
                  <a:pt x="3466255" y="185146"/>
                </a:lnTo>
                <a:lnTo>
                  <a:pt x="3466783" y="185267"/>
                </a:lnTo>
                <a:lnTo>
                  <a:pt x="3467298" y="185393"/>
                </a:lnTo>
                <a:lnTo>
                  <a:pt x="3467799" y="185526"/>
                </a:lnTo>
                <a:lnTo>
                  <a:pt x="3468287" y="185664"/>
                </a:lnTo>
                <a:lnTo>
                  <a:pt x="3468764" y="185806"/>
                </a:lnTo>
                <a:lnTo>
                  <a:pt x="3469229" y="185954"/>
                </a:lnTo>
                <a:lnTo>
                  <a:pt x="3469683" y="186106"/>
                </a:lnTo>
                <a:lnTo>
                  <a:pt x="3470124" y="186262"/>
                </a:lnTo>
                <a:lnTo>
                  <a:pt x="3470554" y="186424"/>
                </a:lnTo>
                <a:lnTo>
                  <a:pt x="3470973" y="186590"/>
                </a:lnTo>
                <a:lnTo>
                  <a:pt x="3471379" y="186760"/>
                </a:lnTo>
                <a:lnTo>
                  <a:pt x="3471774" y="186936"/>
                </a:lnTo>
                <a:lnTo>
                  <a:pt x="3472157" y="187116"/>
                </a:lnTo>
                <a:lnTo>
                  <a:pt x="3472529" y="187301"/>
                </a:lnTo>
                <a:lnTo>
                  <a:pt x="3472888" y="187490"/>
                </a:lnTo>
                <a:lnTo>
                  <a:pt x="3473237" y="187685"/>
                </a:lnTo>
                <a:lnTo>
                  <a:pt x="3473573" y="187883"/>
                </a:lnTo>
                <a:lnTo>
                  <a:pt x="3473898" y="188087"/>
                </a:lnTo>
                <a:lnTo>
                  <a:pt x="3474210" y="188295"/>
                </a:lnTo>
                <a:lnTo>
                  <a:pt x="3474512" y="188508"/>
                </a:lnTo>
                <a:lnTo>
                  <a:pt x="3474801" y="188726"/>
                </a:lnTo>
                <a:lnTo>
                  <a:pt x="3475079" y="188949"/>
                </a:lnTo>
                <a:lnTo>
                  <a:pt x="3475345" y="189176"/>
                </a:lnTo>
                <a:lnTo>
                  <a:pt x="3475600" y="189407"/>
                </a:lnTo>
                <a:lnTo>
                  <a:pt x="3475842" y="189644"/>
                </a:lnTo>
                <a:lnTo>
                  <a:pt x="3476073" y="189885"/>
                </a:lnTo>
                <a:lnTo>
                  <a:pt x="3476293" y="190131"/>
                </a:lnTo>
                <a:lnTo>
                  <a:pt x="3476502" y="190382"/>
                </a:lnTo>
                <a:lnTo>
                  <a:pt x="3476702" y="190638"/>
                </a:lnTo>
                <a:lnTo>
                  <a:pt x="3476893" y="190898"/>
                </a:lnTo>
                <a:lnTo>
                  <a:pt x="3477076" y="191163"/>
                </a:lnTo>
                <a:lnTo>
                  <a:pt x="3477249" y="191433"/>
                </a:lnTo>
                <a:lnTo>
                  <a:pt x="3477414" y="191707"/>
                </a:lnTo>
                <a:lnTo>
                  <a:pt x="3477569" y="191986"/>
                </a:lnTo>
                <a:lnTo>
                  <a:pt x="3477716" y="192270"/>
                </a:lnTo>
                <a:lnTo>
                  <a:pt x="3477854" y="192558"/>
                </a:lnTo>
                <a:lnTo>
                  <a:pt x="3477983" y="192852"/>
                </a:lnTo>
                <a:lnTo>
                  <a:pt x="3478103" y="193150"/>
                </a:lnTo>
                <a:lnTo>
                  <a:pt x="3478214" y="193452"/>
                </a:lnTo>
                <a:lnTo>
                  <a:pt x="3478316" y="193759"/>
                </a:lnTo>
                <a:lnTo>
                  <a:pt x="3478410" y="194071"/>
                </a:lnTo>
                <a:lnTo>
                  <a:pt x="3478494" y="194388"/>
                </a:lnTo>
                <a:lnTo>
                  <a:pt x="3478570" y="194710"/>
                </a:lnTo>
                <a:lnTo>
                  <a:pt x="3478637" y="195036"/>
                </a:lnTo>
                <a:lnTo>
                  <a:pt x="3478694" y="195366"/>
                </a:lnTo>
                <a:lnTo>
                  <a:pt x="3478743" y="195702"/>
                </a:lnTo>
                <a:lnTo>
                  <a:pt x="3478783" y="196042"/>
                </a:lnTo>
                <a:lnTo>
                  <a:pt x="3478814" y="196387"/>
                </a:lnTo>
                <a:lnTo>
                  <a:pt x="3478837" y="196736"/>
                </a:lnTo>
                <a:lnTo>
                  <a:pt x="3478850" y="197091"/>
                </a:lnTo>
                <a:lnTo>
                  <a:pt x="3478855" y="197450"/>
                </a:lnTo>
                <a:lnTo>
                  <a:pt x="3478842" y="198010"/>
                </a:lnTo>
                <a:lnTo>
                  <a:pt x="3478803" y="198564"/>
                </a:lnTo>
                <a:lnTo>
                  <a:pt x="3478739" y="199111"/>
                </a:lnTo>
                <a:lnTo>
                  <a:pt x="3478649" y="199650"/>
                </a:lnTo>
                <a:lnTo>
                  <a:pt x="3478533" y="200183"/>
                </a:lnTo>
                <a:lnTo>
                  <a:pt x="3478391" y="200708"/>
                </a:lnTo>
                <a:lnTo>
                  <a:pt x="3478224" y="201226"/>
                </a:lnTo>
                <a:lnTo>
                  <a:pt x="3478031" y="201738"/>
                </a:lnTo>
                <a:lnTo>
                  <a:pt x="3477812" y="202242"/>
                </a:lnTo>
                <a:lnTo>
                  <a:pt x="3477567" y="202739"/>
                </a:lnTo>
                <a:lnTo>
                  <a:pt x="3477297" y="203230"/>
                </a:lnTo>
                <a:lnTo>
                  <a:pt x="3477001" y="203713"/>
                </a:lnTo>
                <a:lnTo>
                  <a:pt x="3476679" y="204189"/>
                </a:lnTo>
                <a:lnTo>
                  <a:pt x="3476331" y="204658"/>
                </a:lnTo>
                <a:lnTo>
                  <a:pt x="3475958" y="205120"/>
                </a:lnTo>
                <a:lnTo>
                  <a:pt x="3475559" y="205575"/>
                </a:lnTo>
                <a:lnTo>
                  <a:pt x="3475134" y="206023"/>
                </a:lnTo>
                <a:lnTo>
                  <a:pt x="3474683" y="206463"/>
                </a:lnTo>
                <a:lnTo>
                  <a:pt x="3474207" y="206897"/>
                </a:lnTo>
                <a:lnTo>
                  <a:pt x="3473705" y="207324"/>
                </a:lnTo>
                <a:lnTo>
                  <a:pt x="3473177" y="207744"/>
                </a:lnTo>
                <a:lnTo>
                  <a:pt x="3472623" y="208156"/>
                </a:lnTo>
                <a:lnTo>
                  <a:pt x="3472044" y="208562"/>
                </a:lnTo>
                <a:lnTo>
                  <a:pt x="3471439" y="208960"/>
                </a:lnTo>
                <a:lnTo>
                  <a:pt x="3470803" y="209347"/>
                </a:lnTo>
                <a:lnTo>
                  <a:pt x="3470129" y="209717"/>
                </a:lnTo>
                <a:lnTo>
                  <a:pt x="3469419" y="210071"/>
                </a:lnTo>
                <a:lnTo>
                  <a:pt x="3468671" y="210409"/>
                </a:lnTo>
                <a:lnTo>
                  <a:pt x="3467887" y="210730"/>
                </a:lnTo>
                <a:lnTo>
                  <a:pt x="3467066" y="211034"/>
                </a:lnTo>
                <a:lnTo>
                  <a:pt x="3466207" y="211322"/>
                </a:lnTo>
                <a:lnTo>
                  <a:pt x="3465312" y="211594"/>
                </a:lnTo>
                <a:lnTo>
                  <a:pt x="3464380" y="211849"/>
                </a:lnTo>
                <a:lnTo>
                  <a:pt x="3463410" y="212087"/>
                </a:lnTo>
                <a:lnTo>
                  <a:pt x="3462404" y="212310"/>
                </a:lnTo>
                <a:lnTo>
                  <a:pt x="3461361" y="212515"/>
                </a:lnTo>
                <a:lnTo>
                  <a:pt x="3460280" y="212705"/>
                </a:lnTo>
                <a:lnTo>
                  <a:pt x="3459163" y="212877"/>
                </a:lnTo>
                <a:lnTo>
                  <a:pt x="3458009" y="213034"/>
                </a:lnTo>
                <a:lnTo>
                  <a:pt x="3456818" y="213174"/>
                </a:lnTo>
                <a:lnTo>
                  <a:pt x="3455590" y="213297"/>
                </a:lnTo>
                <a:lnTo>
                  <a:pt x="3454324" y="213404"/>
                </a:lnTo>
                <a:lnTo>
                  <a:pt x="3453022" y="213495"/>
                </a:lnTo>
                <a:lnTo>
                  <a:pt x="3451683" y="213569"/>
                </a:lnTo>
                <a:lnTo>
                  <a:pt x="3450307" y="213626"/>
                </a:lnTo>
                <a:lnTo>
                  <a:pt x="3448894" y="213667"/>
                </a:lnTo>
                <a:lnTo>
                  <a:pt x="3447444" y="213692"/>
                </a:lnTo>
                <a:lnTo>
                  <a:pt x="3445957" y="213700"/>
                </a:lnTo>
                <a:lnTo>
                  <a:pt x="3444657" y="213692"/>
                </a:lnTo>
                <a:lnTo>
                  <a:pt x="3443389" y="213667"/>
                </a:lnTo>
                <a:lnTo>
                  <a:pt x="3442150" y="213624"/>
                </a:lnTo>
                <a:lnTo>
                  <a:pt x="3440942" y="213565"/>
                </a:lnTo>
                <a:lnTo>
                  <a:pt x="3439764" y="213489"/>
                </a:lnTo>
                <a:lnTo>
                  <a:pt x="3438617" y="213396"/>
                </a:lnTo>
                <a:close/>
                <a:moveTo>
                  <a:pt x="2690414" y="185252"/>
                </a:moveTo>
                <a:lnTo>
                  <a:pt x="2625023" y="3775"/>
                </a:lnTo>
                <a:lnTo>
                  <a:pt x="2585249" y="3775"/>
                </a:lnTo>
                <a:lnTo>
                  <a:pt x="2519993" y="185252"/>
                </a:lnTo>
                <a:lnTo>
                  <a:pt x="2559093" y="185252"/>
                </a:lnTo>
                <a:lnTo>
                  <a:pt x="2572441" y="145343"/>
                </a:lnTo>
                <a:lnTo>
                  <a:pt x="2637967" y="145343"/>
                </a:lnTo>
                <a:lnTo>
                  <a:pt x="2650910" y="185252"/>
                </a:lnTo>
                <a:lnTo>
                  <a:pt x="2690414" y="185252"/>
                </a:lnTo>
                <a:close/>
                <a:moveTo>
                  <a:pt x="2628664" y="113929"/>
                </a:moveTo>
                <a:lnTo>
                  <a:pt x="2581474" y="113929"/>
                </a:lnTo>
                <a:lnTo>
                  <a:pt x="2605069" y="41257"/>
                </a:lnTo>
                <a:lnTo>
                  <a:pt x="2628664" y="113929"/>
                </a:lnTo>
                <a:close/>
                <a:moveTo>
                  <a:pt x="2761440" y="157309"/>
                </a:moveTo>
                <a:lnTo>
                  <a:pt x="2760641" y="157267"/>
                </a:lnTo>
                <a:lnTo>
                  <a:pt x="2759867" y="157208"/>
                </a:lnTo>
                <a:lnTo>
                  <a:pt x="2759120" y="157132"/>
                </a:lnTo>
                <a:lnTo>
                  <a:pt x="2758399" y="157039"/>
                </a:lnTo>
                <a:lnTo>
                  <a:pt x="2757705" y="156930"/>
                </a:lnTo>
                <a:lnTo>
                  <a:pt x="2757036" y="156804"/>
                </a:lnTo>
                <a:lnTo>
                  <a:pt x="2756394" y="156660"/>
                </a:lnTo>
                <a:lnTo>
                  <a:pt x="2755778" y="156500"/>
                </a:lnTo>
                <a:lnTo>
                  <a:pt x="2755188" y="156323"/>
                </a:lnTo>
                <a:lnTo>
                  <a:pt x="2754624" y="156129"/>
                </a:lnTo>
                <a:lnTo>
                  <a:pt x="2754087" y="155919"/>
                </a:lnTo>
                <a:lnTo>
                  <a:pt x="2753576" y="155691"/>
                </a:lnTo>
                <a:lnTo>
                  <a:pt x="2753091" y="155447"/>
                </a:lnTo>
                <a:lnTo>
                  <a:pt x="2752632" y="155186"/>
                </a:lnTo>
                <a:lnTo>
                  <a:pt x="2752199" y="154908"/>
                </a:lnTo>
                <a:lnTo>
                  <a:pt x="2751793" y="154613"/>
                </a:lnTo>
                <a:lnTo>
                  <a:pt x="2751413" y="154301"/>
                </a:lnTo>
                <a:lnTo>
                  <a:pt x="2751059" y="153972"/>
                </a:lnTo>
                <a:lnTo>
                  <a:pt x="2750731" y="153627"/>
                </a:lnTo>
                <a:lnTo>
                  <a:pt x="2750430" y="153264"/>
                </a:lnTo>
                <a:lnTo>
                  <a:pt x="2750154" y="152885"/>
                </a:lnTo>
                <a:lnTo>
                  <a:pt x="2749905" y="152489"/>
                </a:lnTo>
                <a:lnTo>
                  <a:pt x="2749674" y="152075"/>
                </a:lnTo>
                <a:lnTo>
                  <a:pt x="2749453" y="151642"/>
                </a:lnTo>
                <a:lnTo>
                  <a:pt x="2749242" y="151189"/>
                </a:lnTo>
                <a:lnTo>
                  <a:pt x="2749040" y="150718"/>
                </a:lnTo>
                <a:lnTo>
                  <a:pt x="2748848" y="150227"/>
                </a:lnTo>
                <a:lnTo>
                  <a:pt x="2748667" y="149717"/>
                </a:lnTo>
                <a:lnTo>
                  <a:pt x="2748495" y="149187"/>
                </a:lnTo>
                <a:lnTo>
                  <a:pt x="2748332" y="148639"/>
                </a:lnTo>
                <a:lnTo>
                  <a:pt x="2748180" y="148071"/>
                </a:lnTo>
                <a:lnTo>
                  <a:pt x="2748037" y="147485"/>
                </a:lnTo>
                <a:lnTo>
                  <a:pt x="2747905" y="146879"/>
                </a:lnTo>
                <a:lnTo>
                  <a:pt x="2747782" y="146253"/>
                </a:lnTo>
                <a:lnTo>
                  <a:pt x="2747669" y="145609"/>
                </a:lnTo>
                <a:lnTo>
                  <a:pt x="2747565" y="144945"/>
                </a:lnTo>
                <a:lnTo>
                  <a:pt x="2747472" y="144263"/>
                </a:lnTo>
                <a:lnTo>
                  <a:pt x="2747389" y="143561"/>
                </a:lnTo>
                <a:lnTo>
                  <a:pt x="2747315" y="142839"/>
                </a:lnTo>
                <a:lnTo>
                  <a:pt x="2747251" y="142099"/>
                </a:lnTo>
                <a:lnTo>
                  <a:pt x="2747197" y="141339"/>
                </a:lnTo>
                <a:lnTo>
                  <a:pt x="2747153" y="140561"/>
                </a:lnTo>
                <a:lnTo>
                  <a:pt x="2747118" y="139763"/>
                </a:lnTo>
                <a:lnTo>
                  <a:pt x="2747094" y="138946"/>
                </a:lnTo>
                <a:lnTo>
                  <a:pt x="2747079" y="138109"/>
                </a:lnTo>
                <a:lnTo>
                  <a:pt x="2747074" y="137254"/>
                </a:lnTo>
                <a:lnTo>
                  <a:pt x="2747074" y="3775"/>
                </a:lnTo>
                <a:lnTo>
                  <a:pt x="2711480" y="3775"/>
                </a:lnTo>
                <a:lnTo>
                  <a:pt x="2711480" y="139411"/>
                </a:lnTo>
                <a:lnTo>
                  <a:pt x="2711487" y="140748"/>
                </a:lnTo>
                <a:lnTo>
                  <a:pt x="2711510" y="142065"/>
                </a:lnTo>
                <a:lnTo>
                  <a:pt x="2711547" y="143360"/>
                </a:lnTo>
                <a:lnTo>
                  <a:pt x="2711600" y="144634"/>
                </a:lnTo>
                <a:lnTo>
                  <a:pt x="2711667" y="145886"/>
                </a:lnTo>
                <a:lnTo>
                  <a:pt x="2711749" y="147117"/>
                </a:lnTo>
                <a:lnTo>
                  <a:pt x="2711847" y="148327"/>
                </a:lnTo>
                <a:lnTo>
                  <a:pt x="2711959" y="149515"/>
                </a:lnTo>
                <a:lnTo>
                  <a:pt x="2712086" y="150683"/>
                </a:lnTo>
                <a:lnTo>
                  <a:pt x="2712229" y="151829"/>
                </a:lnTo>
                <a:lnTo>
                  <a:pt x="2712386" y="152953"/>
                </a:lnTo>
                <a:lnTo>
                  <a:pt x="2712558" y="154056"/>
                </a:lnTo>
                <a:lnTo>
                  <a:pt x="2712746" y="155138"/>
                </a:lnTo>
                <a:lnTo>
                  <a:pt x="2712948" y="156199"/>
                </a:lnTo>
                <a:lnTo>
                  <a:pt x="2713165" y="157239"/>
                </a:lnTo>
                <a:lnTo>
                  <a:pt x="2713397" y="158257"/>
                </a:lnTo>
                <a:lnTo>
                  <a:pt x="2713644" y="159253"/>
                </a:lnTo>
                <a:lnTo>
                  <a:pt x="2713907" y="160229"/>
                </a:lnTo>
                <a:lnTo>
                  <a:pt x="2714184" y="161183"/>
                </a:lnTo>
                <a:lnTo>
                  <a:pt x="2714476" y="162116"/>
                </a:lnTo>
                <a:lnTo>
                  <a:pt x="2714783" y="163028"/>
                </a:lnTo>
                <a:lnTo>
                  <a:pt x="2715105" y="163918"/>
                </a:lnTo>
                <a:lnTo>
                  <a:pt x="2715442" y="164787"/>
                </a:lnTo>
                <a:lnTo>
                  <a:pt x="2715794" y="165635"/>
                </a:lnTo>
                <a:lnTo>
                  <a:pt x="2716165" y="166463"/>
                </a:lnTo>
                <a:lnTo>
                  <a:pt x="2716559" y="167272"/>
                </a:lnTo>
                <a:lnTo>
                  <a:pt x="2716976" y="168064"/>
                </a:lnTo>
                <a:lnTo>
                  <a:pt x="2717416" y="168837"/>
                </a:lnTo>
                <a:lnTo>
                  <a:pt x="2717879" y="169592"/>
                </a:lnTo>
                <a:lnTo>
                  <a:pt x="2718364" y="170328"/>
                </a:lnTo>
                <a:lnTo>
                  <a:pt x="2718873" y="171047"/>
                </a:lnTo>
                <a:lnTo>
                  <a:pt x="2719404" y="171747"/>
                </a:lnTo>
                <a:lnTo>
                  <a:pt x="2719959" y="172429"/>
                </a:lnTo>
                <a:lnTo>
                  <a:pt x="2720536" y="173092"/>
                </a:lnTo>
                <a:lnTo>
                  <a:pt x="2721137" y="173738"/>
                </a:lnTo>
                <a:lnTo>
                  <a:pt x="2721760" y="174365"/>
                </a:lnTo>
                <a:lnTo>
                  <a:pt x="2722406" y="174974"/>
                </a:lnTo>
                <a:lnTo>
                  <a:pt x="2723076" y="175564"/>
                </a:lnTo>
                <a:lnTo>
                  <a:pt x="2723768" y="176136"/>
                </a:lnTo>
                <a:lnTo>
                  <a:pt x="2724483" y="176690"/>
                </a:lnTo>
                <a:lnTo>
                  <a:pt x="2725221" y="177226"/>
                </a:lnTo>
                <a:lnTo>
                  <a:pt x="2725982" y="177744"/>
                </a:lnTo>
                <a:lnTo>
                  <a:pt x="2726766" y="178243"/>
                </a:lnTo>
                <a:lnTo>
                  <a:pt x="2727573" y="178724"/>
                </a:lnTo>
                <a:lnTo>
                  <a:pt x="2728403" y="179187"/>
                </a:lnTo>
                <a:lnTo>
                  <a:pt x="2729255" y="179631"/>
                </a:lnTo>
                <a:lnTo>
                  <a:pt x="2730131" y="180058"/>
                </a:lnTo>
                <a:lnTo>
                  <a:pt x="2731030" y="180466"/>
                </a:lnTo>
                <a:lnTo>
                  <a:pt x="2731956" y="180856"/>
                </a:lnTo>
                <a:lnTo>
                  <a:pt x="2732913" y="181230"/>
                </a:lnTo>
                <a:lnTo>
                  <a:pt x="2733903" y="181587"/>
                </a:lnTo>
                <a:lnTo>
                  <a:pt x="2734925" y="181928"/>
                </a:lnTo>
                <a:lnTo>
                  <a:pt x="2735978" y="182252"/>
                </a:lnTo>
                <a:lnTo>
                  <a:pt x="2737063" y="182560"/>
                </a:lnTo>
                <a:lnTo>
                  <a:pt x="2738180" y="182850"/>
                </a:lnTo>
                <a:lnTo>
                  <a:pt x="2739329" y="183125"/>
                </a:lnTo>
                <a:lnTo>
                  <a:pt x="2740510" y="183382"/>
                </a:lnTo>
                <a:lnTo>
                  <a:pt x="2741722" y="183623"/>
                </a:lnTo>
                <a:lnTo>
                  <a:pt x="2742966" y="183848"/>
                </a:lnTo>
                <a:lnTo>
                  <a:pt x="2744243" y="184055"/>
                </a:lnTo>
                <a:lnTo>
                  <a:pt x="2745551" y="184247"/>
                </a:lnTo>
                <a:lnTo>
                  <a:pt x="2746890" y="184421"/>
                </a:lnTo>
                <a:lnTo>
                  <a:pt x="2748262" y="184579"/>
                </a:lnTo>
                <a:lnTo>
                  <a:pt x="2749666" y="184720"/>
                </a:lnTo>
                <a:lnTo>
                  <a:pt x="2751101" y="184845"/>
                </a:lnTo>
                <a:lnTo>
                  <a:pt x="2752568" y="184953"/>
                </a:lnTo>
                <a:lnTo>
                  <a:pt x="2754067" y="185044"/>
                </a:lnTo>
                <a:lnTo>
                  <a:pt x="2755598" y="185119"/>
                </a:lnTo>
                <a:lnTo>
                  <a:pt x="2757161" y="185177"/>
                </a:lnTo>
                <a:lnTo>
                  <a:pt x="2758755" y="185219"/>
                </a:lnTo>
                <a:lnTo>
                  <a:pt x="2760382" y="185244"/>
                </a:lnTo>
                <a:lnTo>
                  <a:pt x="2762040" y="185252"/>
                </a:lnTo>
                <a:lnTo>
                  <a:pt x="2771343" y="185252"/>
                </a:lnTo>
                <a:lnTo>
                  <a:pt x="2771343" y="157343"/>
                </a:lnTo>
                <a:lnTo>
                  <a:pt x="2763118" y="157343"/>
                </a:lnTo>
                <a:lnTo>
                  <a:pt x="2762266" y="157334"/>
                </a:lnTo>
                <a:lnTo>
                  <a:pt x="2761440" y="157309"/>
                </a:lnTo>
                <a:close/>
                <a:moveTo>
                  <a:pt x="3271746" y="94232"/>
                </a:moveTo>
                <a:lnTo>
                  <a:pt x="3272241" y="93653"/>
                </a:lnTo>
                <a:lnTo>
                  <a:pt x="3272744" y="93082"/>
                </a:lnTo>
                <a:lnTo>
                  <a:pt x="3273253" y="92519"/>
                </a:lnTo>
                <a:lnTo>
                  <a:pt x="3273769" y="91963"/>
                </a:lnTo>
                <a:lnTo>
                  <a:pt x="3274292" y="91414"/>
                </a:lnTo>
                <a:lnTo>
                  <a:pt x="3274821" y="90874"/>
                </a:lnTo>
                <a:lnTo>
                  <a:pt x="3275358" y="90341"/>
                </a:lnTo>
                <a:lnTo>
                  <a:pt x="3275901" y="89815"/>
                </a:lnTo>
                <a:lnTo>
                  <a:pt x="3276451" y="89297"/>
                </a:lnTo>
                <a:lnTo>
                  <a:pt x="3277008" y="88787"/>
                </a:lnTo>
                <a:lnTo>
                  <a:pt x="3277571" y="88285"/>
                </a:lnTo>
                <a:lnTo>
                  <a:pt x="3278141" y="87790"/>
                </a:lnTo>
                <a:lnTo>
                  <a:pt x="3278719" y="87302"/>
                </a:lnTo>
                <a:lnTo>
                  <a:pt x="3279302" y="86822"/>
                </a:lnTo>
                <a:lnTo>
                  <a:pt x="3279893" y="86350"/>
                </a:lnTo>
                <a:lnTo>
                  <a:pt x="3280491" y="85886"/>
                </a:lnTo>
                <a:lnTo>
                  <a:pt x="3281095" y="85429"/>
                </a:lnTo>
                <a:lnTo>
                  <a:pt x="3281706" y="84979"/>
                </a:lnTo>
                <a:lnTo>
                  <a:pt x="3282324" y="84538"/>
                </a:lnTo>
                <a:lnTo>
                  <a:pt x="3282948" y="84103"/>
                </a:lnTo>
                <a:lnTo>
                  <a:pt x="3283580" y="83677"/>
                </a:lnTo>
                <a:lnTo>
                  <a:pt x="3284220" y="83263"/>
                </a:lnTo>
                <a:lnTo>
                  <a:pt x="3284871" y="82867"/>
                </a:lnTo>
                <a:lnTo>
                  <a:pt x="3285532" y="82488"/>
                </a:lnTo>
                <a:lnTo>
                  <a:pt x="3286203" y="82127"/>
                </a:lnTo>
                <a:lnTo>
                  <a:pt x="3286886" y="81783"/>
                </a:lnTo>
                <a:lnTo>
                  <a:pt x="3287578" y="81457"/>
                </a:lnTo>
                <a:lnTo>
                  <a:pt x="3288282" y="81149"/>
                </a:lnTo>
                <a:lnTo>
                  <a:pt x="3288995" y="80859"/>
                </a:lnTo>
                <a:lnTo>
                  <a:pt x="3289720" y="80586"/>
                </a:lnTo>
                <a:lnTo>
                  <a:pt x="3290455" y="80330"/>
                </a:lnTo>
                <a:lnTo>
                  <a:pt x="3291200" y="80092"/>
                </a:lnTo>
                <a:lnTo>
                  <a:pt x="3291956" y="79872"/>
                </a:lnTo>
                <a:lnTo>
                  <a:pt x="3292722" y="79670"/>
                </a:lnTo>
                <a:lnTo>
                  <a:pt x="3293499" y="79485"/>
                </a:lnTo>
                <a:lnTo>
                  <a:pt x="3294287" y="79317"/>
                </a:lnTo>
                <a:lnTo>
                  <a:pt x="3295085" y="79168"/>
                </a:lnTo>
                <a:lnTo>
                  <a:pt x="3295894" y="79036"/>
                </a:lnTo>
                <a:lnTo>
                  <a:pt x="3296713" y="78921"/>
                </a:lnTo>
                <a:lnTo>
                  <a:pt x="3297542" y="78824"/>
                </a:lnTo>
                <a:lnTo>
                  <a:pt x="3298383" y="78745"/>
                </a:lnTo>
                <a:lnTo>
                  <a:pt x="3299233" y="78683"/>
                </a:lnTo>
                <a:lnTo>
                  <a:pt x="3300095" y="78639"/>
                </a:lnTo>
                <a:lnTo>
                  <a:pt x="3300967" y="78613"/>
                </a:lnTo>
                <a:lnTo>
                  <a:pt x="3301849" y="78604"/>
                </a:lnTo>
                <a:lnTo>
                  <a:pt x="3302440" y="78609"/>
                </a:lnTo>
                <a:lnTo>
                  <a:pt x="3303021" y="78625"/>
                </a:lnTo>
                <a:lnTo>
                  <a:pt x="3303592" y="78651"/>
                </a:lnTo>
                <a:lnTo>
                  <a:pt x="3304154" y="78688"/>
                </a:lnTo>
                <a:lnTo>
                  <a:pt x="3304706" y="78735"/>
                </a:lnTo>
                <a:lnTo>
                  <a:pt x="3305249" y="78793"/>
                </a:lnTo>
                <a:lnTo>
                  <a:pt x="3305782" y="78861"/>
                </a:lnTo>
                <a:lnTo>
                  <a:pt x="3306306" y="78939"/>
                </a:lnTo>
                <a:lnTo>
                  <a:pt x="3306820" y="79028"/>
                </a:lnTo>
                <a:lnTo>
                  <a:pt x="3307324" y="79128"/>
                </a:lnTo>
                <a:lnTo>
                  <a:pt x="3307819" y="79238"/>
                </a:lnTo>
                <a:lnTo>
                  <a:pt x="3308304" y="79358"/>
                </a:lnTo>
                <a:lnTo>
                  <a:pt x="3308779" y="79489"/>
                </a:lnTo>
                <a:lnTo>
                  <a:pt x="3309245" y="79631"/>
                </a:lnTo>
                <a:lnTo>
                  <a:pt x="3309701" y="79782"/>
                </a:lnTo>
                <a:lnTo>
                  <a:pt x="3310148" y="79945"/>
                </a:lnTo>
                <a:lnTo>
                  <a:pt x="3310585" y="80118"/>
                </a:lnTo>
                <a:lnTo>
                  <a:pt x="3311013" y="80301"/>
                </a:lnTo>
                <a:lnTo>
                  <a:pt x="3311431" y="80495"/>
                </a:lnTo>
                <a:lnTo>
                  <a:pt x="3311839" y="80699"/>
                </a:lnTo>
                <a:lnTo>
                  <a:pt x="3312238" y="80914"/>
                </a:lnTo>
                <a:lnTo>
                  <a:pt x="3312627" y="81139"/>
                </a:lnTo>
                <a:lnTo>
                  <a:pt x="3313007" y="81375"/>
                </a:lnTo>
                <a:lnTo>
                  <a:pt x="3313377" y="81621"/>
                </a:lnTo>
                <a:lnTo>
                  <a:pt x="3313738" y="81876"/>
                </a:lnTo>
                <a:lnTo>
                  <a:pt x="3314090" y="82141"/>
                </a:lnTo>
                <a:lnTo>
                  <a:pt x="3314435" y="82413"/>
                </a:lnTo>
                <a:lnTo>
                  <a:pt x="3314772" y="82695"/>
                </a:lnTo>
                <a:lnTo>
                  <a:pt x="3315100" y="82985"/>
                </a:lnTo>
                <a:lnTo>
                  <a:pt x="3315420" y="83283"/>
                </a:lnTo>
                <a:lnTo>
                  <a:pt x="3315732" y="83590"/>
                </a:lnTo>
                <a:lnTo>
                  <a:pt x="3316036" y="83906"/>
                </a:lnTo>
                <a:lnTo>
                  <a:pt x="3316331" y="84230"/>
                </a:lnTo>
                <a:lnTo>
                  <a:pt x="3316618" y="84563"/>
                </a:lnTo>
                <a:lnTo>
                  <a:pt x="3316898" y="84904"/>
                </a:lnTo>
                <a:lnTo>
                  <a:pt x="3317169" y="85254"/>
                </a:lnTo>
                <a:lnTo>
                  <a:pt x="3317431" y="85612"/>
                </a:lnTo>
                <a:lnTo>
                  <a:pt x="3317686" y="85979"/>
                </a:lnTo>
                <a:lnTo>
                  <a:pt x="3317932" y="86355"/>
                </a:lnTo>
                <a:lnTo>
                  <a:pt x="3318170" y="86739"/>
                </a:lnTo>
                <a:lnTo>
                  <a:pt x="3318400" y="87131"/>
                </a:lnTo>
                <a:lnTo>
                  <a:pt x="3318622" y="87532"/>
                </a:lnTo>
                <a:lnTo>
                  <a:pt x="3318836" y="87942"/>
                </a:lnTo>
                <a:lnTo>
                  <a:pt x="3319041" y="88360"/>
                </a:lnTo>
                <a:lnTo>
                  <a:pt x="3319238" y="88787"/>
                </a:lnTo>
                <a:lnTo>
                  <a:pt x="3319427" y="89223"/>
                </a:lnTo>
                <a:lnTo>
                  <a:pt x="3319608" y="89667"/>
                </a:lnTo>
                <a:lnTo>
                  <a:pt x="3319781" y="90119"/>
                </a:lnTo>
                <a:lnTo>
                  <a:pt x="3319946" y="90579"/>
                </a:lnTo>
                <a:lnTo>
                  <a:pt x="3320104" y="91045"/>
                </a:lnTo>
                <a:lnTo>
                  <a:pt x="3320255" y="91517"/>
                </a:lnTo>
                <a:lnTo>
                  <a:pt x="3320399" y="91996"/>
                </a:lnTo>
                <a:lnTo>
                  <a:pt x="3320536" y="92481"/>
                </a:lnTo>
                <a:lnTo>
                  <a:pt x="3320666" y="92971"/>
                </a:lnTo>
                <a:lnTo>
                  <a:pt x="3320789" y="93469"/>
                </a:lnTo>
                <a:lnTo>
                  <a:pt x="3320904" y="93972"/>
                </a:lnTo>
                <a:lnTo>
                  <a:pt x="3321013" y="94481"/>
                </a:lnTo>
                <a:lnTo>
                  <a:pt x="3321115" y="94997"/>
                </a:lnTo>
                <a:lnTo>
                  <a:pt x="3321210" y="95519"/>
                </a:lnTo>
                <a:lnTo>
                  <a:pt x="3321298" y="96047"/>
                </a:lnTo>
                <a:lnTo>
                  <a:pt x="3321378" y="96582"/>
                </a:lnTo>
                <a:lnTo>
                  <a:pt x="3321452" y="97122"/>
                </a:lnTo>
                <a:lnTo>
                  <a:pt x="3321519" y="97669"/>
                </a:lnTo>
                <a:lnTo>
                  <a:pt x="3321579" y="98222"/>
                </a:lnTo>
                <a:lnTo>
                  <a:pt x="3321631" y="98781"/>
                </a:lnTo>
                <a:lnTo>
                  <a:pt x="3321677" y="99346"/>
                </a:lnTo>
                <a:lnTo>
                  <a:pt x="3321715" y="99918"/>
                </a:lnTo>
                <a:lnTo>
                  <a:pt x="3321747" y="100496"/>
                </a:lnTo>
                <a:lnTo>
                  <a:pt x="3321772" y="101080"/>
                </a:lnTo>
                <a:lnTo>
                  <a:pt x="3321789" y="101670"/>
                </a:lnTo>
                <a:lnTo>
                  <a:pt x="3321800" y="102266"/>
                </a:lnTo>
                <a:lnTo>
                  <a:pt x="3321803" y="102869"/>
                </a:lnTo>
                <a:lnTo>
                  <a:pt x="3321803" y="185252"/>
                </a:lnTo>
                <a:lnTo>
                  <a:pt x="3357263" y="185252"/>
                </a:lnTo>
                <a:lnTo>
                  <a:pt x="3357263" y="98512"/>
                </a:lnTo>
                <a:lnTo>
                  <a:pt x="3357243" y="96551"/>
                </a:lnTo>
                <a:lnTo>
                  <a:pt x="3357186" y="94630"/>
                </a:lnTo>
                <a:lnTo>
                  <a:pt x="3357090" y="92748"/>
                </a:lnTo>
                <a:lnTo>
                  <a:pt x="3356956" y="90906"/>
                </a:lnTo>
                <a:lnTo>
                  <a:pt x="3356783" y="89104"/>
                </a:lnTo>
                <a:lnTo>
                  <a:pt x="3356572" y="87341"/>
                </a:lnTo>
                <a:lnTo>
                  <a:pt x="3356322" y="85618"/>
                </a:lnTo>
                <a:lnTo>
                  <a:pt x="3356034" y="83934"/>
                </a:lnTo>
                <a:lnTo>
                  <a:pt x="3355708" y="82290"/>
                </a:lnTo>
                <a:lnTo>
                  <a:pt x="3355343" y="80686"/>
                </a:lnTo>
                <a:lnTo>
                  <a:pt x="3354940" y="79121"/>
                </a:lnTo>
                <a:lnTo>
                  <a:pt x="3354499" y="77596"/>
                </a:lnTo>
                <a:lnTo>
                  <a:pt x="3354019" y="76110"/>
                </a:lnTo>
                <a:lnTo>
                  <a:pt x="3353501" y="74664"/>
                </a:lnTo>
                <a:lnTo>
                  <a:pt x="3352944" y="73258"/>
                </a:lnTo>
                <a:lnTo>
                  <a:pt x="3352349" y="71891"/>
                </a:lnTo>
                <a:lnTo>
                  <a:pt x="3351716" y="70564"/>
                </a:lnTo>
                <a:lnTo>
                  <a:pt x="3351044" y="69276"/>
                </a:lnTo>
                <a:lnTo>
                  <a:pt x="3350334" y="68028"/>
                </a:lnTo>
                <a:lnTo>
                  <a:pt x="3349585" y="66820"/>
                </a:lnTo>
                <a:lnTo>
                  <a:pt x="3348798" y="65651"/>
                </a:lnTo>
                <a:lnTo>
                  <a:pt x="3347973" y="64522"/>
                </a:lnTo>
                <a:lnTo>
                  <a:pt x="3347109" y="63433"/>
                </a:lnTo>
                <a:lnTo>
                  <a:pt x="3346207" y="62383"/>
                </a:lnTo>
                <a:lnTo>
                  <a:pt x="3345270" y="61374"/>
                </a:lnTo>
                <a:lnTo>
                  <a:pt x="3344302" y="60408"/>
                </a:lnTo>
                <a:lnTo>
                  <a:pt x="3343302" y="59485"/>
                </a:lnTo>
                <a:lnTo>
                  <a:pt x="3342271" y="58605"/>
                </a:lnTo>
                <a:lnTo>
                  <a:pt x="3341208" y="57768"/>
                </a:lnTo>
                <a:lnTo>
                  <a:pt x="3340114" y="56974"/>
                </a:lnTo>
                <a:lnTo>
                  <a:pt x="3338989" y="56223"/>
                </a:lnTo>
                <a:lnTo>
                  <a:pt x="3337833" y="55515"/>
                </a:lnTo>
                <a:lnTo>
                  <a:pt x="3336645" y="54850"/>
                </a:lnTo>
                <a:lnTo>
                  <a:pt x="3335425" y="54227"/>
                </a:lnTo>
                <a:lnTo>
                  <a:pt x="3334175" y="53648"/>
                </a:lnTo>
                <a:lnTo>
                  <a:pt x="3332893" y="53111"/>
                </a:lnTo>
                <a:lnTo>
                  <a:pt x="3331579" y="52618"/>
                </a:lnTo>
                <a:lnTo>
                  <a:pt x="3330235" y="52167"/>
                </a:lnTo>
                <a:lnTo>
                  <a:pt x="3328858" y="51759"/>
                </a:lnTo>
                <a:lnTo>
                  <a:pt x="3327451" y="51394"/>
                </a:lnTo>
                <a:lnTo>
                  <a:pt x="3326012" y="51072"/>
                </a:lnTo>
                <a:lnTo>
                  <a:pt x="3324542" y="50793"/>
                </a:lnTo>
                <a:lnTo>
                  <a:pt x="3323040" y="50557"/>
                </a:lnTo>
                <a:lnTo>
                  <a:pt x="3321507" y="50364"/>
                </a:lnTo>
                <a:lnTo>
                  <a:pt x="3319943" y="50214"/>
                </a:lnTo>
                <a:lnTo>
                  <a:pt x="3318347" y="50107"/>
                </a:lnTo>
                <a:lnTo>
                  <a:pt x="3316720" y="50042"/>
                </a:lnTo>
                <a:lnTo>
                  <a:pt x="3315062" y="50021"/>
                </a:lnTo>
                <a:lnTo>
                  <a:pt x="3313635" y="50032"/>
                </a:lnTo>
                <a:lnTo>
                  <a:pt x="3312231" y="50066"/>
                </a:lnTo>
                <a:lnTo>
                  <a:pt x="3310849" y="50123"/>
                </a:lnTo>
                <a:lnTo>
                  <a:pt x="3309489" y="50202"/>
                </a:lnTo>
                <a:lnTo>
                  <a:pt x="3308152" y="50305"/>
                </a:lnTo>
                <a:lnTo>
                  <a:pt x="3306837" y="50429"/>
                </a:lnTo>
                <a:lnTo>
                  <a:pt x="3305545" y="50577"/>
                </a:lnTo>
                <a:lnTo>
                  <a:pt x="3304276" y="50747"/>
                </a:lnTo>
                <a:lnTo>
                  <a:pt x="3303029" y="50940"/>
                </a:lnTo>
                <a:lnTo>
                  <a:pt x="3301804" y="51156"/>
                </a:lnTo>
                <a:lnTo>
                  <a:pt x="3300602" y="51394"/>
                </a:lnTo>
                <a:lnTo>
                  <a:pt x="3299422" y="51656"/>
                </a:lnTo>
                <a:lnTo>
                  <a:pt x="3298265" y="51939"/>
                </a:lnTo>
                <a:lnTo>
                  <a:pt x="3297130" y="52246"/>
                </a:lnTo>
                <a:lnTo>
                  <a:pt x="3296018" y="52575"/>
                </a:lnTo>
                <a:lnTo>
                  <a:pt x="3294928" y="52927"/>
                </a:lnTo>
                <a:lnTo>
                  <a:pt x="3293860" y="53302"/>
                </a:lnTo>
                <a:lnTo>
                  <a:pt x="3292815" y="53699"/>
                </a:lnTo>
                <a:lnTo>
                  <a:pt x="3291793" y="54119"/>
                </a:lnTo>
                <a:lnTo>
                  <a:pt x="3290793" y="54562"/>
                </a:lnTo>
                <a:lnTo>
                  <a:pt x="3289816" y="55027"/>
                </a:lnTo>
                <a:lnTo>
                  <a:pt x="3288861" y="55515"/>
                </a:lnTo>
                <a:lnTo>
                  <a:pt x="3287928" y="56026"/>
                </a:lnTo>
                <a:lnTo>
                  <a:pt x="3287018" y="56560"/>
                </a:lnTo>
                <a:lnTo>
                  <a:pt x="3286126" y="57108"/>
                </a:lnTo>
                <a:lnTo>
                  <a:pt x="3285249" y="57663"/>
                </a:lnTo>
                <a:lnTo>
                  <a:pt x="3284387" y="58225"/>
                </a:lnTo>
                <a:lnTo>
                  <a:pt x="3283539" y="58794"/>
                </a:lnTo>
                <a:lnTo>
                  <a:pt x="3282705" y="59369"/>
                </a:lnTo>
                <a:lnTo>
                  <a:pt x="3281886" y="59952"/>
                </a:lnTo>
                <a:lnTo>
                  <a:pt x="3281082" y="60541"/>
                </a:lnTo>
                <a:lnTo>
                  <a:pt x="3280292" y="61136"/>
                </a:lnTo>
                <a:lnTo>
                  <a:pt x="3279516" y="61739"/>
                </a:lnTo>
                <a:lnTo>
                  <a:pt x="3278755" y="62348"/>
                </a:lnTo>
                <a:lnTo>
                  <a:pt x="3278009" y="62965"/>
                </a:lnTo>
                <a:lnTo>
                  <a:pt x="3277277" y="63588"/>
                </a:lnTo>
                <a:lnTo>
                  <a:pt x="3276559" y="64217"/>
                </a:lnTo>
                <a:lnTo>
                  <a:pt x="3275856" y="64854"/>
                </a:lnTo>
                <a:lnTo>
                  <a:pt x="3275168" y="65497"/>
                </a:lnTo>
                <a:lnTo>
                  <a:pt x="3274494" y="66148"/>
                </a:lnTo>
                <a:lnTo>
                  <a:pt x="3273835" y="66804"/>
                </a:lnTo>
                <a:lnTo>
                  <a:pt x="3273190" y="67468"/>
                </a:lnTo>
                <a:lnTo>
                  <a:pt x="3272559" y="68139"/>
                </a:lnTo>
                <a:lnTo>
                  <a:pt x="3271944" y="68816"/>
                </a:lnTo>
                <a:lnTo>
                  <a:pt x="3271342" y="69500"/>
                </a:lnTo>
                <a:lnTo>
                  <a:pt x="3270755" y="70191"/>
                </a:lnTo>
                <a:lnTo>
                  <a:pt x="3270183" y="70889"/>
                </a:lnTo>
                <a:lnTo>
                  <a:pt x="3269625" y="71593"/>
                </a:lnTo>
                <a:lnTo>
                  <a:pt x="3268951" y="52043"/>
                </a:lnTo>
                <a:lnTo>
                  <a:pt x="3234570" y="52043"/>
                </a:lnTo>
                <a:lnTo>
                  <a:pt x="3234570" y="185252"/>
                </a:lnTo>
                <a:lnTo>
                  <a:pt x="3270299" y="185252"/>
                </a:lnTo>
                <a:lnTo>
                  <a:pt x="3270299" y="96014"/>
                </a:lnTo>
                <a:lnTo>
                  <a:pt x="3270775" y="95412"/>
                </a:lnTo>
                <a:lnTo>
                  <a:pt x="3271257" y="94818"/>
                </a:lnTo>
                <a:lnTo>
                  <a:pt x="3271746" y="94232"/>
                </a:lnTo>
                <a:close/>
                <a:moveTo>
                  <a:pt x="2828498" y="185252"/>
                </a:moveTo>
                <a:lnTo>
                  <a:pt x="2828498" y="52043"/>
                </a:lnTo>
                <a:lnTo>
                  <a:pt x="2792769" y="52043"/>
                </a:lnTo>
                <a:lnTo>
                  <a:pt x="2792769" y="185252"/>
                </a:lnTo>
                <a:lnTo>
                  <a:pt x="2828498" y="185252"/>
                </a:lnTo>
                <a:close/>
                <a:moveTo>
                  <a:pt x="3195745" y="185252"/>
                </a:moveTo>
                <a:lnTo>
                  <a:pt x="3195745" y="52043"/>
                </a:lnTo>
                <a:lnTo>
                  <a:pt x="3160016" y="52043"/>
                </a:lnTo>
                <a:lnTo>
                  <a:pt x="3160016" y="185252"/>
                </a:lnTo>
                <a:lnTo>
                  <a:pt x="3195745" y="185252"/>
                </a:lnTo>
                <a:close/>
                <a:moveTo>
                  <a:pt x="2909052" y="187465"/>
                </a:moveTo>
                <a:lnTo>
                  <a:pt x="2910190" y="187371"/>
                </a:lnTo>
                <a:lnTo>
                  <a:pt x="2911316" y="187260"/>
                </a:lnTo>
                <a:lnTo>
                  <a:pt x="2912430" y="187132"/>
                </a:lnTo>
                <a:lnTo>
                  <a:pt x="2913533" y="186987"/>
                </a:lnTo>
                <a:lnTo>
                  <a:pt x="2914624" y="186824"/>
                </a:lnTo>
                <a:lnTo>
                  <a:pt x="2915703" y="186645"/>
                </a:lnTo>
                <a:lnTo>
                  <a:pt x="2916771" y="186449"/>
                </a:lnTo>
                <a:lnTo>
                  <a:pt x="2917827" y="186235"/>
                </a:lnTo>
                <a:lnTo>
                  <a:pt x="2918871" y="186004"/>
                </a:lnTo>
                <a:lnTo>
                  <a:pt x="2919904" y="185757"/>
                </a:lnTo>
                <a:lnTo>
                  <a:pt x="2920924" y="185492"/>
                </a:lnTo>
                <a:lnTo>
                  <a:pt x="2921933" y="185210"/>
                </a:lnTo>
                <a:lnTo>
                  <a:pt x="2922931" y="184911"/>
                </a:lnTo>
                <a:lnTo>
                  <a:pt x="2923916" y="184595"/>
                </a:lnTo>
                <a:lnTo>
                  <a:pt x="2924890" y="184261"/>
                </a:lnTo>
                <a:lnTo>
                  <a:pt x="2925853" y="183911"/>
                </a:lnTo>
                <a:lnTo>
                  <a:pt x="2926803" y="183544"/>
                </a:lnTo>
                <a:lnTo>
                  <a:pt x="2927742" y="183159"/>
                </a:lnTo>
                <a:lnTo>
                  <a:pt x="2928669" y="182758"/>
                </a:lnTo>
                <a:lnTo>
                  <a:pt x="2929586" y="182340"/>
                </a:lnTo>
                <a:lnTo>
                  <a:pt x="2930493" y="181905"/>
                </a:lnTo>
                <a:lnTo>
                  <a:pt x="2931391" y="181455"/>
                </a:lnTo>
                <a:lnTo>
                  <a:pt x="2932280" y="180988"/>
                </a:lnTo>
                <a:lnTo>
                  <a:pt x="2933159" y="180505"/>
                </a:lnTo>
                <a:lnTo>
                  <a:pt x="2934029" y="180006"/>
                </a:lnTo>
                <a:lnTo>
                  <a:pt x="2934889" y="179491"/>
                </a:lnTo>
                <a:lnTo>
                  <a:pt x="2935740" y="178960"/>
                </a:lnTo>
                <a:lnTo>
                  <a:pt x="2936582" y="178413"/>
                </a:lnTo>
                <a:lnTo>
                  <a:pt x="2937414" y="177849"/>
                </a:lnTo>
                <a:lnTo>
                  <a:pt x="2938237" y="177269"/>
                </a:lnTo>
                <a:lnTo>
                  <a:pt x="2939051" y="176674"/>
                </a:lnTo>
                <a:lnTo>
                  <a:pt x="2939855" y="176062"/>
                </a:lnTo>
                <a:lnTo>
                  <a:pt x="2940650" y="175433"/>
                </a:lnTo>
                <a:lnTo>
                  <a:pt x="2941436" y="174789"/>
                </a:lnTo>
                <a:lnTo>
                  <a:pt x="2942212" y="174129"/>
                </a:lnTo>
                <a:lnTo>
                  <a:pt x="2942979" y="173452"/>
                </a:lnTo>
                <a:lnTo>
                  <a:pt x="2943736" y="172759"/>
                </a:lnTo>
                <a:lnTo>
                  <a:pt x="2944484" y="172051"/>
                </a:lnTo>
                <a:lnTo>
                  <a:pt x="2945223" y="171325"/>
                </a:lnTo>
                <a:lnTo>
                  <a:pt x="2945952" y="170584"/>
                </a:lnTo>
                <a:lnTo>
                  <a:pt x="2946672" y="169827"/>
                </a:lnTo>
                <a:lnTo>
                  <a:pt x="2947383" y="169053"/>
                </a:lnTo>
                <a:lnTo>
                  <a:pt x="2948084" y="168264"/>
                </a:lnTo>
                <a:lnTo>
                  <a:pt x="2949163" y="185252"/>
                </a:lnTo>
                <a:lnTo>
                  <a:pt x="2982600" y="185252"/>
                </a:lnTo>
                <a:lnTo>
                  <a:pt x="2982600" y="95870"/>
                </a:lnTo>
                <a:lnTo>
                  <a:pt x="2982593" y="94764"/>
                </a:lnTo>
                <a:lnTo>
                  <a:pt x="2982571" y="93672"/>
                </a:lnTo>
                <a:lnTo>
                  <a:pt x="2982535" y="92596"/>
                </a:lnTo>
                <a:lnTo>
                  <a:pt x="2982484" y="91536"/>
                </a:lnTo>
                <a:lnTo>
                  <a:pt x="2982419" y="90491"/>
                </a:lnTo>
                <a:lnTo>
                  <a:pt x="2982339" y="89461"/>
                </a:lnTo>
                <a:lnTo>
                  <a:pt x="2982245" y="88447"/>
                </a:lnTo>
                <a:lnTo>
                  <a:pt x="2982136" y="87448"/>
                </a:lnTo>
                <a:lnTo>
                  <a:pt x="2982012" y="86464"/>
                </a:lnTo>
                <a:lnTo>
                  <a:pt x="2981874" y="85496"/>
                </a:lnTo>
                <a:lnTo>
                  <a:pt x="2981722" y="84544"/>
                </a:lnTo>
                <a:lnTo>
                  <a:pt x="2981555" y="83606"/>
                </a:lnTo>
                <a:lnTo>
                  <a:pt x="2981374" y="82684"/>
                </a:lnTo>
                <a:lnTo>
                  <a:pt x="2981178" y="81778"/>
                </a:lnTo>
                <a:lnTo>
                  <a:pt x="2980967" y="80887"/>
                </a:lnTo>
                <a:lnTo>
                  <a:pt x="2980742" y="80011"/>
                </a:lnTo>
                <a:lnTo>
                  <a:pt x="2980503" y="79151"/>
                </a:lnTo>
                <a:lnTo>
                  <a:pt x="2980249" y="78306"/>
                </a:lnTo>
                <a:lnTo>
                  <a:pt x="2979981" y="77477"/>
                </a:lnTo>
                <a:lnTo>
                  <a:pt x="2979698" y="76663"/>
                </a:lnTo>
                <a:lnTo>
                  <a:pt x="2979400" y="75864"/>
                </a:lnTo>
                <a:lnTo>
                  <a:pt x="2979088" y="75081"/>
                </a:lnTo>
                <a:lnTo>
                  <a:pt x="2978761" y="74313"/>
                </a:lnTo>
                <a:lnTo>
                  <a:pt x="2978420" y="73561"/>
                </a:lnTo>
                <a:lnTo>
                  <a:pt x="2978066" y="72822"/>
                </a:lnTo>
                <a:lnTo>
                  <a:pt x="2977700" y="72097"/>
                </a:lnTo>
                <a:lnTo>
                  <a:pt x="2977322" y="71384"/>
                </a:lnTo>
                <a:lnTo>
                  <a:pt x="2976932" y="70685"/>
                </a:lnTo>
                <a:lnTo>
                  <a:pt x="2976530" y="69998"/>
                </a:lnTo>
                <a:lnTo>
                  <a:pt x="2976116" y="69325"/>
                </a:lnTo>
                <a:lnTo>
                  <a:pt x="2975690" y="68665"/>
                </a:lnTo>
                <a:lnTo>
                  <a:pt x="2975252" y="68018"/>
                </a:lnTo>
                <a:lnTo>
                  <a:pt x="2974802" y="67384"/>
                </a:lnTo>
                <a:lnTo>
                  <a:pt x="2974341" y="66763"/>
                </a:lnTo>
                <a:lnTo>
                  <a:pt x="2973867" y="66155"/>
                </a:lnTo>
                <a:lnTo>
                  <a:pt x="2973381" y="65560"/>
                </a:lnTo>
                <a:lnTo>
                  <a:pt x="2972884" y="64978"/>
                </a:lnTo>
                <a:lnTo>
                  <a:pt x="2972374" y="64409"/>
                </a:lnTo>
                <a:lnTo>
                  <a:pt x="2971853" y="63853"/>
                </a:lnTo>
                <a:lnTo>
                  <a:pt x="2971320" y="63310"/>
                </a:lnTo>
                <a:lnTo>
                  <a:pt x="2970774" y="62780"/>
                </a:lnTo>
                <a:lnTo>
                  <a:pt x="2970217" y="62264"/>
                </a:lnTo>
                <a:lnTo>
                  <a:pt x="2969648" y="61760"/>
                </a:lnTo>
                <a:lnTo>
                  <a:pt x="2969067" y="61269"/>
                </a:lnTo>
                <a:lnTo>
                  <a:pt x="2968474" y="60792"/>
                </a:lnTo>
                <a:lnTo>
                  <a:pt x="2967869" y="60327"/>
                </a:lnTo>
                <a:lnTo>
                  <a:pt x="2967252" y="59876"/>
                </a:lnTo>
                <a:lnTo>
                  <a:pt x="2966623" y="59438"/>
                </a:lnTo>
                <a:lnTo>
                  <a:pt x="2965983" y="59011"/>
                </a:lnTo>
                <a:lnTo>
                  <a:pt x="2965334" y="58594"/>
                </a:lnTo>
                <a:lnTo>
                  <a:pt x="2964675" y="58189"/>
                </a:lnTo>
                <a:lnTo>
                  <a:pt x="2964007" y="57794"/>
                </a:lnTo>
                <a:lnTo>
                  <a:pt x="2963329" y="57410"/>
                </a:lnTo>
                <a:lnTo>
                  <a:pt x="2962642" y="57036"/>
                </a:lnTo>
                <a:lnTo>
                  <a:pt x="2961944" y="56673"/>
                </a:lnTo>
                <a:lnTo>
                  <a:pt x="2961238" y="56321"/>
                </a:lnTo>
                <a:lnTo>
                  <a:pt x="2960521" y="55980"/>
                </a:lnTo>
                <a:lnTo>
                  <a:pt x="2959795" y="55649"/>
                </a:lnTo>
                <a:lnTo>
                  <a:pt x="2959060" y="55328"/>
                </a:lnTo>
                <a:lnTo>
                  <a:pt x="2958314" y="55019"/>
                </a:lnTo>
                <a:lnTo>
                  <a:pt x="2957560" y="54720"/>
                </a:lnTo>
                <a:lnTo>
                  <a:pt x="2956795" y="54432"/>
                </a:lnTo>
                <a:lnTo>
                  <a:pt x="2956021" y="54154"/>
                </a:lnTo>
                <a:lnTo>
                  <a:pt x="2955238" y="53887"/>
                </a:lnTo>
                <a:lnTo>
                  <a:pt x="2954445" y="53631"/>
                </a:lnTo>
                <a:lnTo>
                  <a:pt x="2953642" y="53385"/>
                </a:lnTo>
                <a:lnTo>
                  <a:pt x="2952829" y="53150"/>
                </a:lnTo>
                <a:lnTo>
                  <a:pt x="2952008" y="52926"/>
                </a:lnTo>
                <a:lnTo>
                  <a:pt x="2951176" y="52713"/>
                </a:lnTo>
                <a:lnTo>
                  <a:pt x="2950335" y="52510"/>
                </a:lnTo>
                <a:lnTo>
                  <a:pt x="2949484" y="52317"/>
                </a:lnTo>
                <a:lnTo>
                  <a:pt x="2948624" y="52136"/>
                </a:lnTo>
                <a:lnTo>
                  <a:pt x="2947755" y="51963"/>
                </a:lnTo>
                <a:lnTo>
                  <a:pt x="2946878" y="51798"/>
                </a:lnTo>
                <a:lnTo>
                  <a:pt x="2945995" y="51640"/>
                </a:lnTo>
                <a:lnTo>
                  <a:pt x="2945103" y="51490"/>
                </a:lnTo>
                <a:lnTo>
                  <a:pt x="2944204" y="51346"/>
                </a:lnTo>
                <a:lnTo>
                  <a:pt x="2943298" y="51210"/>
                </a:lnTo>
                <a:lnTo>
                  <a:pt x="2942384" y="51082"/>
                </a:lnTo>
                <a:lnTo>
                  <a:pt x="2941463" y="50961"/>
                </a:lnTo>
                <a:lnTo>
                  <a:pt x="2940534" y="50847"/>
                </a:lnTo>
                <a:lnTo>
                  <a:pt x="2939598" y="50740"/>
                </a:lnTo>
                <a:lnTo>
                  <a:pt x="2938654" y="50641"/>
                </a:lnTo>
                <a:lnTo>
                  <a:pt x="2937703" y="50550"/>
                </a:lnTo>
                <a:lnTo>
                  <a:pt x="2936744" y="50465"/>
                </a:lnTo>
                <a:lnTo>
                  <a:pt x="2935778" y="50388"/>
                </a:lnTo>
                <a:lnTo>
                  <a:pt x="2934804" y="50318"/>
                </a:lnTo>
                <a:lnTo>
                  <a:pt x="2933823" y="50256"/>
                </a:lnTo>
                <a:lnTo>
                  <a:pt x="2932834" y="50201"/>
                </a:lnTo>
                <a:lnTo>
                  <a:pt x="2931838" y="50153"/>
                </a:lnTo>
                <a:lnTo>
                  <a:pt x="2930834" y="50113"/>
                </a:lnTo>
                <a:lnTo>
                  <a:pt x="2929823" y="50079"/>
                </a:lnTo>
                <a:lnTo>
                  <a:pt x="2928804" y="50054"/>
                </a:lnTo>
                <a:lnTo>
                  <a:pt x="2927778" y="50035"/>
                </a:lnTo>
                <a:lnTo>
                  <a:pt x="2926744" y="50024"/>
                </a:lnTo>
                <a:lnTo>
                  <a:pt x="2925703" y="50021"/>
                </a:lnTo>
                <a:lnTo>
                  <a:pt x="2924283" y="50028"/>
                </a:lnTo>
                <a:lnTo>
                  <a:pt x="2922878" y="50051"/>
                </a:lnTo>
                <a:lnTo>
                  <a:pt x="2921487" y="50089"/>
                </a:lnTo>
                <a:lnTo>
                  <a:pt x="2920110" y="50142"/>
                </a:lnTo>
                <a:lnTo>
                  <a:pt x="2918747" y="50210"/>
                </a:lnTo>
                <a:lnTo>
                  <a:pt x="2917399" y="50294"/>
                </a:lnTo>
                <a:lnTo>
                  <a:pt x="2916065" y="50392"/>
                </a:lnTo>
                <a:lnTo>
                  <a:pt x="2914745" y="50506"/>
                </a:lnTo>
                <a:lnTo>
                  <a:pt x="2913439" y="50635"/>
                </a:lnTo>
                <a:lnTo>
                  <a:pt x="2912148" y="50779"/>
                </a:lnTo>
                <a:lnTo>
                  <a:pt x="2910871" y="50939"/>
                </a:lnTo>
                <a:lnTo>
                  <a:pt x="2909608" y="51113"/>
                </a:lnTo>
                <a:lnTo>
                  <a:pt x="2908360" y="51303"/>
                </a:lnTo>
                <a:lnTo>
                  <a:pt x="2907126" y="51507"/>
                </a:lnTo>
                <a:lnTo>
                  <a:pt x="2905906" y="51727"/>
                </a:lnTo>
                <a:lnTo>
                  <a:pt x="2904700" y="51963"/>
                </a:lnTo>
                <a:lnTo>
                  <a:pt x="2903509" y="52213"/>
                </a:lnTo>
                <a:lnTo>
                  <a:pt x="2902332" y="52478"/>
                </a:lnTo>
                <a:lnTo>
                  <a:pt x="2901169" y="52759"/>
                </a:lnTo>
                <a:lnTo>
                  <a:pt x="2900021" y="53055"/>
                </a:lnTo>
                <a:lnTo>
                  <a:pt x="2898886" y="53366"/>
                </a:lnTo>
                <a:lnTo>
                  <a:pt x="2897766" y="53692"/>
                </a:lnTo>
                <a:lnTo>
                  <a:pt x="2896661" y="54033"/>
                </a:lnTo>
                <a:lnTo>
                  <a:pt x="2895569" y="54390"/>
                </a:lnTo>
                <a:lnTo>
                  <a:pt x="2894495" y="54764"/>
                </a:lnTo>
                <a:lnTo>
                  <a:pt x="2893440" y="55157"/>
                </a:lnTo>
                <a:lnTo>
                  <a:pt x="2892405" y="55570"/>
                </a:lnTo>
                <a:lnTo>
                  <a:pt x="2891390" y="56002"/>
                </a:lnTo>
                <a:lnTo>
                  <a:pt x="2890394" y="56454"/>
                </a:lnTo>
                <a:lnTo>
                  <a:pt x="2889418" y="56925"/>
                </a:lnTo>
                <a:lnTo>
                  <a:pt x="2888462" y="57415"/>
                </a:lnTo>
                <a:lnTo>
                  <a:pt x="2887525" y="57925"/>
                </a:lnTo>
                <a:lnTo>
                  <a:pt x="2886608" y="58455"/>
                </a:lnTo>
                <a:lnTo>
                  <a:pt x="2885710" y="59004"/>
                </a:lnTo>
                <a:lnTo>
                  <a:pt x="2884832" y="59572"/>
                </a:lnTo>
                <a:lnTo>
                  <a:pt x="2883974" y="60160"/>
                </a:lnTo>
                <a:lnTo>
                  <a:pt x="2883136" y="60767"/>
                </a:lnTo>
                <a:lnTo>
                  <a:pt x="2882317" y="61394"/>
                </a:lnTo>
                <a:lnTo>
                  <a:pt x="2881518" y="62040"/>
                </a:lnTo>
                <a:lnTo>
                  <a:pt x="2880738" y="62706"/>
                </a:lnTo>
                <a:lnTo>
                  <a:pt x="2879979" y="63391"/>
                </a:lnTo>
                <a:lnTo>
                  <a:pt x="2879239" y="64096"/>
                </a:lnTo>
                <a:lnTo>
                  <a:pt x="2878518" y="64820"/>
                </a:lnTo>
                <a:lnTo>
                  <a:pt x="2877817" y="65563"/>
                </a:lnTo>
                <a:lnTo>
                  <a:pt x="2877136" y="66326"/>
                </a:lnTo>
                <a:lnTo>
                  <a:pt x="2876475" y="67109"/>
                </a:lnTo>
                <a:lnTo>
                  <a:pt x="2875833" y="67911"/>
                </a:lnTo>
                <a:lnTo>
                  <a:pt x="2875211" y="68732"/>
                </a:lnTo>
                <a:lnTo>
                  <a:pt x="2874611" y="69575"/>
                </a:lnTo>
                <a:lnTo>
                  <a:pt x="2874037" y="70443"/>
                </a:lnTo>
                <a:lnTo>
                  <a:pt x="2873488" y="71335"/>
                </a:lnTo>
                <a:lnTo>
                  <a:pt x="2872965" y="72252"/>
                </a:lnTo>
                <a:lnTo>
                  <a:pt x="2872468" y="73194"/>
                </a:lnTo>
                <a:lnTo>
                  <a:pt x="2871996" y="74160"/>
                </a:lnTo>
                <a:lnTo>
                  <a:pt x="2871549" y="75151"/>
                </a:lnTo>
                <a:lnTo>
                  <a:pt x="2871128" y="76167"/>
                </a:lnTo>
                <a:lnTo>
                  <a:pt x="2870733" y="77207"/>
                </a:lnTo>
                <a:lnTo>
                  <a:pt x="2870363" y="78272"/>
                </a:lnTo>
                <a:lnTo>
                  <a:pt x="2870018" y="79362"/>
                </a:lnTo>
                <a:lnTo>
                  <a:pt x="2869700" y="80476"/>
                </a:lnTo>
                <a:lnTo>
                  <a:pt x="2869406" y="81615"/>
                </a:lnTo>
                <a:lnTo>
                  <a:pt x="2869138" y="82778"/>
                </a:lnTo>
                <a:lnTo>
                  <a:pt x="2868896" y="83966"/>
                </a:lnTo>
                <a:lnTo>
                  <a:pt x="2868679" y="85179"/>
                </a:lnTo>
                <a:lnTo>
                  <a:pt x="2868488" y="86417"/>
                </a:lnTo>
                <a:lnTo>
                  <a:pt x="2868322" y="87679"/>
                </a:lnTo>
                <a:lnTo>
                  <a:pt x="2868181" y="88966"/>
                </a:lnTo>
                <a:lnTo>
                  <a:pt x="2868067" y="90277"/>
                </a:lnTo>
                <a:lnTo>
                  <a:pt x="2867977" y="91613"/>
                </a:lnTo>
                <a:lnTo>
                  <a:pt x="2867914" y="92974"/>
                </a:lnTo>
                <a:lnTo>
                  <a:pt x="2867875" y="94359"/>
                </a:lnTo>
                <a:lnTo>
                  <a:pt x="2867863" y="95769"/>
                </a:lnTo>
                <a:lnTo>
                  <a:pt x="2901300" y="95769"/>
                </a:lnTo>
                <a:lnTo>
                  <a:pt x="2901311" y="94811"/>
                </a:lnTo>
                <a:lnTo>
                  <a:pt x="2901347" y="93875"/>
                </a:lnTo>
                <a:lnTo>
                  <a:pt x="2901407" y="92962"/>
                </a:lnTo>
                <a:lnTo>
                  <a:pt x="2901491" y="92070"/>
                </a:lnTo>
                <a:lnTo>
                  <a:pt x="2901598" y="91202"/>
                </a:lnTo>
                <a:lnTo>
                  <a:pt x="2901729" y="90355"/>
                </a:lnTo>
                <a:lnTo>
                  <a:pt x="2901884" y="89531"/>
                </a:lnTo>
                <a:lnTo>
                  <a:pt x="2902064" y="88730"/>
                </a:lnTo>
                <a:lnTo>
                  <a:pt x="2902266" y="87950"/>
                </a:lnTo>
                <a:lnTo>
                  <a:pt x="2902493" y="87193"/>
                </a:lnTo>
                <a:lnTo>
                  <a:pt x="2902744" y="86459"/>
                </a:lnTo>
                <a:lnTo>
                  <a:pt x="2903019" y="85747"/>
                </a:lnTo>
                <a:lnTo>
                  <a:pt x="2903317" y="85057"/>
                </a:lnTo>
                <a:lnTo>
                  <a:pt x="2903639" y="84389"/>
                </a:lnTo>
                <a:lnTo>
                  <a:pt x="2903986" y="83744"/>
                </a:lnTo>
                <a:lnTo>
                  <a:pt x="2904356" y="83122"/>
                </a:lnTo>
                <a:lnTo>
                  <a:pt x="2904750" y="82521"/>
                </a:lnTo>
                <a:lnTo>
                  <a:pt x="2905167" y="81943"/>
                </a:lnTo>
                <a:lnTo>
                  <a:pt x="2905609" y="81388"/>
                </a:lnTo>
                <a:lnTo>
                  <a:pt x="2906075" y="80855"/>
                </a:lnTo>
                <a:lnTo>
                  <a:pt x="2906564" y="80344"/>
                </a:lnTo>
                <a:lnTo>
                  <a:pt x="2907077" y="79855"/>
                </a:lnTo>
                <a:lnTo>
                  <a:pt x="2907615" y="79389"/>
                </a:lnTo>
                <a:lnTo>
                  <a:pt x="2908176" y="78945"/>
                </a:lnTo>
                <a:lnTo>
                  <a:pt x="2908755" y="78521"/>
                </a:lnTo>
                <a:lnTo>
                  <a:pt x="2909348" y="78116"/>
                </a:lnTo>
                <a:lnTo>
                  <a:pt x="2909954" y="77728"/>
                </a:lnTo>
                <a:lnTo>
                  <a:pt x="2910573" y="77358"/>
                </a:lnTo>
                <a:lnTo>
                  <a:pt x="2911205" y="77006"/>
                </a:lnTo>
                <a:lnTo>
                  <a:pt x="2911850" y="76672"/>
                </a:lnTo>
                <a:lnTo>
                  <a:pt x="2912508" y="76357"/>
                </a:lnTo>
                <a:lnTo>
                  <a:pt x="2913179" y="76059"/>
                </a:lnTo>
                <a:lnTo>
                  <a:pt x="2913864" y="75780"/>
                </a:lnTo>
                <a:lnTo>
                  <a:pt x="2914561" y="75518"/>
                </a:lnTo>
                <a:lnTo>
                  <a:pt x="2915272" y="75274"/>
                </a:lnTo>
                <a:lnTo>
                  <a:pt x="2915996" y="75049"/>
                </a:lnTo>
                <a:lnTo>
                  <a:pt x="2916733" y="74842"/>
                </a:lnTo>
                <a:lnTo>
                  <a:pt x="2917482" y="74652"/>
                </a:lnTo>
                <a:lnTo>
                  <a:pt x="2918246" y="74481"/>
                </a:lnTo>
                <a:lnTo>
                  <a:pt x="2919022" y="74327"/>
                </a:lnTo>
                <a:lnTo>
                  <a:pt x="2919811" y="74192"/>
                </a:lnTo>
                <a:lnTo>
                  <a:pt x="2920613" y="74075"/>
                </a:lnTo>
                <a:lnTo>
                  <a:pt x="2921429" y="73976"/>
                </a:lnTo>
                <a:lnTo>
                  <a:pt x="2922258" y="73895"/>
                </a:lnTo>
                <a:lnTo>
                  <a:pt x="2923099" y="73831"/>
                </a:lnTo>
                <a:lnTo>
                  <a:pt x="2923954" y="73786"/>
                </a:lnTo>
                <a:lnTo>
                  <a:pt x="2924822" y="73759"/>
                </a:lnTo>
                <a:lnTo>
                  <a:pt x="2925703" y="73750"/>
                </a:lnTo>
                <a:lnTo>
                  <a:pt x="2926506" y="73759"/>
                </a:lnTo>
                <a:lnTo>
                  <a:pt x="2927296" y="73784"/>
                </a:lnTo>
                <a:lnTo>
                  <a:pt x="2928074" y="73826"/>
                </a:lnTo>
                <a:lnTo>
                  <a:pt x="2928840" y="73886"/>
                </a:lnTo>
                <a:lnTo>
                  <a:pt x="2929593" y="73962"/>
                </a:lnTo>
                <a:lnTo>
                  <a:pt x="2930334" y="74055"/>
                </a:lnTo>
                <a:lnTo>
                  <a:pt x="2931062" y="74165"/>
                </a:lnTo>
                <a:lnTo>
                  <a:pt x="2931778" y="74291"/>
                </a:lnTo>
                <a:lnTo>
                  <a:pt x="2932481" y="74435"/>
                </a:lnTo>
                <a:lnTo>
                  <a:pt x="2933172" y="74596"/>
                </a:lnTo>
                <a:lnTo>
                  <a:pt x="2933851" y="74773"/>
                </a:lnTo>
                <a:lnTo>
                  <a:pt x="2934517" y="74968"/>
                </a:lnTo>
                <a:lnTo>
                  <a:pt x="2935171" y="75179"/>
                </a:lnTo>
                <a:lnTo>
                  <a:pt x="2935813" y="75408"/>
                </a:lnTo>
                <a:lnTo>
                  <a:pt x="2936442" y="75653"/>
                </a:lnTo>
                <a:lnTo>
                  <a:pt x="2937059" y="75915"/>
                </a:lnTo>
                <a:lnTo>
                  <a:pt x="2937663" y="76194"/>
                </a:lnTo>
                <a:lnTo>
                  <a:pt x="2938255" y="76490"/>
                </a:lnTo>
                <a:lnTo>
                  <a:pt x="2938834" y="76803"/>
                </a:lnTo>
                <a:lnTo>
                  <a:pt x="2939401" y="77133"/>
                </a:lnTo>
                <a:lnTo>
                  <a:pt x="2939956" y="77479"/>
                </a:lnTo>
                <a:lnTo>
                  <a:pt x="2940498" y="77843"/>
                </a:lnTo>
                <a:lnTo>
                  <a:pt x="2941028" y="78223"/>
                </a:lnTo>
                <a:lnTo>
                  <a:pt x="2941545" y="78621"/>
                </a:lnTo>
                <a:lnTo>
                  <a:pt x="2942046" y="79041"/>
                </a:lnTo>
                <a:lnTo>
                  <a:pt x="2942525" y="79491"/>
                </a:lnTo>
                <a:lnTo>
                  <a:pt x="2942983" y="79969"/>
                </a:lnTo>
                <a:lnTo>
                  <a:pt x="2943420" y="80476"/>
                </a:lnTo>
                <a:lnTo>
                  <a:pt x="2943835" y="81013"/>
                </a:lnTo>
                <a:lnTo>
                  <a:pt x="2944229" y="81578"/>
                </a:lnTo>
                <a:lnTo>
                  <a:pt x="2944602" y="82172"/>
                </a:lnTo>
                <a:lnTo>
                  <a:pt x="2944953" y="82796"/>
                </a:lnTo>
                <a:lnTo>
                  <a:pt x="2945284" y="83448"/>
                </a:lnTo>
                <a:lnTo>
                  <a:pt x="2945592" y="84130"/>
                </a:lnTo>
                <a:lnTo>
                  <a:pt x="2945880" y="84840"/>
                </a:lnTo>
                <a:lnTo>
                  <a:pt x="2946146" y="85579"/>
                </a:lnTo>
                <a:lnTo>
                  <a:pt x="2946391" y="86348"/>
                </a:lnTo>
                <a:lnTo>
                  <a:pt x="2946615" y="87145"/>
                </a:lnTo>
                <a:lnTo>
                  <a:pt x="2946817" y="87971"/>
                </a:lnTo>
                <a:lnTo>
                  <a:pt x="2946998" y="88826"/>
                </a:lnTo>
                <a:lnTo>
                  <a:pt x="2947158" y="89711"/>
                </a:lnTo>
                <a:lnTo>
                  <a:pt x="2947297" y="90624"/>
                </a:lnTo>
                <a:lnTo>
                  <a:pt x="2947414" y="91566"/>
                </a:lnTo>
                <a:lnTo>
                  <a:pt x="2947510" y="92538"/>
                </a:lnTo>
                <a:lnTo>
                  <a:pt x="2947584" y="93538"/>
                </a:lnTo>
                <a:lnTo>
                  <a:pt x="2947637" y="94567"/>
                </a:lnTo>
                <a:lnTo>
                  <a:pt x="2947669" y="95626"/>
                </a:lnTo>
                <a:lnTo>
                  <a:pt x="2947680" y="96713"/>
                </a:lnTo>
                <a:lnTo>
                  <a:pt x="2947680" y="103947"/>
                </a:lnTo>
                <a:lnTo>
                  <a:pt x="2945523" y="103997"/>
                </a:lnTo>
                <a:lnTo>
                  <a:pt x="2943387" y="104057"/>
                </a:lnTo>
                <a:lnTo>
                  <a:pt x="2941275" y="104127"/>
                </a:lnTo>
                <a:lnTo>
                  <a:pt x="2939184" y="104206"/>
                </a:lnTo>
                <a:lnTo>
                  <a:pt x="2937116" y="104295"/>
                </a:lnTo>
                <a:lnTo>
                  <a:pt x="2935069" y="104394"/>
                </a:lnTo>
                <a:lnTo>
                  <a:pt x="2933046" y="104502"/>
                </a:lnTo>
                <a:lnTo>
                  <a:pt x="2931044" y="104620"/>
                </a:lnTo>
                <a:lnTo>
                  <a:pt x="2929064" y="104748"/>
                </a:lnTo>
                <a:lnTo>
                  <a:pt x="2927107" y="104885"/>
                </a:lnTo>
                <a:lnTo>
                  <a:pt x="2925172" y="105032"/>
                </a:lnTo>
                <a:lnTo>
                  <a:pt x="2923259" y="105189"/>
                </a:lnTo>
                <a:lnTo>
                  <a:pt x="2921369" y="105356"/>
                </a:lnTo>
                <a:lnTo>
                  <a:pt x="2919501" y="105532"/>
                </a:lnTo>
                <a:lnTo>
                  <a:pt x="2917655" y="105718"/>
                </a:lnTo>
                <a:lnTo>
                  <a:pt x="2915831" y="105913"/>
                </a:lnTo>
                <a:lnTo>
                  <a:pt x="2914029" y="106119"/>
                </a:lnTo>
                <a:lnTo>
                  <a:pt x="2912250" y="106334"/>
                </a:lnTo>
                <a:lnTo>
                  <a:pt x="2910493" y="106559"/>
                </a:lnTo>
                <a:lnTo>
                  <a:pt x="2908758" y="106793"/>
                </a:lnTo>
                <a:lnTo>
                  <a:pt x="2907045" y="107037"/>
                </a:lnTo>
                <a:lnTo>
                  <a:pt x="2905355" y="107291"/>
                </a:lnTo>
                <a:lnTo>
                  <a:pt x="2903687" y="107554"/>
                </a:lnTo>
                <a:lnTo>
                  <a:pt x="2902041" y="107828"/>
                </a:lnTo>
                <a:lnTo>
                  <a:pt x="2900421" y="108116"/>
                </a:lnTo>
                <a:lnTo>
                  <a:pt x="2898832" y="108425"/>
                </a:lnTo>
                <a:lnTo>
                  <a:pt x="2897273" y="108756"/>
                </a:lnTo>
                <a:lnTo>
                  <a:pt x="2895744" y="109106"/>
                </a:lnTo>
                <a:lnTo>
                  <a:pt x="2894245" y="109478"/>
                </a:lnTo>
                <a:lnTo>
                  <a:pt x="2892776" y="109871"/>
                </a:lnTo>
                <a:lnTo>
                  <a:pt x="2891337" y="110284"/>
                </a:lnTo>
                <a:lnTo>
                  <a:pt x="2889929" y="110718"/>
                </a:lnTo>
                <a:lnTo>
                  <a:pt x="2888551" y="111173"/>
                </a:lnTo>
                <a:lnTo>
                  <a:pt x="2887203" y="111649"/>
                </a:lnTo>
                <a:lnTo>
                  <a:pt x="2885885" y="112145"/>
                </a:lnTo>
                <a:lnTo>
                  <a:pt x="2884598" y="112663"/>
                </a:lnTo>
                <a:lnTo>
                  <a:pt x="2883341" y="113201"/>
                </a:lnTo>
                <a:lnTo>
                  <a:pt x="2882113" y="113760"/>
                </a:lnTo>
                <a:lnTo>
                  <a:pt x="2880916" y="114339"/>
                </a:lnTo>
                <a:lnTo>
                  <a:pt x="2879750" y="114940"/>
                </a:lnTo>
                <a:lnTo>
                  <a:pt x="2878613" y="115561"/>
                </a:lnTo>
                <a:lnTo>
                  <a:pt x="2877507" y="116203"/>
                </a:lnTo>
                <a:lnTo>
                  <a:pt x="2876431" y="116866"/>
                </a:lnTo>
                <a:lnTo>
                  <a:pt x="2875385" y="117550"/>
                </a:lnTo>
                <a:lnTo>
                  <a:pt x="2874369" y="118255"/>
                </a:lnTo>
                <a:lnTo>
                  <a:pt x="2873383" y="118980"/>
                </a:lnTo>
                <a:lnTo>
                  <a:pt x="2872428" y="119726"/>
                </a:lnTo>
                <a:lnTo>
                  <a:pt x="2871503" y="120493"/>
                </a:lnTo>
                <a:lnTo>
                  <a:pt x="2870612" y="121286"/>
                </a:lnTo>
                <a:lnTo>
                  <a:pt x="2869759" y="122110"/>
                </a:lnTo>
                <a:lnTo>
                  <a:pt x="2868943" y="122965"/>
                </a:lnTo>
                <a:lnTo>
                  <a:pt x="2868166" y="123853"/>
                </a:lnTo>
                <a:lnTo>
                  <a:pt x="2867426" y="124771"/>
                </a:lnTo>
                <a:lnTo>
                  <a:pt x="2866725" y="125721"/>
                </a:lnTo>
                <a:lnTo>
                  <a:pt x="2866061" y="126702"/>
                </a:lnTo>
                <a:lnTo>
                  <a:pt x="2865436" y="127715"/>
                </a:lnTo>
                <a:lnTo>
                  <a:pt x="2864848" y="128759"/>
                </a:lnTo>
                <a:lnTo>
                  <a:pt x="2864298" y="129835"/>
                </a:lnTo>
                <a:lnTo>
                  <a:pt x="2863786" y="130942"/>
                </a:lnTo>
                <a:lnTo>
                  <a:pt x="2863312" y="132081"/>
                </a:lnTo>
                <a:lnTo>
                  <a:pt x="2862876" y="133251"/>
                </a:lnTo>
                <a:lnTo>
                  <a:pt x="2862478" y="134452"/>
                </a:lnTo>
                <a:lnTo>
                  <a:pt x="2862118" y="135685"/>
                </a:lnTo>
                <a:lnTo>
                  <a:pt x="2861795" y="136949"/>
                </a:lnTo>
                <a:lnTo>
                  <a:pt x="2861511" y="138245"/>
                </a:lnTo>
                <a:lnTo>
                  <a:pt x="2861264" y="139572"/>
                </a:lnTo>
                <a:lnTo>
                  <a:pt x="2861056" y="140931"/>
                </a:lnTo>
                <a:lnTo>
                  <a:pt x="2860885" y="142321"/>
                </a:lnTo>
                <a:lnTo>
                  <a:pt x="2860752" y="143743"/>
                </a:lnTo>
                <a:lnTo>
                  <a:pt x="2860658" y="145195"/>
                </a:lnTo>
                <a:lnTo>
                  <a:pt x="2860601" y="146680"/>
                </a:lnTo>
                <a:lnTo>
                  <a:pt x="2860582" y="148196"/>
                </a:lnTo>
                <a:lnTo>
                  <a:pt x="2860592" y="149288"/>
                </a:lnTo>
                <a:lnTo>
                  <a:pt x="2860624" y="150366"/>
                </a:lnTo>
                <a:lnTo>
                  <a:pt x="2860676" y="151428"/>
                </a:lnTo>
                <a:lnTo>
                  <a:pt x="2860749" y="152474"/>
                </a:lnTo>
                <a:lnTo>
                  <a:pt x="2860842" y="153506"/>
                </a:lnTo>
                <a:lnTo>
                  <a:pt x="2860957" y="154522"/>
                </a:lnTo>
                <a:lnTo>
                  <a:pt x="2861092" y="155522"/>
                </a:lnTo>
                <a:lnTo>
                  <a:pt x="2861249" y="156508"/>
                </a:lnTo>
                <a:lnTo>
                  <a:pt x="2861426" y="157478"/>
                </a:lnTo>
                <a:lnTo>
                  <a:pt x="2861623" y="158432"/>
                </a:lnTo>
                <a:lnTo>
                  <a:pt x="2861842" y="159371"/>
                </a:lnTo>
                <a:lnTo>
                  <a:pt x="2862082" y="160295"/>
                </a:lnTo>
                <a:lnTo>
                  <a:pt x="2862342" y="161204"/>
                </a:lnTo>
                <a:lnTo>
                  <a:pt x="2862623" y="162097"/>
                </a:lnTo>
                <a:lnTo>
                  <a:pt x="2862926" y="162975"/>
                </a:lnTo>
                <a:lnTo>
                  <a:pt x="2863248" y="163837"/>
                </a:lnTo>
                <a:lnTo>
                  <a:pt x="2863592" y="164685"/>
                </a:lnTo>
                <a:lnTo>
                  <a:pt x="2863957" y="165516"/>
                </a:lnTo>
                <a:lnTo>
                  <a:pt x="2864342" y="166333"/>
                </a:lnTo>
                <a:lnTo>
                  <a:pt x="2864748" y="167134"/>
                </a:lnTo>
                <a:lnTo>
                  <a:pt x="2865175" y="167920"/>
                </a:lnTo>
                <a:lnTo>
                  <a:pt x="2865623" y="168690"/>
                </a:lnTo>
                <a:lnTo>
                  <a:pt x="2866092" y="169445"/>
                </a:lnTo>
                <a:lnTo>
                  <a:pt x="2866582" y="170185"/>
                </a:lnTo>
                <a:lnTo>
                  <a:pt x="2867088" y="170909"/>
                </a:lnTo>
                <a:lnTo>
                  <a:pt x="2867607" y="171618"/>
                </a:lnTo>
                <a:lnTo>
                  <a:pt x="2868140" y="172311"/>
                </a:lnTo>
                <a:lnTo>
                  <a:pt x="2868685" y="172989"/>
                </a:lnTo>
                <a:lnTo>
                  <a:pt x="2869242" y="173652"/>
                </a:lnTo>
                <a:lnTo>
                  <a:pt x="2869813" y="174299"/>
                </a:lnTo>
                <a:lnTo>
                  <a:pt x="2870397" y="174931"/>
                </a:lnTo>
                <a:lnTo>
                  <a:pt x="2870993" y="175547"/>
                </a:lnTo>
                <a:lnTo>
                  <a:pt x="2871603" y="176148"/>
                </a:lnTo>
                <a:lnTo>
                  <a:pt x="2872225" y="176734"/>
                </a:lnTo>
                <a:lnTo>
                  <a:pt x="2872860" y="177305"/>
                </a:lnTo>
                <a:lnTo>
                  <a:pt x="2873508" y="177860"/>
                </a:lnTo>
                <a:lnTo>
                  <a:pt x="2874169" y="178399"/>
                </a:lnTo>
                <a:lnTo>
                  <a:pt x="2874843" y="178924"/>
                </a:lnTo>
                <a:lnTo>
                  <a:pt x="2875530" y="179433"/>
                </a:lnTo>
                <a:lnTo>
                  <a:pt x="2876229" y="179926"/>
                </a:lnTo>
                <a:lnTo>
                  <a:pt x="2876942" y="180405"/>
                </a:lnTo>
                <a:lnTo>
                  <a:pt x="2877667" y="180867"/>
                </a:lnTo>
                <a:lnTo>
                  <a:pt x="2878405" y="181315"/>
                </a:lnTo>
                <a:lnTo>
                  <a:pt x="2879156" y="181747"/>
                </a:lnTo>
                <a:lnTo>
                  <a:pt x="2879920" y="182164"/>
                </a:lnTo>
                <a:lnTo>
                  <a:pt x="2880697" y="182565"/>
                </a:lnTo>
                <a:lnTo>
                  <a:pt x="2881486" y="182952"/>
                </a:lnTo>
                <a:lnTo>
                  <a:pt x="2882289" y="183322"/>
                </a:lnTo>
                <a:lnTo>
                  <a:pt x="2883101" y="183678"/>
                </a:lnTo>
                <a:lnTo>
                  <a:pt x="2883917" y="184018"/>
                </a:lnTo>
                <a:lnTo>
                  <a:pt x="2884739" y="184343"/>
                </a:lnTo>
                <a:lnTo>
                  <a:pt x="2885566" y="184653"/>
                </a:lnTo>
                <a:lnTo>
                  <a:pt x="2886398" y="184948"/>
                </a:lnTo>
                <a:lnTo>
                  <a:pt x="2887235" y="185228"/>
                </a:lnTo>
                <a:lnTo>
                  <a:pt x="2888078" y="185493"/>
                </a:lnTo>
                <a:lnTo>
                  <a:pt x="2888925" y="185743"/>
                </a:lnTo>
                <a:lnTo>
                  <a:pt x="2889778" y="185977"/>
                </a:lnTo>
                <a:lnTo>
                  <a:pt x="2890636" y="186196"/>
                </a:lnTo>
                <a:lnTo>
                  <a:pt x="2891499" y="186401"/>
                </a:lnTo>
                <a:lnTo>
                  <a:pt x="2892367" y="186590"/>
                </a:lnTo>
                <a:lnTo>
                  <a:pt x="2893241" y="186764"/>
                </a:lnTo>
                <a:lnTo>
                  <a:pt x="2894119" y="186922"/>
                </a:lnTo>
                <a:lnTo>
                  <a:pt x="2895003" y="187066"/>
                </a:lnTo>
                <a:lnTo>
                  <a:pt x="2895891" y="187195"/>
                </a:lnTo>
                <a:lnTo>
                  <a:pt x="2896785" y="187308"/>
                </a:lnTo>
                <a:lnTo>
                  <a:pt x="2897684" y="187407"/>
                </a:lnTo>
                <a:lnTo>
                  <a:pt x="2898589" y="187490"/>
                </a:lnTo>
                <a:lnTo>
                  <a:pt x="2899498" y="187558"/>
                </a:lnTo>
                <a:lnTo>
                  <a:pt x="2900413" y="187611"/>
                </a:lnTo>
                <a:lnTo>
                  <a:pt x="2901332" y="187649"/>
                </a:lnTo>
                <a:lnTo>
                  <a:pt x="2902257" y="187671"/>
                </a:lnTo>
                <a:lnTo>
                  <a:pt x="2903187" y="187679"/>
                </a:lnTo>
                <a:lnTo>
                  <a:pt x="2904383" y="187670"/>
                </a:lnTo>
                <a:lnTo>
                  <a:pt x="2905568" y="187645"/>
                </a:lnTo>
                <a:lnTo>
                  <a:pt x="2906741" y="187602"/>
                </a:lnTo>
                <a:lnTo>
                  <a:pt x="2907902" y="187542"/>
                </a:lnTo>
                <a:lnTo>
                  <a:pt x="2909052" y="187465"/>
                </a:lnTo>
                <a:close/>
                <a:moveTo>
                  <a:pt x="2911622" y="162961"/>
                </a:moveTo>
                <a:lnTo>
                  <a:pt x="2910994" y="162882"/>
                </a:lnTo>
                <a:lnTo>
                  <a:pt x="2910378" y="162789"/>
                </a:lnTo>
                <a:lnTo>
                  <a:pt x="2909771" y="162682"/>
                </a:lnTo>
                <a:lnTo>
                  <a:pt x="2909175" y="162560"/>
                </a:lnTo>
                <a:lnTo>
                  <a:pt x="2908590" y="162424"/>
                </a:lnTo>
                <a:lnTo>
                  <a:pt x="2908015" y="162273"/>
                </a:lnTo>
                <a:lnTo>
                  <a:pt x="2907451" y="162108"/>
                </a:lnTo>
                <a:lnTo>
                  <a:pt x="2906897" y="161929"/>
                </a:lnTo>
                <a:lnTo>
                  <a:pt x="2906354" y="161735"/>
                </a:lnTo>
                <a:lnTo>
                  <a:pt x="2905822" y="161527"/>
                </a:lnTo>
                <a:lnTo>
                  <a:pt x="2905299" y="161305"/>
                </a:lnTo>
                <a:lnTo>
                  <a:pt x="2904788" y="161069"/>
                </a:lnTo>
                <a:lnTo>
                  <a:pt x="2904287" y="160818"/>
                </a:lnTo>
                <a:lnTo>
                  <a:pt x="2903796" y="160553"/>
                </a:lnTo>
                <a:lnTo>
                  <a:pt x="2903316" y="160273"/>
                </a:lnTo>
                <a:lnTo>
                  <a:pt x="2902847" y="159979"/>
                </a:lnTo>
                <a:lnTo>
                  <a:pt x="2902388" y="159671"/>
                </a:lnTo>
                <a:lnTo>
                  <a:pt x="2901940" y="159348"/>
                </a:lnTo>
                <a:lnTo>
                  <a:pt x="2901502" y="159011"/>
                </a:lnTo>
                <a:lnTo>
                  <a:pt x="2901078" y="158660"/>
                </a:lnTo>
                <a:lnTo>
                  <a:pt x="2900673" y="158293"/>
                </a:lnTo>
                <a:lnTo>
                  <a:pt x="2900285" y="157910"/>
                </a:lnTo>
                <a:lnTo>
                  <a:pt x="2899916" y="157513"/>
                </a:lnTo>
                <a:lnTo>
                  <a:pt x="2899564" y="157100"/>
                </a:lnTo>
                <a:lnTo>
                  <a:pt x="2899231" y="156671"/>
                </a:lnTo>
                <a:lnTo>
                  <a:pt x="2898915" y="156228"/>
                </a:lnTo>
                <a:lnTo>
                  <a:pt x="2898618" y="155769"/>
                </a:lnTo>
                <a:lnTo>
                  <a:pt x="2898339" y="155295"/>
                </a:lnTo>
                <a:lnTo>
                  <a:pt x="2898077" y="154805"/>
                </a:lnTo>
                <a:lnTo>
                  <a:pt x="2897834" y="154301"/>
                </a:lnTo>
                <a:lnTo>
                  <a:pt x="2897609" y="153780"/>
                </a:lnTo>
                <a:lnTo>
                  <a:pt x="2897401" y="153245"/>
                </a:lnTo>
                <a:lnTo>
                  <a:pt x="2897212" y="152694"/>
                </a:lnTo>
                <a:lnTo>
                  <a:pt x="2897041" y="152128"/>
                </a:lnTo>
                <a:lnTo>
                  <a:pt x="2896888" y="151547"/>
                </a:lnTo>
                <a:lnTo>
                  <a:pt x="2896753" y="150951"/>
                </a:lnTo>
                <a:lnTo>
                  <a:pt x="2896635" y="150339"/>
                </a:lnTo>
                <a:lnTo>
                  <a:pt x="2896536" y="149711"/>
                </a:lnTo>
                <a:lnTo>
                  <a:pt x="2896455" y="149069"/>
                </a:lnTo>
                <a:lnTo>
                  <a:pt x="2896392" y="148411"/>
                </a:lnTo>
                <a:lnTo>
                  <a:pt x="2896347" y="147738"/>
                </a:lnTo>
                <a:lnTo>
                  <a:pt x="2896320" y="147050"/>
                </a:lnTo>
                <a:lnTo>
                  <a:pt x="2896311" y="146346"/>
                </a:lnTo>
                <a:lnTo>
                  <a:pt x="2896331" y="145371"/>
                </a:lnTo>
                <a:lnTo>
                  <a:pt x="2896390" y="144418"/>
                </a:lnTo>
                <a:lnTo>
                  <a:pt x="2896488" y="143488"/>
                </a:lnTo>
                <a:lnTo>
                  <a:pt x="2896626" y="142581"/>
                </a:lnTo>
                <a:lnTo>
                  <a:pt x="2896803" y="141697"/>
                </a:lnTo>
                <a:lnTo>
                  <a:pt x="2897019" y="140835"/>
                </a:lnTo>
                <a:lnTo>
                  <a:pt x="2897274" y="139996"/>
                </a:lnTo>
                <a:lnTo>
                  <a:pt x="2897569" y="139180"/>
                </a:lnTo>
                <a:lnTo>
                  <a:pt x="2897904" y="138386"/>
                </a:lnTo>
                <a:lnTo>
                  <a:pt x="2898277" y="137615"/>
                </a:lnTo>
                <a:lnTo>
                  <a:pt x="2898690" y="136867"/>
                </a:lnTo>
                <a:lnTo>
                  <a:pt x="2899142" y="136141"/>
                </a:lnTo>
                <a:lnTo>
                  <a:pt x="2899634" y="135439"/>
                </a:lnTo>
                <a:lnTo>
                  <a:pt x="2900165" y="134758"/>
                </a:lnTo>
                <a:lnTo>
                  <a:pt x="2900735" y="134101"/>
                </a:lnTo>
                <a:lnTo>
                  <a:pt x="2901344" y="133466"/>
                </a:lnTo>
                <a:lnTo>
                  <a:pt x="2901993" y="132854"/>
                </a:lnTo>
                <a:lnTo>
                  <a:pt x="2902682" y="132265"/>
                </a:lnTo>
                <a:lnTo>
                  <a:pt x="2903409" y="131698"/>
                </a:lnTo>
                <a:lnTo>
                  <a:pt x="2904176" y="131155"/>
                </a:lnTo>
                <a:lnTo>
                  <a:pt x="2904982" y="130633"/>
                </a:lnTo>
                <a:lnTo>
                  <a:pt x="2905827" y="130135"/>
                </a:lnTo>
                <a:lnTo>
                  <a:pt x="2906712" y="129659"/>
                </a:lnTo>
                <a:lnTo>
                  <a:pt x="2907636" y="129206"/>
                </a:lnTo>
                <a:lnTo>
                  <a:pt x="2908610" y="128773"/>
                </a:lnTo>
                <a:lnTo>
                  <a:pt x="2909642" y="128359"/>
                </a:lnTo>
                <a:lnTo>
                  <a:pt x="2910733" y="127962"/>
                </a:lnTo>
                <a:lnTo>
                  <a:pt x="2911883" y="127583"/>
                </a:lnTo>
                <a:lnTo>
                  <a:pt x="2913093" y="127222"/>
                </a:lnTo>
                <a:lnTo>
                  <a:pt x="2914361" y="126879"/>
                </a:lnTo>
                <a:lnTo>
                  <a:pt x="2915688" y="126553"/>
                </a:lnTo>
                <a:lnTo>
                  <a:pt x="2917074" y="126246"/>
                </a:lnTo>
                <a:lnTo>
                  <a:pt x="2918519" y="125957"/>
                </a:lnTo>
                <a:lnTo>
                  <a:pt x="2920024" y="125685"/>
                </a:lnTo>
                <a:lnTo>
                  <a:pt x="2921587" y="125432"/>
                </a:lnTo>
                <a:lnTo>
                  <a:pt x="2923209" y="125196"/>
                </a:lnTo>
                <a:lnTo>
                  <a:pt x="2924890" y="124978"/>
                </a:lnTo>
                <a:lnTo>
                  <a:pt x="2926630" y="124779"/>
                </a:lnTo>
                <a:lnTo>
                  <a:pt x="2928429" y="124597"/>
                </a:lnTo>
                <a:lnTo>
                  <a:pt x="2930287" y="124433"/>
                </a:lnTo>
                <a:lnTo>
                  <a:pt x="2932204" y="124287"/>
                </a:lnTo>
                <a:lnTo>
                  <a:pt x="2934180" y="124159"/>
                </a:lnTo>
                <a:lnTo>
                  <a:pt x="2936215" y="124049"/>
                </a:lnTo>
                <a:lnTo>
                  <a:pt x="2938309" y="123956"/>
                </a:lnTo>
                <a:lnTo>
                  <a:pt x="2940462" y="123882"/>
                </a:lnTo>
                <a:lnTo>
                  <a:pt x="2942675" y="123826"/>
                </a:lnTo>
                <a:lnTo>
                  <a:pt x="2944945" y="123787"/>
                </a:lnTo>
                <a:lnTo>
                  <a:pt x="2947275" y="123767"/>
                </a:lnTo>
                <a:lnTo>
                  <a:pt x="2947275" y="145520"/>
                </a:lnTo>
                <a:lnTo>
                  <a:pt x="2946843" y="146091"/>
                </a:lnTo>
                <a:lnTo>
                  <a:pt x="2946398" y="146656"/>
                </a:lnTo>
                <a:lnTo>
                  <a:pt x="2945941" y="147217"/>
                </a:lnTo>
                <a:lnTo>
                  <a:pt x="2945472" y="147772"/>
                </a:lnTo>
                <a:lnTo>
                  <a:pt x="2944991" y="148322"/>
                </a:lnTo>
                <a:lnTo>
                  <a:pt x="2944499" y="148866"/>
                </a:lnTo>
                <a:lnTo>
                  <a:pt x="2943994" y="149405"/>
                </a:lnTo>
                <a:lnTo>
                  <a:pt x="2943478" y="149940"/>
                </a:lnTo>
                <a:lnTo>
                  <a:pt x="2942949" y="150468"/>
                </a:lnTo>
                <a:lnTo>
                  <a:pt x="2942409" y="150992"/>
                </a:lnTo>
                <a:lnTo>
                  <a:pt x="2941857" y="151510"/>
                </a:lnTo>
                <a:lnTo>
                  <a:pt x="2941293" y="152023"/>
                </a:lnTo>
                <a:lnTo>
                  <a:pt x="2940716" y="152531"/>
                </a:lnTo>
                <a:lnTo>
                  <a:pt x="2940128" y="153034"/>
                </a:lnTo>
                <a:lnTo>
                  <a:pt x="2939528" y="153531"/>
                </a:lnTo>
                <a:lnTo>
                  <a:pt x="2938916" y="154024"/>
                </a:lnTo>
                <a:lnTo>
                  <a:pt x="2938292" y="154511"/>
                </a:lnTo>
                <a:lnTo>
                  <a:pt x="2937656" y="154992"/>
                </a:lnTo>
                <a:lnTo>
                  <a:pt x="2937009" y="155469"/>
                </a:lnTo>
                <a:lnTo>
                  <a:pt x="2936349" y="155940"/>
                </a:lnTo>
                <a:lnTo>
                  <a:pt x="2935677" y="156406"/>
                </a:lnTo>
                <a:lnTo>
                  <a:pt x="2934994" y="156867"/>
                </a:lnTo>
                <a:lnTo>
                  <a:pt x="2934298" y="157322"/>
                </a:lnTo>
                <a:lnTo>
                  <a:pt x="2933591" y="157773"/>
                </a:lnTo>
                <a:lnTo>
                  <a:pt x="2932874" y="158211"/>
                </a:lnTo>
                <a:lnTo>
                  <a:pt x="2932153" y="158630"/>
                </a:lnTo>
                <a:lnTo>
                  <a:pt x="2931426" y="159031"/>
                </a:lnTo>
                <a:lnTo>
                  <a:pt x="2930694" y="159413"/>
                </a:lnTo>
                <a:lnTo>
                  <a:pt x="2929956" y="159776"/>
                </a:lnTo>
                <a:lnTo>
                  <a:pt x="2929213" y="160121"/>
                </a:lnTo>
                <a:lnTo>
                  <a:pt x="2928464" y="160447"/>
                </a:lnTo>
                <a:lnTo>
                  <a:pt x="2927711" y="160755"/>
                </a:lnTo>
                <a:lnTo>
                  <a:pt x="2926951" y="161044"/>
                </a:lnTo>
                <a:lnTo>
                  <a:pt x="2926187" y="161314"/>
                </a:lnTo>
                <a:lnTo>
                  <a:pt x="2925417" y="161565"/>
                </a:lnTo>
                <a:lnTo>
                  <a:pt x="2924641" y="161798"/>
                </a:lnTo>
                <a:lnTo>
                  <a:pt x="2923861" y="162013"/>
                </a:lnTo>
                <a:lnTo>
                  <a:pt x="2923075" y="162208"/>
                </a:lnTo>
                <a:lnTo>
                  <a:pt x="2922283" y="162386"/>
                </a:lnTo>
                <a:lnTo>
                  <a:pt x="2921486" y="162544"/>
                </a:lnTo>
                <a:lnTo>
                  <a:pt x="2920684" y="162684"/>
                </a:lnTo>
                <a:lnTo>
                  <a:pt x="2919876" y="162805"/>
                </a:lnTo>
                <a:lnTo>
                  <a:pt x="2919063" y="162907"/>
                </a:lnTo>
                <a:lnTo>
                  <a:pt x="2918245" y="162991"/>
                </a:lnTo>
                <a:lnTo>
                  <a:pt x="2917421" y="163057"/>
                </a:lnTo>
                <a:lnTo>
                  <a:pt x="2916592" y="163103"/>
                </a:lnTo>
                <a:lnTo>
                  <a:pt x="2915757" y="163131"/>
                </a:lnTo>
                <a:lnTo>
                  <a:pt x="2914917" y="163140"/>
                </a:lnTo>
                <a:lnTo>
                  <a:pt x="2914237" y="163133"/>
                </a:lnTo>
                <a:lnTo>
                  <a:pt x="2913567" y="163112"/>
                </a:lnTo>
                <a:lnTo>
                  <a:pt x="2912908" y="163076"/>
                </a:lnTo>
                <a:lnTo>
                  <a:pt x="2912260" y="163026"/>
                </a:lnTo>
                <a:lnTo>
                  <a:pt x="2911622" y="162961"/>
                </a:lnTo>
                <a:close/>
                <a:moveTo>
                  <a:pt x="3076619" y="187578"/>
                </a:moveTo>
                <a:lnTo>
                  <a:pt x="3077526" y="187534"/>
                </a:lnTo>
                <a:lnTo>
                  <a:pt x="3078430" y="187482"/>
                </a:lnTo>
                <a:lnTo>
                  <a:pt x="3079332" y="187421"/>
                </a:lnTo>
                <a:lnTo>
                  <a:pt x="3080232" y="187353"/>
                </a:lnTo>
                <a:lnTo>
                  <a:pt x="3081129" y="187277"/>
                </a:lnTo>
                <a:lnTo>
                  <a:pt x="3082023" y="187192"/>
                </a:lnTo>
                <a:lnTo>
                  <a:pt x="3082915" y="187100"/>
                </a:lnTo>
                <a:lnTo>
                  <a:pt x="3083804" y="186999"/>
                </a:lnTo>
                <a:lnTo>
                  <a:pt x="3084690" y="186890"/>
                </a:lnTo>
                <a:lnTo>
                  <a:pt x="3085574" y="186774"/>
                </a:lnTo>
                <a:lnTo>
                  <a:pt x="3086456" y="186649"/>
                </a:lnTo>
                <a:lnTo>
                  <a:pt x="3087335" y="186516"/>
                </a:lnTo>
                <a:lnTo>
                  <a:pt x="3088211" y="186375"/>
                </a:lnTo>
                <a:lnTo>
                  <a:pt x="3089085" y="186226"/>
                </a:lnTo>
                <a:lnTo>
                  <a:pt x="3089956" y="186070"/>
                </a:lnTo>
                <a:lnTo>
                  <a:pt x="3090824" y="185905"/>
                </a:lnTo>
                <a:lnTo>
                  <a:pt x="3091690" y="185732"/>
                </a:lnTo>
                <a:lnTo>
                  <a:pt x="3092554" y="185551"/>
                </a:lnTo>
                <a:lnTo>
                  <a:pt x="3093414" y="185362"/>
                </a:lnTo>
                <a:lnTo>
                  <a:pt x="3094270" y="185164"/>
                </a:lnTo>
                <a:lnTo>
                  <a:pt x="3095117" y="184956"/>
                </a:lnTo>
                <a:lnTo>
                  <a:pt x="3095957" y="184739"/>
                </a:lnTo>
                <a:lnTo>
                  <a:pt x="3096789" y="184511"/>
                </a:lnTo>
                <a:lnTo>
                  <a:pt x="3097612" y="184275"/>
                </a:lnTo>
                <a:lnTo>
                  <a:pt x="3098428" y="184028"/>
                </a:lnTo>
                <a:lnTo>
                  <a:pt x="3099236" y="183772"/>
                </a:lnTo>
                <a:lnTo>
                  <a:pt x="3100036" y="183506"/>
                </a:lnTo>
                <a:lnTo>
                  <a:pt x="3100828" y="183231"/>
                </a:lnTo>
                <a:lnTo>
                  <a:pt x="3101612" y="182945"/>
                </a:lnTo>
                <a:lnTo>
                  <a:pt x="3102388" y="182650"/>
                </a:lnTo>
                <a:lnTo>
                  <a:pt x="3103156" y="182346"/>
                </a:lnTo>
                <a:lnTo>
                  <a:pt x="3103916" y="182031"/>
                </a:lnTo>
                <a:lnTo>
                  <a:pt x="3104668" y="181707"/>
                </a:lnTo>
                <a:lnTo>
                  <a:pt x="3105412" y="181374"/>
                </a:lnTo>
                <a:lnTo>
                  <a:pt x="3106148" y="181030"/>
                </a:lnTo>
                <a:lnTo>
                  <a:pt x="3106876" y="180677"/>
                </a:lnTo>
                <a:lnTo>
                  <a:pt x="3107596" y="180314"/>
                </a:lnTo>
                <a:lnTo>
                  <a:pt x="3108309" y="179942"/>
                </a:lnTo>
                <a:lnTo>
                  <a:pt x="3109013" y="179559"/>
                </a:lnTo>
                <a:lnTo>
                  <a:pt x="3109709" y="179167"/>
                </a:lnTo>
                <a:lnTo>
                  <a:pt x="3110398" y="178766"/>
                </a:lnTo>
                <a:lnTo>
                  <a:pt x="3111078" y="178354"/>
                </a:lnTo>
                <a:lnTo>
                  <a:pt x="3111751" y="177933"/>
                </a:lnTo>
                <a:lnTo>
                  <a:pt x="3112414" y="177502"/>
                </a:lnTo>
                <a:lnTo>
                  <a:pt x="3113065" y="177059"/>
                </a:lnTo>
                <a:lnTo>
                  <a:pt x="3113706" y="176606"/>
                </a:lnTo>
                <a:lnTo>
                  <a:pt x="3114335" y="176141"/>
                </a:lnTo>
                <a:lnTo>
                  <a:pt x="3114953" y="175665"/>
                </a:lnTo>
                <a:lnTo>
                  <a:pt x="3115560" y="175178"/>
                </a:lnTo>
                <a:lnTo>
                  <a:pt x="3116155" y="174680"/>
                </a:lnTo>
                <a:lnTo>
                  <a:pt x="3116739" y="174170"/>
                </a:lnTo>
                <a:lnTo>
                  <a:pt x="3117312" y="173650"/>
                </a:lnTo>
                <a:lnTo>
                  <a:pt x="3117874" y="173118"/>
                </a:lnTo>
                <a:lnTo>
                  <a:pt x="3118425" y="172576"/>
                </a:lnTo>
                <a:lnTo>
                  <a:pt x="3118964" y="172022"/>
                </a:lnTo>
                <a:lnTo>
                  <a:pt x="3119492" y="171457"/>
                </a:lnTo>
                <a:lnTo>
                  <a:pt x="3120009" y="170881"/>
                </a:lnTo>
                <a:lnTo>
                  <a:pt x="3120515" y="170294"/>
                </a:lnTo>
                <a:lnTo>
                  <a:pt x="3121009" y="169696"/>
                </a:lnTo>
                <a:lnTo>
                  <a:pt x="3121492" y="169087"/>
                </a:lnTo>
                <a:lnTo>
                  <a:pt x="3121964" y="168466"/>
                </a:lnTo>
                <a:lnTo>
                  <a:pt x="3122425" y="167834"/>
                </a:lnTo>
                <a:lnTo>
                  <a:pt x="3122874" y="167192"/>
                </a:lnTo>
                <a:lnTo>
                  <a:pt x="3123312" y="166538"/>
                </a:lnTo>
                <a:lnTo>
                  <a:pt x="3123739" y="165873"/>
                </a:lnTo>
                <a:lnTo>
                  <a:pt x="3124155" y="165197"/>
                </a:lnTo>
                <a:lnTo>
                  <a:pt x="3124559" y="164510"/>
                </a:lnTo>
                <a:lnTo>
                  <a:pt x="3124950" y="163811"/>
                </a:lnTo>
                <a:lnTo>
                  <a:pt x="3125324" y="163099"/>
                </a:lnTo>
                <a:lnTo>
                  <a:pt x="3125681" y="162374"/>
                </a:lnTo>
                <a:lnTo>
                  <a:pt x="3126022" y="161636"/>
                </a:lnTo>
                <a:lnTo>
                  <a:pt x="3126346" y="160886"/>
                </a:lnTo>
                <a:lnTo>
                  <a:pt x="3126653" y="160123"/>
                </a:lnTo>
                <a:lnTo>
                  <a:pt x="3126944" y="159347"/>
                </a:lnTo>
                <a:lnTo>
                  <a:pt x="3127218" y="158559"/>
                </a:lnTo>
                <a:lnTo>
                  <a:pt x="3127476" y="157757"/>
                </a:lnTo>
                <a:lnTo>
                  <a:pt x="3127717" y="156943"/>
                </a:lnTo>
                <a:lnTo>
                  <a:pt x="3127941" y="156116"/>
                </a:lnTo>
                <a:lnTo>
                  <a:pt x="3128149" y="155276"/>
                </a:lnTo>
                <a:lnTo>
                  <a:pt x="3128340" y="154424"/>
                </a:lnTo>
                <a:lnTo>
                  <a:pt x="3128515" y="153558"/>
                </a:lnTo>
                <a:lnTo>
                  <a:pt x="3128673" y="152680"/>
                </a:lnTo>
                <a:lnTo>
                  <a:pt x="3128814" y="151789"/>
                </a:lnTo>
                <a:lnTo>
                  <a:pt x="3128938" y="150885"/>
                </a:lnTo>
                <a:lnTo>
                  <a:pt x="3129047" y="149969"/>
                </a:lnTo>
                <a:lnTo>
                  <a:pt x="3129138" y="149040"/>
                </a:lnTo>
                <a:lnTo>
                  <a:pt x="3129213" y="148098"/>
                </a:lnTo>
                <a:lnTo>
                  <a:pt x="3129271" y="147143"/>
                </a:lnTo>
                <a:lnTo>
                  <a:pt x="3129312" y="146175"/>
                </a:lnTo>
                <a:lnTo>
                  <a:pt x="3129337" y="145195"/>
                </a:lnTo>
                <a:lnTo>
                  <a:pt x="3129346" y="144201"/>
                </a:lnTo>
                <a:lnTo>
                  <a:pt x="3129335" y="143142"/>
                </a:lnTo>
                <a:lnTo>
                  <a:pt x="3129304" y="142099"/>
                </a:lnTo>
                <a:lnTo>
                  <a:pt x="3129253" y="141073"/>
                </a:lnTo>
                <a:lnTo>
                  <a:pt x="3129181" y="140063"/>
                </a:lnTo>
                <a:lnTo>
                  <a:pt x="3129088" y="139070"/>
                </a:lnTo>
                <a:lnTo>
                  <a:pt x="3128975" y="138093"/>
                </a:lnTo>
                <a:lnTo>
                  <a:pt x="3128841" y="137133"/>
                </a:lnTo>
                <a:lnTo>
                  <a:pt x="3128687" y="136190"/>
                </a:lnTo>
                <a:lnTo>
                  <a:pt x="3128511" y="135263"/>
                </a:lnTo>
                <a:lnTo>
                  <a:pt x="3128316" y="134353"/>
                </a:lnTo>
                <a:lnTo>
                  <a:pt x="3128099" y="133459"/>
                </a:lnTo>
                <a:lnTo>
                  <a:pt x="3127863" y="132582"/>
                </a:lnTo>
                <a:lnTo>
                  <a:pt x="3127605" y="131722"/>
                </a:lnTo>
                <a:lnTo>
                  <a:pt x="3127327" y="130878"/>
                </a:lnTo>
                <a:lnTo>
                  <a:pt x="3127028" y="130050"/>
                </a:lnTo>
                <a:lnTo>
                  <a:pt x="3126709" y="129239"/>
                </a:lnTo>
                <a:lnTo>
                  <a:pt x="3126369" y="128445"/>
                </a:lnTo>
                <a:lnTo>
                  <a:pt x="3126009" y="127668"/>
                </a:lnTo>
                <a:lnTo>
                  <a:pt x="3125628" y="126906"/>
                </a:lnTo>
                <a:lnTo>
                  <a:pt x="3125226" y="126162"/>
                </a:lnTo>
                <a:lnTo>
                  <a:pt x="3124804" y="125434"/>
                </a:lnTo>
                <a:lnTo>
                  <a:pt x="3124361" y="124723"/>
                </a:lnTo>
                <a:lnTo>
                  <a:pt x="3123897" y="124028"/>
                </a:lnTo>
                <a:lnTo>
                  <a:pt x="3123413" y="123350"/>
                </a:lnTo>
                <a:lnTo>
                  <a:pt x="3122912" y="122685"/>
                </a:lnTo>
                <a:lnTo>
                  <a:pt x="3122396" y="122032"/>
                </a:lnTo>
                <a:lnTo>
                  <a:pt x="3121865" y="121390"/>
                </a:lnTo>
                <a:lnTo>
                  <a:pt x="3121320" y="120759"/>
                </a:lnTo>
                <a:lnTo>
                  <a:pt x="3120760" y="120140"/>
                </a:lnTo>
                <a:lnTo>
                  <a:pt x="3120186" y="119533"/>
                </a:lnTo>
                <a:lnTo>
                  <a:pt x="3119597" y="118936"/>
                </a:lnTo>
                <a:lnTo>
                  <a:pt x="3118994" y="118351"/>
                </a:lnTo>
                <a:lnTo>
                  <a:pt x="3118376" y="117778"/>
                </a:lnTo>
                <a:lnTo>
                  <a:pt x="3117744" y="117215"/>
                </a:lnTo>
                <a:lnTo>
                  <a:pt x="3117097" y="116664"/>
                </a:lnTo>
                <a:lnTo>
                  <a:pt x="3116436" y="116125"/>
                </a:lnTo>
                <a:lnTo>
                  <a:pt x="3115760" y="115597"/>
                </a:lnTo>
                <a:lnTo>
                  <a:pt x="3115070" y="115080"/>
                </a:lnTo>
                <a:lnTo>
                  <a:pt x="3114365" y="114574"/>
                </a:lnTo>
                <a:lnTo>
                  <a:pt x="3113646" y="114080"/>
                </a:lnTo>
                <a:lnTo>
                  <a:pt x="3112912" y="113598"/>
                </a:lnTo>
                <a:lnTo>
                  <a:pt x="3112164" y="113126"/>
                </a:lnTo>
                <a:lnTo>
                  <a:pt x="3111401" y="112666"/>
                </a:lnTo>
                <a:lnTo>
                  <a:pt x="3110623" y="112218"/>
                </a:lnTo>
                <a:lnTo>
                  <a:pt x="3109832" y="111780"/>
                </a:lnTo>
                <a:lnTo>
                  <a:pt x="3109025" y="111355"/>
                </a:lnTo>
                <a:lnTo>
                  <a:pt x="3108204" y="110940"/>
                </a:lnTo>
                <a:lnTo>
                  <a:pt x="3107369" y="110537"/>
                </a:lnTo>
                <a:lnTo>
                  <a:pt x="3106522" y="110142"/>
                </a:lnTo>
                <a:lnTo>
                  <a:pt x="3105665" y="109754"/>
                </a:lnTo>
                <a:lnTo>
                  <a:pt x="3104799" y="109372"/>
                </a:lnTo>
                <a:lnTo>
                  <a:pt x="3103923" y="108996"/>
                </a:lnTo>
                <a:lnTo>
                  <a:pt x="3103039" y="108626"/>
                </a:lnTo>
                <a:lnTo>
                  <a:pt x="3102144" y="108263"/>
                </a:lnTo>
                <a:lnTo>
                  <a:pt x="3101241" y="107905"/>
                </a:lnTo>
                <a:lnTo>
                  <a:pt x="3100328" y="107554"/>
                </a:lnTo>
                <a:lnTo>
                  <a:pt x="3099406" y="107209"/>
                </a:lnTo>
                <a:lnTo>
                  <a:pt x="3098474" y="106870"/>
                </a:lnTo>
                <a:lnTo>
                  <a:pt x="3097533" y="106537"/>
                </a:lnTo>
                <a:lnTo>
                  <a:pt x="3096583" y="106210"/>
                </a:lnTo>
                <a:lnTo>
                  <a:pt x="3095623" y="105889"/>
                </a:lnTo>
                <a:lnTo>
                  <a:pt x="3094654" y="105575"/>
                </a:lnTo>
                <a:lnTo>
                  <a:pt x="3093676" y="105266"/>
                </a:lnTo>
                <a:lnTo>
                  <a:pt x="3092688" y="104964"/>
                </a:lnTo>
                <a:lnTo>
                  <a:pt x="3091691" y="104668"/>
                </a:lnTo>
                <a:lnTo>
                  <a:pt x="3090684" y="104378"/>
                </a:lnTo>
                <a:lnTo>
                  <a:pt x="3089668" y="104094"/>
                </a:lnTo>
                <a:lnTo>
                  <a:pt x="3088643" y="103817"/>
                </a:lnTo>
                <a:lnTo>
                  <a:pt x="3087608" y="103545"/>
                </a:lnTo>
                <a:lnTo>
                  <a:pt x="3086564" y="103280"/>
                </a:lnTo>
                <a:lnTo>
                  <a:pt x="3085511" y="103021"/>
                </a:lnTo>
                <a:lnTo>
                  <a:pt x="3084448" y="102767"/>
                </a:lnTo>
                <a:lnTo>
                  <a:pt x="3083445" y="102541"/>
                </a:lnTo>
                <a:lnTo>
                  <a:pt x="3082459" y="102316"/>
                </a:lnTo>
                <a:lnTo>
                  <a:pt x="3081488" y="102091"/>
                </a:lnTo>
                <a:lnTo>
                  <a:pt x="3080535" y="101868"/>
                </a:lnTo>
                <a:lnTo>
                  <a:pt x="3079597" y="101646"/>
                </a:lnTo>
                <a:lnTo>
                  <a:pt x="3078676" y="101426"/>
                </a:lnTo>
                <a:lnTo>
                  <a:pt x="3077771" y="101206"/>
                </a:lnTo>
                <a:lnTo>
                  <a:pt x="3076883" y="100988"/>
                </a:lnTo>
                <a:lnTo>
                  <a:pt x="3076011" y="100771"/>
                </a:lnTo>
                <a:lnTo>
                  <a:pt x="3075156" y="100555"/>
                </a:lnTo>
                <a:lnTo>
                  <a:pt x="3074316" y="100340"/>
                </a:lnTo>
                <a:lnTo>
                  <a:pt x="3073494" y="100127"/>
                </a:lnTo>
                <a:lnTo>
                  <a:pt x="3072687" y="99914"/>
                </a:lnTo>
                <a:lnTo>
                  <a:pt x="3071897" y="99703"/>
                </a:lnTo>
                <a:lnTo>
                  <a:pt x="3071124" y="99493"/>
                </a:lnTo>
                <a:lnTo>
                  <a:pt x="3070366" y="99284"/>
                </a:lnTo>
                <a:lnTo>
                  <a:pt x="3069626" y="99077"/>
                </a:lnTo>
                <a:lnTo>
                  <a:pt x="3068901" y="98870"/>
                </a:lnTo>
                <a:lnTo>
                  <a:pt x="3068193" y="98665"/>
                </a:lnTo>
                <a:lnTo>
                  <a:pt x="3067501" y="98461"/>
                </a:lnTo>
                <a:lnTo>
                  <a:pt x="3066826" y="98258"/>
                </a:lnTo>
                <a:lnTo>
                  <a:pt x="3066167" y="98057"/>
                </a:lnTo>
                <a:lnTo>
                  <a:pt x="3065525" y="97856"/>
                </a:lnTo>
                <a:lnTo>
                  <a:pt x="3064898" y="97657"/>
                </a:lnTo>
                <a:lnTo>
                  <a:pt x="3064288" y="97457"/>
                </a:lnTo>
                <a:lnTo>
                  <a:pt x="3063691" y="97256"/>
                </a:lnTo>
                <a:lnTo>
                  <a:pt x="3063108" y="97054"/>
                </a:lnTo>
                <a:lnTo>
                  <a:pt x="3062539" y="96850"/>
                </a:lnTo>
                <a:lnTo>
                  <a:pt x="3061984" y="96645"/>
                </a:lnTo>
                <a:lnTo>
                  <a:pt x="3061444" y="96439"/>
                </a:lnTo>
                <a:lnTo>
                  <a:pt x="3060917" y="96231"/>
                </a:lnTo>
                <a:lnTo>
                  <a:pt x="3060404" y="96021"/>
                </a:lnTo>
                <a:lnTo>
                  <a:pt x="3059906" y="95811"/>
                </a:lnTo>
                <a:lnTo>
                  <a:pt x="3059421" y="95598"/>
                </a:lnTo>
                <a:lnTo>
                  <a:pt x="3058951" y="95385"/>
                </a:lnTo>
                <a:lnTo>
                  <a:pt x="3058494" y="95170"/>
                </a:lnTo>
                <a:lnTo>
                  <a:pt x="3058052" y="94953"/>
                </a:lnTo>
                <a:lnTo>
                  <a:pt x="3057623" y="94735"/>
                </a:lnTo>
                <a:lnTo>
                  <a:pt x="3057209" y="94516"/>
                </a:lnTo>
                <a:lnTo>
                  <a:pt x="3056809" y="94295"/>
                </a:lnTo>
                <a:lnTo>
                  <a:pt x="3056423" y="94073"/>
                </a:lnTo>
                <a:lnTo>
                  <a:pt x="3056050" y="93850"/>
                </a:lnTo>
                <a:lnTo>
                  <a:pt x="3055692" y="93625"/>
                </a:lnTo>
                <a:lnTo>
                  <a:pt x="3055348" y="93398"/>
                </a:lnTo>
                <a:lnTo>
                  <a:pt x="3055018" y="93170"/>
                </a:lnTo>
                <a:lnTo>
                  <a:pt x="3054702" y="92941"/>
                </a:lnTo>
                <a:lnTo>
                  <a:pt x="3054400" y="92711"/>
                </a:lnTo>
                <a:lnTo>
                  <a:pt x="3054112" y="92479"/>
                </a:lnTo>
                <a:lnTo>
                  <a:pt x="3053837" y="92244"/>
                </a:lnTo>
                <a:lnTo>
                  <a:pt x="3053574" y="92006"/>
                </a:lnTo>
                <a:lnTo>
                  <a:pt x="3053322" y="91765"/>
                </a:lnTo>
                <a:lnTo>
                  <a:pt x="3053082" y="91522"/>
                </a:lnTo>
                <a:lnTo>
                  <a:pt x="3052854" y="91275"/>
                </a:lnTo>
                <a:lnTo>
                  <a:pt x="3052638" y="91025"/>
                </a:lnTo>
                <a:lnTo>
                  <a:pt x="3052433" y="90772"/>
                </a:lnTo>
                <a:lnTo>
                  <a:pt x="3052240" y="90516"/>
                </a:lnTo>
                <a:lnTo>
                  <a:pt x="3052058" y="90256"/>
                </a:lnTo>
                <a:lnTo>
                  <a:pt x="3051889" y="89994"/>
                </a:lnTo>
                <a:lnTo>
                  <a:pt x="3051731" y="89729"/>
                </a:lnTo>
                <a:lnTo>
                  <a:pt x="3051584" y="89461"/>
                </a:lnTo>
                <a:lnTo>
                  <a:pt x="3051450" y="89189"/>
                </a:lnTo>
                <a:lnTo>
                  <a:pt x="3051327" y="88915"/>
                </a:lnTo>
                <a:lnTo>
                  <a:pt x="3051216" y="88637"/>
                </a:lnTo>
                <a:lnTo>
                  <a:pt x="3051116" y="88357"/>
                </a:lnTo>
                <a:lnTo>
                  <a:pt x="3051028" y="88073"/>
                </a:lnTo>
                <a:lnTo>
                  <a:pt x="3050952" y="87787"/>
                </a:lnTo>
                <a:lnTo>
                  <a:pt x="3050888" y="87497"/>
                </a:lnTo>
                <a:lnTo>
                  <a:pt x="3050835" y="87204"/>
                </a:lnTo>
                <a:lnTo>
                  <a:pt x="3050794" y="86908"/>
                </a:lnTo>
                <a:lnTo>
                  <a:pt x="3050765" y="86610"/>
                </a:lnTo>
                <a:lnTo>
                  <a:pt x="3050748" y="86308"/>
                </a:lnTo>
                <a:lnTo>
                  <a:pt x="3050742" y="86003"/>
                </a:lnTo>
                <a:lnTo>
                  <a:pt x="3050751" y="85475"/>
                </a:lnTo>
                <a:lnTo>
                  <a:pt x="3050779" y="84960"/>
                </a:lnTo>
                <a:lnTo>
                  <a:pt x="3050825" y="84457"/>
                </a:lnTo>
                <a:lnTo>
                  <a:pt x="3050890" y="83967"/>
                </a:lnTo>
                <a:lnTo>
                  <a:pt x="3050973" y="83490"/>
                </a:lnTo>
                <a:lnTo>
                  <a:pt x="3051075" y="83025"/>
                </a:lnTo>
                <a:lnTo>
                  <a:pt x="3051195" y="82573"/>
                </a:lnTo>
                <a:lnTo>
                  <a:pt x="3051333" y="82133"/>
                </a:lnTo>
                <a:lnTo>
                  <a:pt x="3051491" y="81706"/>
                </a:lnTo>
                <a:lnTo>
                  <a:pt x="3051666" y="81291"/>
                </a:lnTo>
                <a:lnTo>
                  <a:pt x="3051860" y="80889"/>
                </a:lnTo>
                <a:lnTo>
                  <a:pt x="3052073" y="80500"/>
                </a:lnTo>
                <a:lnTo>
                  <a:pt x="3052304" y="80123"/>
                </a:lnTo>
                <a:lnTo>
                  <a:pt x="3052554" y="79759"/>
                </a:lnTo>
                <a:lnTo>
                  <a:pt x="3052822" y="79407"/>
                </a:lnTo>
                <a:lnTo>
                  <a:pt x="3053109" y="79068"/>
                </a:lnTo>
                <a:lnTo>
                  <a:pt x="3053414" y="78742"/>
                </a:lnTo>
                <a:lnTo>
                  <a:pt x="3053737" y="78428"/>
                </a:lnTo>
                <a:lnTo>
                  <a:pt x="3054079" y="78127"/>
                </a:lnTo>
                <a:lnTo>
                  <a:pt x="3054440" y="77838"/>
                </a:lnTo>
                <a:lnTo>
                  <a:pt x="3054819" y="77562"/>
                </a:lnTo>
                <a:lnTo>
                  <a:pt x="3055217" y="77298"/>
                </a:lnTo>
                <a:lnTo>
                  <a:pt x="3055633" y="77048"/>
                </a:lnTo>
                <a:lnTo>
                  <a:pt x="3056067" y="76809"/>
                </a:lnTo>
                <a:lnTo>
                  <a:pt x="3056518" y="76582"/>
                </a:lnTo>
                <a:lnTo>
                  <a:pt x="3056983" y="76364"/>
                </a:lnTo>
                <a:lnTo>
                  <a:pt x="3057461" y="76155"/>
                </a:lnTo>
                <a:lnTo>
                  <a:pt x="3057953" y="75957"/>
                </a:lnTo>
                <a:lnTo>
                  <a:pt x="3058459" y="75768"/>
                </a:lnTo>
                <a:lnTo>
                  <a:pt x="3058979" y="75589"/>
                </a:lnTo>
                <a:lnTo>
                  <a:pt x="3059512" y="75419"/>
                </a:lnTo>
                <a:lnTo>
                  <a:pt x="3060060" y="75260"/>
                </a:lnTo>
                <a:lnTo>
                  <a:pt x="3060621" y="75109"/>
                </a:lnTo>
                <a:lnTo>
                  <a:pt x="3061196" y="74969"/>
                </a:lnTo>
                <a:lnTo>
                  <a:pt x="3061785" y="74838"/>
                </a:lnTo>
                <a:lnTo>
                  <a:pt x="3062387" y="74717"/>
                </a:lnTo>
                <a:lnTo>
                  <a:pt x="3063004" y="74606"/>
                </a:lnTo>
                <a:lnTo>
                  <a:pt x="3063634" y="74504"/>
                </a:lnTo>
                <a:lnTo>
                  <a:pt x="3064278" y="74412"/>
                </a:lnTo>
                <a:lnTo>
                  <a:pt x="3064936" y="74330"/>
                </a:lnTo>
                <a:lnTo>
                  <a:pt x="3065608" y="74257"/>
                </a:lnTo>
                <a:lnTo>
                  <a:pt x="3066293" y="74194"/>
                </a:lnTo>
                <a:lnTo>
                  <a:pt x="3066992" y="74141"/>
                </a:lnTo>
                <a:lnTo>
                  <a:pt x="3067705" y="74097"/>
                </a:lnTo>
                <a:lnTo>
                  <a:pt x="3068432" y="74063"/>
                </a:lnTo>
                <a:lnTo>
                  <a:pt x="3069173" y="74039"/>
                </a:lnTo>
                <a:lnTo>
                  <a:pt x="3069928" y="74025"/>
                </a:lnTo>
                <a:lnTo>
                  <a:pt x="3070696" y="74020"/>
                </a:lnTo>
                <a:lnTo>
                  <a:pt x="3071411" y="74027"/>
                </a:lnTo>
                <a:lnTo>
                  <a:pt x="3072119" y="74048"/>
                </a:lnTo>
                <a:lnTo>
                  <a:pt x="3072818" y="74083"/>
                </a:lnTo>
                <a:lnTo>
                  <a:pt x="3073511" y="74131"/>
                </a:lnTo>
                <a:lnTo>
                  <a:pt x="3074195" y="74194"/>
                </a:lnTo>
                <a:lnTo>
                  <a:pt x="3074871" y="74271"/>
                </a:lnTo>
                <a:lnTo>
                  <a:pt x="3075540" y="74361"/>
                </a:lnTo>
                <a:lnTo>
                  <a:pt x="3076201" y="74466"/>
                </a:lnTo>
                <a:lnTo>
                  <a:pt x="3076855" y="74584"/>
                </a:lnTo>
                <a:lnTo>
                  <a:pt x="3077501" y="74716"/>
                </a:lnTo>
                <a:lnTo>
                  <a:pt x="3078139" y="74863"/>
                </a:lnTo>
                <a:lnTo>
                  <a:pt x="3078769" y="75023"/>
                </a:lnTo>
                <a:lnTo>
                  <a:pt x="3079391" y="75197"/>
                </a:lnTo>
                <a:lnTo>
                  <a:pt x="3080006" y="75385"/>
                </a:lnTo>
                <a:lnTo>
                  <a:pt x="3080613" y="75587"/>
                </a:lnTo>
                <a:lnTo>
                  <a:pt x="3081213" y="75803"/>
                </a:lnTo>
                <a:lnTo>
                  <a:pt x="3081804" y="76032"/>
                </a:lnTo>
                <a:lnTo>
                  <a:pt x="3082388" y="76276"/>
                </a:lnTo>
                <a:lnTo>
                  <a:pt x="3082964" y="76534"/>
                </a:lnTo>
                <a:lnTo>
                  <a:pt x="3083533" y="76805"/>
                </a:lnTo>
                <a:lnTo>
                  <a:pt x="3084093" y="77091"/>
                </a:lnTo>
                <a:lnTo>
                  <a:pt x="3084646" y="77390"/>
                </a:lnTo>
                <a:lnTo>
                  <a:pt x="3085192" y="77704"/>
                </a:lnTo>
                <a:lnTo>
                  <a:pt x="3085729" y="78031"/>
                </a:lnTo>
                <a:lnTo>
                  <a:pt x="3086252" y="78376"/>
                </a:lnTo>
                <a:lnTo>
                  <a:pt x="3086752" y="78743"/>
                </a:lnTo>
                <a:lnTo>
                  <a:pt x="3087230" y="79132"/>
                </a:lnTo>
                <a:lnTo>
                  <a:pt x="3087686" y="79543"/>
                </a:lnTo>
                <a:lnTo>
                  <a:pt x="3088120" y="79977"/>
                </a:lnTo>
                <a:lnTo>
                  <a:pt x="3088531" y="80432"/>
                </a:lnTo>
                <a:lnTo>
                  <a:pt x="3088920" y="80910"/>
                </a:lnTo>
                <a:lnTo>
                  <a:pt x="3089287" y="81409"/>
                </a:lnTo>
                <a:lnTo>
                  <a:pt x="3089632" y="81931"/>
                </a:lnTo>
                <a:lnTo>
                  <a:pt x="3089954" y="82475"/>
                </a:lnTo>
                <a:lnTo>
                  <a:pt x="3090254" y="83040"/>
                </a:lnTo>
                <a:lnTo>
                  <a:pt x="3090532" y="83628"/>
                </a:lnTo>
                <a:lnTo>
                  <a:pt x="3090788" y="84238"/>
                </a:lnTo>
                <a:lnTo>
                  <a:pt x="3091022" y="84871"/>
                </a:lnTo>
                <a:lnTo>
                  <a:pt x="3091233" y="85525"/>
                </a:lnTo>
                <a:lnTo>
                  <a:pt x="3091422" y="86201"/>
                </a:lnTo>
                <a:lnTo>
                  <a:pt x="3091589" y="86900"/>
                </a:lnTo>
                <a:lnTo>
                  <a:pt x="3091733" y="87620"/>
                </a:lnTo>
                <a:lnTo>
                  <a:pt x="3091856" y="88363"/>
                </a:lnTo>
                <a:lnTo>
                  <a:pt x="3091956" y="89127"/>
                </a:lnTo>
                <a:lnTo>
                  <a:pt x="3092033" y="89914"/>
                </a:lnTo>
                <a:lnTo>
                  <a:pt x="3092089" y="90723"/>
                </a:lnTo>
                <a:lnTo>
                  <a:pt x="3092122" y="91554"/>
                </a:lnTo>
                <a:lnTo>
                  <a:pt x="3092133" y="92407"/>
                </a:lnTo>
                <a:lnTo>
                  <a:pt x="3125301" y="92407"/>
                </a:lnTo>
                <a:lnTo>
                  <a:pt x="3125293" y="91392"/>
                </a:lnTo>
                <a:lnTo>
                  <a:pt x="3125268" y="90391"/>
                </a:lnTo>
                <a:lnTo>
                  <a:pt x="3125227" y="89404"/>
                </a:lnTo>
                <a:lnTo>
                  <a:pt x="3125170" y="88432"/>
                </a:lnTo>
                <a:lnTo>
                  <a:pt x="3125096" y="87474"/>
                </a:lnTo>
                <a:lnTo>
                  <a:pt x="3125006" y="86530"/>
                </a:lnTo>
                <a:lnTo>
                  <a:pt x="3124899" y="85600"/>
                </a:lnTo>
                <a:lnTo>
                  <a:pt x="3124777" y="84684"/>
                </a:lnTo>
                <a:lnTo>
                  <a:pt x="3124637" y="83783"/>
                </a:lnTo>
                <a:lnTo>
                  <a:pt x="3124482" y="82896"/>
                </a:lnTo>
                <a:lnTo>
                  <a:pt x="3124310" y="82022"/>
                </a:lnTo>
                <a:lnTo>
                  <a:pt x="3124121" y="81164"/>
                </a:lnTo>
                <a:lnTo>
                  <a:pt x="3123916" y="80319"/>
                </a:lnTo>
                <a:lnTo>
                  <a:pt x="3123695" y="79488"/>
                </a:lnTo>
                <a:lnTo>
                  <a:pt x="3123458" y="78672"/>
                </a:lnTo>
                <a:lnTo>
                  <a:pt x="3123204" y="77870"/>
                </a:lnTo>
                <a:lnTo>
                  <a:pt x="3122933" y="77082"/>
                </a:lnTo>
                <a:lnTo>
                  <a:pt x="3122646" y="76308"/>
                </a:lnTo>
                <a:lnTo>
                  <a:pt x="3122343" y="75549"/>
                </a:lnTo>
                <a:lnTo>
                  <a:pt x="3122024" y="74803"/>
                </a:lnTo>
                <a:lnTo>
                  <a:pt x="3121688" y="74072"/>
                </a:lnTo>
                <a:lnTo>
                  <a:pt x="3121336" y="73355"/>
                </a:lnTo>
                <a:lnTo>
                  <a:pt x="3120967" y="72652"/>
                </a:lnTo>
                <a:lnTo>
                  <a:pt x="3120582" y="71964"/>
                </a:lnTo>
                <a:lnTo>
                  <a:pt x="3120183" y="71288"/>
                </a:lnTo>
                <a:lnTo>
                  <a:pt x="3119774" y="70624"/>
                </a:lnTo>
                <a:lnTo>
                  <a:pt x="3119354" y="69971"/>
                </a:lnTo>
                <a:lnTo>
                  <a:pt x="3118923" y="69331"/>
                </a:lnTo>
                <a:lnTo>
                  <a:pt x="3118481" y="68701"/>
                </a:lnTo>
                <a:lnTo>
                  <a:pt x="3118029" y="68084"/>
                </a:lnTo>
                <a:lnTo>
                  <a:pt x="3117565" y="67477"/>
                </a:lnTo>
                <a:lnTo>
                  <a:pt x="3117091" y="66883"/>
                </a:lnTo>
                <a:lnTo>
                  <a:pt x="3116607" y="66300"/>
                </a:lnTo>
                <a:lnTo>
                  <a:pt x="3116111" y="65729"/>
                </a:lnTo>
                <a:lnTo>
                  <a:pt x="3115605" y="65169"/>
                </a:lnTo>
                <a:lnTo>
                  <a:pt x="3115088" y="64621"/>
                </a:lnTo>
                <a:lnTo>
                  <a:pt x="3114560" y="64085"/>
                </a:lnTo>
                <a:lnTo>
                  <a:pt x="3114021" y="63560"/>
                </a:lnTo>
                <a:lnTo>
                  <a:pt x="3113472" y="63046"/>
                </a:lnTo>
                <a:lnTo>
                  <a:pt x="3112912" y="62545"/>
                </a:lnTo>
                <a:lnTo>
                  <a:pt x="3112341" y="62055"/>
                </a:lnTo>
                <a:lnTo>
                  <a:pt x="3111759" y="61576"/>
                </a:lnTo>
                <a:lnTo>
                  <a:pt x="3111167" y="61109"/>
                </a:lnTo>
                <a:lnTo>
                  <a:pt x="3110564" y="60654"/>
                </a:lnTo>
                <a:lnTo>
                  <a:pt x="3109950" y="60210"/>
                </a:lnTo>
                <a:lnTo>
                  <a:pt x="3109325" y="59778"/>
                </a:lnTo>
                <a:lnTo>
                  <a:pt x="3108689" y="59358"/>
                </a:lnTo>
                <a:lnTo>
                  <a:pt x="3108043" y="58949"/>
                </a:lnTo>
                <a:lnTo>
                  <a:pt x="3107388" y="58550"/>
                </a:lnTo>
                <a:lnTo>
                  <a:pt x="3106727" y="58161"/>
                </a:lnTo>
                <a:lnTo>
                  <a:pt x="3106059" y="57782"/>
                </a:lnTo>
                <a:lnTo>
                  <a:pt x="3105384" y="57413"/>
                </a:lnTo>
                <a:lnTo>
                  <a:pt x="3104703" y="57053"/>
                </a:lnTo>
                <a:lnTo>
                  <a:pt x="3104015" y="56703"/>
                </a:lnTo>
                <a:lnTo>
                  <a:pt x="3103321" y="56363"/>
                </a:lnTo>
                <a:lnTo>
                  <a:pt x="3102620" y="56032"/>
                </a:lnTo>
                <a:lnTo>
                  <a:pt x="3101913" y="55711"/>
                </a:lnTo>
                <a:lnTo>
                  <a:pt x="3101199" y="55400"/>
                </a:lnTo>
                <a:lnTo>
                  <a:pt x="3100478" y="55099"/>
                </a:lnTo>
                <a:lnTo>
                  <a:pt x="3099751" y="54807"/>
                </a:lnTo>
                <a:lnTo>
                  <a:pt x="3099018" y="54525"/>
                </a:lnTo>
                <a:lnTo>
                  <a:pt x="3098277" y="54253"/>
                </a:lnTo>
                <a:lnTo>
                  <a:pt x="3097531" y="53990"/>
                </a:lnTo>
                <a:lnTo>
                  <a:pt x="3096778" y="53737"/>
                </a:lnTo>
                <a:lnTo>
                  <a:pt x="3096018" y="53494"/>
                </a:lnTo>
                <a:lnTo>
                  <a:pt x="3095251" y="53261"/>
                </a:lnTo>
                <a:lnTo>
                  <a:pt x="3094478" y="53037"/>
                </a:lnTo>
                <a:lnTo>
                  <a:pt x="3093699" y="52823"/>
                </a:lnTo>
                <a:lnTo>
                  <a:pt x="3092913" y="52619"/>
                </a:lnTo>
                <a:lnTo>
                  <a:pt x="3092120" y="52424"/>
                </a:lnTo>
                <a:lnTo>
                  <a:pt x="3091321" y="52239"/>
                </a:lnTo>
                <a:lnTo>
                  <a:pt x="3090516" y="52064"/>
                </a:lnTo>
                <a:lnTo>
                  <a:pt x="3089706" y="51897"/>
                </a:lnTo>
                <a:lnTo>
                  <a:pt x="3088895" y="51738"/>
                </a:lnTo>
                <a:lnTo>
                  <a:pt x="3088082" y="51585"/>
                </a:lnTo>
                <a:lnTo>
                  <a:pt x="3087268" y="51440"/>
                </a:lnTo>
                <a:lnTo>
                  <a:pt x="3086453" y="51301"/>
                </a:lnTo>
                <a:lnTo>
                  <a:pt x="3085637" y="51170"/>
                </a:lnTo>
                <a:lnTo>
                  <a:pt x="3084818" y="51046"/>
                </a:lnTo>
                <a:lnTo>
                  <a:pt x="3083999" y="50929"/>
                </a:lnTo>
                <a:lnTo>
                  <a:pt x="3083178" y="50819"/>
                </a:lnTo>
                <a:lnTo>
                  <a:pt x="3082356" y="50716"/>
                </a:lnTo>
                <a:lnTo>
                  <a:pt x="3081532" y="50620"/>
                </a:lnTo>
                <a:lnTo>
                  <a:pt x="3080707" y="50532"/>
                </a:lnTo>
                <a:lnTo>
                  <a:pt x="3079880" y="50450"/>
                </a:lnTo>
                <a:lnTo>
                  <a:pt x="3079052" y="50375"/>
                </a:lnTo>
                <a:lnTo>
                  <a:pt x="3078223" y="50308"/>
                </a:lnTo>
                <a:lnTo>
                  <a:pt x="3077392" y="50248"/>
                </a:lnTo>
                <a:lnTo>
                  <a:pt x="3076560" y="50195"/>
                </a:lnTo>
                <a:lnTo>
                  <a:pt x="3075727" y="50148"/>
                </a:lnTo>
                <a:lnTo>
                  <a:pt x="3074892" y="50109"/>
                </a:lnTo>
                <a:lnTo>
                  <a:pt x="3074055" y="50077"/>
                </a:lnTo>
                <a:lnTo>
                  <a:pt x="3073218" y="50053"/>
                </a:lnTo>
                <a:lnTo>
                  <a:pt x="3072379" y="50035"/>
                </a:lnTo>
                <a:lnTo>
                  <a:pt x="3071538" y="50024"/>
                </a:lnTo>
                <a:lnTo>
                  <a:pt x="3070696" y="50021"/>
                </a:lnTo>
                <a:lnTo>
                  <a:pt x="3069832" y="50024"/>
                </a:lnTo>
                <a:lnTo>
                  <a:pt x="3068969" y="50035"/>
                </a:lnTo>
                <a:lnTo>
                  <a:pt x="3068108" y="50053"/>
                </a:lnTo>
                <a:lnTo>
                  <a:pt x="3067249" y="50078"/>
                </a:lnTo>
                <a:lnTo>
                  <a:pt x="3066391" y="50110"/>
                </a:lnTo>
                <a:lnTo>
                  <a:pt x="3065535" y="50149"/>
                </a:lnTo>
                <a:lnTo>
                  <a:pt x="3064680" y="50195"/>
                </a:lnTo>
                <a:lnTo>
                  <a:pt x="3063827" y="50248"/>
                </a:lnTo>
                <a:lnTo>
                  <a:pt x="3062976" y="50309"/>
                </a:lnTo>
                <a:lnTo>
                  <a:pt x="3062127" y="50376"/>
                </a:lnTo>
                <a:lnTo>
                  <a:pt x="3061279" y="50451"/>
                </a:lnTo>
                <a:lnTo>
                  <a:pt x="3060432" y="50533"/>
                </a:lnTo>
                <a:lnTo>
                  <a:pt x="3059588" y="50622"/>
                </a:lnTo>
                <a:lnTo>
                  <a:pt x="3058745" y="50718"/>
                </a:lnTo>
                <a:lnTo>
                  <a:pt x="3057903" y="50821"/>
                </a:lnTo>
                <a:lnTo>
                  <a:pt x="3057064" y="50931"/>
                </a:lnTo>
                <a:lnTo>
                  <a:pt x="3056225" y="51048"/>
                </a:lnTo>
                <a:lnTo>
                  <a:pt x="3055389" y="51173"/>
                </a:lnTo>
                <a:lnTo>
                  <a:pt x="3054554" y="51304"/>
                </a:lnTo>
                <a:lnTo>
                  <a:pt x="3053721" y="51443"/>
                </a:lnTo>
                <a:lnTo>
                  <a:pt x="3052889" y="51588"/>
                </a:lnTo>
                <a:lnTo>
                  <a:pt x="3052060" y="51741"/>
                </a:lnTo>
                <a:lnTo>
                  <a:pt x="3051231" y="51901"/>
                </a:lnTo>
                <a:lnTo>
                  <a:pt x="3050405" y="52068"/>
                </a:lnTo>
                <a:lnTo>
                  <a:pt x="3049582" y="52243"/>
                </a:lnTo>
                <a:lnTo>
                  <a:pt x="3048767" y="52426"/>
                </a:lnTo>
                <a:lnTo>
                  <a:pt x="3047959" y="52617"/>
                </a:lnTo>
                <a:lnTo>
                  <a:pt x="3047158" y="52816"/>
                </a:lnTo>
                <a:lnTo>
                  <a:pt x="3046363" y="53023"/>
                </a:lnTo>
                <a:lnTo>
                  <a:pt x="3045576" y="53239"/>
                </a:lnTo>
                <a:lnTo>
                  <a:pt x="3044796" y="53463"/>
                </a:lnTo>
                <a:lnTo>
                  <a:pt x="3044023" y="53696"/>
                </a:lnTo>
                <a:lnTo>
                  <a:pt x="3043257" y="53936"/>
                </a:lnTo>
                <a:lnTo>
                  <a:pt x="3042498" y="54185"/>
                </a:lnTo>
                <a:lnTo>
                  <a:pt x="3041745" y="54443"/>
                </a:lnTo>
                <a:lnTo>
                  <a:pt x="3041000" y="54708"/>
                </a:lnTo>
                <a:lnTo>
                  <a:pt x="3040262" y="54982"/>
                </a:lnTo>
                <a:lnTo>
                  <a:pt x="3039531" y="55264"/>
                </a:lnTo>
                <a:lnTo>
                  <a:pt x="3038807" y="55554"/>
                </a:lnTo>
                <a:lnTo>
                  <a:pt x="3038090" y="55853"/>
                </a:lnTo>
                <a:lnTo>
                  <a:pt x="3037380" y="56160"/>
                </a:lnTo>
                <a:lnTo>
                  <a:pt x="3036678" y="56475"/>
                </a:lnTo>
                <a:lnTo>
                  <a:pt x="3035982" y="56799"/>
                </a:lnTo>
                <a:lnTo>
                  <a:pt x="3035293" y="57130"/>
                </a:lnTo>
                <a:lnTo>
                  <a:pt x="3034611" y="57470"/>
                </a:lnTo>
                <a:lnTo>
                  <a:pt x="3033936" y="57819"/>
                </a:lnTo>
                <a:lnTo>
                  <a:pt x="3033268" y="58175"/>
                </a:lnTo>
                <a:lnTo>
                  <a:pt x="3032607" y="58540"/>
                </a:lnTo>
                <a:lnTo>
                  <a:pt x="3031956" y="58914"/>
                </a:lnTo>
                <a:lnTo>
                  <a:pt x="3031315" y="59298"/>
                </a:lnTo>
                <a:lnTo>
                  <a:pt x="3030685" y="59691"/>
                </a:lnTo>
                <a:lnTo>
                  <a:pt x="3030066" y="60094"/>
                </a:lnTo>
                <a:lnTo>
                  <a:pt x="3029459" y="60507"/>
                </a:lnTo>
                <a:lnTo>
                  <a:pt x="3028862" y="60929"/>
                </a:lnTo>
                <a:lnTo>
                  <a:pt x="3028276" y="61361"/>
                </a:lnTo>
                <a:lnTo>
                  <a:pt x="3027701" y="61803"/>
                </a:lnTo>
                <a:lnTo>
                  <a:pt x="3027138" y="62255"/>
                </a:lnTo>
                <a:lnTo>
                  <a:pt x="3026585" y="62716"/>
                </a:lnTo>
                <a:lnTo>
                  <a:pt x="3026043" y="63187"/>
                </a:lnTo>
                <a:lnTo>
                  <a:pt x="3025512" y="63668"/>
                </a:lnTo>
                <a:lnTo>
                  <a:pt x="3024992" y="64158"/>
                </a:lnTo>
                <a:lnTo>
                  <a:pt x="3024484" y="64658"/>
                </a:lnTo>
                <a:lnTo>
                  <a:pt x="3023986" y="65168"/>
                </a:lnTo>
                <a:lnTo>
                  <a:pt x="3023499" y="65688"/>
                </a:lnTo>
                <a:lnTo>
                  <a:pt x="3023023" y="66217"/>
                </a:lnTo>
                <a:lnTo>
                  <a:pt x="3022559" y="66756"/>
                </a:lnTo>
                <a:lnTo>
                  <a:pt x="3022105" y="67305"/>
                </a:lnTo>
                <a:lnTo>
                  <a:pt x="3021662" y="67863"/>
                </a:lnTo>
                <a:lnTo>
                  <a:pt x="3021230" y="68431"/>
                </a:lnTo>
                <a:lnTo>
                  <a:pt x="3020810" y="69009"/>
                </a:lnTo>
                <a:lnTo>
                  <a:pt x="3020400" y="69597"/>
                </a:lnTo>
                <a:lnTo>
                  <a:pt x="3020001" y="70194"/>
                </a:lnTo>
                <a:lnTo>
                  <a:pt x="3019616" y="70801"/>
                </a:lnTo>
                <a:lnTo>
                  <a:pt x="3019247" y="71420"/>
                </a:lnTo>
                <a:lnTo>
                  <a:pt x="3018895" y="72049"/>
                </a:lnTo>
                <a:lnTo>
                  <a:pt x="3018559" y="72689"/>
                </a:lnTo>
                <a:lnTo>
                  <a:pt x="3018240" y="73339"/>
                </a:lnTo>
                <a:lnTo>
                  <a:pt x="3017937" y="74001"/>
                </a:lnTo>
                <a:lnTo>
                  <a:pt x="3017650" y="74674"/>
                </a:lnTo>
                <a:lnTo>
                  <a:pt x="3017380" y="75357"/>
                </a:lnTo>
                <a:lnTo>
                  <a:pt x="3017126" y="76052"/>
                </a:lnTo>
                <a:lnTo>
                  <a:pt x="3016888" y="76757"/>
                </a:lnTo>
                <a:lnTo>
                  <a:pt x="3016667" y="77473"/>
                </a:lnTo>
                <a:lnTo>
                  <a:pt x="3016462" y="78201"/>
                </a:lnTo>
                <a:lnTo>
                  <a:pt x="3016274" y="78939"/>
                </a:lnTo>
                <a:lnTo>
                  <a:pt x="3016101" y="79688"/>
                </a:lnTo>
                <a:lnTo>
                  <a:pt x="3015946" y="80447"/>
                </a:lnTo>
                <a:lnTo>
                  <a:pt x="3015807" y="81218"/>
                </a:lnTo>
                <a:lnTo>
                  <a:pt x="3015684" y="82000"/>
                </a:lnTo>
                <a:lnTo>
                  <a:pt x="3015577" y="82792"/>
                </a:lnTo>
                <a:lnTo>
                  <a:pt x="3015487" y="83596"/>
                </a:lnTo>
                <a:lnTo>
                  <a:pt x="3015413" y="84410"/>
                </a:lnTo>
                <a:lnTo>
                  <a:pt x="3015356" y="85235"/>
                </a:lnTo>
                <a:lnTo>
                  <a:pt x="3015315" y="86071"/>
                </a:lnTo>
                <a:lnTo>
                  <a:pt x="3015290" y="86919"/>
                </a:lnTo>
                <a:lnTo>
                  <a:pt x="3015282" y="87776"/>
                </a:lnTo>
                <a:lnTo>
                  <a:pt x="3015293" y="88869"/>
                </a:lnTo>
                <a:lnTo>
                  <a:pt x="3015325" y="89945"/>
                </a:lnTo>
                <a:lnTo>
                  <a:pt x="3015379" y="91002"/>
                </a:lnTo>
                <a:lnTo>
                  <a:pt x="3015455" y="92042"/>
                </a:lnTo>
                <a:lnTo>
                  <a:pt x="3015551" y="93064"/>
                </a:lnTo>
                <a:lnTo>
                  <a:pt x="3015670" y="94068"/>
                </a:lnTo>
                <a:lnTo>
                  <a:pt x="3015810" y="95054"/>
                </a:lnTo>
                <a:lnTo>
                  <a:pt x="3015971" y="96023"/>
                </a:lnTo>
                <a:lnTo>
                  <a:pt x="3016154" y="96974"/>
                </a:lnTo>
                <a:lnTo>
                  <a:pt x="3016359" y="97907"/>
                </a:lnTo>
                <a:lnTo>
                  <a:pt x="3016585" y="98822"/>
                </a:lnTo>
                <a:lnTo>
                  <a:pt x="3016833" y="99720"/>
                </a:lnTo>
                <a:lnTo>
                  <a:pt x="3017102" y="100600"/>
                </a:lnTo>
                <a:lnTo>
                  <a:pt x="3017393" y="101462"/>
                </a:lnTo>
                <a:lnTo>
                  <a:pt x="3017705" y="102307"/>
                </a:lnTo>
                <a:lnTo>
                  <a:pt x="3018039" y="103134"/>
                </a:lnTo>
                <a:lnTo>
                  <a:pt x="3018394" y="103943"/>
                </a:lnTo>
                <a:lnTo>
                  <a:pt x="3018771" y="104734"/>
                </a:lnTo>
                <a:lnTo>
                  <a:pt x="3019169" y="105507"/>
                </a:lnTo>
                <a:lnTo>
                  <a:pt x="3019589" y="106263"/>
                </a:lnTo>
                <a:lnTo>
                  <a:pt x="3020031" y="107001"/>
                </a:lnTo>
                <a:lnTo>
                  <a:pt x="3020494" y="107721"/>
                </a:lnTo>
                <a:lnTo>
                  <a:pt x="3020978" y="108424"/>
                </a:lnTo>
                <a:lnTo>
                  <a:pt x="3021484" y="109109"/>
                </a:lnTo>
                <a:lnTo>
                  <a:pt x="3022009" y="109778"/>
                </a:lnTo>
                <a:lnTo>
                  <a:pt x="3022551" y="110437"/>
                </a:lnTo>
                <a:lnTo>
                  <a:pt x="3023110" y="111084"/>
                </a:lnTo>
                <a:lnTo>
                  <a:pt x="3023685" y="111720"/>
                </a:lnTo>
                <a:lnTo>
                  <a:pt x="3024276" y="112344"/>
                </a:lnTo>
                <a:lnTo>
                  <a:pt x="3024884" y="112957"/>
                </a:lnTo>
                <a:lnTo>
                  <a:pt x="3025509" y="113559"/>
                </a:lnTo>
                <a:lnTo>
                  <a:pt x="3026151" y="114150"/>
                </a:lnTo>
                <a:lnTo>
                  <a:pt x="3026809" y="114729"/>
                </a:lnTo>
                <a:lnTo>
                  <a:pt x="3027484" y="115296"/>
                </a:lnTo>
                <a:lnTo>
                  <a:pt x="3028175" y="115853"/>
                </a:lnTo>
                <a:lnTo>
                  <a:pt x="3028883" y="116398"/>
                </a:lnTo>
                <a:lnTo>
                  <a:pt x="3029607" y="116931"/>
                </a:lnTo>
                <a:lnTo>
                  <a:pt x="3030349" y="117454"/>
                </a:lnTo>
                <a:lnTo>
                  <a:pt x="3031106" y="117964"/>
                </a:lnTo>
                <a:lnTo>
                  <a:pt x="3031881" y="118464"/>
                </a:lnTo>
                <a:lnTo>
                  <a:pt x="3032672" y="118952"/>
                </a:lnTo>
                <a:lnTo>
                  <a:pt x="3033480" y="119429"/>
                </a:lnTo>
                <a:lnTo>
                  <a:pt x="3034304" y="119895"/>
                </a:lnTo>
                <a:lnTo>
                  <a:pt x="3035145" y="120349"/>
                </a:lnTo>
                <a:lnTo>
                  <a:pt x="3036002" y="120792"/>
                </a:lnTo>
                <a:lnTo>
                  <a:pt x="3036877" y="121223"/>
                </a:lnTo>
                <a:lnTo>
                  <a:pt x="3037767" y="121643"/>
                </a:lnTo>
                <a:lnTo>
                  <a:pt x="3038675" y="122052"/>
                </a:lnTo>
                <a:lnTo>
                  <a:pt x="3039596" y="122453"/>
                </a:lnTo>
                <a:lnTo>
                  <a:pt x="3040527" y="122848"/>
                </a:lnTo>
                <a:lnTo>
                  <a:pt x="3041469" y="123239"/>
                </a:lnTo>
                <a:lnTo>
                  <a:pt x="3042422" y="123625"/>
                </a:lnTo>
                <a:lnTo>
                  <a:pt x="3043385" y="124005"/>
                </a:lnTo>
                <a:lnTo>
                  <a:pt x="3044358" y="124381"/>
                </a:lnTo>
                <a:lnTo>
                  <a:pt x="3045343" y="124752"/>
                </a:lnTo>
                <a:lnTo>
                  <a:pt x="3046337" y="125118"/>
                </a:lnTo>
                <a:lnTo>
                  <a:pt x="3047343" y="125479"/>
                </a:lnTo>
                <a:lnTo>
                  <a:pt x="3048358" y="125835"/>
                </a:lnTo>
                <a:lnTo>
                  <a:pt x="3049385" y="126186"/>
                </a:lnTo>
                <a:lnTo>
                  <a:pt x="3050421" y="126532"/>
                </a:lnTo>
                <a:lnTo>
                  <a:pt x="3051469" y="126873"/>
                </a:lnTo>
                <a:lnTo>
                  <a:pt x="3052527" y="127209"/>
                </a:lnTo>
                <a:lnTo>
                  <a:pt x="3053595" y="127540"/>
                </a:lnTo>
                <a:lnTo>
                  <a:pt x="3054674" y="127866"/>
                </a:lnTo>
                <a:lnTo>
                  <a:pt x="3055764" y="128188"/>
                </a:lnTo>
                <a:lnTo>
                  <a:pt x="3056864" y="128504"/>
                </a:lnTo>
                <a:lnTo>
                  <a:pt x="3057974" y="128815"/>
                </a:lnTo>
                <a:lnTo>
                  <a:pt x="3059095" y="129122"/>
                </a:lnTo>
                <a:lnTo>
                  <a:pt x="3060227" y="129423"/>
                </a:lnTo>
                <a:lnTo>
                  <a:pt x="3061369" y="129719"/>
                </a:lnTo>
                <a:lnTo>
                  <a:pt x="3062522" y="130011"/>
                </a:lnTo>
                <a:lnTo>
                  <a:pt x="3063685" y="130297"/>
                </a:lnTo>
                <a:lnTo>
                  <a:pt x="3065061" y="130615"/>
                </a:lnTo>
                <a:lnTo>
                  <a:pt x="3066402" y="130933"/>
                </a:lnTo>
                <a:lnTo>
                  <a:pt x="3067708" y="131250"/>
                </a:lnTo>
                <a:lnTo>
                  <a:pt x="3068979" y="131566"/>
                </a:lnTo>
                <a:lnTo>
                  <a:pt x="3070215" y="131882"/>
                </a:lnTo>
                <a:lnTo>
                  <a:pt x="3071417" y="132198"/>
                </a:lnTo>
                <a:lnTo>
                  <a:pt x="3072583" y="132513"/>
                </a:lnTo>
                <a:lnTo>
                  <a:pt x="3073715" y="132827"/>
                </a:lnTo>
                <a:lnTo>
                  <a:pt x="3074811" y="133141"/>
                </a:lnTo>
                <a:lnTo>
                  <a:pt x="3075873" y="133455"/>
                </a:lnTo>
                <a:lnTo>
                  <a:pt x="3076900" y="133768"/>
                </a:lnTo>
                <a:lnTo>
                  <a:pt x="3077892" y="134081"/>
                </a:lnTo>
                <a:lnTo>
                  <a:pt x="3078850" y="134393"/>
                </a:lnTo>
                <a:lnTo>
                  <a:pt x="3079772" y="134705"/>
                </a:lnTo>
                <a:lnTo>
                  <a:pt x="3080660" y="135016"/>
                </a:lnTo>
                <a:lnTo>
                  <a:pt x="3081512" y="135327"/>
                </a:lnTo>
                <a:lnTo>
                  <a:pt x="3082330" y="135638"/>
                </a:lnTo>
                <a:lnTo>
                  <a:pt x="3083113" y="135948"/>
                </a:lnTo>
                <a:lnTo>
                  <a:pt x="3083861" y="136257"/>
                </a:lnTo>
                <a:lnTo>
                  <a:pt x="3084574" y="136566"/>
                </a:lnTo>
                <a:lnTo>
                  <a:pt x="3085252" y="136874"/>
                </a:lnTo>
                <a:lnTo>
                  <a:pt x="3085895" y="137182"/>
                </a:lnTo>
                <a:lnTo>
                  <a:pt x="3086504" y="137490"/>
                </a:lnTo>
                <a:lnTo>
                  <a:pt x="3087077" y="137797"/>
                </a:lnTo>
                <a:lnTo>
                  <a:pt x="3087622" y="138110"/>
                </a:lnTo>
                <a:lnTo>
                  <a:pt x="3088143" y="138437"/>
                </a:lnTo>
                <a:lnTo>
                  <a:pt x="3088642" y="138776"/>
                </a:lnTo>
                <a:lnTo>
                  <a:pt x="3089117" y="139129"/>
                </a:lnTo>
                <a:lnTo>
                  <a:pt x="3089569" y="139495"/>
                </a:lnTo>
                <a:lnTo>
                  <a:pt x="3089997" y="139875"/>
                </a:lnTo>
                <a:lnTo>
                  <a:pt x="3090403" y="140268"/>
                </a:lnTo>
                <a:lnTo>
                  <a:pt x="3090785" y="140673"/>
                </a:lnTo>
                <a:lnTo>
                  <a:pt x="3091144" y="141093"/>
                </a:lnTo>
                <a:lnTo>
                  <a:pt x="3091480" y="141525"/>
                </a:lnTo>
                <a:lnTo>
                  <a:pt x="3091793" y="141971"/>
                </a:lnTo>
                <a:lnTo>
                  <a:pt x="3092083" y="142430"/>
                </a:lnTo>
                <a:lnTo>
                  <a:pt x="3092349" y="142902"/>
                </a:lnTo>
                <a:lnTo>
                  <a:pt x="3092593" y="143387"/>
                </a:lnTo>
                <a:lnTo>
                  <a:pt x="3092813" y="143886"/>
                </a:lnTo>
                <a:lnTo>
                  <a:pt x="3093010" y="144398"/>
                </a:lnTo>
                <a:lnTo>
                  <a:pt x="3093184" y="144923"/>
                </a:lnTo>
                <a:lnTo>
                  <a:pt x="3093334" y="145462"/>
                </a:lnTo>
                <a:lnTo>
                  <a:pt x="3093462" y="146013"/>
                </a:lnTo>
                <a:lnTo>
                  <a:pt x="3093566" y="146578"/>
                </a:lnTo>
                <a:lnTo>
                  <a:pt x="3093647" y="147157"/>
                </a:lnTo>
                <a:lnTo>
                  <a:pt x="3093705" y="147748"/>
                </a:lnTo>
                <a:lnTo>
                  <a:pt x="3093740" y="148353"/>
                </a:lnTo>
                <a:lnTo>
                  <a:pt x="3093751" y="148971"/>
                </a:lnTo>
                <a:lnTo>
                  <a:pt x="3093742" y="149633"/>
                </a:lnTo>
                <a:lnTo>
                  <a:pt x="3093712" y="150280"/>
                </a:lnTo>
                <a:lnTo>
                  <a:pt x="3093663" y="150910"/>
                </a:lnTo>
                <a:lnTo>
                  <a:pt x="3093594" y="151524"/>
                </a:lnTo>
                <a:lnTo>
                  <a:pt x="3093506" y="152122"/>
                </a:lnTo>
                <a:lnTo>
                  <a:pt x="3093397" y="152704"/>
                </a:lnTo>
                <a:lnTo>
                  <a:pt x="3093270" y="153270"/>
                </a:lnTo>
                <a:lnTo>
                  <a:pt x="3093122" y="153820"/>
                </a:lnTo>
                <a:lnTo>
                  <a:pt x="3092955" y="154353"/>
                </a:lnTo>
                <a:lnTo>
                  <a:pt x="3092768" y="154870"/>
                </a:lnTo>
                <a:lnTo>
                  <a:pt x="3092562" y="155372"/>
                </a:lnTo>
                <a:lnTo>
                  <a:pt x="3092336" y="155857"/>
                </a:lnTo>
                <a:lnTo>
                  <a:pt x="3092090" y="156325"/>
                </a:lnTo>
                <a:lnTo>
                  <a:pt x="3091825" y="156778"/>
                </a:lnTo>
                <a:lnTo>
                  <a:pt x="3091539" y="157215"/>
                </a:lnTo>
                <a:lnTo>
                  <a:pt x="3091235" y="157635"/>
                </a:lnTo>
                <a:lnTo>
                  <a:pt x="3090910" y="158040"/>
                </a:lnTo>
                <a:lnTo>
                  <a:pt x="3090566" y="158428"/>
                </a:lnTo>
                <a:lnTo>
                  <a:pt x="3090202" y="158800"/>
                </a:lnTo>
                <a:lnTo>
                  <a:pt x="3089819" y="159156"/>
                </a:lnTo>
                <a:lnTo>
                  <a:pt x="3089416" y="159496"/>
                </a:lnTo>
                <a:lnTo>
                  <a:pt x="3088993" y="159820"/>
                </a:lnTo>
                <a:lnTo>
                  <a:pt x="3088551" y="160127"/>
                </a:lnTo>
                <a:lnTo>
                  <a:pt x="3088089" y="160419"/>
                </a:lnTo>
                <a:lnTo>
                  <a:pt x="3087609" y="160696"/>
                </a:lnTo>
                <a:lnTo>
                  <a:pt x="3087113" y="160961"/>
                </a:lnTo>
                <a:lnTo>
                  <a:pt x="3086601" y="161214"/>
                </a:lnTo>
                <a:lnTo>
                  <a:pt x="3086074" y="161456"/>
                </a:lnTo>
                <a:lnTo>
                  <a:pt x="3085530" y="161686"/>
                </a:lnTo>
                <a:lnTo>
                  <a:pt x="3084971" y="161904"/>
                </a:lnTo>
                <a:lnTo>
                  <a:pt x="3084395" y="162111"/>
                </a:lnTo>
                <a:lnTo>
                  <a:pt x="3083804" y="162305"/>
                </a:lnTo>
                <a:lnTo>
                  <a:pt x="3083197" y="162488"/>
                </a:lnTo>
                <a:lnTo>
                  <a:pt x="3082574" y="162659"/>
                </a:lnTo>
                <a:lnTo>
                  <a:pt x="3081935" y="162818"/>
                </a:lnTo>
                <a:lnTo>
                  <a:pt x="3081280" y="162966"/>
                </a:lnTo>
                <a:lnTo>
                  <a:pt x="3080609" y="163101"/>
                </a:lnTo>
                <a:lnTo>
                  <a:pt x="3079922" y="163225"/>
                </a:lnTo>
                <a:lnTo>
                  <a:pt x="3079220" y="163337"/>
                </a:lnTo>
                <a:lnTo>
                  <a:pt x="3078501" y="163437"/>
                </a:lnTo>
                <a:lnTo>
                  <a:pt x="3077766" y="163526"/>
                </a:lnTo>
                <a:lnTo>
                  <a:pt x="3077016" y="163602"/>
                </a:lnTo>
                <a:lnTo>
                  <a:pt x="3076250" y="163667"/>
                </a:lnTo>
                <a:lnTo>
                  <a:pt x="3075467" y="163720"/>
                </a:lnTo>
                <a:lnTo>
                  <a:pt x="3074669" y="163761"/>
                </a:lnTo>
                <a:lnTo>
                  <a:pt x="3073855" y="163791"/>
                </a:lnTo>
                <a:lnTo>
                  <a:pt x="3073025" y="163809"/>
                </a:lnTo>
                <a:lnTo>
                  <a:pt x="3072179" y="163815"/>
                </a:lnTo>
                <a:lnTo>
                  <a:pt x="3071319" y="163807"/>
                </a:lnTo>
                <a:lnTo>
                  <a:pt x="3070467" y="163784"/>
                </a:lnTo>
                <a:lnTo>
                  <a:pt x="3069625" y="163745"/>
                </a:lnTo>
                <a:lnTo>
                  <a:pt x="3068792" y="163692"/>
                </a:lnTo>
                <a:lnTo>
                  <a:pt x="3067968" y="163623"/>
                </a:lnTo>
                <a:lnTo>
                  <a:pt x="3067153" y="163538"/>
                </a:lnTo>
                <a:lnTo>
                  <a:pt x="3066347" y="163439"/>
                </a:lnTo>
                <a:lnTo>
                  <a:pt x="3065550" y="163323"/>
                </a:lnTo>
                <a:lnTo>
                  <a:pt x="3064763" y="163193"/>
                </a:lnTo>
                <a:lnTo>
                  <a:pt x="3063984" y="163047"/>
                </a:lnTo>
                <a:lnTo>
                  <a:pt x="3063215" y="162886"/>
                </a:lnTo>
                <a:lnTo>
                  <a:pt x="3062455" y="162710"/>
                </a:lnTo>
                <a:lnTo>
                  <a:pt x="3061704" y="162518"/>
                </a:lnTo>
                <a:lnTo>
                  <a:pt x="3060962" y="162311"/>
                </a:lnTo>
                <a:lnTo>
                  <a:pt x="3060229" y="162088"/>
                </a:lnTo>
                <a:lnTo>
                  <a:pt x="3059505" y="161850"/>
                </a:lnTo>
                <a:lnTo>
                  <a:pt x="3058791" y="161597"/>
                </a:lnTo>
                <a:lnTo>
                  <a:pt x="3058086" y="161328"/>
                </a:lnTo>
                <a:lnTo>
                  <a:pt x="3057389" y="161044"/>
                </a:lnTo>
                <a:lnTo>
                  <a:pt x="3056702" y="160745"/>
                </a:lnTo>
                <a:lnTo>
                  <a:pt x="3056024" y="160431"/>
                </a:lnTo>
                <a:lnTo>
                  <a:pt x="3055355" y="160101"/>
                </a:lnTo>
                <a:lnTo>
                  <a:pt x="3054696" y="159755"/>
                </a:lnTo>
                <a:lnTo>
                  <a:pt x="3054045" y="159395"/>
                </a:lnTo>
                <a:lnTo>
                  <a:pt x="3053412" y="159014"/>
                </a:lnTo>
                <a:lnTo>
                  <a:pt x="3052807" y="158610"/>
                </a:lnTo>
                <a:lnTo>
                  <a:pt x="3052228" y="158182"/>
                </a:lnTo>
                <a:lnTo>
                  <a:pt x="3051676" y="157730"/>
                </a:lnTo>
                <a:lnTo>
                  <a:pt x="3051151" y="157254"/>
                </a:lnTo>
                <a:lnTo>
                  <a:pt x="3050653" y="156753"/>
                </a:lnTo>
                <a:lnTo>
                  <a:pt x="3050182" y="156229"/>
                </a:lnTo>
                <a:lnTo>
                  <a:pt x="3049738" y="155681"/>
                </a:lnTo>
                <a:lnTo>
                  <a:pt x="3049321" y="155109"/>
                </a:lnTo>
                <a:lnTo>
                  <a:pt x="3048930" y="154513"/>
                </a:lnTo>
                <a:lnTo>
                  <a:pt x="3048567" y="153893"/>
                </a:lnTo>
                <a:lnTo>
                  <a:pt x="3048231" y="153250"/>
                </a:lnTo>
                <a:lnTo>
                  <a:pt x="3047921" y="152582"/>
                </a:lnTo>
                <a:lnTo>
                  <a:pt x="3047638" y="151890"/>
                </a:lnTo>
                <a:lnTo>
                  <a:pt x="3047383" y="151174"/>
                </a:lnTo>
                <a:lnTo>
                  <a:pt x="3047154" y="150434"/>
                </a:lnTo>
                <a:lnTo>
                  <a:pt x="3046952" y="149671"/>
                </a:lnTo>
                <a:lnTo>
                  <a:pt x="3046777" y="148883"/>
                </a:lnTo>
                <a:lnTo>
                  <a:pt x="3046629" y="148071"/>
                </a:lnTo>
                <a:lnTo>
                  <a:pt x="3046508" y="147236"/>
                </a:lnTo>
                <a:lnTo>
                  <a:pt x="3046414" y="146376"/>
                </a:lnTo>
                <a:lnTo>
                  <a:pt x="3046346" y="145493"/>
                </a:lnTo>
                <a:lnTo>
                  <a:pt x="3046306" y="144585"/>
                </a:lnTo>
                <a:lnTo>
                  <a:pt x="3046292" y="143654"/>
                </a:lnTo>
                <a:lnTo>
                  <a:pt x="3013125" y="143654"/>
                </a:lnTo>
                <a:lnTo>
                  <a:pt x="3013134" y="144714"/>
                </a:lnTo>
                <a:lnTo>
                  <a:pt x="3013160" y="145760"/>
                </a:lnTo>
                <a:lnTo>
                  <a:pt x="3013203" y="146791"/>
                </a:lnTo>
                <a:lnTo>
                  <a:pt x="3013264" y="147807"/>
                </a:lnTo>
                <a:lnTo>
                  <a:pt x="3013342" y="148809"/>
                </a:lnTo>
                <a:lnTo>
                  <a:pt x="3013437" y="149796"/>
                </a:lnTo>
                <a:lnTo>
                  <a:pt x="3013549" y="150768"/>
                </a:lnTo>
                <a:lnTo>
                  <a:pt x="3013679" y="151726"/>
                </a:lnTo>
                <a:lnTo>
                  <a:pt x="3013827" y="152669"/>
                </a:lnTo>
                <a:lnTo>
                  <a:pt x="3013991" y="153597"/>
                </a:lnTo>
                <a:lnTo>
                  <a:pt x="3014173" y="154511"/>
                </a:lnTo>
                <a:lnTo>
                  <a:pt x="3014372" y="155410"/>
                </a:lnTo>
                <a:lnTo>
                  <a:pt x="3014589" y="156294"/>
                </a:lnTo>
                <a:lnTo>
                  <a:pt x="3014823" y="157164"/>
                </a:lnTo>
                <a:lnTo>
                  <a:pt x="3015074" y="158019"/>
                </a:lnTo>
                <a:lnTo>
                  <a:pt x="3015342" y="158859"/>
                </a:lnTo>
                <a:lnTo>
                  <a:pt x="3015628" y="159685"/>
                </a:lnTo>
                <a:lnTo>
                  <a:pt x="3015931" y="160496"/>
                </a:lnTo>
                <a:lnTo>
                  <a:pt x="3016252" y="161292"/>
                </a:lnTo>
                <a:lnTo>
                  <a:pt x="3016589" y="162074"/>
                </a:lnTo>
                <a:lnTo>
                  <a:pt x="3016944" y="162841"/>
                </a:lnTo>
                <a:lnTo>
                  <a:pt x="3017317" y="163593"/>
                </a:lnTo>
                <a:lnTo>
                  <a:pt x="3017707" y="164330"/>
                </a:lnTo>
                <a:lnTo>
                  <a:pt x="3018114" y="165053"/>
                </a:lnTo>
                <a:lnTo>
                  <a:pt x="3018535" y="165763"/>
                </a:lnTo>
                <a:lnTo>
                  <a:pt x="3018969" y="166459"/>
                </a:lnTo>
                <a:lnTo>
                  <a:pt x="3019416" y="167144"/>
                </a:lnTo>
                <a:lnTo>
                  <a:pt x="3019874" y="167815"/>
                </a:lnTo>
                <a:lnTo>
                  <a:pt x="3020344" y="168474"/>
                </a:lnTo>
                <a:lnTo>
                  <a:pt x="3020827" y="169121"/>
                </a:lnTo>
                <a:lnTo>
                  <a:pt x="3021322" y="169755"/>
                </a:lnTo>
                <a:lnTo>
                  <a:pt x="3021829" y="170377"/>
                </a:lnTo>
                <a:lnTo>
                  <a:pt x="3022348" y="170986"/>
                </a:lnTo>
                <a:lnTo>
                  <a:pt x="3022879" y="171582"/>
                </a:lnTo>
                <a:lnTo>
                  <a:pt x="3023423" y="172166"/>
                </a:lnTo>
                <a:lnTo>
                  <a:pt x="3023979" y="172737"/>
                </a:lnTo>
                <a:lnTo>
                  <a:pt x="3024546" y="173296"/>
                </a:lnTo>
                <a:lnTo>
                  <a:pt x="3025126" y="173842"/>
                </a:lnTo>
                <a:lnTo>
                  <a:pt x="3025719" y="174376"/>
                </a:lnTo>
                <a:lnTo>
                  <a:pt x="3026323" y="174897"/>
                </a:lnTo>
                <a:lnTo>
                  <a:pt x="3026940" y="175406"/>
                </a:lnTo>
                <a:lnTo>
                  <a:pt x="3027568" y="175902"/>
                </a:lnTo>
                <a:lnTo>
                  <a:pt x="3028209" y="176386"/>
                </a:lnTo>
                <a:lnTo>
                  <a:pt x="3028862" y="176857"/>
                </a:lnTo>
                <a:lnTo>
                  <a:pt x="3029528" y="177316"/>
                </a:lnTo>
                <a:lnTo>
                  <a:pt x="3030205" y="177762"/>
                </a:lnTo>
                <a:lnTo>
                  <a:pt x="3030895" y="178195"/>
                </a:lnTo>
                <a:lnTo>
                  <a:pt x="3031596" y="178616"/>
                </a:lnTo>
                <a:lnTo>
                  <a:pt x="3032308" y="179026"/>
                </a:lnTo>
                <a:lnTo>
                  <a:pt x="3033026" y="179425"/>
                </a:lnTo>
                <a:lnTo>
                  <a:pt x="3033751" y="179814"/>
                </a:lnTo>
                <a:lnTo>
                  <a:pt x="3034484" y="180193"/>
                </a:lnTo>
                <a:lnTo>
                  <a:pt x="3035223" y="180562"/>
                </a:lnTo>
                <a:lnTo>
                  <a:pt x="3035970" y="180921"/>
                </a:lnTo>
                <a:lnTo>
                  <a:pt x="3036723" y="181269"/>
                </a:lnTo>
                <a:lnTo>
                  <a:pt x="3037484" y="181607"/>
                </a:lnTo>
                <a:lnTo>
                  <a:pt x="3038251" y="181936"/>
                </a:lnTo>
                <a:lnTo>
                  <a:pt x="3039026" y="182253"/>
                </a:lnTo>
                <a:lnTo>
                  <a:pt x="3039807" y="182561"/>
                </a:lnTo>
                <a:lnTo>
                  <a:pt x="3040596" y="182859"/>
                </a:lnTo>
                <a:lnTo>
                  <a:pt x="3041392" y="183146"/>
                </a:lnTo>
                <a:lnTo>
                  <a:pt x="3042194" y="183423"/>
                </a:lnTo>
                <a:lnTo>
                  <a:pt x="3043004" y="183690"/>
                </a:lnTo>
                <a:lnTo>
                  <a:pt x="3043821" y="183947"/>
                </a:lnTo>
                <a:lnTo>
                  <a:pt x="3044644" y="184194"/>
                </a:lnTo>
                <a:lnTo>
                  <a:pt x="3045475" y="184430"/>
                </a:lnTo>
                <a:lnTo>
                  <a:pt x="3046313" y="184657"/>
                </a:lnTo>
                <a:lnTo>
                  <a:pt x="3047158" y="184873"/>
                </a:lnTo>
                <a:lnTo>
                  <a:pt x="3048009" y="185079"/>
                </a:lnTo>
                <a:lnTo>
                  <a:pt x="3048868" y="185274"/>
                </a:lnTo>
                <a:lnTo>
                  <a:pt x="3049734" y="185460"/>
                </a:lnTo>
                <a:lnTo>
                  <a:pt x="3050607" y="185635"/>
                </a:lnTo>
                <a:lnTo>
                  <a:pt x="3051484" y="185802"/>
                </a:lnTo>
                <a:lnTo>
                  <a:pt x="3052362" y="185962"/>
                </a:lnTo>
                <a:lnTo>
                  <a:pt x="3053242" y="186114"/>
                </a:lnTo>
                <a:lnTo>
                  <a:pt x="3054124" y="186260"/>
                </a:lnTo>
                <a:lnTo>
                  <a:pt x="3055006" y="186398"/>
                </a:lnTo>
                <a:lnTo>
                  <a:pt x="3055890" y="186529"/>
                </a:lnTo>
                <a:lnTo>
                  <a:pt x="3056776" y="186654"/>
                </a:lnTo>
                <a:lnTo>
                  <a:pt x="3057663" y="186771"/>
                </a:lnTo>
                <a:lnTo>
                  <a:pt x="3058551" y="186881"/>
                </a:lnTo>
                <a:lnTo>
                  <a:pt x="3059441" y="186984"/>
                </a:lnTo>
                <a:lnTo>
                  <a:pt x="3060332" y="187079"/>
                </a:lnTo>
                <a:lnTo>
                  <a:pt x="3061224" y="187168"/>
                </a:lnTo>
                <a:lnTo>
                  <a:pt x="3062118" y="187250"/>
                </a:lnTo>
                <a:lnTo>
                  <a:pt x="3063014" y="187324"/>
                </a:lnTo>
                <a:lnTo>
                  <a:pt x="3063910" y="187391"/>
                </a:lnTo>
                <a:lnTo>
                  <a:pt x="3064809" y="187452"/>
                </a:lnTo>
                <a:lnTo>
                  <a:pt x="3065708" y="187505"/>
                </a:lnTo>
                <a:lnTo>
                  <a:pt x="3066609" y="187551"/>
                </a:lnTo>
                <a:lnTo>
                  <a:pt x="3067511" y="187590"/>
                </a:lnTo>
                <a:lnTo>
                  <a:pt x="3068415" y="187622"/>
                </a:lnTo>
                <a:lnTo>
                  <a:pt x="3069320" y="187647"/>
                </a:lnTo>
                <a:lnTo>
                  <a:pt x="3070227" y="187665"/>
                </a:lnTo>
                <a:lnTo>
                  <a:pt x="3071135" y="187675"/>
                </a:lnTo>
                <a:lnTo>
                  <a:pt x="3072044" y="187679"/>
                </a:lnTo>
                <a:lnTo>
                  <a:pt x="3072964" y="187675"/>
                </a:lnTo>
                <a:lnTo>
                  <a:pt x="3073882" y="187663"/>
                </a:lnTo>
                <a:lnTo>
                  <a:pt x="3074797" y="187643"/>
                </a:lnTo>
                <a:lnTo>
                  <a:pt x="3075709" y="187614"/>
                </a:lnTo>
                <a:lnTo>
                  <a:pt x="3076619" y="1875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2.StabilisingT">
            <a:extLst xmlns:a="http://schemas.openxmlformats.org/drawingml/2006/main">
              <a:ext uri="{FF2B5EF4-FFF2-40B4-BE49-F238E27FC236}">
                <a16:creationId xmlns:a16="http://schemas.microsoft.com/office/drawing/2014/main" id="{9B261D0B-DAAF-4386-9DD9-D67FEEAA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899" y="77596"/>
            <a:ext cx="1786923" cy="236082"/>
          </a:xfrm>
          <a:custGeom xmlns:a="http://schemas.openxmlformats.org/drawingml/2006/main">
            <a:pathLst>
              <a:path w="1786923" h="236082">
                <a:moveTo>
                  <a:pt x="892032" y="34647"/>
                </a:moveTo>
                <a:lnTo>
                  <a:pt x="892780" y="34569"/>
                </a:lnTo>
                <a:lnTo>
                  <a:pt x="893511" y="34474"/>
                </a:lnTo>
                <a:lnTo>
                  <a:pt x="894226" y="34361"/>
                </a:lnTo>
                <a:lnTo>
                  <a:pt x="894925" y="34231"/>
                </a:lnTo>
                <a:lnTo>
                  <a:pt x="895608" y="34084"/>
                </a:lnTo>
                <a:lnTo>
                  <a:pt x="896275" y="33919"/>
                </a:lnTo>
                <a:lnTo>
                  <a:pt x="896926" y="33737"/>
                </a:lnTo>
                <a:lnTo>
                  <a:pt x="897560" y="33538"/>
                </a:lnTo>
                <a:lnTo>
                  <a:pt x="898178" y="33322"/>
                </a:lnTo>
                <a:lnTo>
                  <a:pt x="898781" y="33088"/>
                </a:lnTo>
                <a:lnTo>
                  <a:pt x="899367" y="32837"/>
                </a:lnTo>
                <a:lnTo>
                  <a:pt x="899936" y="32568"/>
                </a:lnTo>
                <a:lnTo>
                  <a:pt x="900490" y="32282"/>
                </a:lnTo>
                <a:lnTo>
                  <a:pt x="901028" y="31979"/>
                </a:lnTo>
                <a:lnTo>
                  <a:pt x="901549" y="31659"/>
                </a:lnTo>
                <a:lnTo>
                  <a:pt x="902054" y="31321"/>
                </a:lnTo>
                <a:lnTo>
                  <a:pt x="902543" y="30966"/>
                </a:lnTo>
                <a:lnTo>
                  <a:pt x="903016" y="30594"/>
                </a:lnTo>
                <a:lnTo>
                  <a:pt x="903473" y="30204"/>
                </a:lnTo>
                <a:lnTo>
                  <a:pt x="903914" y="29797"/>
                </a:lnTo>
                <a:lnTo>
                  <a:pt x="904337" y="29377"/>
                </a:lnTo>
                <a:lnTo>
                  <a:pt x="904743" y="28948"/>
                </a:lnTo>
                <a:lnTo>
                  <a:pt x="905130" y="28512"/>
                </a:lnTo>
                <a:lnTo>
                  <a:pt x="905500" y="28066"/>
                </a:lnTo>
                <a:lnTo>
                  <a:pt x="905851" y="27613"/>
                </a:lnTo>
                <a:lnTo>
                  <a:pt x="906185" y="27151"/>
                </a:lnTo>
                <a:lnTo>
                  <a:pt x="906500" y="26680"/>
                </a:lnTo>
                <a:lnTo>
                  <a:pt x="906798" y="26201"/>
                </a:lnTo>
                <a:lnTo>
                  <a:pt x="907077" y="25714"/>
                </a:lnTo>
                <a:lnTo>
                  <a:pt x="907338" y="25218"/>
                </a:lnTo>
                <a:lnTo>
                  <a:pt x="907582" y="24714"/>
                </a:lnTo>
                <a:lnTo>
                  <a:pt x="907807" y="24201"/>
                </a:lnTo>
                <a:lnTo>
                  <a:pt x="908014" y="23680"/>
                </a:lnTo>
                <a:lnTo>
                  <a:pt x="908203" y="23151"/>
                </a:lnTo>
                <a:lnTo>
                  <a:pt x="908375" y="22613"/>
                </a:lnTo>
                <a:lnTo>
                  <a:pt x="908528" y="22067"/>
                </a:lnTo>
                <a:lnTo>
                  <a:pt x="908663" y="21512"/>
                </a:lnTo>
                <a:lnTo>
                  <a:pt x="908780" y="20949"/>
                </a:lnTo>
                <a:lnTo>
                  <a:pt x="908879" y="20377"/>
                </a:lnTo>
                <a:lnTo>
                  <a:pt x="908960" y="19797"/>
                </a:lnTo>
                <a:lnTo>
                  <a:pt x="909024" y="19209"/>
                </a:lnTo>
                <a:lnTo>
                  <a:pt x="909069" y="18612"/>
                </a:lnTo>
                <a:lnTo>
                  <a:pt x="909096" y="18006"/>
                </a:lnTo>
                <a:lnTo>
                  <a:pt x="909105" y="17393"/>
                </a:lnTo>
                <a:lnTo>
                  <a:pt x="909096" y="16768"/>
                </a:lnTo>
                <a:lnTo>
                  <a:pt x="909069" y="16153"/>
                </a:lnTo>
                <a:lnTo>
                  <a:pt x="909024" y="15546"/>
                </a:lnTo>
                <a:lnTo>
                  <a:pt x="908960" y="14949"/>
                </a:lnTo>
                <a:lnTo>
                  <a:pt x="908879" y="14361"/>
                </a:lnTo>
                <a:lnTo>
                  <a:pt x="908780" y="13782"/>
                </a:lnTo>
                <a:lnTo>
                  <a:pt x="908663" y="13212"/>
                </a:lnTo>
                <a:lnTo>
                  <a:pt x="908528" y="12651"/>
                </a:lnTo>
                <a:lnTo>
                  <a:pt x="908375" y="12100"/>
                </a:lnTo>
                <a:lnTo>
                  <a:pt x="908203" y="11557"/>
                </a:lnTo>
                <a:lnTo>
                  <a:pt x="908014" y="11024"/>
                </a:lnTo>
                <a:lnTo>
                  <a:pt x="907807" y="10500"/>
                </a:lnTo>
                <a:lnTo>
                  <a:pt x="907582" y="9985"/>
                </a:lnTo>
                <a:lnTo>
                  <a:pt x="907338" y="9479"/>
                </a:lnTo>
                <a:lnTo>
                  <a:pt x="907077" y="8982"/>
                </a:lnTo>
                <a:lnTo>
                  <a:pt x="906798" y="8494"/>
                </a:lnTo>
                <a:lnTo>
                  <a:pt x="906500" y="8016"/>
                </a:lnTo>
                <a:lnTo>
                  <a:pt x="906185" y="7546"/>
                </a:lnTo>
                <a:lnTo>
                  <a:pt x="905851" y="7086"/>
                </a:lnTo>
                <a:lnTo>
                  <a:pt x="905500" y="6635"/>
                </a:lnTo>
                <a:lnTo>
                  <a:pt x="905130" y="6193"/>
                </a:lnTo>
                <a:lnTo>
                  <a:pt x="904743" y="5760"/>
                </a:lnTo>
                <a:lnTo>
                  <a:pt x="904337" y="5336"/>
                </a:lnTo>
                <a:lnTo>
                  <a:pt x="903914" y="4921"/>
                </a:lnTo>
                <a:lnTo>
                  <a:pt x="903473" y="4520"/>
                </a:lnTo>
                <a:lnTo>
                  <a:pt x="903016" y="4135"/>
                </a:lnTo>
                <a:lnTo>
                  <a:pt x="902543" y="3768"/>
                </a:lnTo>
                <a:lnTo>
                  <a:pt x="902054" y="3417"/>
                </a:lnTo>
                <a:lnTo>
                  <a:pt x="901549" y="3084"/>
                </a:lnTo>
                <a:lnTo>
                  <a:pt x="901028" y="2768"/>
                </a:lnTo>
                <a:lnTo>
                  <a:pt x="900490" y="2469"/>
                </a:lnTo>
                <a:lnTo>
                  <a:pt x="899936" y="2187"/>
                </a:lnTo>
                <a:lnTo>
                  <a:pt x="899367" y="1922"/>
                </a:lnTo>
                <a:lnTo>
                  <a:pt x="898781" y="1675"/>
                </a:lnTo>
                <a:lnTo>
                  <a:pt x="898178" y="1444"/>
                </a:lnTo>
                <a:lnTo>
                  <a:pt x="897560" y="1230"/>
                </a:lnTo>
                <a:lnTo>
                  <a:pt x="896926" y="1034"/>
                </a:lnTo>
                <a:lnTo>
                  <a:pt x="896275" y="854"/>
                </a:lnTo>
                <a:lnTo>
                  <a:pt x="895608" y="692"/>
                </a:lnTo>
                <a:lnTo>
                  <a:pt x="894925" y="547"/>
                </a:lnTo>
                <a:lnTo>
                  <a:pt x="894226" y="419"/>
                </a:lnTo>
                <a:lnTo>
                  <a:pt x="893511" y="308"/>
                </a:lnTo>
                <a:lnTo>
                  <a:pt x="892780" y="214"/>
                </a:lnTo>
                <a:lnTo>
                  <a:pt x="892032" y="137"/>
                </a:lnTo>
                <a:lnTo>
                  <a:pt x="891269" y="77"/>
                </a:lnTo>
                <a:lnTo>
                  <a:pt x="890489" y="34"/>
                </a:lnTo>
                <a:lnTo>
                  <a:pt x="889693" y="9"/>
                </a:lnTo>
                <a:lnTo>
                  <a:pt x="888881" y="0"/>
                </a:lnTo>
                <a:lnTo>
                  <a:pt x="888069" y="9"/>
                </a:lnTo>
                <a:lnTo>
                  <a:pt x="887273" y="34"/>
                </a:lnTo>
                <a:lnTo>
                  <a:pt x="886493" y="77"/>
                </a:lnTo>
                <a:lnTo>
                  <a:pt x="885729" y="137"/>
                </a:lnTo>
                <a:lnTo>
                  <a:pt x="884982" y="214"/>
                </a:lnTo>
                <a:lnTo>
                  <a:pt x="884250" y="308"/>
                </a:lnTo>
                <a:lnTo>
                  <a:pt x="883535" y="419"/>
                </a:lnTo>
                <a:lnTo>
                  <a:pt x="882836" y="547"/>
                </a:lnTo>
                <a:lnTo>
                  <a:pt x="882153" y="692"/>
                </a:lnTo>
                <a:lnTo>
                  <a:pt x="881486" y="854"/>
                </a:lnTo>
                <a:lnTo>
                  <a:pt x="880836" y="1034"/>
                </a:lnTo>
                <a:lnTo>
                  <a:pt x="880201" y="1230"/>
                </a:lnTo>
                <a:lnTo>
                  <a:pt x="879583" y="1444"/>
                </a:lnTo>
                <a:lnTo>
                  <a:pt x="878981" y="1675"/>
                </a:lnTo>
                <a:lnTo>
                  <a:pt x="878395" y="1922"/>
                </a:lnTo>
                <a:lnTo>
                  <a:pt x="877825" y="2187"/>
                </a:lnTo>
                <a:lnTo>
                  <a:pt x="877271" y="2469"/>
                </a:lnTo>
                <a:lnTo>
                  <a:pt x="876734" y="2768"/>
                </a:lnTo>
                <a:lnTo>
                  <a:pt x="876212" y="3084"/>
                </a:lnTo>
                <a:lnTo>
                  <a:pt x="875707" y="3417"/>
                </a:lnTo>
                <a:lnTo>
                  <a:pt x="875218" y="3768"/>
                </a:lnTo>
                <a:lnTo>
                  <a:pt x="874745" y="4135"/>
                </a:lnTo>
                <a:lnTo>
                  <a:pt x="874288" y="4520"/>
                </a:lnTo>
                <a:lnTo>
                  <a:pt x="873847" y="4921"/>
                </a:lnTo>
                <a:lnTo>
                  <a:pt x="873424" y="5336"/>
                </a:lnTo>
                <a:lnTo>
                  <a:pt x="873018" y="5760"/>
                </a:lnTo>
                <a:lnTo>
                  <a:pt x="872631" y="6193"/>
                </a:lnTo>
                <a:lnTo>
                  <a:pt x="872261" y="6635"/>
                </a:lnTo>
                <a:lnTo>
                  <a:pt x="871910" y="7086"/>
                </a:lnTo>
                <a:lnTo>
                  <a:pt x="871576" y="7546"/>
                </a:lnTo>
                <a:lnTo>
                  <a:pt x="871261" y="8016"/>
                </a:lnTo>
                <a:lnTo>
                  <a:pt x="870964" y="8494"/>
                </a:lnTo>
                <a:lnTo>
                  <a:pt x="870684" y="8982"/>
                </a:lnTo>
                <a:lnTo>
                  <a:pt x="870423" y="9479"/>
                </a:lnTo>
                <a:lnTo>
                  <a:pt x="870180" y="9985"/>
                </a:lnTo>
                <a:lnTo>
                  <a:pt x="869954" y="10500"/>
                </a:lnTo>
                <a:lnTo>
                  <a:pt x="869747" y="11024"/>
                </a:lnTo>
                <a:lnTo>
                  <a:pt x="869558" y="11557"/>
                </a:lnTo>
                <a:lnTo>
                  <a:pt x="869387" y="12100"/>
                </a:lnTo>
                <a:lnTo>
                  <a:pt x="869233" y="12651"/>
                </a:lnTo>
                <a:lnTo>
                  <a:pt x="869098" y="13212"/>
                </a:lnTo>
                <a:lnTo>
                  <a:pt x="868981" y="13782"/>
                </a:lnTo>
                <a:lnTo>
                  <a:pt x="868882" y="14361"/>
                </a:lnTo>
                <a:lnTo>
                  <a:pt x="868801" y="14949"/>
                </a:lnTo>
                <a:lnTo>
                  <a:pt x="868738" y="15546"/>
                </a:lnTo>
                <a:lnTo>
                  <a:pt x="868693" y="16153"/>
                </a:lnTo>
                <a:lnTo>
                  <a:pt x="868666" y="16768"/>
                </a:lnTo>
                <a:lnTo>
                  <a:pt x="868657" y="17393"/>
                </a:lnTo>
                <a:lnTo>
                  <a:pt x="868666" y="18006"/>
                </a:lnTo>
                <a:lnTo>
                  <a:pt x="868693" y="18612"/>
                </a:lnTo>
                <a:lnTo>
                  <a:pt x="868738" y="19209"/>
                </a:lnTo>
                <a:lnTo>
                  <a:pt x="868801" y="19797"/>
                </a:lnTo>
                <a:lnTo>
                  <a:pt x="868882" y="20377"/>
                </a:lnTo>
                <a:lnTo>
                  <a:pt x="868981" y="20949"/>
                </a:lnTo>
                <a:lnTo>
                  <a:pt x="869098" y="21512"/>
                </a:lnTo>
                <a:lnTo>
                  <a:pt x="869233" y="22067"/>
                </a:lnTo>
                <a:lnTo>
                  <a:pt x="869387" y="22613"/>
                </a:lnTo>
                <a:lnTo>
                  <a:pt x="869558" y="23151"/>
                </a:lnTo>
                <a:lnTo>
                  <a:pt x="869747" y="23680"/>
                </a:lnTo>
                <a:lnTo>
                  <a:pt x="869954" y="24201"/>
                </a:lnTo>
                <a:lnTo>
                  <a:pt x="870180" y="24714"/>
                </a:lnTo>
                <a:lnTo>
                  <a:pt x="870423" y="25218"/>
                </a:lnTo>
                <a:lnTo>
                  <a:pt x="870684" y="25714"/>
                </a:lnTo>
                <a:lnTo>
                  <a:pt x="870964" y="26201"/>
                </a:lnTo>
                <a:lnTo>
                  <a:pt x="871261" y="26680"/>
                </a:lnTo>
                <a:lnTo>
                  <a:pt x="871576" y="27151"/>
                </a:lnTo>
                <a:lnTo>
                  <a:pt x="871910" y="27613"/>
                </a:lnTo>
                <a:lnTo>
                  <a:pt x="872261" y="28066"/>
                </a:lnTo>
                <a:lnTo>
                  <a:pt x="872631" y="28512"/>
                </a:lnTo>
                <a:lnTo>
                  <a:pt x="873018" y="28948"/>
                </a:lnTo>
                <a:lnTo>
                  <a:pt x="873424" y="29377"/>
                </a:lnTo>
                <a:lnTo>
                  <a:pt x="873847" y="29797"/>
                </a:lnTo>
                <a:lnTo>
                  <a:pt x="874288" y="30204"/>
                </a:lnTo>
                <a:lnTo>
                  <a:pt x="874745" y="30594"/>
                </a:lnTo>
                <a:lnTo>
                  <a:pt x="875218" y="30966"/>
                </a:lnTo>
                <a:lnTo>
                  <a:pt x="875707" y="31321"/>
                </a:lnTo>
                <a:lnTo>
                  <a:pt x="876212" y="31659"/>
                </a:lnTo>
                <a:lnTo>
                  <a:pt x="876734" y="31979"/>
                </a:lnTo>
                <a:lnTo>
                  <a:pt x="877271" y="32282"/>
                </a:lnTo>
                <a:lnTo>
                  <a:pt x="877825" y="32568"/>
                </a:lnTo>
                <a:lnTo>
                  <a:pt x="878395" y="32837"/>
                </a:lnTo>
                <a:lnTo>
                  <a:pt x="878981" y="33088"/>
                </a:lnTo>
                <a:lnTo>
                  <a:pt x="879583" y="33322"/>
                </a:lnTo>
                <a:lnTo>
                  <a:pt x="880201" y="33538"/>
                </a:lnTo>
                <a:lnTo>
                  <a:pt x="880836" y="33737"/>
                </a:lnTo>
                <a:lnTo>
                  <a:pt x="881486" y="33919"/>
                </a:lnTo>
                <a:lnTo>
                  <a:pt x="882153" y="34084"/>
                </a:lnTo>
                <a:lnTo>
                  <a:pt x="882836" y="34231"/>
                </a:lnTo>
                <a:lnTo>
                  <a:pt x="883535" y="34361"/>
                </a:lnTo>
                <a:lnTo>
                  <a:pt x="884250" y="34474"/>
                </a:lnTo>
                <a:lnTo>
                  <a:pt x="884982" y="34569"/>
                </a:lnTo>
                <a:lnTo>
                  <a:pt x="885729" y="34647"/>
                </a:lnTo>
                <a:lnTo>
                  <a:pt x="886493" y="34707"/>
                </a:lnTo>
                <a:lnTo>
                  <a:pt x="887273" y="34751"/>
                </a:lnTo>
                <a:lnTo>
                  <a:pt x="888069" y="34777"/>
                </a:lnTo>
                <a:lnTo>
                  <a:pt x="888881" y="34785"/>
                </a:lnTo>
                <a:lnTo>
                  <a:pt x="889693" y="34777"/>
                </a:lnTo>
                <a:lnTo>
                  <a:pt x="890489" y="34751"/>
                </a:lnTo>
                <a:lnTo>
                  <a:pt x="891269" y="34707"/>
                </a:lnTo>
                <a:lnTo>
                  <a:pt x="892032" y="34647"/>
                </a:lnTo>
                <a:close/>
                <a:moveTo>
                  <a:pt x="1046662" y="34647"/>
                </a:moveTo>
                <a:lnTo>
                  <a:pt x="1047410" y="34569"/>
                </a:lnTo>
                <a:lnTo>
                  <a:pt x="1048141" y="34474"/>
                </a:lnTo>
                <a:lnTo>
                  <a:pt x="1048857" y="34361"/>
                </a:lnTo>
                <a:lnTo>
                  <a:pt x="1049556" y="34231"/>
                </a:lnTo>
                <a:lnTo>
                  <a:pt x="1050238" y="34084"/>
                </a:lnTo>
                <a:lnTo>
                  <a:pt x="1050905" y="33919"/>
                </a:lnTo>
                <a:lnTo>
                  <a:pt x="1051556" y="33737"/>
                </a:lnTo>
                <a:lnTo>
                  <a:pt x="1052190" y="33538"/>
                </a:lnTo>
                <a:lnTo>
                  <a:pt x="1052809" y="33322"/>
                </a:lnTo>
                <a:lnTo>
                  <a:pt x="1053411" y="33088"/>
                </a:lnTo>
                <a:lnTo>
                  <a:pt x="1053997" y="32837"/>
                </a:lnTo>
                <a:lnTo>
                  <a:pt x="1054567" y="32568"/>
                </a:lnTo>
                <a:lnTo>
                  <a:pt x="1055120" y="32282"/>
                </a:lnTo>
                <a:lnTo>
                  <a:pt x="1055658" y="31979"/>
                </a:lnTo>
                <a:lnTo>
                  <a:pt x="1056179" y="31659"/>
                </a:lnTo>
                <a:lnTo>
                  <a:pt x="1056685" y="31321"/>
                </a:lnTo>
                <a:lnTo>
                  <a:pt x="1057174" y="30966"/>
                </a:lnTo>
                <a:lnTo>
                  <a:pt x="1057647" y="30594"/>
                </a:lnTo>
                <a:lnTo>
                  <a:pt x="1058103" y="30204"/>
                </a:lnTo>
                <a:lnTo>
                  <a:pt x="1058544" y="29797"/>
                </a:lnTo>
                <a:lnTo>
                  <a:pt x="1058968" y="29377"/>
                </a:lnTo>
                <a:lnTo>
                  <a:pt x="1059373" y="28948"/>
                </a:lnTo>
                <a:lnTo>
                  <a:pt x="1059761" y="28512"/>
                </a:lnTo>
                <a:lnTo>
                  <a:pt x="1060130" y="28066"/>
                </a:lnTo>
                <a:lnTo>
                  <a:pt x="1060482" y="27613"/>
                </a:lnTo>
                <a:lnTo>
                  <a:pt x="1060815" y="27151"/>
                </a:lnTo>
                <a:lnTo>
                  <a:pt x="1061130" y="26680"/>
                </a:lnTo>
                <a:lnTo>
                  <a:pt x="1061428" y="26201"/>
                </a:lnTo>
                <a:lnTo>
                  <a:pt x="1061707" y="25714"/>
                </a:lnTo>
                <a:lnTo>
                  <a:pt x="1061969" y="25218"/>
                </a:lnTo>
                <a:lnTo>
                  <a:pt x="1062212" y="24714"/>
                </a:lnTo>
                <a:lnTo>
                  <a:pt x="1062437" y="24201"/>
                </a:lnTo>
                <a:lnTo>
                  <a:pt x="1062644" y="23680"/>
                </a:lnTo>
                <a:lnTo>
                  <a:pt x="1062834" y="23151"/>
                </a:lnTo>
                <a:lnTo>
                  <a:pt x="1063005" y="22613"/>
                </a:lnTo>
                <a:lnTo>
                  <a:pt x="1063158" y="22067"/>
                </a:lnTo>
                <a:lnTo>
                  <a:pt x="1063293" y="21512"/>
                </a:lnTo>
                <a:lnTo>
                  <a:pt x="1063410" y="20949"/>
                </a:lnTo>
                <a:lnTo>
                  <a:pt x="1063510" y="20377"/>
                </a:lnTo>
                <a:lnTo>
                  <a:pt x="1063591" y="19797"/>
                </a:lnTo>
                <a:lnTo>
                  <a:pt x="1063654" y="19209"/>
                </a:lnTo>
                <a:lnTo>
                  <a:pt x="1063699" y="18612"/>
                </a:lnTo>
                <a:lnTo>
                  <a:pt x="1063726" y="18006"/>
                </a:lnTo>
                <a:lnTo>
                  <a:pt x="1063735" y="17393"/>
                </a:lnTo>
                <a:lnTo>
                  <a:pt x="1063726" y="16768"/>
                </a:lnTo>
                <a:lnTo>
                  <a:pt x="1063699" y="16153"/>
                </a:lnTo>
                <a:lnTo>
                  <a:pt x="1063654" y="15546"/>
                </a:lnTo>
                <a:lnTo>
                  <a:pt x="1063591" y="14949"/>
                </a:lnTo>
                <a:lnTo>
                  <a:pt x="1063510" y="14361"/>
                </a:lnTo>
                <a:lnTo>
                  <a:pt x="1063410" y="13782"/>
                </a:lnTo>
                <a:lnTo>
                  <a:pt x="1063293" y="13212"/>
                </a:lnTo>
                <a:lnTo>
                  <a:pt x="1063158" y="12651"/>
                </a:lnTo>
                <a:lnTo>
                  <a:pt x="1063005" y="12100"/>
                </a:lnTo>
                <a:lnTo>
                  <a:pt x="1062834" y="11557"/>
                </a:lnTo>
                <a:lnTo>
                  <a:pt x="1062644" y="11024"/>
                </a:lnTo>
                <a:lnTo>
                  <a:pt x="1062437" y="10500"/>
                </a:lnTo>
                <a:lnTo>
                  <a:pt x="1062212" y="9985"/>
                </a:lnTo>
                <a:lnTo>
                  <a:pt x="1061969" y="9479"/>
                </a:lnTo>
                <a:lnTo>
                  <a:pt x="1061707" y="8982"/>
                </a:lnTo>
                <a:lnTo>
                  <a:pt x="1061428" y="8494"/>
                </a:lnTo>
                <a:lnTo>
                  <a:pt x="1061130" y="8016"/>
                </a:lnTo>
                <a:lnTo>
                  <a:pt x="1060815" y="7546"/>
                </a:lnTo>
                <a:lnTo>
                  <a:pt x="1060482" y="7086"/>
                </a:lnTo>
                <a:lnTo>
                  <a:pt x="1060130" y="6635"/>
                </a:lnTo>
                <a:lnTo>
                  <a:pt x="1059761" y="6193"/>
                </a:lnTo>
                <a:lnTo>
                  <a:pt x="1059373" y="5760"/>
                </a:lnTo>
                <a:lnTo>
                  <a:pt x="1058968" y="5336"/>
                </a:lnTo>
                <a:lnTo>
                  <a:pt x="1058544" y="4921"/>
                </a:lnTo>
                <a:lnTo>
                  <a:pt x="1058103" y="4520"/>
                </a:lnTo>
                <a:lnTo>
                  <a:pt x="1057647" y="4135"/>
                </a:lnTo>
                <a:lnTo>
                  <a:pt x="1057174" y="3768"/>
                </a:lnTo>
                <a:lnTo>
                  <a:pt x="1056685" y="3417"/>
                </a:lnTo>
                <a:lnTo>
                  <a:pt x="1056179" y="3084"/>
                </a:lnTo>
                <a:lnTo>
                  <a:pt x="1055658" y="2768"/>
                </a:lnTo>
                <a:lnTo>
                  <a:pt x="1055120" y="2469"/>
                </a:lnTo>
                <a:lnTo>
                  <a:pt x="1054567" y="2187"/>
                </a:lnTo>
                <a:lnTo>
                  <a:pt x="1053997" y="1922"/>
                </a:lnTo>
                <a:lnTo>
                  <a:pt x="1053411" y="1675"/>
                </a:lnTo>
                <a:lnTo>
                  <a:pt x="1052809" y="1444"/>
                </a:lnTo>
                <a:lnTo>
                  <a:pt x="1052190" y="1230"/>
                </a:lnTo>
                <a:lnTo>
                  <a:pt x="1051556" y="1034"/>
                </a:lnTo>
                <a:lnTo>
                  <a:pt x="1050905" y="854"/>
                </a:lnTo>
                <a:lnTo>
                  <a:pt x="1050238" y="692"/>
                </a:lnTo>
                <a:lnTo>
                  <a:pt x="1049556" y="547"/>
                </a:lnTo>
                <a:lnTo>
                  <a:pt x="1048857" y="419"/>
                </a:lnTo>
                <a:lnTo>
                  <a:pt x="1048141" y="308"/>
                </a:lnTo>
                <a:lnTo>
                  <a:pt x="1047410" y="214"/>
                </a:lnTo>
                <a:lnTo>
                  <a:pt x="1046662" y="137"/>
                </a:lnTo>
                <a:lnTo>
                  <a:pt x="1045899" y="77"/>
                </a:lnTo>
                <a:lnTo>
                  <a:pt x="1045119" y="34"/>
                </a:lnTo>
                <a:lnTo>
                  <a:pt x="1044323" y="9"/>
                </a:lnTo>
                <a:lnTo>
                  <a:pt x="1043511" y="0"/>
                </a:lnTo>
                <a:lnTo>
                  <a:pt x="1042699" y="9"/>
                </a:lnTo>
                <a:lnTo>
                  <a:pt x="1041903" y="34"/>
                </a:lnTo>
                <a:lnTo>
                  <a:pt x="1041123" y="77"/>
                </a:lnTo>
                <a:lnTo>
                  <a:pt x="1040359" y="137"/>
                </a:lnTo>
                <a:lnTo>
                  <a:pt x="1039612" y="214"/>
                </a:lnTo>
                <a:lnTo>
                  <a:pt x="1038880" y="308"/>
                </a:lnTo>
                <a:lnTo>
                  <a:pt x="1038165" y="419"/>
                </a:lnTo>
                <a:lnTo>
                  <a:pt x="1037466" y="547"/>
                </a:lnTo>
                <a:lnTo>
                  <a:pt x="1036783" y="692"/>
                </a:lnTo>
                <a:lnTo>
                  <a:pt x="1036116" y="854"/>
                </a:lnTo>
                <a:lnTo>
                  <a:pt x="1035466" y="1034"/>
                </a:lnTo>
                <a:lnTo>
                  <a:pt x="1034831" y="1230"/>
                </a:lnTo>
                <a:lnTo>
                  <a:pt x="1034213" y="1444"/>
                </a:lnTo>
                <a:lnTo>
                  <a:pt x="1033611" y="1675"/>
                </a:lnTo>
                <a:lnTo>
                  <a:pt x="1033025" y="1922"/>
                </a:lnTo>
                <a:lnTo>
                  <a:pt x="1032455" y="2187"/>
                </a:lnTo>
                <a:lnTo>
                  <a:pt x="1031901" y="2469"/>
                </a:lnTo>
                <a:lnTo>
                  <a:pt x="1031364" y="2768"/>
                </a:lnTo>
                <a:lnTo>
                  <a:pt x="1030842" y="3084"/>
                </a:lnTo>
                <a:lnTo>
                  <a:pt x="1030337" y="3417"/>
                </a:lnTo>
                <a:lnTo>
                  <a:pt x="1029848" y="3768"/>
                </a:lnTo>
                <a:lnTo>
                  <a:pt x="1029375" y="4135"/>
                </a:lnTo>
                <a:lnTo>
                  <a:pt x="1028918" y="4520"/>
                </a:lnTo>
                <a:lnTo>
                  <a:pt x="1028478" y="4921"/>
                </a:lnTo>
                <a:lnTo>
                  <a:pt x="1028054" y="5336"/>
                </a:lnTo>
                <a:lnTo>
                  <a:pt x="1027649" y="5760"/>
                </a:lnTo>
                <a:lnTo>
                  <a:pt x="1027261" y="6193"/>
                </a:lnTo>
                <a:lnTo>
                  <a:pt x="1026892" y="6635"/>
                </a:lnTo>
                <a:lnTo>
                  <a:pt x="1026540" y="7086"/>
                </a:lnTo>
                <a:lnTo>
                  <a:pt x="1026207" y="7546"/>
                </a:lnTo>
                <a:lnTo>
                  <a:pt x="1025891" y="8016"/>
                </a:lnTo>
                <a:lnTo>
                  <a:pt x="1025594" y="8494"/>
                </a:lnTo>
                <a:lnTo>
                  <a:pt x="1025314" y="8982"/>
                </a:lnTo>
                <a:lnTo>
                  <a:pt x="1025053" y="9479"/>
                </a:lnTo>
                <a:lnTo>
                  <a:pt x="1024810" y="9985"/>
                </a:lnTo>
                <a:lnTo>
                  <a:pt x="1024585" y="10500"/>
                </a:lnTo>
                <a:lnTo>
                  <a:pt x="1024377" y="11024"/>
                </a:lnTo>
                <a:lnTo>
                  <a:pt x="1024188" y="11557"/>
                </a:lnTo>
                <a:lnTo>
                  <a:pt x="1024017" y="12100"/>
                </a:lnTo>
                <a:lnTo>
                  <a:pt x="1023864" y="12651"/>
                </a:lnTo>
                <a:lnTo>
                  <a:pt x="1023728" y="13212"/>
                </a:lnTo>
                <a:lnTo>
                  <a:pt x="1023611" y="13782"/>
                </a:lnTo>
                <a:lnTo>
                  <a:pt x="1023512" y="14361"/>
                </a:lnTo>
                <a:lnTo>
                  <a:pt x="1023431" y="14949"/>
                </a:lnTo>
                <a:lnTo>
                  <a:pt x="1023368" y="15546"/>
                </a:lnTo>
                <a:lnTo>
                  <a:pt x="1023323" y="16153"/>
                </a:lnTo>
                <a:lnTo>
                  <a:pt x="1023296" y="16768"/>
                </a:lnTo>
                <a:lnTo>
                  <a:pt x="1023287" y="17393"/>
                </a:lnTo>
                <a:lnTo>
                  <a:pt x="1023296" y="18006"/>
                </a:lnTo>
                <a:lnTo>
                  <a:pt x="1023323" y="18612"/>
                </a:lnTo>
                <a:lnTo>
                  <a:pt x="1023368" y="19209"/>
                </a:lnTo>
                <a:lnTo>
                  <a:pt x="1023431" y="19797"/>
                </a:lnTo>
                <a:lnTo>
                  <a:pt x="1023512" y="20377"/>
                </a:lnTo>
                <a:lnTo>
                  <a:pt x="1023611" y="20949"/>
                </a:lnTo>
                <a:lnTo>
                  <a:pt x="1023728" y="21512"/>
                </a:lnTo>
                <a:lnTo>
                  <a:pt x="1023864" y="22067"/>
                </a:lnTo>
                <a:lnTo>
                  <a:pt x="1024017" y="22613"/>
                </a:lnTo>
                <a:lnTo>
                  <a:pt x="1024188" y="23151"/>
                </a:lnTo>
                <a:lnTo>
                  <a:pt x="1024377" y="23680"/>
                </a:lnTo>
                <a:lnTo>
                  <a:pt x="1024585" y="24201"/>
                </a:lnTo>
                <a:lnTo>
                  <a:pt x="1024810" y="24714"/>
                </a:lnTo>
                <a:lnTo>
                  <a:pt x="1025053" y="25218"/>
                </a:lnTo>
                <a:lnTo>
                  <a:pt x="1025314" y="25714"/>
                </a:lnTo>
                <a:lnTo>
                  <a:pt x="1025594" y="26201"/>
                </a:lnTo>
                <a:lnTo>
                  <a:pt x="1025891" y="26680"/>
                </a:lnTo>
                <a:lnTo>
                  <a:pt x="1026207" y="27151"/>
                </a:lnTo>
                <a:lnTo>
                  <a:pt x="1026540" y="27613"/>
                </a:lnTo>
                <a:lnTo>
                  <a:pt x="1026892" y="28066"/>
                </a:lnTo>
                <a:lnTo>
                  <a:pt x="1027261" y="28512"/>
                </a:lnTo>
                <a:lnTo>
                  <a:pt x="1027649" y="28948"/>
                </a:lnTo>
                <a:lnTo>
                  <a:pt x="1028054" y="29377"/>
                </a:lnTo>
                <a:lnTo>
                  <a:pt x="1028478" y="29797"/>
                </a:lnTo>
                <a:lnTo>
                  <a:pt x="1028918" y="30204"/>
                </a:lnTo>
                <a:lnTo>
                  <a:pt x="1029375" y="30594"/>
                </a:lnTo>
                <a:lnTo>
                  <a:pt x="1029848" y="30966"/>
                </a:lnTo>
                <a:lnTo>
                  <a:pt x="1030337" y="31321"/>
                </a:lnTo>
                <a:lnTo>
                  <a:pt x="1030842" y="31659"/>
                </a:lnTo>
                <a:lnTo>
                  <a:pt x="1031364" y="31979"/>
                </a:lnTo>
                <a:lnTo>
                  <a:pt x="1031901" y="32282"/>
                </a:lnTo>
                <a:lnTo>
                  <a:pt x="1032455" y="32568"/>
                </a:lnTo>
                <a:lnTo>
                  <a:pt x="1033025" y="32837"/>
                </a:lnTo>
                <a:lnTo>
                  <a:pt x="1033611" y="33088"/>
                </a:lnTo>
                <a:lnTo>
                  <a:pt x="1034213" y="33322"/>
                </a:lnTo>
                <a:lnTo>
                  <a:pt x="1034831" y="33538"/>
                </a:lnTo>
                <a:lnTo>
                  <a:pt x="1035466" y="33737"/>
                </a:lnTo>
                <a:lnTo>
                  <a:pt x="1036116" y="33919"/>
                </a:lnTo>
                <a:lnTo>
                  <a:pt x="1036783" y="34084"/>
                </a:lnTo>
                <a:lnTo>
                  <a:pt x="1037466" y="34231"/>
                </a:lnTo>
                <a:lnTo>
                  <a:pt x="1038165" y="34361"/>
                </a:lnTo>
                <a:lnTo>
                  <a:pt x="1038880" y="34474"/>
                </a:lnTo>
                <a:lnTo>
                  <a:pt x="1039612" y="34569"/>
                </a:lnTo>
                <a:lnTo>
                  <a:pt x="1040359" y="34647"/>
                </a:lnTo>
                <a:lnTo>
                  <a:pt x="1041123" y="34707"/>
                </a:lnTo>
                <a:lnTo>
                  <a:pt x="1041903" y="34751"/>
                </a:lnTo>
                <a:lnTo>
                  <a:pt x="1042699" y="34777"/>
                </a:lnTo>
                <a:lnTo>
                  <a:pt x="1043511" y="34785"/>
                </a:lnTo>
                <a:lnTo>
                  <a:pt x="1044323" y="34777"/>
                </a:lnTo>
                <a:lnTo>
                  <a:pt x="1045119" y="34751"/>
                </a:lnTo>
                <a:lnTo>
                  <a:pt x="1045899" y="34707"/>
                </a:lnTo>
                <a:lnTo>
                  <a:pt x="1046662" y="34647"/>
                </a:lnTo>
                <a:close/>
                <a:moveTo>
                  <a:pt x="995076" y="157334"/>
                </a:moveTo>
                <a:lnTo>
                  <a:pt x="994250" y="157309"/>
                </a:lnTo>
                <a:lnTo>
                  <a:pt x="993450" y="157267"/>
                </a:lnTo>
                <a:lnTo>
                  <a:pt x="992677" y="157208"/>
                </a:lnTo>
                <a:lnTo>
                  <a:pt x="991930" y="157132"/>
                </a:lnTo>
                <a:lnTo>
                  <a:pt x="991209" y="157039"/>
                </a:lnTo>
                <a:lnTo>
                  <a:pt x="990514" y="156930"/>
                </a:lnTo>
                <a:lnTo>
                  <a:pt x="989846" y="156804"/>
                </a:lnTo>
                <a:lnTo>
                  <a:pt x="989203" y="156660"/>
                </a:lnTo>
                <a:lnTo>
                  <a:pt x="988587" y="156500"/>
                </a:lnTo>
                <a:lnTo>
                  <a:pt x="987997" y="156323"/>
                </a:lnTo>
                <a:lnTo>
                  <a:pt x="987434" y="156129"/>
                </a:lnTo>
                <a:lnTo>
                  <a:pt x="986896" y="155919"/>
                </a:lnTo>
                <a:lnTo>
                  <a:pt x="986385" y="155691"/>
                </a:lnTo>
                <a:lnTo>
                  <a:pt x="985900" y="155447"/>
                </a:lnTo>
                <a:lnTo>
                  <a:pt x="985441" y="155186"/>
                </a:lnTo>
                <a:lnTo>
                  <a:pt x="985009" y="154908"/>
                </a:lnTo>
                <a:lnTo>
                  <a:pt x="984602" y="154613"/>
                </a:lnTo>
                <a:lnTo>
                  <a:pt x="984222" y="154301"/>
                </a:lnTo>
                <a:lnTo>
                  <a:pt x="983868" y="153972"/>
                </a:lnTo>
                <a:lnTo>
                  <a:pt x="983541" y="153627"/>
                </a:lnTo>
                <a:lnTo>
                  <a:pt x="983239" y="153264"/>
                </a:lnTo>
                <a:lnTo>
                  <a:pt x="982964" y="152885"/>
                </a:lnTo>
                <a:lnTo>
                  <a:pt x="982715" y="152489"/>
                </a:lnTo>
                <a:lnTo>
                  <a:pt x="982484" y="152075"/>
                </a:lnTo>
                <a:lnTo>
                  <a:pt x="982263" y="151642"/>
                </a:lnTo>
                <a:lnTo>
                  <a:pt x="982051" y="151189"/>
                </a:lnTo>
                <a:lnTo>
                  <a:pt x="981850" y="150718"/>
                </a:lnTo>
                <a:lnTo>
                  <a:pt x="981658" y="150227"/>
                </a:lnTo>
                <a:lnTo>
                  <a:pt x="981476" y="149717"/>
                </a:lnTo>
                <a:lnTo>
                  <a:pt x="981304" y="149187"/>
                </a:lnTo>
                <a:lnTo>
                  <a:pt x="981142" y="148639"/>
                </a:lnTo>
                <a:lnTo>
                  <a:pt x="980989" y="148071"/>
                </a:lnTo>
                <a:lnTo>
                  <a:pt x="980847" y="147485"/>
                </a:lnTo>
                <a:lnTo>
                  <a:pt x="980714" y="146879"/>
                </a:lnTo>
                <a:lnTo>
                  <a:pt x="980591" y="146253"/>
                </a:lnTo>
                <a:lnTo>
                  <a:pt x="980478" y="145609"/>
                </a:lnTo>
                <a:lnTo>
                  <a:pt x="980375" y="144945"/>
                </a:lnTo>
                <a:lnTo>
                  <a:pt x="980282" y="144263"/>
                </a:lnTo>
                <a:lnTo>
                  <a:pt x="980198" y="143561"/>
                </a:lnTo>
                <a:lnTo>
                  <a:pt x="980124" y="142839"/>
                </a:lnTo>
                <a:lnTo>
                  <a:pt x="980060" y="142099"/>
                </a:lnTo>
                <a:lnTo>
                  <a:pt x="980006" y="141339"/>
                </a:lnTo>
                <a:lnTo>
                  <a:pt x="979962" y="140561"/>
                </a:lnTo>
                <a:lnTo>
                  <a:pt x="979928" y="139763"/>
                </a:lnTo>
                <a:lnTo>
                  <a:pt x="979903" y="138946"/>
                </a:lnTo>
                <a:lnTo>
                  <a:pt x="979888" y="138109"/>
                </a:lnTo>
                <a:lnTo>
                  <a:pt x="979883" y="137254"/>
                </a:lnTo>
                <a:lnTo>
                  <a:pt x="979883" y="3775"/>
                </a:lnTo>
                <a:lnTo>
                  <a:pt x="944289" y="3775"/>
                </a:lnTo>
                <a:lnTo>
                  <a:pt x="944289" y="139411"/>
                </a:lnTo>
                <a:lnTo>
                  <a:pt x="944297" y="140748"/>
                </a:lnTo>
                <a:lnTo>
                  <a:pt x="944319" y="142065"/>
                </a:lnTo>
                <a:lnTo>
                  <a:pt x="944357" y="143360"/>
                </a:lnTo>
                <a:lnTo>
                  <a:pt x="944409" y="144634"/>
                </a:lnTo>
                <a:lnTo>
                  <a:pt x="944476" y="145886"/>
                </a:lnTo>
                <a:lnTo>
                  <a:pt x="944559" y="147117"/>
                </a:lnTo>
                <a:lnTo>
                  <a:pt x="944656" y="148327"/>
                </a:lnTo>
                <a:lnTo>
                  <a:pt x="944769" y="149515"/>
                </a:lnTo>
                <a:lnTo>
                  <a:pt x="944896" y="150683"/>
                </a:lnTo>
                <a:lnTo>
                  <a:pt x="945038" y="151829"/>
                </a:lnTo>
                <a:lnTo>
                  <a:pt x="945195" y="152953"/>
                </a:lnTo>
                <a:lnTo>
                  <a:pt x="945368" y="154056"/>
                </a:lnTo>
                <a:lnTo>
                  <a:pt x="945555" y="155138"/>
                </a:lnTo>
                <a:lnTo>
                  <a:pt x="945757" y="156199"/>
                </a:lnTo>
                <a:lnTo>
                  <a:pt x="945974" y="157239"/>
                </a:lnTo>
                <a:lnTo>
                  <a:pt x="946207" y="158257"/>
                </a:lnTo>
                <a:lnTo>
                  <a:pt x="946454" y="159253"/>
                </a:lnTo>
                <a:lnTo>
                  <a:pt x="946716" y="160229"/>
                </a:lnTo>
                <a:lnTo>
                  <a:pt x="946993" y="161183"/>
                </a:lnTo>
                <a:lnTo>
                  <a:pt x="947285" y="162116"/>
                </a:lnTo>
                <a:lnTo>
                  <a:pt x="947592" y="163028"/>
                </a:lnTo>
                <a:lnTo>
                  <a:pt x="947914" y="163918"/>
                </a:lnTo>
                <a:lnTo>
                  <a:pt x="948252" y="164787"/>
                </a:lnTo>
                <a:lnTo>
                  <a:pt x="948604" y="165635"/>
                </a:lnTo>
                <a:lnTo>
                  <a:pt x="948975" y="166463"/>
                </a:lnTo>
                <a:lnTo>
                  <a:pt x="949369" y="167272"/>
                </a:lnTo>
                <a:lnTo>
                  <a:pt x="949785" y="168064"/>
                </a:lnTo>
                <a:lnTo>
                  <a:pt x="950225" y="168837"/>
                </a:lnTo>
                <a:lnTo>
                  <a:pt x="950688" y="169592"/>
                </a:lnTo>
                <a:lnTo>
                  <a:pt x="951174" y="170328"/>
                </a:lnTo>
                <a:lnTo>
                  <a:pt x="951682" y="171047"/>
                </a:lnTo>
                <a:lnTo>
                  <a:pt x="952214" y="171747"/>
                </a:lnTo>
                <a:lnTo>
                  <a:pt x="952768" y="172429"/>
                </a:lnTo>
                <a:lnTo>
                  <a:pt x="953346" y="173092"/>
                </a:lnTo>
                <a:lnTo>
                  <a:pt x="953946" y="173738"/>
                </a:lnTo>
                <a:lnTo>
                  <a:pt x="954570" y="174365"/>
                </a:lnTo>
                <a:lnTo>
                  <a:pt x="955216" y="174974"/>
                </a:lnTo>
                <a:lnTo>
                  <a:pt x="955885" y="175564"/>
                </a:lnTo>
                <a:lnTo>
                  <a:pt x="956577" y="176136"/>
                </a:lnTo>
                <a:lnTo>
                  <a:pt x="957292" y="176690"/>
                </a:lnTo>
                <a:lnTo>
                  <a:pt x="958030" y="177226"/>
                </a:lnTo>
                <a:lnTo>
                  <a:pt x="958791" y="177744"/>
                </a:lnTo>
                <a:lnTo>
                  <a:pt x="959575" y="178243"/>
                </a:lnTo>
                <a:lnTo>
                  <a:pt x="960382" y="178724"/>
                </a:lnTo>
                <a:lnTo>
                  <a:pt x="961212" y="179187"/>
                </a:lnTo>
                <a:lnTo>
                  <a:pt x="962065" y="179631"/>
                </a:lnTo>
                <a:lnTo>
                  <a:pt x="962940" y="180058"/>
                </a:lnTo>
                <a:lnTo>
                  <a:pt x="963839" y="180466"/>
                </a:lnTo>
                <a:lnTo>
                  <a:pt x="964765" y="180856"/>
                </a:lnTo>
                <a:lnTo>
                  <a:pt x="965723" y="181230"/>
                </a:lnTo>
                <a:lnTo>
                  <a:pt x="966713" y="181587"/>
                </a:lnTo>
                <a:lnTo>
                  <a:pt x="967734" y="181928"/>
                </a:lnTo>
                <a:lnTo>
                  <a:pt x="968787" y="182252"/>
                </a:lnTo>
                <a:lnTo>
                  <a:pt x="969873" y="182560"/>
                </a:lnTo>
                <a:lnTo>
                  <a:pt x="970990" y="182850"/>
                </a:lnTo>
                <a:lnTo>
                  <a:pt x="972138" y="183125"/>
                </a:lnTo>
                <a:lnTo>
                  <a:pt x="973319" y="183382"/>
                </a:lnTo>
                <a:lnTo>
                  <a:pt x="974532" y="183623"/>
                </a:lnTo>
                <a:lnTo>
                  <a:pt x="975776" y="183848"/>
                </a:lnTo>
                <a:lnTo>
                  <a:pt x="977052" y="184055"/>
                </a:lnTo>
                <a:lnTo>
                  <a:pt x="978360" y="184247"/>
                </a:lnTo>
                <a:lnTo>
                  <a:pt x="979700" y="184421"/>
                </a:lnTo>
                <a:lnTo>
                  <a:pt x="981072" y="184579"/>
                </a:lnTo>
                <a:lnTo>
                  <a:pt x="982475" y="184720"/>
                </a:lnTo>
                <a:lnTo>
                  <a:pt x="983910" y="184845"/>
                </a:lnTo>
                <a:lnTo>
                  <a:pt x="985378" y="184953"/>
                </a:lnTo>
                <a:lnTo>
                  <a:pt x="986877" y="185044"/>
                </a:lnTo>
                <a:lnTo>
                  <a:pt x="988407" y="185119"/>
                </a:lnTo>
                <a:lnTo>
                  <a:pt x="989970" y="185177"/>
                </a:lnTo>
                <a:lnTo>
                  <a:pt x="991565" y="185219"/>
                </a:lnTo>
                <a:lnTo>
                  <a:pt x="993191" y="185244"/>
                </a:lnTo>
                <a:lnTo>
                  <a:pt x="994849" y="185252"/>
                </a:lnTo>
                <a:lnTo>
                  <a:pt x="1004152" y="185252"/>
                </a:lnTo>
                <a:lnTo>
                  <a:pt x="1004152" y="157343"/>
                </a:lnTo>
                <a:lnTo>
                  <a:pt x="995928" y="157343"/>
                </a:lnTo>
                <a:lnTo>
                  <a:pt x="995076" y="157334"/>
                </a:lnTo>
                <a:close/>
                <a:moveTo>
                  <a:pt x="366379" y="187439"/>
                </a:moveTo>
                <a:lnTo>
                  <a:pt x="368006" y="187333"/>
                </a:lnTo>
                <a:lnTo>
                  <a:pt x="369618" y="187208"/>
                </a:lnTo>
                <a:lnTo>
                  <a:pt x="371215" y="187064"/>
                </a:lnTo>
                <a:lnTo>
                  <a:pt x="372798" y="186901"/>
                </a:lnTo>
                <a:lnTo>
                  <a:pt x="374365" y="186718"/>
                </a:lnTo>
                <a:lnTo>
                  <a:pt x="375918" y="186517"/>
                </a:lnTo>
                <a:lnTo>
                  <a:pt x="377457" y="186296"/>
                </a:lnTo>
                <a:lnTo>
                  <a:pt x="378980" y="186056"/>
                </a:lnTo>
                <a:lnTo>
                  <a:pt x="380489" y="185796"/>
                </a:lnTo>
                <a:lnTo>
                  <a:pt x="381983" y="185518"/>
                </a:lnTo>
                <a:lnTo>
                  <a:pt x="383462" y="185220"/>
                </a:lnTo>
                <a:lnTo>
                  <a:pt x="384926" y="184903"/>
                </a:lnTo>
                <a:lnTo>
                  <a:pt x="386376" y="184567"/>
                </a:lnTo>
                <a:lnTo>
                  <a:pt x="387811" y="184212"/>
                </a:lnTo>
                <a:lnTo>
                  <a:pt x="389231" y="183837"/>
                </a:lnTo>
                <a:lnTo>
                  <a:pt x="390637" y="183443"/>
                </a:lnTo>
                <a:lnTo>
                  <a:pt x="392028" y="183030"/>
                </a:lnTo>
                <a:lnTo>
                  <a:pt x="393404" y="182598"/>
                </a:lnTo>
                <a:lnTo>
                  <a:pt x="394765" y="182147"/>
                </a:lnTo>
                <a:lnTo>
                  <a:pt x="396107" y="181675"/>
                </a:lnTo>
                <a:lnTo>
                  <a:pt x="397425" y="181181"/>
                </a:lnTo>
                <a:lnTo>
                  <a:pt x="398720" y="180665"/>
                </a:lnTo>
                <a:lnTo>
                  <a:pt x="399991" y="180127"/>
                </a:lnTo>
                <a:lnTo>
                  <a:pt x="401239" y="179566"/>
                </a:lnTo>
                <a:lnTo>
                  <a:pt x="402463" y="178984"/>
                </a:lnTo>
                <a:lnTo>
                  <a:pt x="403663" y="178380"/>
                </a:lnTo>
                <a:lnTo>
                  <a:pt x="404840" y="177754"/>
                </a:lnTo>
                <a:lnTo>
                  <a:pt x="405992" y="177106"/>
                </a:lnTo>
                <a:lnTo>
                  <a:pt x="407122" y="176436"/>
                </a:lnTo>
                <a:lnTo>
                  <a:pt x="408227" y="175744"/>
                </a:lnTo>
                <a:lnTo>
                  <a:pt x="409309" y="175029"/>
                </a:lnTo>
                <a:lnTo>
                  <a:pt x="410368" y="174293"/>
                </a:lnTo>
                <a:lnTo>
                  <a:pt x="411402" y="173535"/>
                </a:lnTo>
                <a:lnTo>
                  <a:pt x="412414" y="172755"/>
                </a:lnTo>
                <a:lnTo>
                  <a:pt x="413401" y="171952"/>
                </a:lnTo>
                <a:lnTo>
                  <a:pt x="414365" y="171128"/>
                </a:lnTo>
                <a:lnTo>
                  <a:pt x="415305" y="170282"/>
                </a:lnTo>
                <a:lnTo>
                  <a:pt x="416221" y="169413"/>
                </a:lnTo>
                <a:lnTo>
                  <a:pt x="417114" y="168523"/>
                </a:lnTo>
                <a:lnTo>
                  <a:pt x="417984" y="167611"/>
                </a:lnTo>
                <a:lnTo>
                  <a:pt x="418829" y="166676"/>
                </a:lnTo>
                <a:lnTo>
                  <a:pt x="419651" y="165720"/>
                </a:lnTo>
                <a:lnTo>
                  <a:pt x="420449" y="164741"/>
                </a:lnTo>
                <a:lnTo>
                  <a:pt x="421220" y="163739"/>
                </a:lnTo>
                <a:lnTo>
                  <a:pt x="421957" y="162711"/>
                </a:lnTo>
                <a:lnTo>
                  <a:pt x="422661" y="161657"/>
                </a:lnTo>
                <a:lnTo>
                  <a:pt x="423333" y="160578"/>
                </a:lnTo>
                <a:lnTo>
                  <a:pt x="423972" y="159472"/>
                </a:lnTo>
                <a:lnTo>
                  <a:pt x="424579" y="158341"/>
                </a:lnTo>
                <a:lnTo>
                  <a:pt x="425152" y="157184"/>
                </a:lnTo>
                <a:lnTo>
                  <a:pt x="425693" y="156002"/>
                </a:lnTo>
                <a:lnTo>
                  <a:pt x="426201" y="154793"/>
                </a:lnTo>
                <a:lnTo>
                  <a:pt x="426676" y="153559"/>
                </a:lnTo>
                <a:lnTo>
                  <a:pt x="427118" y="152299"/>
                </a:lnTo>
                <a:lnTo>
                  <a:pt x="427528" y="151013"/>
                </a:lnTo>
                <a:lnTo>
                  <a:pt x="427905" y="149702"/>
                </a:lnTo>
                <a:lnTo>
                  <a:pt x="428249" y="148365"/>
                </a:lnTo>
                <a:lnTo>
                  <a:pt x="428560" y="147002"/>
                </a:lnTo>
                <a:lnTo>
                  <a:pt x="428839" y="145613"/>
                </a:lnTo>
                <a:lnTo>
                  <a:pt x="429084" y="144198"/>
                </a:lnTo>
                <a:lnTo>
                  <a:pt x="429297" y="142758"/>
                </a:lnTo>
                <a:lnTo>
                  <a:pt x="429478" y="141292"/>
                </a:lnTo>
                <a:lnTo>
                  <a:pt x="429625" y="139800"/>
                </a:lnTo>
                <a:lnTo>
                  <a:pt x="429740" y="138283"/>
                </a:lnTo>
                <a:lnTo>
                  <a:pt x="429822" y="136739"/>
                </a:lnTo>
                <a:lnTo>
                  <a:pt x="429871" y="135170"/>
                </a:lnTo>
                <a:lnTo>
                  <a:pt x="429887" y="133575"/>
                </a:lnTo>
                <a:lnTo>
                  <a:pt x="429876" y="132148"/>
                </a:lnTo>
                <a:lnTo>
                  <a:pt x="429843" y="130743"/>
                </a:lnTo>
                <a:lnTo>
                  <a:pt x="429787" y="129362"/>
                </a:lnTo>
                <a:lnTo>
                  <a:pt x="429709" y="128004"/>
                </a:lnTo>
                <a:lnTo>
                  <a:pt x="429609" y="126669"/>
                </a:lnTo>
                <a:lnTo>
                  <a:pt x="429487" y="125358"/>
                </a:lnTo>
                <a:lnTo>
                  <a:pt x="429343" y="124069"/>
                </a:lnTo>
                <a:lnTo>
                  <a:pt x="429176" y="122804"/>
                </a:lnTo>
                <a:lnTo>
                  <a:pt x="428987" y="121562"/>
                </a:lnTo>
                <a:lnTo>
                  <a:pt x="428775" y="120343"/>
                </a:lnTo>
                <a:lnTo>
                  <a:pt x="428542" y="119147"/>
                </a:lnTo>
                <a:lnTo>
                  <a:pt x="428286" y="117974"/>
                </a:lnTo>
                <a:lnTo>
                  <a:pt x="428008" y="116825"/>
                </a:lnTo>
                <a:lnTo>
                  <a:pt x="427708" y="115699"/>
                </a:lnTo>
                <a:lnTo>
                  <a:pt x="427386" y="114596"/>
                </a:lnTo>
                <a:lnTo>
                  <a:pt x="427041" y="113516"/>
                </a:lnTo>
                <a:lnTo>
                  <a:pt x="426674" y="112460"/>
                </a:lnTo>
                <a:lnTo>
                  <a:pt x="426285" y="111426"/>
                </a:lnTo>
                <a:lnTo>
                  <a:pt x="425874" y="110416"/>
                </a:lnTo>
                <a:lnTo>
                  <a:pt x="425440" y="109429"/>
                </a:lnTo>
                <a:lnTo>
                  <a:pt x="424984" y="108465"/>
                </a:lnTo>
                <a:lnTo>
                  <a:pt x="424506" y="107524"/>
                </a:lnTo>
                <a:lnTo>
                  <a:pt x="424006" y="106607"/>
                </a:lnTo>
                <a:lnTo>
                  <a:pt x="423483" y="105713"/>
                </a:lnTo>
                <a:lnTo>
                  <a:pt x="422938" y="104837"/>
                </a:lnTo>
                <a:lnTo>
                  <a:pt x="422368" y="103974"/>
                </a:lnTo>
                <a:lnTo>
                  <a:pt x="421776" y="103126"/>
                </a:lnTo>
                <a:lnTo>
                  <a:pt x="421159" y="102291"/>
                </a:lnTo>
                <a:lnTo>
                  <a:pt x="420519" y="101469"/>
                </a:lnTo>
                <a:lnTo>
                  <a:pt x="419855" y="100661"/>
                </a:lnTo>
                <a:lnTo>
                  <a:pt x="419168" y="99867"/>
                </a:lnTo>
                <a:lnTo>
                  <a:pt x="418457" y="99086"/>
                </a:lnTo>
                <a:lnTo>
                  <a:pt x="417722" y="98319"/>
                </a:lnTo>
                <a:lnTo>
                  <a:pt x="416964" y="97565"/>
                </a:lnTo>
                <a:lnTo>
                  <a:pt x="416182" y="96825"/>
                </a:lnTo>
                <a:lnTo>
                  <a:pt x="415377" y="96099"/>
                </a:lnTo>
                <a:lnTo>
                  <a:pt x="414547" y="95386"/>
                </a:lnTo>
                <a:lnTo>
                  <a:pt x="413695" y="94687"/>
                </a:lnTo>
                <a:lnTo>
                  <a:pt x="412818" y="94001"/>
                </a:lnTo>
                <a:lnTo>
                  <a:pt x="411918" y="93329"/>
                </a:lnTo>
                <a:lnTo>
                  <a:pt x="410994" y="92671"/>
                </a:lnTo>
                <a:lnTo>
                  <a:pt x="410047" y="92026"/>
                </a:lnTo>
                <a:lnTo>
                  <a:pt x="409076" y="91395"/>
                </a:lnTo>
                <a:lnTo>
                  <a:pt x="408081" y="90777"/>
                </a:lnTo>
                <a:lnTo>
                  <a:pt x="407063" y="90173"/>
                </a:lnTo>
                <a:lnTo>
                  <a:pt x="406021" y="89582"/>
                </a:lnTo>
                <a:lnTo>
                  <a:pt x="404955" y="89005"/>
                </a:lnTo>
                <a:lnTo>
                  <a:pt x="403866" y="88442"/>
                </a:lnTo>
                <a:lnTo>
                  <a:pt x="402752" y="87887"/>
                </a:lnTo>
                <a:lnTo>
                  <a:pt x="401612" y="87333"/>
                </a:lnTo>
                <a:lnTo>
                  <a:pt x="400447" y="86782"/>
                </a:lnTo>
                <a:lnTo>
                  <a:pt x="399255" y="86233"/>
                </a:lnTo>
                <a:lnTo>
                  <a:pt x="398038" y="85686"/>
                </a:lnTo>
                <a:lnTo>
                  <a:pt x="396796" y="85141"/>
                </a:lnTo>
                <a:lnTo>
                  <a:pt x="395527" y="84598"/>
                </a:lnTo>
                <a:lnTo>
                  <a:pt x="394233" y="84057"/>
                </a:lnTo>
                <a:lnTo>
                  <a:pt x="392913" y="83519"/>
                </a:lnTo>
                <a:lnTo>
                  <a:pt x="391568" y="82982"/>
                </a:lnTo>
                <a:lnTo>
                  <a:pt x="390196" y="82448"/>
                </a:lnTo>
                <a:lnTo>
                  <a:pt x="388799" y="81916"/>
                </a:lnTo>
                <a:lnTo>
                  <a:pt x="387376" y="81386"/>
                </a:lnTo>
                <a:lnTo>
                  <a:pt x="385927" y="80857"/>
                </a:lnTo>
                <a:lnTo>
                  <a:pt x="384453" y="80331"/>
                </a:lnTo>
                <a:lnTo>
                  <a:pt x="382953" y="79808"/>
                </a:lnTo>
                <a:lnTo>
                  <a:pt x="381427" y="79286"/>
                </a:lnTo>
                <a:lnTo>
                  <a:pt x="379875" y="78766"/>
                </a:lnTo>
                <a:lnTo>
                  <a:pt x="378298" y="78249"/>
                </a:lnTo>
                <a:lnTo>
                  <a:pt x="376694" y="77733"/>
                </a:lnTo>
                <a:lnTo>
                  <a:pt x="375066" y="77220"/>
                </a:lnTo>
                <a:lnTo>
                  <a:pt x="373411" y="76709"/>
                </a:lnTo>
                <a:lnTo>
                  <a:pt x="371730" y="76200"/>
                </a:lnTo>
                <a:lnTo>
                  <a:pt x="370024" y="75693"/>
                </a:lnTo>
                <a:lnTo>
                  <a:pt x="368600" y="75278"/>
                </a:lnTo>
                <a:lnTo>
                  <a:pt x="367205" y="74868"/>
                </a:lnTo>
                <a:lnTo>
                  <a:pt x="365837" y="74461"/>
                </a:lnTo>
                <a:lnTo>
                  <a:pt x="364498" y="74058"/>
                </a:lnTo>
                <a:lnTo>
                  <a:pt x="363188" y="73659"/>
                </a:lnTo>
                <a:lnTo>
                  <a:pt x="361905" y="73264"/>
                </a:lnTo>
                <a:lnTo>
                  <a:pt x="360651" y="72872"/>
                </a:lnTo>
                <a:lnTo>
                  <a:pt x="359425" y="72484"/>
                </a:lnTo>
                <a:lnTo>
                  <a:pt x="358228" y="72100"/>
                </a:lnTo>
                <a:lnTo>
                  <a:pt x="357059" y="71720"/>
                </a:lnTo>
                <a:lnTo>
                  <a:pt x="355918" y="71343"/>
                </a:lnTo>
                <a:lnTo>
                  <a:pt x="354806" y="70970"/>
                </a:lnTo>
                <a:lnTo>
                  <a:pt x="353722" y="70601"/>
                </a:lnTo>
                <a:lnTo>
                  <a:pt x="352666" y="70236"/>
                </a:lnTo>
                <a:lnTo>
                  <a:pt x="351638" y="69875"/>
                </a:lnTo>
                <a:lnTo>
                  <a:pt x="350639" y="69517"/>
                </a:lnTo>
                <a:lnTo>
                  <a:pt x="349668" y="69163"/>
                </a:lnTo>
                <a:lnTo>
                  <a:pt x="348726" y="68812"/>
                </a:lnTo>
                <a:lnTo>
                  <a:pt x="347812" y="68466"/>
                </a:lnTo>
                <a:lnTo>
                  <a:pt x="346926" y="68123"/>
                </a:lnTo>
                <a:lnTo>
                  <a:pt x="346068" y="67784"/>
                </a:lnTo>
                <a:lnTo>
                  <a:pt x="345239" y="67449"/>
                </a:lnTo>
                <a:lnTo>
                  <a:pt x="344438" y="67118"/>
                </a:lnTo>
                <a:lnTo>
                  <a:pt x="343666" y="66790"/>
                </a:lnTo>
                <a:lnTo>
                  <a:pt x="342917" y="66463"/>
                </a:lnTo>
                <a:lnTo>
                  <a:pt x="342189" y="66136"/>
                </a:lnTo>
                <a:lnTo>
                  <a:pt x="341480" y="65808"/>
                </a:lnTo>
                <a:lnTo>
                  <a:pt x="340791" y="65479"/>
                </a:lnTo>
                <a:lnTo>
                  <a:pt x="340122" y="65150"/>
                </a:lnTo>
                <a:lnTo>
                  <a:pt x="339473" y="64820"/>
                </a:lnTo>
                <a:lnTo>
                  <a:pt x="338844" y="64489"/>
                </a:lnTo>
                <a:lnTo>
                  <a:pt x="338235" y="64158"/>
                </a:lnTo>
                <a:lnTo>
                  <a:pt x="337646" y="63826"/>
                </a:lnTo>
                <a:lnTo>
                  <a:pt x="337076" y="63493"/>
                </a:lnTo>
                <a:lnTo>
                  <a:pt x="336527" y="63159"/>
                </a:lnTo>
                <a:lnTo>
                  <a:pt x="335997" y="62825"/>
                </a:lnTo>
                <a:lnTo>
                  <a:pt x="335488" y="62490"/>
                </a:lnTo>
                <a:lnTo>
                  <a:pt x="334998" y="62154"/>
                </a:lnTo>
                <a:lnTo>
                  <a:pt x="334528" y="61818"/>
                </a:lnTo>
                <a:lnTo>
                  <a:pt x="334078" y="61481"/>
                </a:lnTo>
                <a:lnTo>
                  <a:pt x="333648" y="61143"/>
                </a:lnTo>
                <a:lnTo>
                  <a:pt x="333238" y="60805"/>
                </a:lnTo>
                <a:lnTo>
                  <a:pt x="332847" y="60466"/>
                </a:lnTo>
                <a:lnTo>
                  <a:pt x="332477" y="60126"/>
                </a:lnTo>
                <a:lnTo>
                  <a:pt x="332126" y="59785"/>
                </a:lnTo>
                <a:lnTo>
                  <a:pt x="331796" y="59444"/>
                </a:lnTo>
                <a:lnTo>
                  <a:pt x="331485" y="59102"/>
                </a:lnTo>
                <a:lnTo>
                  <a:pt x="331194" y="58759"/>
                </a:lnTo>
                <a:lnTo>
                  <a:pt x="330919" y="58414"/>
                </a:lnTo>
                <a:lnTo>
                  <a:pt x="330656" y="58064"/>
                </a:lnTo>
                <a:lnTo>
                  <a:pt x="330404" y="57710"/>
                </a:lnTo>
                <a:lnTo>
                  <a:pt x="330164" y="57351"/>
                </a:lnTo>
                <a:lnTo>
                  <a:pt x="329936" y="56988"/>
                </a:lnTo>
                <a:lnTo>
                  <a:pt x="329719" y="56621"/>
                </a:lnTo>
                <a:lnTo>
                  <a:pt x="329515" y="56249"/>
                </a:lnTo>
                <a:lnTo>
                  <a:pt x="329322" y="55873"/>
                </a:lnTo>
                <a:lnTo>
                  <a:pt x="329140" y="55492"/>
                </a:lnTo>
                <a:lnTo>
                  <a:pt x="328970" y="55106"/>
                </a:lnTo>
                <a:lnTo>
                  <a:pt x="328812" y="54717"/>
                </a:lnTo>
                <a:lnTo>
                  <a:pt x="328666" y="54323"/>
                </a:lnTo>
                <a:lnTo>
                  <a:pt x="328532" y="53924"/>
                </a:lnTo>
                <a:lnTo>
                  <a:pt x="328409" y="53521"/>
                </a:lnTo>
                <a:lnTo>
                  <a:pt x="328297" y="53113"/>
                </a:lnTo>
                <a:lnTo>
                  <a:pt x="328198" y="52701"/>
                </a:lnTo>
                <a:lnTo>
                  <a:pt x="328110" y="52285"/>
                </a:lnTo>
                <a:lnTo>
                  <a:pt x="328034" y="51864"/>
                </a:lnTo>
                <a:lnTo>
                  <a:pt x="327970" y="51439"/>
                </a:lnTo>
                <a:lnTo>
                  <a:pt x="327917" y="51009"/>
                </a:lnTo>
                <a:lnTo>
                  <a:pt x="327876" y="50575"/>
                </a:lnTo>
                <a:lnTo>
                  <a:pt x="327847" y="50136"/>
                </a:lnTo>
                <a:lnTo>
                  <a:pt x="327829" y="49693"/>
                </a:lnTo>
                <a:lnTo>
                  <a:pt x="327823" y="49245"/>
                </a:lnTo>
                <a:lnTo>
                  <a:pt x="327837" y="48466"/>
                </a:lnTo>
                <a:lnTo>
                  <a:pt x="327879" y="47704"/>
                </a:lnTo>
                <a:lnTo>
                  <a:pt x="327948" y="46959"/>
                </a:lnTo>
                <a:lnTo>
                  <a:pt x="328044" y="46231"/>
                </a:lnTo>
                <a:lnTo>
                  <a:pt x="328169" y="45520"/>
                </a:lnTo>
                <a:lnTo>
                  <a:pt x="328321" y="44826"/>
                </a:lnTo>
                <a:lnTo>
                  <a:pt x="328500" y="44150"/>
                </a:lnTo>
                <a:lnTo>
                  <a:pt x="328707" y="43490"/>
                </a:lnTo>
                <a:lnTo>
                  <a:pt x="328942" y="42848"/>
                </a:lnTo>
                <a:lnTo>
                  <a:pt x="329205" y="42222"/>
                </a:lnTo>
                <a:lnTo>
                  <a:pt x="329495" y="41614"/>
                </a:lnTo>
                <a:lnTo>
                  <a:pt x="329812" y="41023"/>
                </a:lnTo>
                <a:lnTo>
                  <a:pt x="330157" y="40449"/>
                </a:lnTo>
                <a:lnTo>
                  <a:pt x="330530" y="39892"/>
                </a:lnTo>
                <a:lnTo>
                  <a:pt x="330931" y="39353"/>
                </a:lnTo>
                <a:lnTo>
                  <a:pt x="331359" y="38830"/>
                </a:lnTo>
                <a:lnTo>
                  <a:pt x="331815" y="38325"/>
                </a:lnTo>
                <a:lnTo>
                  <a:pt x="332298" y="37836"/>
                </a:lnTo>
                <a:lnTo>
                  <a:pt x="332809" y="37365"/>
                </a:lnTo>
                <a:lnTo>
                  <a:pt x="333348" y="36911"/>
                </a:lnTo>
                <a:lnTo>
                  <a:pt x="333914" y="36474"/>
                </a:lnTo>
                <a:lnTo>
                  <a:pt x="334508" y="36054"/>
                </a:lnTo>
                <a:lnTo>
                  <a:pt x="335129" y="35651"/>
                </a:lnTo>
                <a:lnTo>
                  <a:pt x="335778" y="35266"/>
                </a:lnTo>
                <a:lnTo>
                  <a:pt x="336448" y="34896"/>
                </a:lnTo>
                <a:lnTo>
                  <a:pt x="337133" y="34543"/>
                </a:lnTo>
                <a:lnTo>
                  <a:pt x="337832" y="34205"/>
                </a:lnTo>
                <a:lnTo>
                  <a:pt x="338546" y="33883"/>
                </a:lnTo>
                <a:lnTo>
                  <a:pt x="339274" y="33577"/>
                </a:lnTo>
                <a:lnTo>
                  <a:pt x="340017" y="33286"/>
                </a:lnTo>
                <a:lnTo>
                  <a:pt x="340774" y="33011"/>
                </a:lnTo>
                <a:lnTo>
                  <a:pt x="341546" y="32752"/>
                </a:lnTo>
                <a:lnTo>
                  <a:pt x="342332" y="32508"/>
                </a:lnTo>
                <a:lnTo>
                  <a:pt x="343133" y="32280"/>
                </a:lnTo>
                <a:lnTo>
                  <a:pt x="343948" y="32068"/>
                </a:lnTo>
                <a:lnTo>
                  <a:pt x="344778" y="31872"/>
                </a:lnTo>
                <a:lnTo>
                  <a:pt x="345622" y="31691"/>
                </a:lnTo>
                <a:lnTo>
                  <a:pt x="346481" y="31526"/>
                </a:lnTo>
                <a:lnTo>
                  <a:pt x="347354" y="31377"/>
                </a:lnTo>
                <a:lnTo>
                  <a:pt x="348242" y="31243"/>
                </a:lnTo>
                <a:lnTo>
                  <a:pt x="349145" y="31125"/>
                </a:lnTo>
                <a:lnTo>
                  <a:pt x="350061" y="31023"/>
                </a:lnTo>
                <a:lnTo>
                  <a:pt x="350993" y="30937"/>
                </a:lnTo>
                <a:lnTo>
                  <a:pt x="351939" y="30866"/>
                </a:lnTo>
                <a:lnTo>
                  <a:pt x="352899" y="30811"/>
                </a:lnTo>
                <a:lnTo>
                  <a:pt x="353874" y="30772"/>
                </a:lnTo>
                <a:lnTo>
                  <a:pt x="354863" y="30748"/>
                </a:lnTo>
                <a:lnTo>
                  <a:pt x="355867" y="30741"/>
                </a:lnTo>
                <a:lnTo>
                  <a:pt x="356884" y="30750"/>
                </a:lnTo>
                <a:lnTo>
                  <a:pt x="357888" y="30780"/>
                </a:lnTo>
                <a:lnTo>
                  <a:pt x="358880" y="30830"/>
                </a:lnTo>
                <a:lnTo>
                  <a:pt x="359860" y="30900"/>
                </a:lnTo>
                <a:lnTo>
                  <a:pt x="360827" y="30990"/>
                </a:lnTo>
                <a:lnTo>
                  <a:pt x="361783" y="31099"/>
                </a:lnTo>
                <a:lnTo>
                  <a:pt x="362726" y="31229"/>
                </a:lnTo>
                <a:lnTo>
                  <a:pt x="363657" y="31378"/>
                </a:lnTo>
                <a:lnTo>
                  <a:pt x="364576" y="31547"/>
                </a:lnTo>
                <a:lnTo>
                  <a:pt x="365483" y="31737"/>
                </a:lnTo>
                <a:lnTo>
                  <a:pt x="366378" y="31946"/>
                </a:lnTo>
                <a:lnTo>
                  <a:pt x="367260" y="32175"/>
                </a:lnTo>
                <a:lnTo>
                  <a:pt x="368131" y="32424"/>
                </a:lnTo>
                <a:lnTo>
                  <a:pt x="368989" y="32693"/>
                </a:lnTo>
                <a:lnTo>
                  <a:pt x="369835" y="32982"/>
                </a:lnTo>
                <a:lnTo>
                  <a:pt x="370668" y="33291"/>
                </a:lnTo>
                <a:lnTo>
                  <a:pt x="371490" y="33620"/>
                </a:lnTo>
                <a:lnTo>
                  <a:pt x="372299" y="33968"/>
                </a:lnTo>
                <a:lnTo>
                  <a:pt x="373097" y="34337"/>
                </a:lnTo>
                <a:lnTo>
                  <a:pt x="373882" y="34726"/>
                </a:lnTo>
                <a:lnTo>
                  <a:pt x="374655" y="35134"/>
                </a:lnTo>
                <a:lnTo>
                  <a:pt x="375415" y="35562"/>
                </a:lnTo>
                <a:lnTo>
                  <a:pt x="376164" y="36011"/>
                </a:lnTo>
                <a:lnTo>
                  <a:pt x="376900" y="36479"/>
                </a:lnTo>
                <a:lnTo>
                  <a:pt x="377615" y="36967"/>
                </a:lnTo>
                <a:lnTo>
                  <a:pt x="378299" y="37476"/>
                </a:lnTo>
                <a:lnTo>
                  <a:pt x="378952" y="38006"/>
                </a:lnTo>
                <a:lnTo>
                  <a:pt x="379574" y="38555"/>
                </a:lnTo>
                <a:lnTo>
                  <a:pt x="380166" y="39125"/>
                </a:lnTo>
                <a:lnTo>
                  <a:pt x="380726" y="39716"/>
                </a:lnTo>
                <a:lnTo>
                  <a:pt x="381256" y="40327"/>
                </a:lnTo>
                <a:lnTo>
                  <a:pt x="381754" y="40958"/>
                </a:lnTo>
                <a:lnTo>
                  <a:pt x="382222" y="41610"/>
                </a:lnTo>
                <a:lnTo>
                  <a:pt x="382659" y="42282"/>
                </a:lnTo>
                <a:lnTo>
                  <a:pt x="383065" y="42974"/>
                </a:lnTo>
                <a:lnTo>
                  <a:pt x="383440" y="43687"/>
                </a:lnTo>
                <a:lnTo>
                  <a:pt x="383784" y="44420"/>
                </a:lnTo>
                <a:lnTo>
                  <a:pt x="384097" y="45174"/>
                </a:lnTo>
                <a:lnTo>
                  <a:pt x="384379" y="45948"/>
                </a:lnTo>
                <a:lnTo>
                  <a:pt x="384630" y="46743"/>
                </a:lnTo>
                <a:lnTo>
                  <a:pt x="384851" y="47558"/>
                </a:lnTo>
                <a:lnTo>
                  <a:pt x="385041" y="48393"/>
                </a:lnTo>
                <a:lnTo>
                  <a:pt x="385199" y="49249"/>
                </a:lnTo>
                <a:lnTo>
                  <a:pt x="385327" y="50125"/>
                </a:lnTo>
                <a:lnTo>
                  <a:pt x="385424" y="51022"/>
                </a:lnTo>
                <a:lnTo>
                  <a:pt x="385490" y="51939"/>
                </a:lnTo>
                <a:lnTo>
                  <a:pt x="385525" y="52876"/>
                </a:lnTo>
                <a:lnTo>
                  <a:pt x="385529" y="53834"/>
                </a:lnTo>
                <a:lnTo>
                  <a:pt x="424359" y="53834"/>
                </a:lnTo>
                <a:lnTo>
                  <a:pt x="424343" y="52349"/>
                </a:lnTo>
                <a:lnTo>
                  <a:pt x="424295" y="50887"/>
                </a:lnTo>
                <a:lnTo>
                  <a:pt x="424214" y="49447"/>
                </a:lnTo>
                <a:lnTo>
                  <a:pt x="424101" y="48028"/>
                </a:lnTo>
                <a:lnTo>
                  <a:pt x="423956" y="46632"/>
                </a:lnTo>
                <a:lnTo>
                  <a:pt x="423778" y="45258"/>
                </a:lnTo>
                <a:lnTo>
                  <a:pt x="423568" y="43906"/>
                </a:lnTo>
                <a:lnTo>
                  <a:pt x="423326" y="42575"/>
                </a:lnTo>
                <a:lnTo>
                  <a:pt x="423051" y="41267"/>
                </a:lnTo>
                <a:lnTo>
                  <a:pt x="422744" y="39981"/>
                </a:lnTo>
                <a:lnTo>
                  <a:pt x="422405" y="38717"/>
                </a:lnTo>
                <a:lnTo>
                  <a:pt x="422034" y="37474"/>
                </a:lnTo>
                <a:lnTo>
                  <a:pt x="421630" y="36254"/>
                </a:lnTo>
                <a:lnTo>
                  <a:pt x="421194" y="35056"/>
                </a:lnTo>
                <a:lnTo>
                  <a:pt x="420725" y="33880"/>
                </a:lnTo>
                <a:lnTo>
                  <a:pt x="420225" y="32726"/>
                </a:lnTo>
                <a:lnTo>
                  <a:pt x="419692" y="31594"/>
                </a:lnTo>
                <a:lnTo>
                  <a:pt x="419126" y="30484"/>
                </a:lnTo>
                <a:lnTo>
                  <a:pt x="418529" y="29396"/>
                </a:lnTo>
                <a:lnTo>
                  <a:pt x="417899" y="28330"/>
                </a:lnTo>
                <a:lnTo>
                  <a:pt x="417237" y="27286"/>
                </a:lnTo>
                <a:lnTo>
                  <a:pt x="416542" y="26264"/>
                </a:lnTo>
                <a:lnTo>
                  <a:pt x="415815" y="25264"/>
                </a:lnTo>
                <a:lnTo>
                  <a:pt x="415056" y="24286"/>
                </a:lnTo>
                <a:lnTo>
                  <a:pt x="414270" y="23329"/>
                </a:lnTo>
                <a:lnTo>
                  <a:pt x="413462" y="22393"/>
                </a:lnTo>
                <a:lnTo>
                  <a:pt x="412633" y="21478"/>
                </a:lnTo>
                <a:lnTo>
                  <a:pt x="411781" y="20583"/>
                </a:lnTo>
                <a:lnTo>
                  <a:pt x="410908" y="19709"/>
                </a:lnTo>
                <a:lnTo>
                  <a:pt x="410013" y="18855"/>
                </a:lnTo>
                <a:lnTo>
                  <a:pt x="409096" y="18022"/>
                </a:lnTo>
                <a:lnTo>
                  <a:pt x="408158" y="17210"/>
                </a:lnTo>
                <a:lnTo>
                  <a:pt x="407197" y="16418"/>
                </a:lnTo>
                <a:lnTo>
                  <a:pt x="406215" y="15647"/>
                </a:lnTo>
                <a:lnTo>
                  <a:pt x="405212" y="14896"/>
                </a:lnTo>
                <a:lnTo>
                  <a:pt x="404186" y="14166"/>
                </a:lnTo>
                <a:lnTo>
                  <a:pt x="403139" y="13457"/>
                </a:lnTo>
                <a:lnTo>
                  <a:pt x="402069" y="12768"/>
                </a:lnTo>
                <a:lnTo>
                  <a:pt x="400979" y="12100"/>
                </a:lnTo>
                <a:lnTo>
                  <a:pt x="399866" y="11453"/>
                </a:lnTo>
                <a:lnTo>
                  <a:pt x="398731" y="10826"/>
                </a:lnTo>
                <a:lnTo>
                  <a:pt x="397575" y="10220"/>
                </a:lnTo>
                <a:lnTo>
                  <a:pt x="396397" y="9634"/>
                </a:lnTo>
                <a:lnTo>
                  <a:pt x="395198" y="9069"/>
                </a:lnTo>
                <a:lnTo>
                  <a:pt x="393976" y="8525"/>
                </a:lnTo>
                <a:lnTo>
                  <a:pt x="392733" y="8001"/>
                </a:lnTo>
                <a:lnTo>
                  <a:pt x="391468" y="7498"/>
                </a:lnTo>
                <a:lnTo>
                  <a:pt x="390181" y="7015"/>
                </a:lnTo>
                <a:lnTo>
                  <a:pt x="388878" y="6553"/>
                </a:lnTo>
                <a:lnTo>
                  <a:pt x="387564" y="6110"/>
                </a:lnTo>
                <a:lnTo>
                  <a:pt x="386240" y="5687"/>
                </a:lnTo>
                <a:lnTo>
                  <a:pt x="384906" y="5284"/>
                </a:lnTo>
                <a:lnTo>
                  <a:pt x="383561" y="4900"/>
                </a:lnTo>
                <a:lnTo>
                  <a:pt x="382205" y="4536"/>
                </a:lnTo>
                <a:lnTo>
                  <a:pt x="380839" y="4192"/>
                </a:lnTo>
                <a:lnTo>
                  <a:pt x="379462" y="3867"/>
                </a:lnTo>
                <a:lnTo>
                  <a:pt x="378075" y="3562"/>
                </a:lnTo>
                <a:lnTo>
                  <a:pt x="376677" y="3277"/>
                </a:lnTo>
                <a:lnTo>
                  <a:pt x="375269" y="3011"/>
                </a:lnTo>
                <a:lnTo>
                  <a:pt x="373850" y="2765"/>
                </a:lnTo>
                <a:lnTo>
                  <a:pt x="372421" y="2539"/>
                </a:lnTo>
                <a:lnTo>
                  <a:pt x="370981" y="2332"/>
                </a:lnTo>
                <a:lnTo>
                  <a:pt x="369530" y="2145"/>
                </a:lnTo>
                <a:lnTo>
                  <a:pt x="368069" y="1978"/>
                </a:lnTo>
                <a:lnTo>
                  <a:pt x="366598" y="1830"/>
                </a:lnTo>
                <a:lnTo>
                  <a:pt x="365116" y="1702"/>
                </a:lnTo>
                <a:lnTo>
                  <a:pt x="363623" y="1594"/>
                </a:lnTo>
                <a:lnTo>
                  <a:pt x="362120" y="1506"/>
                </a:lnTo>
                <a:lnTo>
                  <a:pt x="360606" y="1437"/>
                </a:lnTo>
                <a:lnTo>
                  <a:pt x="359082" y="1388"/>
                </a:lnTo>
                <a:lnTo>
                  <a:pt x="357548" y="1358"/>
                </a:lnTo>
                <a:lnTo>
                  <a:pt x="356002" y="1348"/>
                </a:lnTo>
                <a:lnTo>
                  <a:pt x="354381" y="1357"/>
                </a:lnTo>
                <a:lnTo>
                  <a:pt x="352775" y="1385"/>
                </a:lnTo>
                <a:lnTo>
                  <a:pt x="351184" y="1431"/>
                </a:lnTo>
                <a:lnTo>
                  <a:pt x="349609" y="1494"/>
                </a:lnTo>
                <a:lnTo>
                  <a:pt x="348050" y="1577"/>
                </a:lnTo>
                <a:lnTo>
                  <a:pt x="346505" y="1677"/>
                </a:lnTo>
                <a:lnTo>
                  <a:pt x="344977" y="1796"/>
                </a:lnTo>
                <a:lnTo>
                  <a:pt x="343463" y="1933"/>
                </a:lnTo>
                <a:lnTo>
                  <a:pt x="341966" y="2088"/>
                </a:lnTo>
                <a:lnTo>
                  <a:pt x="340483" y="2262"/>
                </a:lnTo>
                <a:lnTo>
                  <a:pt x="339016" y="2454"/>
                </a:lnTo>
                <a:lnTo>
                  <a:pt x="337565" y="2664"/>
                </a:lnTo>
                <a:lnTo>
                  <a:pt x="336129" y="2892"/>
                </a:lnTo>
                <a:lnTo>
                  <a:pt x="334708" y="3139"/>
                </a:lnTo>
                <a:lnTo>
                  <a:pt x="333303" y="3404"/>
                </a:lnTo>
                <a:lnTo>
                  <a:pt x="331913" y="3687"/>
                </a:lnTo>
                <a:lnTo>
                  <a:pt x="330539" y="3989"/>
                </a:lnTo>
                <a:lnTo>
                  <a:pt x="329180" y="4308"/>
                </a:lnTo>
                <a:lnTo>
                  <a:pt x="327837" y="4646"/>
                </a:lnTo>
                <a:lnTo>
                  <a:pt x="326509" y="5003"/>
                </a:lnTo>
                <a:lnTo>
                  <a:pt x="325196" y="5377"/>
                </a:lnTo>
                <a:lnTo>
                  <a:pt x="323899" y="5770"/>
                </a:lnTo>
                <a:lnTo>
                  <a:pt x="322618" y="6181"/>
                </a:lnTo>
                <a:lnTo>
                  <a:pt x="321352" y="6611"/>
                </a:lnTo>
                <a:lnTo>
                  <a:pt x="320105" y="7059"/>
                </a:lnTo>
                <a:lnTo>
                  <a:pt x="318880" y="7529"/>
                </a:lnTo>
                <a:lnTo>
                  <a:pt x="317679" y="8018"/>
                </a:lnTo>
                <a:lnTo>
                  <a:pt x="316500" y="8528"/>
                </a:lnTo>
                <a:lnTo>
                  <a:pt x="315344" y="9058"/>
                </a:lnTo>
                <a:lnTo>
                  <a:pt x="314210" y="9609"/>
                </a:lnTo>
                <a:lnTo>
                  <a:pt x="313099" y="10180"/>
                </a:lnTo>
                <a:lnTo>
                  <a:pt x="312011" y="10771"/>
                </a:lnTo>
                <a:lnTo>
                  <a:pt x="310946" y="11383"/>
                </a:lnTo>
                <a:lnTo>
                  <a:pt x="309903" y="12015"/>
                </a:lnTo>
                <a:lnTo>
                  <a:pt x="308883" y="12668"/>
                </a:lnTo>
                <a:lnTo>
                  <a:pt x="307886" y="13340"/>
                </a:lnTo>
                <a:lnTo>
                  <a:pt x="306911" y="14034"/>
                </a:lnTo>
                <a:lnTo>
                  <a:pt x="305960" y="14747"/>
                </a:lnTo>
                <a:lnTo>
                  <a:pt x="305030" y="15481"/>
                </a:lnTo>
                <a:lnTo>
                  <a:pt x="304124" y="16236"/>
                </a:lnTo>
                <a:lnTo>
                  <a:pt x="303240" y="17011"/>
                </a:lnTo>
                <a:lnTo>
                  <a:pt x="302379" y="17806"/>
                </a:lnTo>
                <a:lnTo>
                  <a:pt x="301541" y="18621"/>
                </a:lnTo>
                <a:lnTo>
                  <a:pt x="300725" y="19457"/>
                </a:lnTo>
                <a:lnTo>
                  <a:pt x="299932" y="20314"/>
                </a:lnTo>
                <a:lnTo>
                  <a:pt x="299162" y="21190"/>
                </a:lnTo>
                <a:lnTo>
                  <a:pt x="298415" y="22087"/>
                </a:lnTo>
                <a:lnTo>
                  <a:pt x="297690" y="23005"/>
                </a:lnTo>
                <a:lnTo>
                  <a:pt x="296991" y="23944"/>
                </a:lnTo>
                <a:lnTo>
                  <a:pt x="296322" y="24906"/>
                </a:lnTo>
                <a:lnTo>
                  <a:pt x="295683" y="25890"/>
                </a:lnTo>
                <a:lnTo>
                  <a:pt x="295074" y="26897"/>
                </a:lnTo>
                <a:lnTo>
                  <a:pt x="294494" y="27927"/>
                </a:lnTo>
                <a:lnTo>
                  <a:pt x="293944" y="28980"/>
                </a:lnTo>
                <a:lnTo>
                  <a:pt x="293424" y="30055"/>
                </a:lnTo>
                <a:lnTo>
                  <a:pt x="292933" y="31153"/>
                </a:lnTo>
                <a:lnTo>
                  <a:pt x="292473" y="32274"/>
                </a:lnTo>
                <a:lnTo>
                  <a:pt x="292041" y="33417"/>
                </a:lnTo>
                <a:lnTo>
                  <a:pt x="291640" y="34583"/>
                </a:lnTo>
                <a:lnTo>
                  <a:pt x="291269" y="35772"/>
                </a:lnTo>
                <a:lnTo>
                  <a:pt x="290927" y="36984"/>
                </a:lnTo>
                <a:lnTo>
                  <a:pt x="290615" y="38218"/>
                </a:lnTo>
                <a:lnTo>
                  <a:pt x="290332" y="39475"/>
                </a:lnTo>
                <a:lnTo>
                  <a:pt x="290079" y="40755"/>
                </a:lnTo>
                <a:lnTo>
                  <a:pt x="289857" y="42058"/>
                </a:lnTo>
                <a:lnTo>
                  <a:pt x="289663" y="43383"/>
                </a:lnTo>
                <a:lnTo>
                  <a:pt x="289500" y="44731"/>
                </a:lnTo>
                <a:lnTo>
                  <a:pt x="289366" y="46102"/>
                </a:lnTo>
                <a:lnTo>
                  <a:pt x="289262" y="47495"/>
                </a:lnTo>
                <a:lnTo>
                  <a:pt x="289188" y="48911"/>
                </a:lnTo>
                <a:lnTo>
                  <a:pt x="289143" y="50350"/>
                </a:lnTo>
                <a:lnTo>
                  <a:pt x="289128" y="51811"/>
                </a:lnTo>
                <a:lnTo>
                  <a:pt x="289141" y="53172"/>
                </a:lnTo>
                <a:lnTo>
                  <a:pt x="289180" y="54512"/>
                </a:lnTo>
                <a:lnTo>
                  <a:pt x="289245" y="55830"/>
                </a:lnTo>
                <a:lnTo>
                  <a:pt x="289336" y="57126"/>
                </a:lnTo>
                <a:lnTo>
                  <a:pt x="289453" y="58401"/>
                </a:lnTo>
                <a:lnTo>
                  <a:pt x="289596" y="59654"/>
                </a:lnTo>
                <a:lnTo>
                  <a:pt x="289765" y="60886"/>
                </a:lnTo>
                <a:lnTo>
                  <a:pt x="289960" y="62096"/>
                </a:lnTo>
                <a:lnTo>
                  <a:pt x="290180" y="63285"/>
                </a:lnTo>
                <a:lnTo>
                  <a:pt x="290427" y="64452"/>
                </a:lnTo>
                <a:lnTo>
                  <a:pt x="290700" y="65597"/>
                </a:lnTo>
                <a:lnTo>
                  <a:pt x="290999" y="66721"/>
                </a:lnTo>
                <a:lnTo>
                  <a:pt x="291324" y="67824"/>
                </a:lnTo>
                <a:lnTo>
                  <a:pt x="291674" y="68905"/>
                </a:lnTo>
                <a:lnTo>
                  <a:pt x="292051" y="69964"/>
                </a:lnTo>
                <a:lnTo>
                  <a:pt x="292454" y="71002"/>
                </a:lnTo>
                <a:lnTo>
                  <a:pt x="292883" y="72018"/>
                </a:lnTo>
                <a:lnTo>
                  <a:pt x="293337" y="73013"/>
                </a:lnTo>
                <a:lnTo>
                  <a:pt x="293818" y="73986"/>
                </a:lnTo>
                <a:lnTo>
                  <a:pt x="294325" y="74937"/>
                </a:lnTo>
                <a:lnTo>
                  <a:pt x="294857" y="75867"/>
                </a:lnTo>
                <a:lnTo>
                  <a:pt x="295416" y="76776"/>
                </a:lnTo>
                <a:lnTo>
                  <a:pt x="296000" y="77663"/>
                </a:lnTo>
                <a:lnTo>
                  <a:pt x="296611" y="78528"/>
                </a:lnTo>
                <a:lnTo>
                  <a:pt x="297245" y="79376"/>
                </a:lnTo>
                <a:lnTo>
                  <a:pt x="297901" y="80210"/>
                </a:lnTo>
                <a:lnTo>
                  <a:pt x="298579" y="81032"/>
                </a:lnTo>
                <a:lnTo>
                  <a:pt x="299278" y="81840"/>
                </a:lnTo>
                <a:lnTo>
                  <a:pt x="299998" y="82636"/>
                </a:lnTo>
                <a:lnTo>
                  <a:pt x="300740" y="83418"/>
                </a:lnTo>
                <a:lnTo>
                  <a:pt x="301504" y="84187"/>
                </a:lnTo>
                <a:lnTo>
                  <a:pt x="302289" y="84943"/>
                </a:lnTo>
                <a:lnTo>
                  <a:pt x="303095" y="85686"/>
                </a:lnTo>
                <a:lnTo>
                  <a:pt x="303924" y="86415"/>
                </a:lnTo>
                <a:lnTo>
                  <a:pt x="304773" y="87132"/>
                </a:lnTo>
                <a:lnTo>
                  <a:pt x="305644" y="87835"/>
                </a:lnTo>
                <a:lnTo>
                  <a:pt x="306537" y="88526"/>
                </a:lnTo>
                <a:lnTo>
                  <a:pt x="307452" y="89203"/>
                </a:lnTo>
                <a:lnTo>
                  <a:pt x="308387" y="89867"/>
                </a:lnTo>
                <a:lnTo>
                  <a:pt x="309345" y="90518"/>
                </a:lnTo>
                <a:lnTo>
                  <a:pt x="310324" y="91156"/>
                </a:lnTo>
                <a:lnTo>
                  <a:pt x="311324" y="91781"/>
                </a:lnTo>
                <a:lnTo>
                  <a:pt x="312346" y="92393"/>
                </a:lnTo>
                <a:lnTo>
                  <a:pt x="313390" y="92992"/>
                </a:lnTo>
                <a:lnTo>
                  <a:pt x="314455" y="93577"/>
                </a:lnTo>
                <a:lnTo>
                  <a:pt x="315541" y="94150"/>
                </a:lnTo>
                <a:lnTo>
                  <a:pt x="316649" y="94709"/>
                </a:lnTo>
                <a:lnTo>
                  <a:pt x="317779" y="95255"/>
                </a:lnTo>
                <a:lnTo>
                  <a:pt x="318928" y="95793"/>
                </a:lnTo>
                <a:lnTo>
                  <a:pt x="320095" y="96327"/>
                </a:lnTo>
                <a:lnTo>
                  <a:pt x="321279" y="96857"/>
                </a:lnTo>
                <a:lnTo>
                  <a:pt x="322481" y="97384"/>
                </a:lnTo>
                <a:lnTo>
                  <a:pt x="323700" y="97907"/>
                </a:lnTo>
                <a:lnTo>
                  <a:pt x="324937" y="98426"/>
                </a:lnTo>
                <a:lnTo>
                  <a:pt x="326192" y="98941"/>
                </a:lnTo>
                <a:lnTo>
                  <a:pt x="327464" y="99453"/>
                </a:lnTo>
                <a:lnTo>
                  <a:pt x="328754" y="99960"/>
                </a:lnTo>
                <a:lnTo>
                  <a:pt x="330061" y="100464"/>
                </a:lnTo>
                <a:lnTo>
                  <a:pt x="331386" y="100965"/>
                </a:lnTo>
                <a:lnTo>
                  <a:pt x="332728" y="101461"/>
                </a:lnTo>
                <a:lnTo>
                  <a:pt x="334088" y="101954"/>
                </a:lnTo>
                <a:lnTo>
                  <a:pt x="335465" y="102443"/>
                </a:lnTo>
                <a:lnTo>
                  <a:pt x="336860" y="102929"/>
                </a:lnTo>
                <a:lnTo>
                  <a:pt x="338273" y="103410"/>
                </a:lnTo>
                <a:lnTo>
                  <a:pt x="339703" y="103888"/>
                </a:lnTo>
                <a:lnTo>
                  <a:pt x="341150" y="104362"/>
                </a:lnTo>
                <a:lnTo>
                  <a:pt x="342615" y="104833"/>
                </a:lnTo>
                <a:lnTo>
                  <a:pt x="344098" y="105299"/>
                </a:lnTo>
                <a:lnTo>
                  <a:pt x="345598" y="105762"/>
                </a:lnTo>
                <a:lnTo>
                  <a:pt x="347116" y="106221"/>
                </a:lnTo>
                <a:lnTo>
                  <a:pt x="348652" y="106677"/>
                </a:lnTo>
                <a:lnTo>
                  <a:pt x="350205" y="107128"/>
                </a:lnTo>
                <a:lnTo>
                  <a:pt x="351529" y="107498"/>
                </a:lnTo>
                <a:lnTo>
                  <a:pt x="352829" y="107866"/>
                </a:lnTo>
                <a:lnTo>
                  <a:pt x="354104" y="108232"/>
                </a:lnTo>
                <a:lnTo>
                  <a:pt x="355354" y="108596"/>
                </a:lnTo>
                <a:lnTo>
                  <a:pt x="356580" y="108958"/>
                </a:lnTo>
                <a:lnTo>
                  <a:pt x="357780" y="109317"/>
                </a:lnTo>
                <a:lnTo>
                  <a:pt x="358956" y="109675"/>
                </a:lnTo>
                <a:lnTo>
                  <a:pt x="360107" y="110030"/>
                </a:lnTo>
                <a:lnTo>
                  <a:pt x="361233" y="110383"/>
                </a:lnTo>
                <a:lnTo>
                  <a:pt x="362334" y="110734"/>
                </a:lnTo>
                <a:lnTo>
                  <a:pt x="363411" y="111083"/>
                </a:lnTo>
                <a:lnTo>
                  <a:pt x="364463" y="111430"/>
                </a:lnTo>
                <a:lnTo>
                  <a:pt x="365490" y="111775"/>
                </a:lnTo>
                <a:lnTo>
                  <a:pt x="366492" y="112118"/>
                </a:lnTo>
                <a:lnTo>
                  <a:pt x="367469" y="112458"/>
                </a:lnTo>
                <a:lnTo>
                  <a:pt x="368421" y="112797"/>
                </a:lnTo>
                <a:lnTo>
                  <a:pt x="369349" y="113133"/>
                </a:lnTo>
                <a:lnTo>
                  <a:pt x="370252" y="113467"/>
                </a:lnTo>
                <a:lnTo>
                  <a:pt x="371130" y="113799"/>
                </a:lnTo>
                <a:lnTo>
                  <a:pt x="371983" y="114129"/>
                </a:lnTo>
                <a:lnTo>
                  <a:pt x="372811" y="114457"/>
                </a:lnTo>
                <a:lnTo>
                  <a:pt x="373615" y="114783"/>
                </a:lnTo>
                <a:lnTo>
                  <a:pt x="374394" y="115107"/>
                </a:lnTo>
                <a:lnTo>
                  <a:pt x="375148" y="115429"/>
                </a:lnTo>
                <a:lnTo>
                  <a:pt x="375880" y="115750"/>
                </a:lnTo>
                <a:lnTo>
                  <a:pt x="376593" y="116075"/>
                </a:lnTo>
                <a:lnTo>
                  <a:pt x="377288" y="116402"/>
                </a:lnTo>
                <a:lnTo>
                  <a:pt x="377964" y="116732"/>
                </a:lnTo>
                <a:lnTo>
                  <a:pt x="378621" y="117065"/>
                </a:lnTo>
                <a:lnTo>
                  <a:pt x="379260" y="117401"/>
                </a:lnTo>
                <a:lnTo>
                  <a:pt x="379880" y="117739"/>
                </a:lnTo>
                <a:lnTo>
                  <a:pt x="380481" y="118081"/>
                </a:lnTo>
                <a:lnTo>
                  <a:pt x="381063" y="118425"/>
                </a:lnTo>
                <a:lnTo>
                  <a:pt x="381627" y="118772"/>
                </a:lnTo>
                <a:lnTo>
                  <a:pt x="382172" y="119122"/>
                </a:lnTo>
                <a:lnTo>
                  <a:pt x="382698" y="119474"/>
                </a:lnTo>
                <a:lnTo>
                  <a:pt x="383205" y="119830"/>
                </a:lnTo>
                <a:lnTo>
                  <a:pt x="383694" y="120188"/>
                </a:lnTo>
                <a:lnTo>
                  <a:pt x="384164" y="120549"/>
                </a:lnTo>
                <a:lnTo>
                  <a:pt x="384616" y="120913"/>
                </a:lnTo>
                <a:lnTo>
                  <a:pt x="385048" y="121280"/>
                </a:lnTo>
                <a:lnTo>
                  <a:pt x="385462" y="121650"/>
                </a:lnTo>
                <a:lnTo>
                  <a:pt x="385857" y="122022"/>
                </a:lnTo>
                <a:lnTo>
                  <a:pt x="386233" y="122398"/>
                </a:lnTo>
                <a:lnTo>
                  <a:pt x="386591" y="122776"/>
                </a:lnTo>
                <a:lnTo>
                  <a:pt x="386930" y="123157"/>
                </a:lnTo>
                <a:lnTo>
                  <a:pt x="387250" y="123540"/>
                </a:lnTo>
                <a:lnTo>
                  <a:pt x="387552" y="123927"/>
                </a:lnTo>
                <a:lnTo>
                  <a:pt x="387838" y="124319"/>
                </a:lnTo>
                <a:lnTo>
                  <a:pt x="388112" y="124720"/>
                </a:lnTo>
                <a:lnTo>
                  <a:pt x="388373" y="125130"/>
                </a:lnTo>
                <a:lnTo>
                  <a:pt x="388623" y="125548"/>
                </a:lnTo>
                <a:lnTo>
                  <a:pt x="388860" y="125975"/>
                </a:lnTo>
                <a:lnTo>
                  <a:pt x="389085" y="126411"/>
                </a:lnTo>
                <a:lnTo>
                  <a:pt x="389298" y="126855"/>
                </a:lnTo>
                <a:lnTo>
                  <a:pt x="389499" y="127308"/>
                </a:lnTo>
                <a:lnTo>
                  <a:pt x="389688" y="127769"/>
                </a:lnTo>
                <a:lnTo>
                  <a:pt x="389864" y="128240"/>
                </a:lnTo>
                <a:lnTo>
                  <a:pt x="390029" y="128719"/>
                </a:lnTo>
                <a:lnTo>
                  <a:pt x="390181" y="129206"/>
                </a:lnTo>
                <a:lnTo>
                  <a:pt x="390321" y="129702"/>
                </a:lnTo>
                <a:lnTo>
                  <a:pt x="390449" y="130207"/>
                </a:lnTo>
                <a:lnTo>
                  <a:pt x="390564" y="130721"/>
                </a:lnTo>
                <a:lnTo>
                  <a:pt x="390668" y="131243"/>
                </a:lnTo>
                <a:lnTo>
                  <a:pt x="390759" y="131774"/>
                </a:lnTo>
                <a:lnTo>
                  <a:pt x="390838" y="132314"/>
                </a:lnTo>
                <a:lnTo>
                  <a:pt x="390905" y="132862"/>
                </a:lnTo>
                <a:lnTo>
                  <a:pt x="390960" y="133419"/>
                </a:lnTo>
                <a:lnTo>
                  <a:pt x="391002" y="133984"/>
                </a:lnTo>
                <a:lnTo>
                  <a:pt x="391033" y="134558"/>
                </a:lnTo>
                <a:lnTo>
                  <a:pt x="391051" y="135141"/>
                </a:lnTo>
                <a:lnTo>
                  <a:pt x="391057" y="135733"/>
                </a:lnTo>
                <a:lnTo>
                  <a:pt x="391050" y="136347"/>
                </a:lnTo>
                <a:lnTo>
                  <a:pt x="391029" y="136952"/>
                </a:lnTo>
                <a:lnTo>
                  <a:pt x="390993" y="137549"/>
                </a:lnTo>
                <a:lnTo>
                  <a:pt x="390943" y="138136"/>
                </a:lnTo>
                <a:lnTo>
                  <a:pt x="390879" y="138713"/>
                </a:lnTo>
                <a:lnTo>
                  <a:pt x="390800" y="139282"/>
                </a:lnTo>
                <a:lnTo>
                  <a:pt x="390707" y="139842"/>
                </a:lnTo>
                <a:lnTo>
                  <a:pt x="390600" y="140392"/>
                </a:lnTo>
                <a:lnTo>
                  <a:pt x="390479" y="140933"/>
                </a:lnTo>
                <a:lnTo>
                  <a:pt x="390343" y="141466"/>
                </a:lnTo>
                <a:lnTo>
                  <a:pt x="390193" y="141989"/>
                </a:lnTo>
                <a:lnTo>
                  <a:pt x="390029" y="142502"/>
                </a:lnTo>
                <a:lnTo>
                  <a:pt x="389851" y="143007"/>
                </a:lnTo>
                <a:lnTo>
                  <a:pt x="389658" y="143503"/>
                </a:lnTo>
                <a:lnTo>
                  <a:pt x="389451" y="143989"/>
                </a:lnTo>
                <a:lnTo>
                  <a:pt x="389230" y="144466"/>
                </a:lnTo>
                <a:lnTo>
                  <a:pt x="388994" y="144935"/>
                </a:lnTo>
                <a:lnTo>
                  <a:pt x="388744" y="145394"/>
                </a:lnTo>
                <a:lnTo>
                  <a:pt x="388480" y="145843"/>
                </a:lnTo>
                <a:lnTo>
                  <a:pt x="388202" y="146284"/>
                </a:lnTo>
                <a:lnTo>
                  <a:pt x="387909" y="146716"/>
                </a:lnTo>
                <a:lnTo>
                  <a:pt x="387602" y="147138"/>
                </a:lnTo>
                <a:lnTo>
                  <a:pt x="387281" y="147551"/>
                </a:lnTo>
                <a:lnTo>
                  <a:pt x="386945" y="147956"/>
                </a:lnTo>
                <a:lnTo>
                  <a:pt x="386597" y="148351"/>
                </a:lnTo>
                <a:lnTo>
                  <a:pt x="386238" y="148737"/>
                </a:lnTo>
                <a:lnTo>
                  <a:pt x="385867" y="149115"/>
                </a:lnTo>
                <a:lnTo>
                  <a:pt x="385486" y="149484"/>
                </a:lnTo>
                <a:lnTo>
                  <a:pt x="385094" y="149845"/>
                </a:lnTo>
                <a:lnTo>
                  <a:pt x="384691" y="150197"/>
                </a:lnTo>
                <a:lnTo>
                  <a:pt x="384277" y="150540"/>
                </a:lnTo>
                <a:lnTo>
                  <a:pt x="383851" y="150874"/>
                </a:lnTo>
                <a:lnTo>
                  <a:pt x="383415" y="151200"/>
                </a:lnTo>
                <a:lnTo>
                  <a:pt x="382968" y="151517"/>
                </a:lnTo>
                <a:lnTo>
                  <a:pt x="382510" y="151826"/>
                </a:lnTo>
                <a:lnTo>
                  <a:pt x="382041" y="152126"/>
                </a:lnTo>
                <a:lnTo>
                  <a:pt x="381560" y="152417"/>
                </a:lnTo>
                <a:lnTo>
                  <a:pt x="381069" y="152699"/>
                </a:lnTo>
                <a:lnTo>
                  <a:pt x="380567" y="152973"/>
                </a:lnTo>
                <a:lnTo>
                  <a:pt x="380054" y="153238"/>
                </a:lnTo>
                <a:lnTo>
                  <a:pt x="379530" y="153495"/>
                </a:lnTo>
                <a:lnTo>
                  <a:pt x="378994" y="153742"/>
                </a:lnTo>
                <a:lnTo>
                  <a:pt x="378448" y="153981"/>
                </a:lnTo>
                <a:lnTo>
                  <a:pt x="377891" y="154212"/>
                </a:lnTo>
                <a:lnTo>
                  <a:pt x="377323" y="154433"/>
                </a:lnTo>
                <a:lnTo>
                  <a:pt x="376744" y="154647"/>
                </a:lnTo>
                <a:lnTo>
                  <a:pt x="376153" y="154851"/>
                </a:lnTo>
                <a:lnTo>
                  <a:pt x="375552" y="155047"/>
                </a:lnTo>
                <a:lnTo>
                  <a:pt x="374941" y="155234"/>
                </a:lnTo>
                <a:lnTo>
                  <a:pt x="374323" y="155413"/>
                </a:lnTo>
                <a:lnTo>
                  <a:pt x="373696" y="155585"/>
                </a:lnTo>
                <a:lnTo>
                  <a:pt x="373062" y="155748"/>
                </a:lnTo>
                <a:lnTo>
                  <a:pt x="372419" y="155904"/>
                </a:lnTo>
                <a:lnTo>
                  <a:pt x="371769" y="156051"/>
                </a:lnTo>
                <a:lnTo>
                  <a:pt x="371110" y="156191"/>
                </a:lnTo>
                <a:lnTo>
                  <a:pt x="370444" y="156322"/>
                </a:lnTo>
                <a:lnTo>
                  <a:pt x="369769" y="156446"/>
                </a:lnTo>
                <a:lnTo>
                  <a:pt x="369087" y="156561"/>
                </a:lnTo>
                <a:lnTo>
                  <a:pt x="368397" y="156669"/>
                </a:lnTo>
                <a:lnTo>
                  <a:pt x="367698" y="156769"/>
                </a:lnTo>
                <a:lnTo>
                  <a:pt x="366992" y="156860"/>
                </a:lnTo>
                <a:lnTo>
                  <a:pt x="366278" y="156944"/>
                </a:lnTo>
                <a:lnTo>
                  <a:pt x="365556" y="157020"/>
                </a:lnTo>
                <a:lnTo>
                  <a:pt x="364826" y="157088"/>
                </a:lnTo>
                <a:lnTo>
                  <a:pt x="364088" y="157147"/>
                </a:lnTo>
                <a:lnTo>
                  <a:pt x="363342" y="157199"/>
                </a:lnTo>
                <a:lnTo>
                  <a:pt x="362588" y="157243"/>
                </a:lnTo>
                <a:lnTo>
                  <a:pt x="361826" y="157279"/>
                </a:lnTo>
                <a:lnTo>
                  <a:pt x="361056" y="157307"/>
                </a:lnTo>
                <a:lnTo>
                  <a:pt x="360278" y="157327"/>
                </a:lnTo>
                <a:lnTo>
                  <a:pt x="359493" y="157339"/>
                </a:lnTo>
                <a:lnTo>
                  <a:pt x="358699" y="157343"/>
                </a:lnTo>
                <a:lnTo>
                  <a:pt x="357871" y="157338"/>
                </a:lnTo>
                <a:lnTo>
                  <a:pt x="357051" y="157325"/>
                </a:lnTo>
                <a:lnTo>
                  <a:pt x="356239" y="157303"/>
                </a:lnTo>
                <a:lnTo>
                  <a:pt x="355435" y="157272"/>
                </a:lnTo>
                <a:lnTo>
                  <a:pt x="354638" y="157231"/>
                </a:lnTo>
                <a:lnTo>
                  <a:pt x="353849" y="157182"/>
                </a:lnTo>
                <a:lnTo>
                  <a:pt x="353068" y="157125"/>
                </a:lnTo>
                <a:lnTo>
                  <a:pt x="352295" y="157058"/>
                </a:lnTo>
                <a:lnTo>
                  <a:pt x="351529" y="156982"/>
                </a:lnTo>
                <a:lnTo>
                  <a:pt x="350771" y="156897"/>
                </a:lnTo>
                <a:lnTo>
                  <a:pt x="350020" y="156804"/>
                </a:lnTo>
                <a:lnTo>
                  <a:pt x="349278" y="156701"/>
                </a:lnTo>
                <a:lnTo>
                  <a:pt x="348543" y="156590"/>
                </a:lnTo>
                <a:lnTo>
                  <a:pt x="347816" y="156470"/>
                </a:lnTo>
                <a:lnTo>
                  <a:pt x="347096" y="156341"/>
                </a:lnTo>
                <a:lnTo>
                  <a:pt x="346385" y="156202"/>
                </a:lnTo>
                <a:lnTo>
                  <a:pt x="345681" y="156055"/>
                </a:lnTo>
                <a:lnTo>
                  <a:pt x="344984" y="155900"/>
                </a:lnTo>
                <a:lnTo>
                  <a:pt x="344296" y="155735"/>
                </a:lnTo>
                <a:lnTo>
                  <a:pt x="343615" y="155561"/>
                </a:lnTo>
                <a:lnTo>
                  <a:pt x="342942" y="155378"/>
                </a:lnTo>
                <a:lnTo>
                  <a:pt x="342277" y="155187"/>
                </a:lnTo>
                <a:lnTo>
                  <a:pt x="341619" y="154986"/>
                </a:lnTo>
                <a:lnTo>
                  <a:pt x="340969" y="154777"/>
                </a:lnTo>
                <a:lnTo>
                  <a:pt x="340329" y="154557"/>
                </a:lnTo>
                <a:lnTo>
                  <a:pt x="339699" y="154325"/>
                </a:lnTo>
                <a:lnTo>
                  <a:pt x="339080" y="154082"/>
                </a:lnTo>
                <a:lnTo>
                  <a:pt x="338473" y="153826"/>
                </a:lnTo>
                <a:lnTo>
                  <a:pt x="337876" y="153558"/>
                </a:lnTo>
                <a:lnTo>
                  <a:pt x="337291" y="153279"/>
                </a:lnTo>
                <a:lnTo>
                  <a:pt x="336716" y="152987"/>
                </a:lnTo>
                <a:lnTo>
                  <a:pt x="336153" y="152684"/>
                </a:lnTo>
                <a:lnTo>
                  <a:pt x="335600" y="152368"/>
                </a:lnTo>
                <a:lnTo>
                  <a:pt x="335059" y="152041"/>
                </a:lnTo>
                <a:lnTo>
                  <a:pt x="334528" y="151702"/>
                </a:lnTo>
                <a:lnTo>
                  <a:pt x="334009" y="151350"/>
                </a:lnTo>
                <a:lnTo>
                  <a:pt x="333500" y="150987"/>
                </a:lnTo>
                <a:lnTo>
                  <a:pt x="333003" y="150612"/>
                </a:lnTo>
                <a:lnTo>
                  <a:pt x="332516" y="150225"/>
                </a:lnTo>
                <a:lnTo>
                  <a:pt x="332041" y="149826"/>
                </a:lnTo>
                <a:lnTo>
                  <a:pt x="331576" y="149415"/>
                </a:lnTo>
                <a:lnTo>
                  <a:pt x="331123" y="148992"/>
                </a:lnTo>
                <a:lnTo>
                  <a:pt x="330680" y="148557"/>
                </a:lnTo>
                <a:lnTo>
                  <a:pt x="330248" y="148110"/>
                </a:lnTo>
                <a:lnTo>
                  <a:pt x="329828" y="147651"/>
                </a:lnTo>
                <a:lnTo>
                  <a:pt x="329418" y="147180"/>
                </a:lnTo>
                <a:lnTo>
                  <a:pt x="329020" y="146697"/>
                </a:lnTo>
                <a:lnTo>
                  <a:pt x="328632" y="146203"/>
                </a:lnTo>
                <a:lnTo>
                  <a:pt x="328258" y="145694"/>
                </a:lnTo>
                <a:lnTo>
                  <a:pt x="327898" y="145170"/>
                </a:lnTo>
                <a:lnTo>
                  <a:pt x="327554" y="144630"/>
                </a:lnTo>
                <a:lnTo>
                  <a:pt x="327224" y="144074"/>
                </a:lnTo>
                <a:lnTo>
                  <a:pt x="326910" y="143503"/>
                </a:lnTo>
                <a:lnTo>
                  <a:pt x="326610" y="142916"/>
                </a:lnTo>
                <a:lnTo>
                  <a:pt x="326325" y="142313"/>
                </a:lnTo>
                <a:lnTo>
                  <a:pt x="326056" y="141694"/>
                </a:lnTo>
                <a:lnTo>
                  <a:pt x="325801" y="141060"/>
                </a:lnTo>
                <a:lnTo>
                  <a:pt x="325561" y="140410"/>
                </a:lnTo>
                <a:lnTo>
                  <a:pt x="325337" y="139745"/>
                </a:lnTo>
                <a:lnTo>
                  <a:pt x="325127" y="139063"/>
                </a:lnTo>
                <a:lnTo>
                  <a:pt x="324932" y="138366"/>
                </a:lnTo>
                <a:lnTo>
                  <a:pt x="324752" y="137653"/>
                </a:lnTo>
                <a:lnTo>
                  <a:pt x="324588" y="136925"/>
                </a:lnTo>
                <a:lnTo>
                  <a:pt x="324438" y="136181"/>
                </a:lnTo>
                <a:lnTo>
                  <a:pt x="324303" y="135421"/>
                </a:lnTo>
                <a:lnTo>
                  <a:pt x="324183" y="134645"/>
                </a:lnTo>
                <a:lnTo>
                  <a:pt x="324078" y="133854"/>
                </a:lnTo>
                <a:lnTo>
                  <a:pt x="323988" y="133047"/>
                </a:lnTo>
                <a:lnTo>
                  <a:pt x="323914" y="132224"/>
                </a:lnTo>
                <a:lnTo>
                  <a:pt x="323854" y="131385"/>
                </a:lnTo>
                <a:lnTo>
                  <a:pt x="323809" y="130531"/>
                </a:lnTo>
                <a:lnTo>
                  <a:pt x="323779" y="129661"/>
                </a:lnTo>
                <a:lnTo>
                  <a:pt x="284949" y="129661"/>
                </a:lnTo>
                <a:lnTo>
                  <a:pt x="284965" y="131368"/>
                </a:lnTo>
                <a:lnTo>
                  <a:pt x="285016" y="133048"/>
                </a:lnTo>
                <a:lnTo>
                  <a:pt x="285100" y="134700"/>
                </a:lnTo>
                <a:lnTo>
                  <a:pt x="285218" y="136326"/>
                </a:lnTo>
                <a:lnTo>
                  <a:pt x="285370" y="137924"/>
                </a:lnTo>
                <a:lnTo>
                  <a:pt x="285555" y="139495"/>
                </a:lnTo>
                <a:lnTo>
                  <a:pt x="285774" y="141038"/>
                </a:lnTo>
                <a:lnTo>
                  <a:pt x="286027" y="142555"/>
                </a:lnTo>
                <a:lnTo>
                  <a:pt x="286314" y="144044"/>
                </a:lnTo>
                <a:lnTo>
                  <a:pt x="286634" y="145507"/>
                </a:lnTo>
                <a:lnTo>
                  <a:pt x="286988" y="146942"/>
                </a:lnTo>
                <a:lnTo>
                  <a:pt x="287375" y="148349"/>
                </a:lnTo>
                <a:lnTo>
                  <a:pt x="287797" y="149730"/>
                </a:lnTo>
                <a:lnTo>
                  <a:pt x="288252" y="151084"/>
                </a:lnTo>
                <a:lnTo>
                  <a:pt x="288741" y="152410"/>
                </a:lnTo>
                <a:lnTo>
                  <a:pt x="289263" y="153709"/>
                </a:lnTo>
                <a:lnTo>
                  <a:pt x="289819" y="154981"/>
                </a:lnTo>
                <a:lnTo>
                  <a:pt x="290409" y="156226"/>
                </a:lnTo>
                <a:lnTo>
                  <a:pt x="291033" y="157443"/>
                </a:lnTo>
                <a:lnTo>
                  <a:pt x="291690" y="158634"/>
                </a:lnTo>
                <a:lnTo>
                  <a:pt x="292381" y="159797"/>
                </a:lnTo>
                <a:lnTo>
                  <a:pt x="293106" y="160933"/>
                </a:lnTo>
                <a:lnTo>
                  <a:pt x="293864" y="162042"/>
                </a:lnTo>
                <a:lnTo>
                  <a:pt x="294656" y="163124"/>
                </a:lnTo>
                <a:lnTo>
                  <a:pt x="295477" y="164180"/>
                </a:lnTo>
                <a:lnTo>
                  <a:pt x="296321" y="165211"/>
                </a:lnTo>
                <a:lnTo>
                  <a:pt x="297189" y="166219"/>
                </a:lnTo>
                <a:lnTo>
                  <a:pt x="298081" y="167203"/>
                </a:lnTo>
                <a:lnTo>
                  <a:pt x="298996" y="168162"/>
                </a:lnTo>
                <a:lnTo>
                  <a:pt x="299935" y="169098"/>
                </a:lnTo>
                <a:lnTo>
                  <a:pt x="300898" y="170009"/>
                </a:lnTo>
                <a:lnTo>
                  <a:pt x="301884" y="170896"/>
                </a:lnTo>
                <a:lnTo>
                  <a:pt x="302894" y="171759"/>
                </a:lnTo>
                <a:lnTo>
                  <a:pt x="303928" y="172598"/>
                </a:lnTo>
                <a:lnTo>
                  <a:pt x="304985" y="173413"/>
                </a:lnTo>
                <a:lnTo>
                  <a:pt x="306066" y="174204"/>
                </a:lnTo>
                <a:lnTo>
                  <a:pt x="307170" y="174970"/>
                </a:lnTo>
                <a:lnTo>
                  <a:pt x="308298" y="175712"/>
                </a:lnTo>
                <a:lnTo>
                  <a:pt x="309450" y="176431"/>
                </a:lnTo>
                <a:lnTo>
                  <a:pt x="310626" y="177125"/>
                </a:lnTo>
                <a:lnTo>
                  <a:pt x="311825" y="177795"/>
                </a:lnTo>
                <a:lnTo>
                  <a:pt x="313047" y="178441"/>
                </a:lnTo>
                <a:lnTo>
                  <a:pt x="314294" y="179063"/>
                </a:lnTo>
                <a:lnTo>
                  <a:pt x="315564" y="179660"/>
                </a:lnTo>
                <a:lnTo>
                  <a:pt x="316857" y="180234"/>
                </a:lnTo>
                <a:lnTo>
                  <a:pt x="318174" y="180783"/>
                </a:lnTo>
                <a:lnTo>
                  <a:pt x="319515" y="181309"/>
                </a:lnTo>
                <a:lnTo>
                  <a:pt x="320880" y="181810"/>
                </a:lnTo>
                <a:lnTo>
                  <a:pt x="322263" y="182289"/>
                </a:lnTo>
                <a:lnTo>
                  <a:pt x="323661" y="182747"/>
                </a:lnTo>
                <a:lnTo>
                  <a:pt x="325073" y="183185"/>
                </a:lnTo>
                <a:lnTo>
                  <a:pt x="326500" y="183603"/>
                </a:lnTo>
                <a:lnTo>
                  <a:pt x="327940" y="184000"/>
                </a:lnTo>
                <a:lnTo>
                  <a:pt x="329395" y="184377"/>
                </a:lnTo>
                <a:lnTo>
                  <a:pt x="330864" y="184734"/>
                </a:lnTo>
                <a:lnTo>
                  <a:pt x="332348" y="185070"/>
                </a:lnTo>
                <a:lnTo>
                  <a:pt x="333845" y="185386"/>
                </a:lnTo>
                <a:lnTo>
                  <a:pt x="335357" y="185682"/>
                </a:lnTo>
                <a:lnTo>
                  <a:pt x="336884" y="185957"/>
                </a:lnTo>
                <a:lnTo>
                  <a:pt x="338424" y="186212"/>
                </a:lnTo>
                <a:lnTo>
                  <a:pt x="339979" y="186446"/>
                </a:lnTo>
                <a:lnTo>
                  <a:pt x="341548" y="186660"/>
                </a:lnTo>
                <a:lnTo>
                  <a:pt x="343132" y="186853"/>
                </a:lnTo>
                <a:lnTo>
                  <a:pt x="344729" y="187027"/>
                </a:lnTo>
                <a:lnTo>
                  <a:pt x="346341" y="187180"/>
                </a:lnTo>
                <a:lnTo>
                  <a:pt x="347967" y="187312"/>
                </a:lnTo>
                <a:lnTo>
                  <a:pt x="349608" y="187424"/>
                </a:lnTo>
                <a:lnTo>
                  <a:pt x="351263" y="187516"/>
                </a:lnTo>
                <a:lnTo>
                  <a:pt x="352932" y="187587"/>
                </a:lnTo>
                <a:lnTo>
                  <a:pt x="354615" y="187638"/>
                </a:lnTo>
                <a:lnTo>
                  <a:pt x="356313" y="187669"/>
                </a:lnTo>
                <a:lnTo>
                  <a:pt x="358025" y="187679"/>
                </a:lnTo>
                <a:lnTo>
                  <a:pt x="359725" y="187669"/>
                </a:lnTo>
                <a:lnTo>
                  <a:pt x="361411" y="187640"/>
                </a:lnTo>
                <a:lnTo>
                  <a:pt x="363082" y="187592"/>
                </a:lnTo>
                <a:lnTo>
                  <a:pt x="364738" y="187525"/>
                </a:lnTo>
                <a:lnTo>
                  <a:pt x="366379" y="187439"/>
                </a:lnTo>
                <a:close/>
                <a:moveTo>
                  <a:pt x="792142" y="187356"/>
                </a:moveTo>
                <a:lnTo>
                  <a:pt x="793386" y="187215"/>
                </a:lnTo>
                <a:lnTo>
                  <a:pt x="794619" y="187047"/>
                </a:lnTo>
                <a:lnTo>
                  <a:pt x="795842" y="186854"/>
                </a:lnTo>
                <a:lnTo>
                  <a:pt x="797054" y="186634"/>
                </a:lnTo>
                <a:lnTo>
                  <a:pt x="798255" y="186389"/>
                </a:lnTo>
                <a:lnTo>
                  <a:pt x="799445" y="186118"/>
                </a:lnTo>
                <a:lnTo>
                  <a:pt x="800624" y="185822"/>
                </a:lnTo>
                <a:lnTo>
                  <a:pt x="801793" y="185499"/>
                </a:lnTo>
                <a:lnTo>
                  <a:pt x="802951" y="185151"/>
                </a:lnTo>
                <a:lnTo>
                  <a:pt x="804098" y="184777"/>
                </a:lnTo>
                <a:lnTo>
                  <a:pt x="805235" y="184377"/>
                </a:lnTo>
                <a:lnTo>
                  <a:pt x="806360" y="183952"/>
                </a:lnTo>
                <a:lnTo>
                  <a:pt x="807475" y="183501"/>
                </a:lnTo>
                <a:lnTo>
                  <a:pt x="808579" y="183023"/>
                </a:lnTo>
                <a:lnTo>
                  <a:pt x="809673" y="182520"/>
                </a:lnTo>
                <a:lnTo>
                  <a:pt x="810755" y="181992"/>
                </a:lnTo>
                <a:lnTo>
                  <a:pt x="811827" y="181437"/>
                </a:lnTo>
                <a:lnTo>
                  <a:pt x="812888" y="180857"/>
                </a:lnTo>
                <a:lnTo>
                  <a:pt x="813939" y="180251"/>
                </a:lnTo>
                <a:lnTo>
                  <a:pt x="814974" y="179618"/>
                </a:lnTo>
                <a:lnTo>
                  <a:pt x="815992" y="178958"/>
                </a:lnTo>
                <a:lnTo>
                  <a:pt x="816992" y="178271"/>
                </a:lnTo>
                <a:lnTo>
                  <a:pt x="817974" y="177557"/>
                </a:lnTo>
                <a:lnTo>
                  <a:pt x="818938" y="176816"/>
                </a:lnTo>
                <a:lnTo>
                  <a:pt x="819884" y="176047"/>
                </a:lnTo>
                <a:lnTo>
                  <a:pt x="820811" y="175251"/>
                </a:lnTo>
                <a:lnTo>
                  <a:pt x="821721" y="174428"/>
                </a:lnTo>
                <a:lnTo>
                  <a:pt x="822613" y="173578"/>
                </a:lnTo>
                <a:lnTo>
                  <a:pt x="823486" y="172700"/>
                </a:lnTo>
                <a:lnTo>
                  <a:pt x="824342" y="171795"/>
                </a:lnTo>
                <a:lnTo>
                  <a:pt x="825180" y="170863"/>
                </a:lnTo>
                <a:lnTo>
                  <a:pt x="825999" y="169904"/>
                </a:lnTo>
                <a:lnTo>
                  <a:pt x="826801" y="168918"/>
                </a:lnTo>
                <a:lnTo>
                  <a:pt x="827585" y="167904"/>
                </a:lnTo>
                <a:lnTo>
                  <a:pt x="828350" y="166864"/>
                </a:lnTo>
                <a:lnTo>
                  <a:pt x="829098" y="165796"/>
                </a:lnTo>
                <a:lnTo>
                  <a:pt x="829827" y="164700"/>
                </a:lnTo>
                <a:lnTo>
                  <a:pt x="830539" y="163578"/>
                </a:lnTo>
                <a:lnTo>
                  <a:pt x="831232" y="162428"/>
                </a:lnTo>
                <a:lnTo>
                  <a:pt x="831907" y="161251"/>
                </a:lnTo>
                <a:lnTo>
                  <a:pt x="832565" y="160047"/>
                </a:lnTo>
                <a:lnTo>
                  <a:pt x="833204" y="158816"/>
                </a:lnTo>
                <a:lnTo>
                  <a:pt x="833826" y="157558"/>
                </a:lnTo>
                <a:lnTo>
                  <a:pt x="834425" y="156271"/>
                </a:lnTo>
                <a:lnTo>
                  <a:pt x="834999" y="154957"/>
                </a:lnTo>
                <a:lnTo>
                  <a:pt x="835548" y="153614"/>
                </a:lnTo>
                <a:lnTo>
                  <a:pt x="836071" y="152242"/>
                </a:lnTo>
                <a:lnTo>
                  <a:pt x="836568" y="150842"/>
                </a:lnTo>
                <a:lnTo>
                  <a:pt x="837040" y="149414"/>
                </a:lnTo>
                <a:lnTo>
                  <a:pt x="837487" y="147957"/>
                </a:lnTo>
                <a:lnTo>
                  <a:pt x="837908" y="146472"/>
                </a:lnTo>
                <a:lnTo>
                  <a:pt x="838303" y="144959"/>
                </a:lnTo>
                <a:lnTo>
                  <a:pt x="838673" y="143417"/>
                </a:lnTo>
                <a:lnTo>
                  <a:pt x="839018" y="141847"/>
                </a:lnTo>
                <a:lnTo>
                  <a:pt x="839337" y="140248"/>
                </a:lnTo>
                <a:lnTo>
                  <a:pt x="839630" y="138621"/>
                </a:lnTo>
                <a:lnTo>
                  <a:pt x="839898" y="136966"/>
                </a:lnTo>
                <a:lnTo>
                  <a:pt x="840140" y="135282"/>
                </a:lnTo>
                <a:lnTo>
                  <a:pt x="840357" y="133570"/>
                </a:lnTo>
                <a:lnTo>
                  <a:pt x="840548" y="131829"/>
                </a:lnTo>
                <a:lnTo>
                  <a:pt x="840714" y="130060"/>
                </a:lnTo>
                <a:lnTo>
                  <a:pt x="840855" y="128263"/>
                </a:lnTo>
                <a:lnTo>
                  <a:pt x="840969" y="126437"/>
                </a:lnTo>
                <a:lnTo>
                  <a:pt x="841059" y="124583"/>
                </a:lnTo>
                <a:lnTo>
                  <a:pt x="841123" y="122700"/>
                </a:lnTo>
                <a:lnTo>
                  <a:pt x="841161" y="120789"/>
                </a:lnTo>
                <a:lnTo>
                  <a:pt x="841174" y="118850"/>
                </a:lnTo>
                <a:lnTo>
                  <a:pt x="841162" y="116900"/>
                </a:lnTo>
                <a:lnTo>
                  <a:pt x="841126" y="114978"/>
                </a:lnTo>
                <a:lnTo>
                  <a:pt x="841066" y="113086"/>
                </a:lnTo>
                <a:lnTo>
                  <a:pt x="840983" y="111223"/>
                </a:lnTo>
                <a:lnTo>
                  <a:pt x="840875" y="109389"/>
                </a:lnTo>
                <a:lnTo>
                  <a:pt x="840744" y="107585"/>
                </a:lnTo>
                <a:lnTo>
                  <a:pt x="840589" y="105809"/>
                </a:lnTo>
                <a:lnTo>
                  <a:pt x="840410" y="104062"/>
                </a:lnTo>
                <a:lnTo>
                  <a:pt x="840207" y="102345"/>
                </a:lnTo>
                <a:lnTo>
                  <a:pt x="839980" y="100657"/>
                </a:lnTo>
                <a:lnTo>
                  <a:pt x="839729" y="98997"/>
                </a:lnTo>
                <a:lnTo>
                  <a:pt x="839455" y="97367"/>
                </a:lnTo>
                <a:lnTo>
                  <a:pt x="839156" y="95766"/>
                </a:lnTo>
                <a:lnTo>
                  <a:pt x="838834" y="94194"/>
                </a:lnTo>
                <a:lnTo>
                  <a:pt x="838488" y="92651"/>
                </a:lnTo>
                <a:lnTo>
                  <a:pt x="838118" y="91137"/>
                </a:lnTo>
                <a:lnTo>
                  <a:pt x="837724" y="89653"/>
                </a:lnTo>
                <a:lnTo>
                  <a:pt x="837306" y="88197"/>
                </a:lnTo>
                <a:lnTo>
                  <a:pt x="836864" y="86770"/>
                </a:lnTo>
                <a:lnTo>
                  <a:pt x="836398" y="85373"/>
                </a:lnTo>
                <a:lnTo>
                  <a:pt x="835909" y="84005"/>
                </a:lnTo>
                <a:lnTo>
                  <a:pt x="835396" y="82666"/>
                </a:lnTo>
                <a:lnTo>
                  <a:pt x="834858" y="81355"/>
                </a:lnTo>
                <a:lnTo>
                  <a:pt x="834297" y="80074"/>
                </a:lnTo>
                <a:lnTo>
                  <a:pt x="833716" y="78821"/>
                </a:lnTo>
                <a:lnTo>
                  <a:pt x="833117" y="77595"/>
                </a:lnTo>
                <a:lnTo>
                  <a:pt x="832500" y="76396"/>
                </a:lnTo>
                <a:lnTo>
                  <a:pt x="831867" y="75224"/>
                </a:lnTo>
                <a:lnTo>
                  <a:pt x="831216" y="74079"/>
                </a:lnTo>
                <a:lnTo>
                  <a:pt x="830548" y="72961"/>
                </a:lnTo>
                <a:lnTo>
                  <a:pt x="829862" y="71870"/>
                </a:lnTo>
                <a:lnTo>
                  <a:pt x="829159" y="70806"/>
                </a:lnTo>
                <a:lnTo>
                  <a:pt x="828439" y="69769"/>
                </a:lnTo>
                <a:lnTo>
                  <a:pt x="827701" y="68759"/>
                </a:lnTo>
                <a:lnTo>
                  <a:pt x="826946" y="67776"/>
                </a:lnTo>
                <a:lnTo>
                  <a:pt x="826174" y="66819"/>
                </a:lnTo>
                <a:lnTo>
                  <a:pt x="825385" y="65890"/>
                </a:lnTo>
                <a:lnTo>
                  <a:pt x="824578" y="64988"/>
                </a:lnTo>
                <a:lnTo>
                  <a:pt x="823754" y="64112"/>
                </a:lnTo>
                <a:lnTo>
                  <a:pt x="822912" y="63264"/>
                </a:lnTo>
                <a:lnTo>
                  <a:pt x="822053" y="62443"/>
                </a:lnTo>
                <a:lnTo>
                  <a:pt x="821177" y="61648"/>
                </a:lnTo>
                <a:lnTo>
                  <a:pt x="820284" y="60881"/>
                </a:lnTo>
                <a:lnTo>
                  <a:pt x="819373" y="60141"/>
                </a:lnTo>
                <a:lnTo>
                  <a:pt x="818445" y="59427"/>
                </a:lnTo>
                <a:lnTo>
                  <a:pt x="817499" y="58741"/>
                </a:lnTo>
                <a:lnTo>
                  <a:pt x="816537" y="58081"/>
                </a:lnTo>
                <a:lnTo>
                  <a:pt x="815556" y="57449"/>
                </a:lnTo>
                <a:lnTo>
                  <a:pt x="814562" y="56843"/>
                </a:lnTo>
                <a:lnTo>
                  <a:pt x="813557" y="56262"/>
                </a:lnTo>
                <a:lnTo>
                  <a:pt x="812540" y="55708"/>
                </a:lnTo>
                <a:lnTo>
                  <a:pt x="811512" y="55179"/>
                </a:lnTo>
                <a:lnTo>
                  <a:pt x="810472" y="54676"/>
                </a:lnTo>
                <a:lnTo>
                  <a:pt x="809422" y="54199"/>
                </a:lnTo>
                <a:lnTo>
                  <a:pt x="808360" y="53748"/>
                </a:lnTo>
                <a:lnTo>
                  <a:pt x="807287" y="53322"/>
                </a:lnTo>
                <a:lnTo>
                  <a:pt x="806203" y="52922"/>
                </a:lnTo>
                <a:lnTo>
                  <a:pt x="805107" y="52548"/>
                </a:lnTo>
                <a:lnTo>
                  <a:pt x="804001" y="52200"/>
                </a:lnTo>
                <a:lnTo>
                  <a:pt x="802883" y="51878"/>
                </a:lnTo>
                <a:lnTo>
                  <a:pt x="801754" y="51581"/>
                </a:lnTo>
                <a:lnTo>
                  <a:pt x="800613" y="51310"/>
                </a:lnTo>
                <a:lnTo>
                  <a:pt x="799462" y="51065"/>
                </a:lnTo>
                <a:lnTo>
                  <a:pt x="798299" y="50846"/>
                </a:lnTo>
                <a:lnTo>
                  <a:pt x="797125" y="50653"/>
                </a:lnTo>
                <a:lnTo>
                  <a:pt x="795939" y="50485"/>
                </a:lnTo>
                <a:lnTo>
                  <a:pt x="794743" y="50343"/>
                </a:lnTo>
                <a:lnTo>
                  <a:pt x="793535" y="50227"/>
                </a:lnTo>
                <a:lnTo>
                  <a:pt x="792316" y="50137"/>
                </a:lnTo>
                <a:lnTo>
                  <a:pt x="791085" y="50072"/>
                </a:lnTo>
                <a:lnTo>
                  <a:pt x="789844" y="50034"/>
                </a:lnTo>
                <a:lnTo>
                  <a:pt x="788591" y="50021"/>
                </a:lnTo>
                <a:lnTo>
                  <a:pt x="787363" y="50031"/>
                </a:lnTo>
                <a:lnTo>
                  <a:pt x="786152" y="50061"/>
                </a:lnTo>
                <a:lnTo>
                  <a:pt x="784957" y="50110"/>
                </a:lnTo>
                <a:lnTo>
                  <a:pt x="783779" y="50180"/>
                </a:lnTo>
                <a:lnTo>
                  <a:pt x="782616" y="50269"/>
                </a:lnTo>
                <a:lnTo>
                  <a:pt x="781471" y="50379"/>
                </a:lnTo>
                <a:lnTo>
                  <a:pt x="780341" y="50508"/>
                </a:lnTo>
                <a:lnTo>
                  <a:pt x="779228" y="50657"/>
                </a:lnTo>
                <a:lnTo>
                  <a:pt x="778132" y="50827"/>
                </a:lnTo>
                <a:lnTo>
                  <a:pt x="777051" y="51016"/>
                </a:lnTo>
                <a:lnTo>
                  <a:pt x="775987" y="51224"/>
                </a:lnTo>
                <a:lnTo>
                  <a:pt x="774940" y="51453"/>
                </a:lnTo>
                <a:lnTo>
                  <a:pt x="773909" y="51702"/>
                </a:lnTo>
                <a:lnTo>
                  <a:pt x="772894" y="51971"/>
                </a:lnTo>
                <a:lnTo>
                  <a:pt x="771896" y="52259"/>
                </a:lnTo>
                <a:lnTo>
                  <a:pt x="770914" y="52567"/>
                </a:lnTo>
                <a:lnTo>
                  <a:pt x="769948" y="52896"/>
                </a:lnTo>
                <a:lnTo>
                  <a:pt x="768999" y="53244"/>
                </a:lnTo>
                <a:lnTo>
                  <a:pt x="768066" y="53612"/>
                </a:lnTo>
                <a:lnTo>
                  <a:pt x="767150" y="54000"/>
                </a:lnTo>
                <a:lnTo>
                  <a:pt x="766250" y="54408"/>
                </a:lnTo>
                <a:lnTo>
                  <a:pt x="765366" y="54836"/>
                </a:lnTo>
                <a:lnTo>
                  <a:pt x="764499" y="55283"/>
                </a:lnTo>
                <a:lnTo>
                  <a:pt x="763648" y="55751"/>
                </a:lnTo>
                <a:lnTo>
                  <a:pt x="762811" y="56235"/>
                </a:lnTo>
                <a:lnTo>
                  <a:pt x="761984" y="56733"/>
                </a:lnTo>
                <a:lnTo>
                  <a:pt x="761169" y="57243"/>
                </a:lnTo>
                <a:lnTo>
                  <a:pt x="760364" y="57768"/>
                </a:lnTo>
                <a:lnTo>
                  <a:pt x="759569" y="58305"/>
                </a:lnTo>
                <a:lnTo>
                  <a:pt x="758786" y="58856"/>
                </a:lnTo>
                <a:lnTo>
                  <a:pt x="758013" y="59420"/>
                </a:lnTo>
                <a:lnTo>
                  <a:pt x="757251" y="59998"/>
                </a:lnTo>
                <a:lnTo>
                  <a:pt x="756500" y="60589"/>
                </a:lnTo>
                <a:lnTo>
                  <a:pt x="755760" y="61193"/>
                </a:lnTo>
                <a:lnTo>
                  <a:pt x="755030" y="61811"/>
                </a:lnTo>
                <a:lnTo>
                  <a:pt x="754311" y="62442"/>
                </a:lnTo>
                <a:lnTo>
                  <a:pt x="753603" y="63086"/>
                </a:lnTo>
                <a:lnTo>
                  <a:pt x="752906" y="63744"/>
                </a:lnTo>
                <a:lnTo>
                  <a:pt x="752220" y="64415"/>
                </a:lnTo>
                <a:lnTo>
                  <a:pt x="751544" y="65099"/>
                </a:lnTo>
                <a:lnTo>
                  <a:pt x="750879" y="65797"/>
                </a:lnTo>
                <a:lnTo>
                  <a:pt x="750225" y="66508"/>
                </a:lnTo>
                <a:lnTo>
                  <a:pt x="749581" y="67232"/>
                </a:lnTo>
                <a:lnTo>
                  <a:pt x="748948" y="67970"/>
                </a:lnTo>
                <a:lnTo>
                  <a:pt x="748326" y="68721"/>
                </a:lnTo>
                <a:lnTo>
                  <a:pt x="747715" y="69485"/>
                </a:lnTo>
                <a:lnTo>
                  <a:pt x="747115" y="70263"/>
                </a:lnTo>
                <a:lnTo>
                  <a:pt x="746525" y="71054"/>
                </a:lnTo>
                <a:lnTo>
                  <a:pt x="746525" y="3775"/>
                </a:lnTo>
                <a:lnTo>
                  <a:pt x="710796" y="3775"/>
                </a:lnTo>
                <a:lnTo>
                  <a:pt x="710796" y="185252"/>
                </a:lnTo>
                <a:lnTo>
                  <a:pt x="744638" y="185252"/>
                </a:lnTo>
                <a:lnTo>
                  <a:pt x="746121" y="166916"/>
                </a:lnTo>
                <a:lnTo>
                  <a:pt x="746676" y="167717"/>
                </a:lnTo>
                <a:lnTo>
                  <a:pt x="747241" y="168504"/>
                </a:lnTo>
                <a:lnTo>
                  <a:pt x="747814" y="169277"/>
                </a:lnTo>
                <a:lnTo>
                  <a:pt x="748398" y="170035"/>
                </a:lnTo>
                <a:lnTo>
                  <a:pt x="748990" y="170779"/>
                </a:lnTo>
                <a:lnTo>
                  <a:pt x="749593" y="171508"/>
                </a:lnTo>
                <a:lnTo>
                  <a:pt x="750204" y="172223"/>
                </a:lnTo>
                <a:lnTo>
                  <a:pt x="750825" y="172923"/>
                </a:lnTo>
                <a:lnTo>
                  <a:pt x="751455" y="173608"/>
                </a:lnTo>
                <a:lnTo>
                  <a:pt x="752094" y="174280"/>
                </a:lnTo>
                <a:lnTo>
                  <a:pt x="752743" y="174936"/>
                </a:lnTo>
                <a:lnTo>
                  <a:pt x="753401" y="175578"/>
                </a:lnTo>
                <a:lnTo>
                  <a:pt x="754069" y="176206"/>
                </a:lnTo>
                <a:lnTo>
                  <a:pt x="754746" y="176819"/>
                </a:lnTo>
                <a:lnTo>
                  <a:pt x="755432" y="177417"/>
                </a:lnTo>
                <a:lnTo>
                  <a:pt x="756128" y="178001"/>
                </a:lnTo>
                <a:lnTo>
                  <a:pt x="756833" y="178571"/>
                </a:lnTo>
                <a:lnTo>
                  <a:pt x="757547" y="179126"/>
                </a:lnTo>
                <a:lnTo>
                  <a:pt x="758271" y="179666"/>
                </a:lnTo>
                <a:lnTo>
                  <a:pt x="759004" y="180192"/>
                </a:lnTo>
                <a:lnTo>
                  <a:pt x="759747" y="180704"/>
                </a:lnTo>
                <a:lnTo>
                  <a:pt x="760498" y="181201"/>
                </a:lnTo>
                <a:lnTo>
                  <a:pt x="761260" y="181683"/>
                </a:lnTo>
                <a:lnTo>
                  <a:pt x="762030" y="182151"/>
                </a:lnTo>
                <a:lnTo>
                  <a:pt x="762814" y="182602"/>
                </a:lnTo>
                <a:lnTo>
                  <a:pt x="763616" y="183034"/>
                </a:lnTo>
                <a:lnTo>
                  <a:pt x="764436" y="183447"/>
                </a:lnTo>
                <a:lnTo>
                  <a:pt x="765274" y="183840"/>
                </a:lnTo>
                <a:lnTo>
                  <a:pt x="766129" y="184214"/>
                </a:lnTo>
                <a:lnTo>
                  <a:pt x="767002" y="184569"/>
                </a:lnTo>
                <a:lnTo>
                  <a:pt x="767893" y="184905"/>
                </a:lnTo>
                <a:lnTo>
                  <a:pt x="768802" y="185222"/>
                </a:lnTo>
                <a:lnTo>
                  <a:pt x="769728" y="185520"/>
                </a:lnTo>
                <a:lnTo>
                  <a:pt x="770672" y="185798"/>
                </a:lnTo>
                <a:lnTo>
                  <a:pt x="771634" y="186057"/>
                </a:lnTo>
                <a:lnTo>
                  <a:pt x="772614" y="186297"/>
                </a:lnTo>
                <a:lnTo>
                  <a:pt x="773612" y="186518"/>
                </a:lnTo>
                <a:lnTo>
                  <a:pt x="774627" y="186719"/>
                </a:lnTo>
                <a:lnTo>
                  <a:pt x="775660" y="186901"/>
                </a:lnTo>
                <a:lnTo>
                  <a:pt x="776711" y="187065"/>
                </a:lnTo>
                <a:lnTo>
                  <a:pt x="777780" y="187209"/>
                </a:lnTo>
                <a:lnTo>
                  <a:pt x="778867" y="187333"/>
                </a:lnTo>
                <a:lnTo>
                  <a:pt x="779971" y="187439"/>
                </a:lnTo>
                <a:lnTo>
                  <a:pt x="781093" y="187525"/>
                </a:lnTo>
                <a:lnTo>
                  <a:pt x="782233" y="187592"/>
                </a:lnTo>
                <a:lnTo>
                  <a:pt x="783391" y="187640"/>
                </a:lnTo>
                <a:lnTo>
                  <a:pt x="784566" y="187669"/>
                </a:lnTo>
                <a:lnTo>
                  <a:pt x="785760" y="187679"/>
                </a:lnTo>
                <a:lnTo>
                  <a:pt x="787058" y="187666"/>
                </a:lnTo>
                <a:lnTo>
                  <a:pt x="788345" y="187627"/>
                </a:lnTo>
                <a:lnTo>
                  <a:pt x="789621" y="187563"/>
                </a:lnTo>
                <a:lnTo>
                  <a:pt x="790887" y="187473"/>
                </a:lnTo>
                <a:lnTo>
                  <a:pt x="792142" y="187356"/>
                </a:lnTo>
                <a:close/>
                <a:moveTo>
                  <a:pt x="772448" y="160029"/>
                </a:moveTo>
                <a:lnTo>
                  <a:pt x="771599" y="159906"/>
                </a:lnTo>
                <a:lnTo>
                  <a:pt x="770760" y="159760"/>
                </a:lnTo>
                <a:lnTo>
                  <a:pt x="769933" y="159592"/>
                </a:lnTo>
                <a:lnTo>
                  <a:pt x="769116" y="159402"/>
                </a:lnTo>
                <a:lnTo>
                  <a:pt x="768310" y="159189"/>
                </a:lnTo>
                <a:lnTo>
                  <a:pt x="767516" y="158954"/>
                </a:lnTo>
                <a:lnTo>
                  <a:pt x="766732" y="158696"/>
                </a:lnTo>
                <a:lnTo>
                  <a:pt x="765960" y="158416"/>
                </a:lnTo>
                <a:lnTo>
                  <a:pt x="765198" y="158114"/>
                </a:lnTo>
                <a:lnTo>
                  <a:pt x="764448" y="157789"/>
                </a:lnTo>
                <a:lnTo>
                  <a:pt x="763708" y="157442"/>
                </a:lnTo>
                <a:lnTo>
                  <a:pt x="762980" y="157073"/>
                </a:lnTo>
                <a:lnTo>
                  <a:pt x="762262" y="156681"/>
                </a:lnTo>
                <a:lnTo>
                  <a:pt x="761555" y="156266"/>
                </a:lnTo>
                <a:lnTo>
                  <a:pt x="760860" y="155829"/>
                </a:lnTo>
                <a:lnTo>
                  <a:pt x="760175" y="155370"/>
                </a:lnTo>
                <a:lnTo>
                  <a:pt x="759502" y="154889"/>
                </a:lnTo>
                <a:lnTo>
                  <a:pt x="758839" y="154385"/>
                </a:lnTo>
                <a:lnTo>
                  <a:pt x="758188" y="153858"/>
                </a:lnTo>
                <a:lnTo>
                  <a:pt x="757548" y="153317"/>
                </a:lnTo>
                <a:lnTo>
                  <a:pt x="756922" y="152767"/>
                </a:lnTo>
                <a:lnTo>
                  <a:pt x="756310" y="152210"/>
                </a:lnTo>
                <a:lnTo>
                  <a:pt x="755710" y="151646"/>
                </a:lnTo>
                <a:lnTo>
                  <a:pt x="755124" y="151074"/>
                </a:lnTo>
                <a:lnTo>
                  <a:pt x="754552" y="150494"/>
                </a:lnTo>
                <a:lnTo>
                  <a:pt x="753992" y="149907"/>
                </a:lnTo>
                <a:lnTo>
                  <a:pt x="753446" y="149312"/>
                </a:lnTo>
                <a:lnTo>
                  <a:pt x="752914" y="148709"/>
                </a:lnTo>
                <a:lnTo>
                  <a:pt x="752394" y="148099"/>
                </a:lnTo>
                <a:lnTo>
                  <a:pt x="751888" y="147481"/>
                </a:lnTo>
                <a:lnTo>
                  <a:pt x="751396" y="146856"/>
                </a:lnTo>
                <a:lnTo>
                  <a:pt x="750917" y="146223"/>
                </a:lnTo>
                <a:lnTo>
                  <a:pt x="750451" y="145582"/>
                </a:lnTo>
                <a:lnTo>
                  <a:pt x="749998" y="144934"/>
                </a:lnTo>
                <a:lnTo>
                  <a:pt x="749559" y="144278"/>
                </a:lnTo>
                <a:lnTo>
                  <a:pt x="749133" y="143615"/>
                </a:lnTo>
                <a:lnTo>
                  <a:pt x="748720" y="142944"/>
                </a:lnTo>
                <a:lnTo>
                  <a:pt x="748321" y="142265"/>
                </a:lnTo>
                <a:lnTo>
                  <a:pt x="747935" y="141579"/>
                </a:lnTo>
                <a:lnTo>
                  <a:pt x="747563" y="140885"/>
                </a:lnTo>
                <a:lnTo>
                  <a:pt x="747204" y="140184"/>
                </a:lnTo>
                <a:lnTo>
                  <a:pt x="746858" y="139474"/>
                </a:lnTo>
                <a:lnTo>
                  <a:pt x="746525" y="138758"/>
                </a:lnTo>
                <a:lnTo>
                  <a:pt x="746525" y="99498"/>
                </a:lnTo>
                <a:lnTo>
                  <a:pt x="746881" y="98747"/>
                </a:lnTo>
                <a:lnTo>
                  <a:pt x="747250" y="98004"/>
                </a:lnTo>
                <a:lnTo>
                  <a:pt x="747634" y="97270"/>
                </a:lnTo>
                <a:lnTo>
                  <a:pt x="748033" y="96543"/>
                </a:lnTo>
                <a:lnTo>
                  <a:pt x="748445" y="95825"/>
                </a:lnTo>
                <a:lnTo>
                  <a:pt x="748872" y="95114"/>
                </a:lnTo>
                <a:lnTo>
                  <a:pt x="749313" y="94412"/>
                </a:lnTo>
                <a:lnTo>
                  <a:pt x="749769" y="93718"/>
                </a:lnTo>
                <a:lnTo>
                  <a:pt x="750238" y="93032"/>
                </a:lnTo>
                <a:lnTo>
                  <a:pt x="750722" y="92354"/>
                </a:lnTo>
                <a:lnTo>
                  <a:pt x="751220" y="91684"/>
                </a:lnTo>
                <a:lnTo>
                  <a:pt x="751733" y="91023"/>
                </a:lnTo>
                <a:lnTo>
                  <a:pt x="752260" y="90369"/>
                </a:lnTo>
                <a:lnTo>
                  <a:pt x="752801" y="89724"/>
                </a:lnTo>
                <a:lnTo>
                  <a:pt x="753356" y="89086"/>
                </a:lnTo>
                <a:lnTo>
                  <a:pt x="753926" y="88457"/>
                </a:lnTo>
                <a:lnTo>
                  <a:pt x="754510" y="87836"/>
                </a:lnTo>
                <a:lnTo>
                  <a:pt x="755108" y="87223"/>
                </a:lnTo>
                <a:lnTo>
                  <a:pt x="755720" y="86618"/>
                </a:lnTo>
                <a:lnTo>
                  <a:pt x="756347" y="86021"/>
                </a:lnTo>
                <a:lnTo>
                  <a:pt x="756988" y="85432"/>
                </a:lnTo>
                <a:lnTo>
                  <a:pt x="757643" y="84852"/>
                </a:lnTo>
                <a:lnTo>
                  <a:pt x="758313" y="84279"/>
                </a:lnTo>
                <a:lnTo>
                  <a:pt x="758997" y="83715"/>
                </a:lnTo>
                <a:lnTo>
                  <a:pt x="759692" y="83166"/>
                </a:lnTo>
                <a:lnTo>
                  <a:pt x="760398" y="82640"/>
                </a:lnTo>
                <a:lnTo>
                  <a:pt x="761113" y="82138"/>
                </a:lnTo>
                <a:lnTo>
                  <a:pt x="761837" y="81659"/>
                </a:lnTo>
                <a:lnTo>
                  <a:pt x="762572" y="81203"/>
                </a:lnTo>
                <a:lnTo>
                  <a:pt x="763315" y="80771"/>
                </a:lnTo>
                <a:lnTo>
                  <a:pt x="764069" y="80362"/>
                </a:lnTo>
                <a:lnTo>
                  <a:pt x="764832" y="79977"/>
                </a:lnTo>
                <a:lnTo>
                  <a:pt x="765604" y="79614"/>
                </a:lnTo>
                <a:lnTo>
                  <a:pt x="766386" y="79276"/>
                </a:lnTo>
                <a:lnTo>
                  <a:pt x="767178" y="78960"/>
                </a:lnTo>
                <a:lnTo>
                  <a:pt x="767980" y="78668"/>
                </a:lnTo>
                <a:lnTo>
                  <a:pt x="768790" y="78400"/>
                </a:lnTo>
                <a:lnTo>
                  <a:pt x="769611" y="78154"/>
                </a:lnTo>
                <a:lnTo>
                  <a:pt x="770441" y="77932"/>
                </a:lnTo>
                <a:lnTo>
                  <a:pt x="771281" y="77734"/>
                </a:lnTo>
                <a:lnTo>
                  <a:pt x="772130" y="77558"/>
                </a:lnTo>
                <a:lnTo>
                  <a:pt x="772989" y="77407"/>
                </a:lnTo>
                <a:lnTo>
                  <a:pt x="773858" y="77278"/>
                </a:lnTo>
                <a:lnTo>
                  <a:pt x="774736" y="77173"/>
                </a:lnTo>
                <a:lnTo>
                  <a:pt x="775624" y="77091"/>
                </a:lnTo>
                <a:lnTo>
                  <a:pt x="776521" y="77033"/>
                </a:lnTo>
                <a:lnTo>
                  <a:pt x="777428" y="76998"/>
                </a:lnTo>
                <a:lnTo>
                  <a:pt x="778344" y="76986"/>
                </a:lnTo>
                <a:lnTo>
                  <a:pt x="779369" y="77004"/>
                </a:lnTo>
                <a:lnTo>
                  <a:pt x="780374" y="77059"/>
                </a:lnTo>
                <a:lnTo>
                  <a:pt x="781360" y="77150"/>
                </a:lnTo>
                <a:lnTo>
                  <a:pt x="782327" y="77278"/>
                </a:lnTo>
                <a:lnTo>
                  <a:pt x="783276" y="77442"/>
                </a:lnTo>
                <a:lnTo>
                  <a:pt x="784205" y="77643"/>
                </a:lnTo>
                <a:lnTo>
                  <a:pt x="785115" y="77880"/>
                </a:lnTo>
                <a:lnTo>
                  <a:pt x="786007" y="78153"/>
                </a:lnTo>
                <a:lnTo>
                  <a:pt x="786879" y="78463"/>
                </a:lnTo>
                <a:lnTo>
                  <a:pt x="787733" y="78810"/>
                </a:lnTo>
                <a:lnTo>
                  <a:pt x="788568" y="79193"/>
                </a:lnTo>
                <a:lnTo>
                  <a:pt x="789383" y="79612"/>
                </a:lnTo>
                <a:lnTo>
                  <a:pt x="790180" y="80068"/>
                </a:lnTo>
                <a:lnTo>
                  <a:pt x="790958" y="80560"/>
                </a:lnTo>
                <a:lnTo>
                  <a:pt x="791716" y="81089"/>
                </a:lnTo>
                <a:lnTo>
                  <a:pt x="792456" y="81654"/>
                </a:lnTo>
                <a:lnTo>
                  <a:pt x="793177" y="82256"/>
                </a:lnTo>
                <a:lnTo>
                  <a:pt x="793879" y="82894"/>
                </a:lnTo>
                <a:lnTo>
                  <a:pt x="794562" y="83569"/>
                </a:lnTo>
                <a:lnTo>
                  <a:pt x="795226" y="84280"/>
                </a:lnTo>
                <a:lnTo>
                  <a:pt x="795871" y="85028"/>
                </a:lnTo>
                <a:lnTo>
                  <a:pt x="796497" y="85812"/>
                </a:lnTo>
                <a:lnTo>
                  <a:pt x="797104" y="86633"/>
                </a:lnTo>
                <a:lnTo>
                  <a:pt x="797692" y="87490"/>
                </a:lnTo>
                <a:lnTo>
                  <a:pt x="798259" y="88384"/>
                </a:lnTo>
                <a:lnTo>
                  <a:pt x="798801" y="89317"/>
                </a:lnTo>
                <a:lnTo>
                  <a:pt x="799319" y="90288"/>
                </a:lnTo>
                <a:lnTo>
                  <a:pt x="799814" y="91297"/>
                </a:lnTo>
                <a:lnTo>
                  <a:pt x="800284" y="92344"/>
                </a:lnTo>
                <a:lnTo>
                  <a:pt x="800730" y="93430"/>
                </a:lnTo>
                <a:lnTo>
                  <a:pt x="801152" y="94555"/>
                </a:lnTo>
                <a:lnTo>
                  <a:pt x="801549" y="95718"/>
                </a:lnTo>
                <a:lnTo>
                  <a:pt x="801923" y="96919"/>
                </a:lnTo>
                <a:lnTo>
                  <a:pt x="802273" y="98158"/>
                </a:lnTo>
                <a:lnTo>
                  <a:pt x="802598" y="99436"/>
                </a:lnTo>
                <a:lnTo>
                  <a:pt x="802900" y="100752"/>
                </a:lnTo>
                <a:lnTo>
                  <a:pt x="803177" y="102107"/>
                </a:lnTo>
                <a:lnTo>
                  <a:pt x="803430" y="103500"/>
                </a:lnTo>
                <a:lnTo>
                  <a:pt x="803659" y="104931"/>
                </a:lnTo>
                <a:lnTo>
                  <a:pt x="803864" y="106401"/>
                </a:lnTo>
                <a:lnTo>
                  <a:pt x="804045" y="107909"/>
                </a:lnTo>
                <a:lnTo>
                  <a:pt x="804202" y="109456"/>
                </a:lnTo>
                <a:lnTo>
                  <a:pt x="804334" y="111041"/>
                </a:lnTo>
                <a:lnTo>
                  <a:pt x="804443" y="112664"/>
                </a:lnTo>
                <a:lnTo>
                  <a:pt x="804527" y="114326"/>
                </a:lnTo>
                <a:lnTo>
                  <a:pt x="804587" y="116026"/>
                </a:lnTo>
                <a:lnTo>
                  <a:pt x="804623" y="117764"/>
                </a:lnTo>
                <a:lnTo>
                  <a:pt x="804636" y="119541"/>
                </a:lnTo>
                <a:lnTo>
                  <a:pt x="804623" y="121183"/>
                </a:lnTo>
                <a:lnTo>
                  <a:pt x="804585" y="122792"/>
                </a:lnTo>
                <a:lnTo>
                  <a:pt x="804521" y="124369"/>
                </a:lnTo>
                <a:lnTo>
                  <a:pt x="804431" y="125912"/>
                </a:lnTo>
                <a:lnTo>
                  <a:pt x="804317" y="127423"/>
                </a:lnTo>
                <a:lnTo>
                  <a:pt x="804176" y="128901"/>
                </a:lnTo>
                <a:lnTo>
                  <a:pt x="804010" y="130346"/>
                </a:lnTo>
                <a:lnTo>
                  <a:pt x="803819" y="131758"/>
                </a:lnTo>
                <a:lnTo>
                  <a:pt x="803602" y="133137"/>
                </a:lnTo>
                <a:lnTo>
                  <a:pt x="803360" y="134483"/>
                </a:lnTo>
                <a:lnTo>
                  <a:pt x="803092" y="135796"/>
                </a:lnTo>
                <a:lnTo>
                  <a:pt x="802799" y="137077"/>
                </a:lnTo>
                <a:lnTo>
                  <a:pt x="802480" y="138324"/>
                </a:lnTo>
                <a:lnTo>
                  <a:pt x="802135" y="139539"/>
                </a:lnTo>
                <a:lnTo>
                  <a:pt x="801765" y="140721"/>
                </a:lnTo>
                <a:lnTo>
                  <a:pt x="801370" y="141870"/>
                </a:lnTo>
                <a:lnTo>
                  <a:pt x="800949" y="142986"/>
                </a:lnTo>
                <a:lnTo>
                  <a:pt x="800502" y="144069"/>
                </a:lnTo>
                <a:lnTo>
                  <a:pt x="800030" y="145119"/>
                </a:lnTo>
                <a:lnTo>
                  <a:pt x="799533" y="146136"/>
                </a:lnTo>
                <a:lnTo>
                  <a:pt x="799010" y="147121"/>
                </a:lnTo>
                <a:lnTo>
                  <a:pt x="798461" y="148072"/>
                </a:lnTo>
                <a:lnTo>
                  <a:pt x="797887" y="148991"/>
                </a:lnTo>
                <a:lnTo>
                  <a:pt x="797287" y="149877"/>
                </a:lnTo>
                <a:lnTo>
                  <a:pt x="796665" y="150728"/>
                </a:lnTo>
                <a:lnTo>
                  <a:pt x="796023" y="151543"/>
                </a:lnTo>
                <a:lnTo>
                  <a:pt x="795361" y="152322"/>
                </a:lnTo>
                <a:lnTo>
                  <a:pt x="794679" y="153064"/>
                </a:lnTo>
                <a:lnTo>
                  <a:pt x="793977" y="153771"/>
                </a:lnTo>
                <a:lnTo>
                  <a:pt x="793255" y="154441"/>
                </a:lnTo>
                <a:lnTo>
                  <a:pt x="792514" y="155075"/>
                </a:lnTo>
                <a:lnTo>
                  <a:pt x="791752" y="155672"/>
                </a:lnTo>
                <a:lnTo>
                  <a:pt x="790971" y="156234"/>
                </a:lnTo>
                <a:lnTo>
                  <a:pt x="790169" y="156759"/>
                </a:lnTo>
                <a:lnTo>
                  <a:pt x="789348" y="157248"/>
                </a:lnTo>
                <a:lnTo>
                  <a:pt x="788507" y="157701"/>
                </a:lnTo>
                <a:lnTo>
                  <a:pt x="787646" y="158118"/>
                </a:lnTo>
                <a:lnTo>
                  <a:pt x="786765" y="158498"/>
                </a:lnTo>
                <a:lnTo>
                  <a:pt x="785864" y="158842"/>
                </a:lnTo>
                <a:lnTo>
                  <a:pt x="784943" y="159150"/>
                </a:lnTo>
                <a:lnTo>
                  <a:pt x="784003" y="159422"/>
                </a:lnTo>
                <a:lnTo>
                  <a:pt x="783042" y="159657"/>
                </a:lnTo>
                <a:lnTo>
                  <a:pt x="782062" y="159856"/>
                </a:lnTo>
                <a:lnTo>
                  <a:pt x="781061" y="160019"/>
                </a:lnTo>
                <a:lnTo>
                  <a:pt x="780041" y="160146"/>
                </a:lnTo>
                <a:lnTo>
                  <a:pt x="779001" y="160237"/>
                </a:lnTo>
                <a:lnTo>
                  <a:pt x="777941" y="160291"/>
                </a:lnTo>
                <a:lnTo>
                  <a:pt x="776861" y="160309"/>
                </a:lnTo>
                <a:lnTo>
                  <a:pt x="775957" y="160298"/>
                </a:lnTo>
                <a:lnTo>
                  <a:pt x="775063" y="160264"/>
                </a:lnTo>
                <a:lnTo>
                  <a:pt x="774180" y="160208"/>
                </a:lnTo>
                <a:lnTo>
                  <a:pt x="773309" y="160130"/>
                </a:lnTo>
                <a:lnTo>
                  <a:pt x="772448" y="160029"/>
                </a:lnTo>
                <a:close/>
                <a:moveTo>
                  <a:pt x="84941" y="124239"/>
                </a:moveTo>
                <a:lnTo>
                  <a:pt x="85836" y="123446"/>
                </a:lnTo>
                <a:lnTo>
                  <a:pt x="86724" y="122654"/>
                </a:lnTo>
                <a:lnTo>
                  <a:pt x="87605" y="121863"/>
                </a:lnTo>
                <a:lnTo>
                  <a:pt x="88478" y="121073"/>
                </a:lnTo>
                <a:lnTo>
                  <a:pt x="89344" y="120283"/>
                </a:lnTo>
                <a:lnTo>
                  <a:pt x="90203" y="119494"/>
                </a:lnTo>
                <a:lnTo>
                  <a:pt x="91055" y="118706"/>
                </a:lnTo>
                <a:lnTo>
                  <a:pt x="91899" y="117919"/>
                </a:lnTo>
                <a:lnTo>
                  <a:pt x="92737" y="117132"/>
                </a:lnTo>
                <a:lnTo>
                  <a:pt x="93566" y="116346"/>
                </a:lnTo>
                <a:lnTo>
                  <a:pt x="94389" y="115560"/>
                </a:lnTo>
                <a:lnTo>
                  <a:pt x="95205" y="114775"/>
                </a:lnTo>
                <a:lnTo>
                  <a:pt x="96013" y="113991"/>
                </a:lnTo>
                <a:lnTo>
                  <a:pt x="96814" y="113208"/>
                </a:lnTo>
                <a:lnTo>
                  <a:pt x="97607" y="112426"/>
                </a:lnTo>
                <a:lnTo>
                  <a:pt x="98394" y="111644"/>
                </a:lnTo>
                <a:lnTo>
                  <a:pt x="99173" y="110862"/>
                </a:lnTo>
                <a:lnTo>
                  <a:pt x="99945" y="110082"/>
                </a:lnTo>
                <a:lnTo>
                  <a:pt x="100709" y="109302"/>
                </a:lnTo>
                <a:lnTo>
                  <a:pt x="101466" y="108523"/>
                </a:lnTo>
                <a:lnTo>
                  <a:pt x="102217" y="107744"/>
                </a:lnTo>
                <a:lnTo>
                  <a:pt x="102959" y="106967"/>
                </a:lnTo>
                <a:lnTo>
                  <a:pt x="103695" y="106190"/>
                </a:lnTo>
                <a:lnTo>
                  <a:pt x="104423" y="105413"/>
                </a:lnTo>
                <a:lnTo>
                  <a:pt x="105142" y="104635"/>
                </a:lnTo>
                <a:lnTo>
                  <a:pt x="105847" y="103850"/>
                </a:lnTo>
                <a:lnTo>
                  <a:pt x="106541" y="103061"/>
                </a:lnTo>
                <a:lnTo>
                  <a:pt x="107221" y="102265"/>
                </a:lnTo>
                <a:lnTo>
                  <a:pt x="107889" y="101464"/>
                </a:lnTo>
                <a:lnTo>
                  <a:pt x="108544" y="100657"/>
                </a:lnTo>
                <a:lnTo>
                  <a:pt x="109187" y="99845"/>
                </a:lnTo>
                <a:lnTo>
                  <a:pt x="109816" y="99027"/>
                </a:lnTo>
                <a:lnTo>
                  <a:pt x="110434" y="98204"/>
                </a:lnTo>
                <a:lnTo>
                  <a:pt x="111038" y="97375"/>
                </a:lnTo>
                <a:lnTo>
                  <a:pt x="111630" y="96541"/>
                </a:lnTo>
                <a:lnTo>
                  <a:pt x="112210" y="95701"/>
                </a:lnTo>
                <a:lnTo>
                  <a:pt x="112776" y="94855"/>
                </a:lnTo>
                <a:lnTo>
                  <a:pt x="113330" y="94004"/>
                </a:lnTo>
                <a:lnTo>
                  <a:pt x="113872" y="93147"/>
                </a:lnTo>
                <a:lnTo>
                  <a:pt x="114401" y="92285"/>
                </a:lnTo>
                <a:lnTo>
                  <a:pt x="114917" y="91417"/>
                </a:lnTo>
                <a:lnTo>
                  <a:pt x="115420" y="90543"/>
                </a:lnTo>
                <a:lnTo>
                  <a:pt x="115911" y="89664"/>
                </a:lnTo>
                <a:lnTo>
                  <a:pt x="116389" y="88780"/>
                </a:lnTo>
                <a:lnTo>
                  <a:pt x="116855" y="87889"/>
                </a:lnTo>
                <a:lnTo>
                  <a:pt x="117308" y="86994"/>
                </a:lnTo>
                <a:lnTo>
                  <a:pt x="117748" y="86092"/>
                </a:lnTo>
                <a:lnTo>
                  <a:pt x="118176" y="85185"/>
                </a:lnTo>
                <a:lnTo>
                  <a:pt x="118588" y="84270"/>
                </a:lnTo>
                <a:lnTo>
                  <a:pt x="118983" y="83343"/>
                </a:lnTo>
                <a:lnTo>
                  <a:pt x="119361" y="82406"/>
                </a:lnTo>
                <a:lnTo>
                  <a:pt x="119721" y="81458"/>
                </a:lnTo>
                <a:lnTo>
                  <a:pt x="120063" y="80498"/>
                </a:lnTo>
                <a:lnTo>
                  <a:pt x="120388" y="79528"/>
                </a:lnTo>
                <a:lnTo>
                  <a:pt x="120695" y="78547"/>
                </a:lnTo>
                <a:lnTo>
                  <a:pt x="120985" y="77555"/>
                </a:lnTo>
                <a:lnTo>
                  <a:pt x="121257" y="76553"/>
                </a:lnTo>
                <a:lnTo>
                  <a:pt x="121511" y="75539"/>
                </a:lnTo>
                <a:lnTo>
                  <a:pt x="121748" y="74514"/>
                </a:lnTo>
                <a:lnTo>
                  <a:pt x="121968" y="73478"/>
                </a:lnTo>
                <a:lnTo>
                  <a:pt x="122170" y="72432"/>
                </a:lnTo>
                <a:lnTo>
                  <a:pt x="122354" y="71375"/>
                </a:lnTo>
                <a:lnTo>
                  <a:pt x="122521" y="70306"/>
                </a:lnTo>
                <a:lnTo>
                  <a:pt x="122670" y="69227"/>
                </a:lnTo>
                <a:lnTo>
                  <a:pt x="122802" y="68137"/>
                </a:lnTo>
                <a:lnTo>
                  <a:pt x="122916" y="67036"/>
                </a:lnTo>
                <a:lnTo>
                  <a:pt x="123012" y="65924"/>
                </a:lnTo>
                <a:lnTo>
                  <a:pt x="123091" y="64801"/>
                </a:lnTo>
                <a:lnTo>
                  <a:pt x="123153" y="63667"/>
                </a:lnTo>
                <a:lnTo>
                  <a:pt x="123197" y="62522"/>
                </a:lnTo>
                <a:lnTo>
                  <a:pt x="123223" y="61367"/>
                </a:lnTo>
                <a:lnTo>
                  <a:pt x="123232" y="60200"/>
                </a:lnTo>
                <a:lnTo>
                  <a:pt x="123219" y="58802"/>
                </a:lnTo>
                <a:lnTo>
                  <a:pt x="123181" y="57422"/>
                </a:lnTo>
                <a:lnTo>
                  <a:pt x="123118" y="56059"/>
                </a:lnTo>
                <a:lnTo>
                  <a:pt x="123029" y="54714"/>
                </a:lnTo>
                <a:lnTo>
                  <a:pt x="122916" y="53387"/>
                </a:lnTo>
                <a:lnTo>
                  <a:pt x="122777" y="52077"/>
                </a:lnTo>
                <a:lnTo>
                  <a:pt x="122612" y="50785"/>
                </a:lnTo>
                <a:lnTo>
                  <a:pt x="122423" y="49511"/>
                </a:lnTo>
                <a:lnTo>
                  <a:pt x="122208" y="48254"/>
                </a:lnTo>
                <a:lnTo>
                  <a:pt x="121968" y="47015"/>
                </a:lnTo>
                <a:lnTo>
                  <a:pt x="121702" y="45794"/>
                </a:lnTo>
                <a:lnTo>
                  <a:pt x="121411" y="44591"/>
                </a:lnTo>
                <a:lnTo>
                  <a:pt x="121095" y="43405"/>
                </a:lnTo>
                <a:lnTo>
                  <a:pt x="120754" y="42237"/>
                </a:lnTo>
                <a:lnTo>
                  <a:pt x="120388" y="41086"/>
                </a:lnTo>
                <a:lnTo>
                  <a:pt x="119996" y="39954"/>
                </a:lnTo>
                <a:lnTo>
                  <a:pt x="119579" y="38839"/>
                </a:lnTo>
                <a:lnTo>
                  <a:pt x="119136" y="37741"/>
                </a:lnTo>
                <a:lnTo>
                  <a:pt x="118669" y="36662"/>
                </a:lnTo>
                <a:lnTo>
                  <a:pt x="118176" y="35600"/>
                </a:lnTo>
                <a:lnTo>
                  <a:pt x="117657" y="34555"/>
                </a:lnTo>
                <a:lnTo>
                  <a:pt x="117114" y="33529"/>
                </a:lnTo>
                <a:lnTo>
                  <a:pt x="116545" y="32520"/>
                </a:lnTo>
                <a:lnTo>
                  <a:pt x="115951" y="31528"/>
                </a:lnTo>
                <a:lnTo>
                  <a:pt x="115334" y="30556"/>
                </a:lnTo>
                <a:lnTo>
                  <a:pt x="114696" y="29602"/>
                </a:lnTo>
                <a:lnTo>
                  <a:pt x="114038" y="28667"/>
                </a:lnTo>
                <a:lnTo>
                  <a:pt x="113359" y="27751"/>
                </a:lnTo>
                <a:lnTo>
                  <a:pt x="112660" y="26855"/>
                </a:lnTo>
                <a:lnTo>
                  <a:pt x="111940" y="25977"/>
                </a:lnTo>
                <a:lnTo>
                  <a:pt x="111199" y="25119"/>
                </a:lnTo>
                <a:lnTo>
                  <a:pt x="110438" y="24280"/>
                </a:lnTo>
                <a:lnTo>
                  <a:pt x="109656" y="23459"/>
                </a:lnTo>
                <a:lnTo>
                  <a:pt x="108854" y="22658"/>
                </a:lnTo>
                <a:lnTo>
                  <a:pt x="108031" y="21876"/>
                </a:lnTo>
                <a:lnTo>
                  <a:pt x="107187" y="21113"/>
                </a:lnTo>
                <a:lnTo>
                  <a:pt x="106323" y="20369"/>
                </a:lnTo>
                <a:lnTo>
                  <a:pt x="105438" y="19644"/>
                </a:lnTo>
                <a:lnTo>
                  <a:pt x="104533" y="18938"/>
                </a:lnTo>
                <a:lnTo>
                  <a:pt x="103607" y="18252"/>
                </a:lnTo>
                <a:lnTo>
                  <a:pt x="102660" y="17584"/>
                </a:lnTo>
                <a:lnTo>
                  <a:pt x="101693" y="16936"/>
                </a:lnTo>
                <a:lnTo>
                  <a:pt x="100705" y="16306"/>
                </a:lnTo>
                <a:lnTo>
                  <a:pt x="99697" y="15696"/>
                </a:lnTo>
                <a:lnTo>
                  <a:pt x="98668" y="15104"/>
                </a:lnTo>
                <a:lnTo>
                  <a:pt x="97618" y="14532"/>
                </a:lnTo>
                <a:lnTo>
                  <a:pt x="96548" y="13979"/>
                </a:lnTo>
                <a:lnTo>
                  <a:pt x="95457" y="13445"/>
                </a:lnTo>
                <a:lnTo>
                  <a:pt x="94348" y="12931"/>
                </a:lnTo>
                <a:lnTo>
                  <a:pt x="93223" y="12439"/>
                </a:lnTo>
                <a:lnTo>
                  <a:pt x="92082" y="11968"/>
                </a:lnTo>
                <a:lnTo>
                  <a:pt x="90926" y="11520"/>
                </a:lnTo>
                <a:lnTo>
                  <a:pt x="89753" y="11094"/>
                </a:lnTo>
                <a:lnTo>
                  <a:pt x="88564" y="10689"/>
                </a:lnTo>
                <a:lnTo>
                  <a:pt x="87360" y="10306"/>
                </a:lnTo>
                <a:lnTo>
                  <a:pt x="86139" y="9945"/>
                </a:lnTo>
                <a:lnTo>
                  <a:pt x="84903" y="9606"/>
                </a:lnTo>
                <a:lnTo>
                  <a:pt x="83651" y="9289"/>
                </a:lnTo>
                <a:lnTo>
                  <a:pt x="82382" y="8994"/>
                </a:lnTo>
                <a:lnTo>
                  <a:pt x="81098" y="8721"/>
                </a:lnTo>
                <a:lnTo>
                  <a:pt x="79798" y="8469"/>
                </a:lnTo>
                <a:lnTo>
                  <a:pt x="78482" y="8239"/>
                </a:lnTo>
                <a:lnTo>
                  <a:pt x="77150" y="8032"/>
                </a:lnTo>
                <a:lnTo>
                  <a:pt x="75803" y="7846"/>
                </a:lnTo>
                <a:lnTo>
                  <a:pt x="74439" y="7682"/>
                </a:lnTo>
                <a:lnTo>
                  <a:pt x="73059" y="7539"/>
                </a:lnTo>
                <a:lnTo>
                  <a:pt x="71664" y="7419"/>
                </a:lnTo>
                <a:lnTo>
                  <a:pt x="70252" y="7321"/>
                </a:lnTo>
                <a:lnTo>
                  <a:pt x="68825" y="7244"/>
                </a:lnTo>
                <a:lnTo>
                  <a:pt x="67382" y="7190"/>
                </a:lnTo>
                <a:lnTo>
                  <a:pt x="65922" y="7157"/>
                </a:lnTo>
                <a:lnTo>
                  <a:pt x="64447" y="7146"/>
                </a:lnTo>
                <a:lnTo>
                  <a:pt x="62862" y="7159"/>
                </a:lnTo>
                <a:lnTo>
                  <a:pt x="61296" y="7197"/>
                </a:lnTo>
                <a:lnTo>
                  <a:pt x="59749" y="7260"/>
                </a:lnTo>
                <a:lnTo>
                  <a:pt x="58223" y="7349"/>
                </a:lnTo>
                <a:lnTo>
                  <a:pt x="56716" y="7463"/>
                </a:lnTo>
                <a:lnTo>
                  <a:pt x="55228" y="7603"/>
                </a:lnTo>
                <a:lnTo>
                  <a:pt x="53761" y="7768"/>
                </a:lnTo>
                <a:lnTo>
                  <a:pt x="52313" y="7959"/>
                </a:lnTo>
                <a:lnTo>
                  <a:pt x="50884" y="8175"/>
                </a:lnTo>
                <a:lnTo>
                  <a:pt x="49476" y="8416"/>
                </a:lnTo>
                <a:lnTo>
                  <a:pt x="48087" y="8683"/>
                </a:lnTo>
                <a:lnTo>
                  <a:pt x="46717" y="8975"/>
                </a:lnTo>
                <a:lnTo>
                  <a:pt x="45368" y="9293"/>
                </a:lnTo>
                <a:lnTo>
                  <a:pt x="44038" y="9636"/>
                </a:lnTo>
                <a:lnTo>
                  <a:pt x="42727" y="10005"/>
                </a:lnTo>
                <a:lnTo>
                  <a:pt x="41437" y="10399"/>
                </a:lnTo>
                <a:lnTo>
                  <a:pt x="40166" y="10818"/>
                </a:lnTo>
                <a:lnTo>
                  <a:pt x="38914" y="11263"/>
                </a:lnTo>
                <a:lnTo>
                  <a:pt x="37683" y="11733"/>
                </a:lnTo>
                <a:lnTo>
                  <a:pt x="36471" y="12228"/>
                </a:lnTo>
                <a:lnTo>
                  <a:pt x="35278" y="12749"/>
                </a:lnTo>
                <a:lnTo>
                  <a:pt x="34106" y="13295"/>
                </a:lnTo>
                <a:lnTo>
                  <a:pt x="32953" y="13867"/>
                </a:lnTo>
                <a:lnTo>
                  <a:pt x="31819" y="14464"/>
                </a:lnTo>
                <a:lnTo>
                  <a:pt x="30707" y="15085"/>
                </a:lnTo>
                <a:lnTo>
                  <a:pt x="29617" y="15729"/>
                </a:lnTo>
                <a:lnTo>
                  <a:pt x="28550" y="16395"/>
                </a:lnTo>
                <a:lnTo>
                  <a:pt x="27505" y="17083"/>
                </a:lnTo>
                <a:lnTo>
                  <a:pt x="26482" y="17795"/>
                </a:lnTo>
                <a:lnTo>
                  <a:pt x="25482" y="18529"/>
                </a:lnTo>
                <a:lnTo>
                  <a:pt x="24505" y="19285"/>
                </a:lnTo>
                <a:lnTo>
                  <a:pt x="23550" y="20064"/>
                </a:lnTo>
                <a:lnTo>
                  <a:pt x="22617" y="20866"/>
                </a:lnTo>
                <a:lnTo>
                  <a:pt x="21707" y="21691"/>
                </a:lnTo>
                <a:lnTo>
                  <a:pt x="20819" y="22538"/>
                </a:lnTo>
                <a:lnTo>
                  <a:pt x="19954" y="23407"/>
                </a:lnTo>
                <a:lnTo>
                  <a:pt x="19112" y="24299"/>
                </a:lnTo>
                <a:lnTo>
                  <a:pt x="18291" y="25214"/>
                </a:lnTo>
                <a:lnTo>
                  <a:pt x="17494" y="26152"/>
                </a:lnTo>
                <a:lnTo>
                  <a:pt x="16719" y="27112"/>
                </a:lnTo>
                <a:lnTo>
                  <a:pt x="15966" y="28095"/>
                </a:lnTo>
                <a:lnTo>
                  <a:pt x="15235" y="29100"/>
                </a:lnTo>
                <a:lnTo>
                  <a:pt x="14528" y="30128"/>
                </a:lnTo>
                <a:lnTo>
                  <a:pt x="13842" y="31178"/>
                </a:lnTo>
                <a:lnTo>
                  <a:pt x="13179" y="32252"/>
                </a:lnTo>
                <a:lnTo>
                  <a:pt x="12539" y="33347"/>
                </a:lnTo>
                <a:lnTo>
                  <a:pt x="11921" y="34466"/>
                </a:lnTo>
                <a:lnTo>
                  <a:pt x="11325" y="35607"/>
                </a:lnTo>
                <a:lnTo>
                  <a:pt x="10753" y="36768"/>
                </a:lnTo>
                <a:lnTo>
                  <a:pt x="10206" y="37949"/>
                </a:lnTo>
                <a:lnTo>
                  <a:pt x="9682" y="39149"/>
                </a:lnTo>
                <a:lnTo>
                  <a:pt x="9183" y="40368"/>
                </a:lnTo>
                <a:lnTo>
                  <a:pt x="8708" y="41606"/>
                </a:lnTo>
                <a:lnTo>
                  <a:pt x="8258" y="42863"/>
                </a:lnTo>
                <a:lnTo>
                  <a:pt x="7832" y="44139"/>
                </a:lnTo>
                <a:lnTo>
                  <a:pt x="7430" y="45435"/>
                </a:lnTo>
                <a:lnTo>
                  <a:pt x="7053" y="46749"/>
                </a:lnTo>
                <a:lnTo>
                  <a:pt x="6700" y="48083"/>
                </a:lnTo>
                <a:lnTo>
                  <a:pt x="6372" y="49436"/>
                </a:lnTo>
                <a:lnTo>
                  <a:pt x="6067" y="50808"/>
                </a:lnTo>
                <a:lnTo>
                  <a:pt x="5787" y="52199"/>
                </a:lnTo>
                <a:lnTo>
                  <a:pt x="5532" y="53609"/>
                </a:lnTo>
                <a:lnTo>
                  <a:pt x="5300" y="55038"/>
                </a:lnTo>
                <a:lnTo>
                  <a:pt x="5093" y="56486"/>
                </a:lnTo>
                <a:lnTo>
                  <a:pt x="4911" y="57954"/>
                </a:lnTo>
                <a:lnTo>
                  <a:pt x="4753" y="59440"/>
                </a:lnTo>
                <a:lnTo>
                  <a:pt x="4619" y="60946"/>
                </a:lnTo>
                <a:lnTo>
                  <a:pt x="4509" y="62471"/>
                </a:lnTo>
                <a:lnTo>
                  <a:pt x="4424" y="64015"/>
                </a:lnTo>
                <a:lnTo>
                  <a:pt x="4363" y="65578"/>
                </a:lnTo>
                <a:lnTo>
                  <a:pt x="4327" y="67160"/>
                </a:lnTo>
                <a:lnTo>
                  <a:pt x="4314" y="68762"/>
                </a:lnTo>
                <a:lnTo>
                  <a:pt x="38560" y="68762"/>
                </a:lnTo>
                <a:lnTo>
                  <a:pt x="38571" y="67657"/>
                </a:lnTo>
                <a:lnTo>
                  <a:pt x="38602" y="66569"/>
                </a:lnTo>
                <a:lnTo>
                  <a:pt x="38654" y="65498"/>
                </a:lnTo>
                <a:lnTo>
                  <a:pt x="38727" y="64444"/>
                </a:lnTo>
                <a:lnTo>
                  <a:pt x="38821" y="63408"/>
                </a:lnTo>
                <a:lnTo>
                  <a:pt x="38935" y="62388"/>
                </a:lnTo>
                <a:lnTo>
                  <a:pt x="39071" y="61386"/>
                </a:lnTo>
                <a:lnTo>
                  <a:pt x="39227" y="60401"/>
                </a:lnTo>
                <a:lnTo>
                  <a:pt x="39404" y="59434"/>
                </a:lnTo>
                <a:lnTo>
                  <a:pt x="39602" y="58483"/>
                </a:lnTo>
                <a:lnTo>
                  <a:pt x="39821" y="57550"/>
                </a:lnTo>
                <a:lnTo>
                  <a:pt x="40060" y="56634"/>
                </a:lnTo>
                <a:lnTo>
                  <a:pt x="40321" y="55735"/>
                </a:lnTo>
                <a:lnTo>
                  <a:pt x="40602" y="54853"/>
                </a:lnTo>
                <a:lnTo>
                  <a:pt x="40904" y="53988"/>
                </a:lnTo>
                <a:lnTo>
                  <a:pt x="41227" y="53140"/>
                </a:lnTo>
                <a:lnTo>
                  <a:pt x="41571" y="52310"/>
                </a:lnTo>
                <a:lnTo>
                  <a:pt x="41935" y="51497"/>
                </a:lnTo>
                <a:lnTo>
                  <a:pt x="42321" y="50701"/>
                </a:lnTo>
                <a:lnTo>
                  <a:pt x="42727" y="49922"/>
                </a:lnTo>
                <a:lnTo>
                  <a:pt x="43154" y="49161"/>
                </a:lnTo>
                <a:lnTo>
                  <a:pt x="43602" y="48416"/>
                </a:lnTo>
                <a:lnTo>
                  <a:pt x="44071" y="47689"/>
                </a:lnTo>
                <a:lnTo>
                  <a:pt x="44560" y="46979"/>
                </a:lnTo>
                <a:lnTo>
                  <a:pt x="45074" y="46292"/>
                </a:lnTo>
                <a:lnTo>
                  <a:pt x="45615" y="45634"/>
                </a:lnTo>
                <a:lnTo>
                  <a:pt x="46183" y="45006"/>
                </a:lnTo>
                <a:lnTo>
                  <a:pt x="46779" y="44406"/>
                </a:lnTo>
                <a:lnTo>
                  <a:pt x="47402" y="43836"/>
                </a:lnTo>
                <a:lnTo>
                  <a:pt x="48053" y="43296"/>
                </a:lnTo>
                <a:lnTo>
                  <a:pt x="48731" y="42784"/>
                </a:lnTo>
                <a:lnTo>
                  <a:pt x="49436" y="42302"/>
                </a:lnTo>
                <a:lnTo>
                  <a:pt x="50169" y="41849"/>
                </a:lnTo>
                <a:lnTo>
                  <a:pt x="50929" y="41425"/>
                </a:lnTo>
                <a:lnTo>
                  <a:pt x="51717" y="41030"/>
                </a:lnTo>
                <a:lnTo>
                  <a:pt x="52532" y="40665"/>
                </a:lnTo>
                <a:lnTo>
                  <a:pt x="53374" y="40329"/>
                </a:lnTo>
                <a:lnTo>
                  <a:pt x="54244" y="40022"/>
                </a:lnTo>
                <a:lnTo>
                  <a:pt x="55141" y="39744"/>
                </a:lnTo>
                <a:lnTo>
                  <a:pt x="56065" y="39496"/>
                </a:lnTo>
                <a:lnTo>
                  <a:pt x="57017" y="39277"/>
                </a:lnTo>
                <a:lnTo>
                  <a:pt x="57997" y="39087"/>
                </a:lnTo>
                <a:lnTo>
                  <a:pt x="59003" y="38926"/>
                </a:lnTo>
                <a:lnTo>
                  <a:pt x="60037" y="38794"/>
                </a:lnTo>
                <a:lnTo>
                  <a:pt x="61099" y="38692"/>
                </a:lnTo>
                <a:lnTo>
                  <a:pt x="62187" y="38619"/>
                </a:lnTo>
                <a:lnTo>
                  <a:pt x="63304" y="38575"/>
                </a:lnTo>
                <a:lnTo>
                  <a:pt x="64447" y="38560"/>
                </a:lnTo>
                <a:lnTo>
                  <a:pt x="65457" y="38573"/>
                </a:lnTo>
                <a:lnTo>
                  <a:pt x="66442" y="38609"/>
                </a:lnTo>
                <a:lnTo>
                  <a:pt x="67401" y="38669"/>
                </a:lnTo>
                <a:lnTo>
                  <a:pt x="68335" y="38754"/>
                </a:lnTo>
                <a:lnTo>
                  <a:pt x="69243" y="38862"/>
                </a:lnTo>
                <a:lnTo>
                  <a:pt x="70127" y="38995"/>
                </a:lnTo>
                <a:lnTo>
                  <a:pt x="70985" y="39152"/>
                </a:lnTo>
                <a:lnTo>
                  <a:pt x="71818" y="39333"/>
                </a:lnTo>
                <a:lnTo>
                  <a:pt x="72625" y="39539"/>
                </a:lnTo>
                <a:lnTo>
                  <a:pt x="73408" y="39768"/>
                </a:lnTo>
                <a:lnTo>
                  <a:pt x="74165" y="40022"/>
                </a:lnTo>
                <a:lnTo>
                  <a:pt x="74896" y="40300"/>
                </a:lnTo>
                <a:lnTo>
                  <a:pt x="75603" y="40601"/>
                </a:lnTo>
                <a:lnTo>
                  <a:pt x="76284" y="40928"/>
                </a:lnTo>
                <a:lnTo>
                  <a:pt x="76940" y="41278"/>
                </a:lnTo>
                <a:lnTo>
                  <a:pt x="77570" y="41652"/>
                </a:lnTo>
                <a:lnTo>
                  <a:pt x="78176" y="42051"/>
                </a:lnTo>
                <a:lnTo>
                  <a:pt x="78756" y="42473"/>
                </a:lnTo>
                <a:lnTo>
                  <a:pt x="79310" y="42920"/>
                </a:lnTo>
                <a:lnTo>
                  <a:pt x="79840" y="43391"/>
                </a:lnTo>
                <a:lnTo>
                  <a:pt x="80344" y="43886"/>
                </a:lnTo>
                <a:lnTo>
                  <a:pt x="80823" y="44406"/>
                </a:lnTo>
                <a:lnTo>
                  <a:pt x="81277" y="44949"/>
                </a:lnTo>
                <a:lnTo>
                  <a:pt x="81705" y="45517"/>
                </a:lnTo>
                <a:lnTo>
                  <a:pt x="82112" y="46102"/>
                </a:lnTo>
                <a:lnTo>
                  <a:pt x="82502" y="46700"/>
                </a:lnTo>
                <a:lnTo>
                  <a:pt x="82874" y="47310"/>
                </a:lnTo>
                <a:lnTo>
                  <a:pt x="83229" y="47932"/>
                </a:lnTo>
                <a:lnTo>
                  <a:pt x="83567" y="48566"/>
                </a:lnTo>
                <a:lnTo>
                  <a:pt x="83888" y="49212"/>
                </a:lnTo>
                <a:lnTo>
                  <a:pt x="84191" y="49871"/>
                </a:lnTo>
                <a:lnTo>
                  <a:pt x="84476" y="50541"/>
                </a:lnTo>
                <a:lnTo>
                  <a:pt x="84745" y="51223"/>
                </a:lnTo>
                <a:lnTo>
                  <a:pt x="84996" y="51918"/>
                </a:lnTo>
                <a:lnTo>
                  <a:pt x="85230" y="52624"/>
                </a:lnTo>
                <a:lnTo>
                  <a:pt x="85446" y="53343"/>
                </a:lnTo>
                <a:lnTo>
                  <a:pt x="85646" y="54074"/>
                </a:lnTo>
                <a:lnTo>
                  <a:pt x="85828" y="54817"/>
                </a:lnTo>
                <a:lnTo>
                  <a:pt x="85992" y="55571"/>
                </a:lnTo>
                <a:lnTo>
                  <a:pt x="86139" y="56338"/>
                </a:lnTo>
                <a:lnTo>
                  <a:pt x="86269" y="57117"/>
                </a:lnTo>
                <a:lnTo>
                  <a:pt x="86382" y="57909"/>
                </a:lnTo>
                <a:lnTo>
                  <a:pt x="86477" y="58712"/>
                </a:lnTo>
                <a:lnTo>
                  <a:pt x="86555" y="59527"/>
                </a:lnTo>
                <a:lnTo>
                  <a:pt x="86616" y="60355"/>
                </a:lnTo>
                <a:lnTo>
                  <a:pt x="86659" y="61194"/>
                </a:lnTo>
                <a:lnTo>
                  <a:pt x="86685" y="62046"/>
                </a:lnTo>
                <a:lnTo>
                  <a:pt x="86694" y="62909"/>
                </a:lnTo>
                <a:lnTo>
                  <a:pt x="86684" y="63745"/>
                </a:lnTo>
                <a:lnTo>
                  <a:pt x="86656" y="64578"/>
                </a:lnTo>
                <a:lnTo>
                  <a:pt x="86608" y="65410"/>
                </a:lnTo>
                <a:lnTo>
                  <a:pt x="86542" y="66240"/>
                </a:lnTo>
                <a:lnTo>
                  <a:pt x="86457" y="67068"/>
                </a:lnTo>
                <a:lnTo>
                  <a:pt x="86352" y="67894"/>
                </a:lnTo>
                <a:lnTo>
                  <a:pt x="86229" y="68718"/>
                </a:lnTo>
                <a:lnTo>
                  <a:pt x="86087" y="69541"/>
                </a:lnTo>
                <a:lnTo>
                  <a:pt x="85926" y="70361"/>
                </a:lnTo>
                <a:lnTo>
                  <a:pt x="85746" y="71180"/>
                </a:lnTo>
                <a:lnTo>
                  <a:pt x="85547" y="71997"/>
                </a:lnTo>
                <a:lnTo>
                  <a:pt x="85328" y="72812"/>
                </a:lnTo>
                <a:lnTo>
                  <a:pt x="85091" y="73625"/>
                </a:lnTo>
                <a:lnTo>
                  <a:pt x="84836" y="74436"/>
                </a:lnTo>
                <a:lnTo>
                  <a:pt x="84561" y="75246"/>
                </a:lnTo>
                <a:lnTo>
                  <a:pt x="84267" y="76053"/>
                </a:lnTo>
                <a:lnTo>
                  <a:pt x="83954" y="76859"/>
                </a:lnTo>
                <a:lnTo>
                  <a:pt x="83622" y="77663"/>
                </a:lnTo>
                <a:lnTo>
                  <a:pt x="83271" y="78465"/>
                </a:lnTo>
                <a:lnTo>
                  <a:pt x="82902" y="79265"/>
                </a:lnTo>
                <a:lnTo>
                  <a:pt x="82513" y="80063"/>
                </a:lnTo>
                <a:lnTo>
                  <a:pt x="82105" y="80859"/>
                </a:lnTo>
                <a:lnTo>
                  <a:pt x="81679" y="81654"/>
                </a:lnTo>
                <a:lnTo>
                  <a:pt x="81233" y="82447"/>
                </a:lnTo>
                <a:lnTo>
                  <a:pt x="80768" y="83239"/>
                </a:lnTo>
                <a:lnTo>
                  <a:pt x="80283" y="84034"/>
                </a:lnTo>
                <a:lnTo>
                  <a:pt x="79778" y="84831"/>
                </a:lnTo>
                <a:lnTo>
                  <a:pt x="79254" y="85631"/>
                </a:lnTo>
                <a:lnTo>
                  <a:pt x="78709" y="86433"/>
                </a:lnTo>
                <a:lnTo>
                  <a:pt x="78145" y="87237"/>
                </a:lnTo>
                <a:lnTo>
                  <a:pt x="77560" y="88043"/>
                </a:lnTo>
                <a:lnTo>
                  <a:pt x="76956" y="88852"/>
                </a:lnTo>
                <a:lnTo>
                  <a:pt x="76332" y="89663"/>
                </a:lnTo>
                <a:lnTo>
                  <a:pt x="75688" y="90477"/>
                </a:lnTo>
                <a:lnTo>
                  <a:pt x="75024" y="91293"/>
                </a:lnTo>
                <a:lnTo>
                  <a:pt x="74340" y="92111"/>
                </a:lnTo>
                <a:lnTo>
                  <a:pt x="73636" y="92931"/>
                </a:lnTo>
                <a:lnTo>
                  <a:pt x="72913" y="93754"/>
                </a:lnTo>
                <a:lnTo>
                  <a:pt x="72169" y="94579"/>
                </a:lnTo>
                <a:lnTo>
                  <a:pt x="71406" y="95407"/>
                </a:lnTo>
                <a:lnTo>
                  <a:pt x="70622" y="96237"/>
                </a:lnTo>
                <a:lnTo>
                  <a:pt x="69819" y="97069"/>
                </a:lnTo>
                <a:lnTo>
                  <a:pt x="68996" y="97903"/>
                </a:lnTo>
                <a:lnTo>
                  <a:pt x="68153" y="98740"/>
                </a:lnTo>
                <a:lnTo>
                  <a:pt x="67290" y="99579"/>
                </a:lnTo>
                <a:lnTo>
                  <a:pt x="66407" y="100420"/>
                </a:lnTo>
                <a:lnTo>
                  <a:pt x="65505" y="101264"/>
                </a:lnTo>
                <a:lnTo>
                  <a:pt x="64582" y="102110"/>
                </a:lnTo>
                <a:lnTo>
                  <a:pt x="0" y="160444"/>
                </a:lnTo>
                <a:lnTo>
                  <a:pt x="0" y="185252"/>
                </a:lnTo>
                <a:lnTo>
                  <a:pt x="127951" y="185252"/>
                </a:lnTo>
                <a:lnTo>
                  <a:pt x="127951" y="154916"/>
                </a:lnTo>
                <a:lnTo>
                  <a:pt x="50021" y="154916"/>
                </a:lnTo>
                <a:lnTo>
                  <a:pt x="84941" y="124239"/>
                </a:lnTo>
                <a:close/>
                <a:moveTo>
                  <a:pt x="515302" y="157577"/>
                </a:moveTo>
                <a:lnTo>
                  <a:pt x="514511" y="157533"/>
                </a:lnTo>
                <a:lnTo>
                  <a:pt x="513747" y="157471"/>
                </a:lnTo>
                <a:lnTo>
                  <a:pt x="513008" y="157391"/>
                </a:lnTo>
                <a:lnTo>
                  <a:pt x="512294" y="157294"/>
                </a:lnTo>
                <a:lnTo>
                  <a:pt x="511606" y="157179"/>
                </a:lnTo>
                <a:lnTo>
                  <a:pt x="510944" y="157046"/>
                </a:lnTo>
                <a:lnTo>
                  <a:pt x="510307" y="156896"/>
                </a:lnTo>
                <a:lnTo>
                  <a:pt x="509695" y="156728"/>
                </a:lnTo>
                <a:lnTo>
                  <a:pt x="509109" y="156542"/>
                </a:lnTo>
                <a:lnTo>
                  <a:pt x="508549" y="156339"/>
                </a:lnTo>
                <a:lnTo>
                  <a:pt x="508014" y="156118"/>
                </a:lnTo>
                <a:lnTo>
                  <a:pt x="507504" y="155879"/>
                </a:lnTo>
                <a:lnTo>
                  <a:pt x="507020" y="155623"/>
                </a:lnTo>
                <a:lnTo>
                  <a:pt x="506562" y="155349"/>
                </a:lnTo>
                <a:lnTo>
                  <a:pt x="506129" y="155057"/>
                </a:lnTo>
                <a:lnTo>
                  <a:pt x="505721" y="154747"/>
                </a:lnTo>
                <a:lnTo>
                  <a:pt x="505339" y="154420"/>
                </a:lnTo>
                <a:lnTo>
                  <a:pt x="504983" y="154075"/>
                </a:lnTo>
                <a:lnTo>
                  <a:pt x="504652" y="153712"/>
                </a:lnTo>
                <a:lnTo>
                  <a:pt x="504347" y="153332"/>
                </a:lnTo>
                <a:lnTo>
                  <a:pt x="504067" y="152934"/>
                </a:lnTo>
                <a:lnTo>
                  <a:pt x="503813" y="152519"/>
                </a:lnTo>
                <a:lnTo>
                  <a:pt x="503576" y="152085"/>
                </a:lnTo>
                <a:lnTo>
                  <a:pt x="503350" y="151631"/>
                </a:lnTo>
                <a:lnTo>
                  <a:pt x="503133" y="151159"/>
                </a:lnTo>
                <a:lnTo>
                  <a:pt x="502927" y="150668"/>
                </a:lnTo>
                <a:lnTo>
                  <a:pt x="502731" y="150157"/>
                </a:lnTo>
                <a:lnTo>
                  <a:pt x="502545" y="149627"/>
                </a:lnTo>
                <a:lnTo>
                  <a:pt x="502368" y="149079"/>
                </a:lnTo>
                <a:lnTo>
                  <a:pt x="502202" y="148511"/>
                </a:lnTo>
                <a:lnTo>
                  <a:pt x="502046" y="147924"/>
                </a:lnTo>
                <a:lnTo>
                  <a:pt x="501900" y="147318"/>
                </a:lnTo>
                <a:lnTo>
                  <a:pt x="501764" y="146692"/>
                </a:lnTo>
                <a:lnTo>
                  <a:pt x="501639" y="146048"/>
                </a:lnTo>
                <a:lnTo>
                  <a:pt x="501523" y="145384"/>
                </a:lnTo>
                <a:lnTo>
                  <a:pt x="501417" y="144702"/>
                </a:lnTo>
                <a:lnTo>
                  <a:pt x="501322" y="144000"/>
                </a:lnTo>
                <a:lnTo>
                  <a:pt x="501236" y="143279"/>
                </a:lnTo>
                <a:lnTo>
                  <a:pt x="501161" y="142539"/>
                </a:lnTo>
                <a:lnTo>
                  <a:pt x="501095" y="141780"/>
                </a:lnTo>
                <a:lnTo>
                  <a:pt x="501040" y="141002"/>
                </a:lnTo>
                <a:lnTo>
                  <a:pt x="500994" y="140205"/>
                </a:lnTo>
                <a:lnTo>
                  <a:pt x="500959" y="139388"/>
                </a:lnTo>
                <a:lnTo>
                  <a:pt x="500934" y="138552"/>
                </a:lnTo>
                <a:lnTo>
                  <a:pt x="500919" y="137698"/>
                </a:lnTo>
                <a:lnTo>
                  <a:pt x="500914" y="136824"/>
                </a:lnTo>
                <a:lnTo>
                  <a:pt x="500914" y="79548"/>
                </a:lnTo>
                <a:lnTo>
                  <a:pt x="529632" y="79548"/>
                </a:lnTo>
                <a:lnTo>
                  <a:pt x="529632" y="52043"/>
                </a:lnTo>
                <a:lnTo>
                  <a:pt x="500914" y="52043"/>
                </a:lnTo>
                <a:lnTo>
                  <a:pt x="500914" y="21033"/>
                </a:lnTo>
                <a:lnTo>
                  <a:pt x="465185" y="21033"/>
                </a:lnTo>
                <a:lnTo>
                  <a:pt x="465185" y="52043"/>
                </a:lnTo>
                <a:lnTo>
                  <a:pt x="443343" y="52043"/>
                </a:lnTo>
                <a:lnTo>
                  <a:pt x="443343" y="79548"/>
                </a:lnTo>
                <a:lnTo>
                  <a:pt x="465185" y="79548"/>
                </a:lnTo>
                <a:lnTo>
                  <a:pt x="465185" y="138699"/>
                </a:lnTo>
                <a:lnTo>
                  <a:pt x="465192" y="140057"/>
                </a:lnTo>
                <a:lnTo>
                  <a:pt x="465215" y="141394"/>
                </a:lnTo>
                <a:lnTo>
                  <a:pt x="465252" y="142709"/>
                </a:lnTo>
                <a:lnTo>
                  <a:pt x="465305" y="144003"/>
                </a:lnTo>
                <a:lnTo>
                  <a:pt x="465372" y="145275"/>
                </a:lnTo>
                <a:lnTo>
                  <a:pt x="465455" y="146525"/>
                </a:lnTo>
                <a:lnTo>
                  <a:pt x="465552" y="147754"/>
                </a:lnTo>
                <a:lnTo>
                  <a:pt x="465664" y="148961"/>
                </a:lnTo>
                <a:lnTo>
                  <a:pt x="465792" y="150147"/>
                </a:lnTo>
                <a:lnTo>
                  <a:pt x="465934" y="151310"/>
                </a:lnTo>
                <a:lnTo>
                  <a:pt x="466091" y="152452"/>
                </a:lnTo>
                <a:lnTo>
                  <a:pt x="466263" y="153573"/>
                </a:lnTo>
                <a:lnTo>
                  <a:pt x="466451" y="154672"/>
                </a:lnTo>
                <a:lnTo>
                  <a:pt x="466653" y="155749"/>
                </a:lnTo>
                <a:lnTo>
                  <a:pt x="466870" y="156805"/>
                </a:lnTo>
                <a:lnTo>
                  <a:pt x="467102" y="157839"/>
                </a:lnTo>
                <a:lnTo>
                  <a:pt x="467350" y="158851"/>
                </a:lnTo>
                <a:lnTo>
                  <a:pt x="467612" y="159842"/>
                </a:lnTo>
                <a:lnTo>
                  <a:pt x="467889" y="160811"/>
                </a:lnTo>
                <a:lnTo>
                  <a:pt x="468181" y="161758"/>
                </a:lnTo>
                <a:lnTo>
                  <a:pt x="468488" y="162684"/>
                </a:lnTo>
                <a:lnTo>
                  <a:pt x="468810" y="163588"/>
                </a:lnTo>
                <a:lnTo>
                  <a:pt x="469147" y="164470"/>
                </a:lnTo>
                <a:lnTo>
                  <a:pt x="469499" y="165331"/>
                </a:lnTo>
                <a:lnTo>
                  <a:pt x="469870" y="166172"/>
                </a:lnTo>
                <a:lnTo>
                  <a:pt x="470265" y="166994"/>
                </a:lnTo>
                <a:lnTo>
                  <a:pt x="470682" y="167798"/>
                </a:lnTo>
                <a:lnTo>
                  <a:pt x="471123" y="168583"/>
                </a:lnTo>
                <a:lnTo>
                  <a:pt x="471587" y="169350"/>
                </a:lnTo>
                <a:lnTo>
                  <a:pt x="472074" y="170098"/>
                </a:lnTo>
                <a:lnTo>
                  <a:pt x="472584" y="170827"/>
                </a:lnTo>
                <a:lnTo>
                  <a:pt x="473117" y="171538"/>
                </a:lnTo>
                <a:lnTo>
                  <a:pt x="473674" y="172231"/>
                </a:lnTo>
                <a:lnTo>
                  <a:pt x="474253" y="172905"/>
                </a:lnTo>
                <a:lnTo>
                  <a:pt x="474856" y="173560"/>
                </a:lnTo>
                <a:lnTo>
                  <a:pt x="475482" y="174197"/>
                </a:lnTo>
                <a:lnTo>
                  <a:pt x="476131" y="174816"/>
                </a:lnTo>
                <a:lnTo>
                  <a:pt x="476804" y="175415"/>
                </a:lnTo>
                <a:lnTo>
                  <a:pt x="477499" y="175997"/>
                </a:lnTo>
                <a:lnTo>
                  <a:pt x="478218" y="176559"/>
                </a:lnTo>
                <a:lnTo>
                  <a:pt x="478960" y="177104"/>
                </a:lnTo>
                <a:lnTo>
                  <a:pt x="479725" y="177629"/>
                </a:lnTo>
                <a:lnTo>
                  <a:pt x="480513" y="178136"/>
                </a:lnTo>
                <a:lnTo>
                  <a:pt x="481325" y="178625"/>
                </a:lnTo>
                <a:lnTo>
                  <a:pt x="482159" y="179095"/>
                </a:lnTo>
                <a:lnTo>
                  <a:pt x="483017" y="179547"/>
                </a:lnTo>
                <a:lnTo>
                  <a:pt x="483898" y="179980"/>
                </a:lnTo>
                <a:lnTo>
                  <a:pt x="484802" y="180394"/>
                </a:lnTo>
                <a:lnTo>
                  <a:pt x="485733" y="180790"/>
                </a:lnTo>
                <a:lnTo>
                  <a:pt x="486696" y="181170"/>
                </a:lnTo>
                <a:lnTo>
                  <a:pt x="487689" y="181533"/>
                </a:lnTo>
                <a:lnTo>
                  <a:pt x="488714" y="181878"/>
                </a:lnTo>
                <a:lnTo>
                  <a:pt x="489770" y="182207"/>
                </a:lnTo>
                <a:lnTo>
                  <a:pt x="490857" y="182519"/>
                </a:lnTo>
                <a:lnTo>
                  <a:pt x="491975" y="182815"/>
                </a:lnTo>
                <a:lnTo>
                  <a:pt x="493124" y="183093"/>
                </a:lnTo>
                <a:lnTo>
                  <a:pt x="494304" y="183354"/>
                </a:lnTo>
                <a:lnTo>
                  <a:pt x="495516" y="183599"/>
                </a:lnTo>
                <a:lnTo>
                  <a:pt x="496758" y="183827"/>
                </a:lnTo>
                <a:lnTo>
                  <a:pt x="498032" y="184037"/>
                </a:lnTo>
                <a:lnTo>
                  <a:pt x="499337" y="184231"/>
                </a:lnTo>
                <a:lnTo>
                  <a:pt x="500673" y="184409"/>
                </a:lnTo>
                <a:lnTo>
                  <a:pt x="502040" y="184569"/>
                </a:lnTo>
                <a:lnTo>
                  <a:pt x="503438" y="184712"/>
                </a:lnTo>
                <a:lnTo>
                  <a:pt x="504868" y="184839"/>
                </a:lnTo>
                <a:lnTo>
                  <a:pt x="506328" y="184948"/>
                </a:lnTo>
                <a:lnTo>
                  <a:pt x="507820" y="185041"/>
                </a:lnTo>
                <a:lnTo>
                  <a:pt x="509342" y="185117"/>
                </a:lnTo>
                <a:lnTo>
                  <a:pt x="510896" y="185176"/>
                </a:lnTo>
                <a:lnTo>
                  <a:pt x="512481" y="185218"/>
                </a:lnTo>
                <a:lnTo>
                  <a:pt x="514098" y="185244"/>
                </a:lnTo>
                <a:lnTo>
                  <a:pt x="515745" y="185252"/>
                </a:lnTo>
                <a:lnTo>
                  <a:pt x="529632" y="185252"/>
                </a:lnTo>
                <a:lnTo>
                  <a:pt x="529632" y="157612"/>
                </a:lnTo>
                <a:lnTo>
                  <a:pt x="516958" y="157612"/>
                </a:lnTo>
                <a:lnTo>
                  <a:pt x="516117" y="157604"/>
                </a:lnTo>
                <a:lnTo>
                  <a:pt x="515302" y="157577"/>
                </a:lnTo>
                <a:close/>
                <a:moveTo>
                  <a:pt x="906678" y="185252"/>
                </a:moveTo>
                <a:lnTo>
                  <a:pt x="906678" y="52043"/>
                </a:lnTo>
                <a:lnTo>
                  <a:pt x="870949" y="52043"/>
                </a:lnTo>
                <a:lnTo>
                  <a:pt x="870949" y="185252"/>
                </a:lnTo>
                <a:lnTo>
                  <a:pt x="906678" y="185252"/>
                </a:lnTo>
                <a:close/>
                <a:moveTo>
                  <a:pt x="1025579" y="185252"/>
                </a:moveTo>
                <a:lnTo>
                  <a:pt x="1061308" y="185252"/>
                </a:lnTo>
                <a:lnTo>
                  <a:pt x="1061308" y="52043"/>
                </a:lnTo>
                <a:lnTo>
                  <a:pt x="1025579" y="52043"/>
                </a:lnTo>
                <a:lnTo>
                  <a:pt x="1025579" y="185252"/>
                </a:lnTo>
                <a:close/>
                <a:moveTo>
                  <a:pt x="597895" y="187465"/>
                </a:moveTo>
                <a:lnTo>
                  <a:pt x="599032" y="187371"/>
                </a:lnTo>
                <a:lnTo>
                  <a:pt x="600159" y="187260"/>
                </a:lnTo>
                <a:lnTo>
                  <a:pt x="601273" y="187132"/>
                </a:lnTo>
                <a:lnTo>
                  <a:pt x="602376" y="186987"/>
                </a:lnTo>
                <a:lnTo>
                  <a:pt x="603467" y="186824"/>
                </a:lnTo>
                <a:lnTo>
                  <a:pt x="604546" y="186645"/>
                </a:lnTo>
                <a:lnTo>
                  <a:pt x="605614" y="186449"/>
                </a:lnTo>
                <a:lnTo>
                  <a:pt x="606670" y="186235"/>
                </a:lnTo>
                <a:lnTo>
                  <a:pt x="607714" y="186004"/>
                </a:lnTo>
                <a:lnTo>
                  <a:pt x="608746" y="185757"/>
                </a:lnTo>
                <a:lnTo>
                  <a:pt x="609767" y="185492"/>
                </a:lnTo>
                <a:lnTo>
                  <a:pt x="610776" y="185210"/>
                </a:lnTo>
                <a:lnTo>
                  <a:pt x="611774" y="184911"/>
                </a:lnTo>
                <a:lnTo>
                  <a:pt x="612759" y="184595"/>
                </a:lnTo>
                <a:lnTo>
                  <a:pt x="613733" y="184261"/>
                </a:lnTo>
                <a:lnTo>
                  <a:pt x="614695" y="183911"/>
                </a:lnTo>
                <a:lnTo>
                  <a:pt x="615646" y="183544"/>
                </a:lnTo>
                <a:lnTo>
                  <a:pt x="616585" y="183159"/>
                </a:lnTo>
                <a:lnTo>
                  <a:pt x="617512" y="182758"/>
                </a:lnTo>
                <a:lnTo>
                  <a:pt x="618429" y="182340"/>
                </a:lnTo>
                <a:lnTo>
                  <a:pt x="619336" y="181905"/>
                </a:lnTo>
                <a:lnTo>
                  <a:pt x="620234" y="181455"/>
                </a:lnTo>
                <a:lnTo>
                  <a:pt x="621122" y="180988"/>
                </a:lnTo>
                <a:lnTo>
                  <a:pt x="622002" y="180505"/>
                </a:lnTo>
                <a:lnTo>
                  <a:pt x="622871" y="180006"/>
                </a:lnTo>
                <a:lnTo>
                  <a:pt x="623732" y="179491"/>
                </a:lnTo>
                <a:lnTo>
                  <a:pt x="624583" y="178960"/>
                </a:lnTo>
                <a:lnTo>
                  <a:pt x="625425" y="178413"/>
                </a:lnTo>
                <a:lnTo>
                  <a:pt x="626257" y="177849"/>
                </a:lnTo>
                <a:lnTo>
                  <a:pt x="627080" y="177269"/>
                </a:lnTo>
                <a:lnTo>
                  <a:pt x="627894" y="176674"/>
                </a:lnTo>
                <a:lnTo>
                  <a:pt x="628698" y="176062"/>
                </a:lnTo>
                <a:lnTo>
                  <a:pt x="629493" y="175433"/>
                </a:lnTo>
                <a:lnTo>
                  <a:pt x="630279" y="174789"/>
                </a:lnTo>
                <a:lnTo>
                  <a:pt x="631055" y="174129"/>
                </a:lnTo>
                <a:lnTo>
                  <a:pt x="631822" y="173452"/>
                </a:lnTo>
                <a:lnTo>
                  <a:pt x="632579" y="172759"/>
                </a:lnTo>
                <a:lnTo>
                  <a:pt x="633327" y="172051"/>
                </a:lnTo>
                <a:lnTo>
                  <a:pt x="634066" y="171325"/>
                </a:lnTo>
                <a:lnTo>
                  <a:pt x="634795" y="170584"/>
                </a:lnTo>
                <a:lnTo>
                  <a:pt x="635515" y="169827"/>
                </a:lnTo>
                <a:lnTo>
                  <a:pt x="636226" y="169053"/>
                </a:lnTo>
                <a:lnTo>
                  <a:pt x="636927" y="168264"/>
                </a:lnTo>
                <a:lnTo>
                  <a:pt x="638006" y="185252"/>
                </a:lnTo>
                <a:lnTo>
                  <a:pt x="671443" y="185252"/>
                </a:lnTo>
                <a:lnTo>
                  <a:pt x="671443" y="95870"/>
                </a:lnTo>
                <a:lnTo>
                  <a:pt x="671436" y="94764"/>
                </a:lnTo>
                <a:lnTo>
                  <a:pt x="671414" y="93672"/>
                </a:lnTo>
                <a:lnTo>
                  <a:pt x="671377" y="92596"/>
                </a:lnTo>
                <a:lnTo>
                  <a:pt x="671327" y="91536"/>
                </a:lnTo>
                <a:lnTo>
                  <a:pt x="671261" y="90491"/>
                </a:lnTo>
                <a:lnTo>
                  <a:pt x="671182" y="89461"/>
                </a:lnTo>
                <a:lnTo>
                  <a:pt x="671087" y="88447"/>
                </a:lnTo>
                <a:lnTo>
                  <a:pt x="670978" y="87448"/>
                </a:lnTo>
                <a:lnTo>
                  <a:pt x="670855" y="86464"/>
                </a:lnTo>
                <a:lnTo>
                  <a:pt x="670717" y="85496"/>
                </a:lnTo>
                <a:lnTo>
                  <a:pt x="670565" y="84544"/>
                </a:lnTo>
                <a:lnTo>
                  <a:pt x="670398" y="83606"/>
                </a:lnTo>
                <a:lnTo>
                  <a:pt x="670216" y="82684"/>
                </a:lnTo>
                <a:lnTo>
                  <a:pt x="670021" y="81778"/>
                </a:lnTo>
                <a:lnTo>
                  <a:pt x="669810" y="80887"/>
                </a:lnTo>
                <a:lnTo>
                  <a:pt x="669585" y="80011"/>
                </a:lnTo>
                <a:lnTo>
                  <a:pt x="669346" y="79151"/>
                </a:lnTo>
                <a:lnTo>
                  <a:pt x="669092" y="78306"/>
                </a:lnTo>
                <a:lnTo>
                  <a:pt x="668823" y="77477"/>
                </a:lnTo>
                <a:lnTo>
                  <a:pt x="668540" y="76663"/>
                </a:lnTo>
                <a:lnTo>
                  <a:pt x="668243" y="75864"/>
                </a:lnTo>
                <a:lnTo>
                  <a:pt x="667931" y="75081"/>
                </a:lnTo>
                <a:lnTo>
                  <a:pt x="667604" y="74313"/>
                </a:lnTo>
                <a:lnTo>
                  <a:pt x="667263" y="73561"/>
                </a:lnTo>
                <a:lnTo>
                  <a:pt x="666909" y="72822"/>
                </a:lnTo>
                <a:lnTo>
                  <a:pt x="666543" y="72097"/>
                </a:lnTo>
                <a:lnTo>
                  <a:pt x="666165" y="71384"/>
                </a:lnTo>
                <a:lnTo>
                  <a:pt x="665774" y="70685"/>
                </a:lnTo>
                <a:lnTo>
                  <a:pt x="665372" y="69998"/>
                </a:lnTo>
                <a:lnTo>
                  <a:pt x="664958" y="69325"/>
                </a:lnTo>
                <a:lnTo>
                  <a:pt x="664533" y="68665"/>
                </a:lnTo>
                <a:lnTo>
                  <a:pt x="664095" y="68018"/>
                </a:lnTo>
                <a:lnTo>
                  <a:pt x="663645" y="67384"/>
                </a:lnTo>
                <a:lnTo>
                  <a:pt x="663183" y="66763"/>
                </a:lnTo>
                <a:lnTo>
                  <a:pt x="662710" y="66155"/>
                </a:lnTo>
                <a:lnTo>
                  <a:pt x="662224" y="65560"/>
                </a:lnTo>
                <a:lnTo>
                  <a:pt x="661726" y="64978"/>
                </a:lnTo>
                <a:lnTo>
                  <a:pt x="661217" y="64409"/>
                </a:lnTo>
                <a:lnTo>
                  <a:pt x="660696" y="63853"/>
                </a:lnTo>
                <a:lnTo>
                  <a:pt x="660162" y="63310"/>
                </a:lnTo>
                <a:lnTo>
                  <a:pt x="659617" y="62780"/>
                </a:lnTo>
                <a:lnTo>
                  <a:pt x="659060" y="62264"/>
                </a:lnTo>
                <a:lnTo>
                  <a:pt x="658491" y="61760"/>
                </a:lnTo>
                <a:lnTo>
                  <a:pt x="657910" y="61269"/>
                </a:lnTo>
                <a:lnTo>
                  <a:pt x="657317" y="60792"/>
                </a:lnTo>
                <a:lnTo>
                  <a:pt x="656712" y="60327"/>
                </a:lnTo>
                <a:lnTo>
                  <a:pt x="656095" y="59876"/>
                </a:lnTo>
                <a:lnTo>
                  <a:pt x="655466" y="59438"/>
                </a:lnTo>
                <a:lnTo>
                  <a:pt x="654826" y="59011"/>
                </a:lnTo>
                <a:lnTo>
                  <a:pt x="654177" y="58594"/>
                </a:lnTo>
                <a:lnTo>
                  <a:pt x="653518" y="58189"/>
                </a:lnTo>
                <a:lnTo>
                  <a:pt x="652850" y="57794"/>
                </a:lnTo>
                <a:lnTo>
                  <a:pt x="652172" y="57410"/>
                </a:lnTo>
                <a:lnTo>
                  <a:pt x="651484" y="57036"/>
                </a:lnTo>
                <a:lnTo>
                  <a:pt x="650787" y="56673"/>
                </a:lnTo>
                <a:lnTo>
                  <a:pt x="650080" y="56321"/>
                </a:lnTo>
                <a:lnTo>
                  <a:pt x="649364" y="55980"/>
                </a:lnTo>
                <a:lnTo>
                  <a:pt x="648638" y="55649"/>
                </a:lnTo>
                <a:lnTo>
                  <a:pt x="647902" y="55328"/>
                </a:lnTo>
                <a:lnTo>
                  <a:pt x="647157" y="55019"/>
                </a:lnTo>
                <a:lnTo>
                  <a:pt x="646402" y="54720"/>
                </a:lnTo>
                <a:lnTo>
                  <a:pt x="645638" y="54432"/>
                </a:lnTo>
                <a:lnTo>
                  <a:pt x="644864" y="54154"/>
                </a:lnTo>
                <a:lnTo>
                  <a:pt x="644080" y="53887"/>
                </a:lnTo>
                <a:lnTo>
                  <a:pt x="643287" y="53631"/>
                </a:lnTo>
                <a:lnTo>
                  <a:pt x="642485" y="53385"/>
                </a:lnTo>
                <a:lnTo>
                  <a:pt x="641672" y="53150"/>
                </a:lnTo>
                <a:lnTo>
                  <a:pt x="640850" y="52926"/>
                </a:lnTo>
                <a:lnTo>
                  <a:pt x="640019" y="52713"/>
                </a:lnTo>
                <a:lnTo>
                  <a:pt x="639178" y="52510"/>
                </a:lnTo>
                <a:lnTo>
                  <a:pt x="638327" y="52317"/>
                </a:lnTo>
                <a:lnTo>
                  <a:pt x="637466" y="52136"/>
                </a:lnTo>
                <a:lnTo>
                  <a:pt x="636598" y="51963"/>
                </a:lnTo>
                <a:lnTo>
                  <a:pt x="635721" y="51798"/>
                </a:lnTo>
                <a:lnTo>
                  <a:pt x="634837" y="51640"/>
                </a:lnTo>
                <a:lnTo>
                  <a:pt x="633946" y="51490"/>
                </a:lnTo>
                <a:lnTo>
                  <a:pt x="633047" y="51346"/>
                </a:lnTo>
                <a:lnTo>
                  <a:pt x="632141" y="51210"/>
                </a:lnTo>
                <a:lnTo>
                  <a:pt x="631227" y="51082"/>
                </a:lnTo>
                <a:lnTo>
                  <a:pt x="630306" y="50961"/>
                </a:lnTo>
                <a:lnTo>
                  <a:pt x="629377" y="50847"/>
                </a:lnTo>
                <a:lnTo>
                  <a:pt x="628441" y="50740"/>
                </a:lnTo>
                <a:lnTo>
                  <a:pt x="627497" y="50641"/>
                </a:lnTo>
                <a:lnTo>
                  <a:pt x="626545" y="50550"/>
                </a:lnTo>
                <a:lnTo>
                  <a:pt x="625587" y="50465"/>
                </a:lnTo>
                <a:lnTo>
                  <a:pt x="624620" y="50388"/>
                </a:lnTo>
                <a:lnTo>
                  <a:pt x="623647" y="50318"/>
                </a:lnTo>
                <a:lnTo>
                  <a:pt x="622665" y="50256"/>
                </a:lnTo>
                <a:lnTo>
                  <a:pt x="621677" y="50201"/>
                </a:lnTo>
                <a:lnTo>
                  <a:pt x="620681" y="50153"/>
                </a:lnTo>
                <a:lnTo>
                  <a:pt x="619677" y="50113"/>
                </a:lnTo>
                <a:lnTo>
                  <a:pt x="618666" y="50079"/>
                </a:lnTo>
                <a:lnTo>
                  <a:pt x="617647" y="50054"/>
                </a:lnTo>
                <a:lnTo>
                  <a:pt x="616621" y="50035"/>
                </a:lnTo>
                <a:lnTo>
                  <a:pt x="615587" y="50024"/>
                </a:lnTo>
                <a:lnTo>
                  <a:pt x="614546" y="50021"/>
                </a:lnTo>
                <a:lnTo>
                  <a:pt x="613126" y="50028"/>
                </a:lnTo>
                <a:lnTo>
                  <a:pt x="611721" y="50051"/>
                </a:lnTo>
                <a:lnTo>
                  <a:pt x="610329" y="50089"/>
                </a:lnTo>
                <a:lnTo>
                  <a:pt x="608952" y="50142"/>
                </a:lnTo>
                <a:lnTo>
                  <a:pt x="607590" y="50210"/>
                </a:lnTo>
                <a:lnTo>
                  <a:pt x="606241" y="50294"/>
                </a:lnTo>
                <a:lnTo>
                  <a:pt x="604907" y="50392"/>
                </a:lnTo>
                <a:lnTo>
                  <a:pt x="603587" y="50506"/>
                </a:lnTo>
                <a:lnTo>
                  <a:pt x="602282" y="50635"/>
                </a:lnTo>
                <a:lnTo>
                  <a:pt x="600991" y="50779"/>
                </a:lnTo>
                <a:lnTo>
                  <a:pt x="599714" y="50939"/>
                </a:lnTo>
                <a:lnTo>
                  <a:pt x="598451" y="51113"/>
                </a:lnTo>
                <a:lnTo>
                  <a:pt x="597203" y="51303"/>
                </a:lnTo>
                <a:lnTo>
                  <a:pt x="595968" y="51507"/>
                </a:lnTo>
                <a:lnTo>
                  <a:pt x="594748" y="51727"/>
                </a:lnTo>
                <a:lnTo>
                  <a:pt x="593543" y="51963"/>
                </a:lnTo>
                <a:lnTo>
                  <a:pt x="592352" y="52213"/>
                </a:lnTo>
                <a:lnTo>
                  <a:pt x="591175" y="52478"/>
                </a:lnTo>
                <a:lnTo>
                  <a:pt x="590012" y="52759"/>
                </a:lnTo>
                <a:lnTo>
                  <a:pt x="588863" y="53055"/>
                </a:lnTo>
                <a:lnTo>
                  <a:pt x="587729" y="53366"/>
                </a:lnTo>
                <a:lnTo>
                  <a:pt x="586609" y="53692"/>
                </a:lnTo>
                <a:lnTo>
                  <a:pt x="585503" y="54033"/>
                </a:lnTo>
                <a:lnTo>
                  <a:pt x="584412" y="54390"/>
                </a:lnTo>
                <a:lnTo>
                  <a:pt x="583338" y="54764"/>
                </a:lnTo>
                <a:lnTo>
                  <a:pt x="582283" y="55157"/>
                </a:lnTo>
                <a:lnTo>
                  <a:pt x="581248" y="55570"/>
                </a:lnTo>
                <a:lnTo>
                  <a:pt x="580232" y="56002"/>
                </a:lnTo>
                <a:lnTo>
                  <a:pt x="579237" y="56454"/>
                </a:lnTo>
                <a:lnTo>
                  <a:pt x="578261" y="56925"/>
                </a:lnTo>
                <a:lnTo>
                  <a:pt x="577304" y="57415"/>
                </a:lnTo>
                <a:lnTo>
                  <a:pt x="576367" y="57925"/>
                </a:lnTo>
                <a:lnTo>
                  <a:pt x="575450" y="58455"/>
                </a:lnTo>
                <a:lnTo>
                  <a:pt x="574553" y="59004"/>
                </a:lnTo>
                <a:lnTo>
                  <a:pt x="573675" y="59572"/>
                </a:lnTo>
                <a:lnTo>
                  <a:pt x="572817" y="60160"/>
                </a:lnTo>
                <a:lnTo>
                  <a:pt x="571979" y="60767"/>
                </a:lnTo>
                <a:lnTo>
                  <a:pt x="571160" y="61394"/>
                </a:lnTo>
                <a:lnTo>
                  <a:pt x="570361" y="62040"/>
                </a:lnTo>
                <a:lnTo>
                  <a:pt x="569581" y="62706"/>
                </a:lnTo>
                <a:lnTo>
                  <a:pt x="568821" y="63391"/>
                </a:lnTo>
                <a:lnTo>
                  <a:pt x="568081" y="64096"/>
                </a:lnTo>
                <a:lnTo>
                  <a:pt x="567361" y="64820"/>
                </a:lnTo>
                <a:lnTo>
                  <a:pt x="566660" y="65563"/>
                </a:lnTo>
                <a:lnTo>
                  <a:pt x="565979" y="66326"/>
                </a:lnTo>
                <a:lnTo>
                  <a:pt x="565317" y="67109"/>
                </a:lnTo>
                <a:lnTo>
                  <a:pt x="564675" y="67911"/>
                </a:lnTo>
                <a:lnTo>
                  <a:pt x="564053" y="68732"/>
                </a:lnTo>
                <a:lnTo>
                  <a:pt x="563454" y="69575"/>
                </a:lnTo>
                <a:lnTo>
                  <a:pt x="562880" y="70443"/>
                </a:lnTo>
                <a:lnTo>
                  <a:pt x="562331" y="71335"/>
                </a:lnTo>
                <a:lnTo>
                  <a:pt x="561808" y="72252"/>
                </a:lnTo>
                <a:lnTo>
                  <a:pt x="561311" y="73194"/>
                </a:lnTo>
                <a:lnTo>
                  <a:pt x="560839" y="74160"/>
                </a:lnTo>
                <a:lnTo>
                  <a:pt x="560392" y="75151"/>
                </a:lnTo>
                <a:lnTo>
                  <a:pt x="559971" y="76167"/>
                </a:lnTo>
                <a:lnTo>
                  <a:pt x="559576" y="77207"/>
                </a:lnTo>
                <a:lnTo>
                  <a:pt x="559206" y="78272"/>
                </a:lnTo>
                <a:lnTo>
                  <a:pt x="558861" y="79362"/>
                </a:lnTo>
                <a:lnTo>
                  <a:pt x="558542" y="80476"/>
                </a:lnTo>
                <a:lnTo>
                  <a:pt x="558249" y="81615"/>
                </a:lnTo>
                <a:lnTo>
                  <a:pt x="557981" y="82778"/>
                </a:lnTo>
                <a:lnTo>
                  <a:pt x="557739" y="83966"/>
                </a:lnTo>
                <a:lnTo>
                  <a:pt x="557522" y="85179"/>
                </a:lnTo>
                <a:lnTo>
                  <a:pt x="557330" y="86417"/>
                </a:lnTo>
                <a:lnTo>
                  <a:pt x="557164" y="87679"/>
                </a:lnTo>
                <a:lnTo>
                  <a:pt x="557024" y="88966"/>
                </a:lnTo>
                <a:lnTo>
                  <a:pt x="556909" y="90277"/>
                </a:lnTo>
                <a:lnTo>
                  <a:pt x="556820" y="91613"/>
                </a:lnTo>
                <a:lnTo>
                  <a:pt x="556756" y="92974"/>
                </a:lnTo>
                <a:lnTo>
                  <a:pt x="556718" y="94359"/>
                </a:lnTo>
                <a:lnTo>
                  <a:pt x="556705" y="95769"/>
                </a:lnTo>
                <a:lnTo>
                  <a:pt x="590142" y="95769"/>
                </a:lnTo>
                <a:lnTo>
                  <a:pt x="590154" y="94811"/>
                </a:lnTo>
                <a:lnTo>
                  <a:pt x="590190" y="93875"/>
                </a:lnTo>
                <a:lnTo>
                  <a:pt x="590250" y="92962"/>
                </a:lnTo>
                <a:lnTo>
                  <a:pt x="590333" y="92070"/>
                </a:lnTo>
                <a:lnTo>
                  <a:pt x="590441" y="91202"/>
                </a:lnTo>
                <a:lnTo>
                  <a:pt x="590572" y="90355"/>
                </a:lnTo>
                <a:lnTo>
                  <a:pt x="590727" y="89531"/>
                </a:lnTo>
                <a:lnTo>
                  <a:pt x="590906" y="88730"/>
                </a:lnTo>
                <a:lnTo>
                  <a:pt x="591109" y="87950"/>
                </a:lnTo>
                <a:lnTo>
                  <a:pt x="591336" y="87193"/>
                </a:lnTo>
                <a:lnTo>
                  <a:pt x="591587" y="86459"/>
                </a:lnTo>
                <a:lnTo>
                  <a:pt x="591861" y="85747"/>
                </a:lnTo>
                <a:lnTo>
                  <a:pt x="592160" y="85057"/>
                </a:lnTo>
                <a:lnTo>
                  <a:pt x="592482" y="84389"/>
                </a:lnTo>
                <a:lnTo>
                  <a:pt x="592828" y="83744"/>
                </a:lnTo>
                <a:lnTo>
                  <a:pt x="593198" y="83122"/>
                </a:lnTo>
                <a:lnTo>
                  <a:pt x="593592" y="82521"/>
                </a:lnTo>
                <a:lnTo>
                  <a:pt x="594010" y="81943"/>
                </a:lnTo>
                <a:lnTo>
                  <a:pt x="594452" y="81388"/>
                </a:lnTo>
                <a:lnTo>
                  <a:pt x="594917" y="80855"/>
                </a:lnTo>
                <a:lnTo>
                  <a:pt x="595407" y="80344"/>
                </a:lnTo>
                <a:lnTo>
                  <a:pt x="595920" y="79855"/>
                </a:lnTo>
                <a:lnTo>
                  <a:pt x="596457" y="79389"/>
                </a:lnTo>
                <a:lnTo>
                  <a:pt x="597018" y="78945"/>
                </a:lnTo>
                <a:lnTo>
                  <a:pt x="597598" y="78521"/>
                </a:lnTo>
                <a:lnTo>
                  <a:pt x="598191" y="78116"/>
                </a:lnTo>
                <a:lnTo>
                  <a:pt x="598796" y="77728"/>
                </a:lnTo>
                <a:lnTo>
                  <a:pt x="599415" y="77358"/>
                </a:lnTo>
                <a:lnTo>
                  <a:pt x="600047" y="77006"/>
                </a:lnTo>
                <a:lnTo>
                  <a:pt x="600692" y="76672"/>
                </a:lnTo>
                <a:lnTo>
                  <a:pt x="601351" y="76357"/>
                </a:lnTo>
                <a:lnTo>
                  <a:pt x="602022" y="76059"/>
                </a:lnTo>
                <a:lnTo>
                  <a:pt x="602706" y="75780"/>
                </a:lnTo>
                <a:lnTo>
                  <a:pt x="603404" y="75518"/>
                </a:lnTo>
                <a:lnTo>
                  <a:pt x="604115" y="75274"/>
                </a:lnTo>
                <a:lnTo>
                  <a:pt x="604838" y="75049"/>
                </a:lnTo>
                <a:lnTo>
                  <a:pt x="605575" y="74842"/>
                </a:lnTo>
                <a:lnTo>
                  <a:pt x="606325" y="74652"/>
                </a:lnTo>
                <a:lnTo>
                  <a:pt x="607088" y="74481"/>
                </a:lnTo>
                <a:lnTo>
                  <a:pt x="607864" y="74327"/>
                </a:lnTo>
                <a:lnTo>
                  <a:pt x="608654" y="74192"/>
                </a:lnTo>
                <a:lnTo>
                  <a:pt x="609456" y="74075"/>
                </a:lnTo>
                <a:lnTo>
                  <a:pt x="610272" y="73976"/>
                </a:lnTo>
                <a:lnTo>
                  <a:pt x="611100" y="73895"/>
                </a:lnTo>
                <a:lnTo>
                  <a:pt x="611942" y="73831"/>
                </a:lnTo>
                <a:lnTo>
                  <a:pt x="612797" y="73786"/>
                </a:lnTo>
                <a:lnTo>
                  <a:pt x="613665" y="73759"/>
                </a:lnTo>
                <a:lnTo>
                  <a:pt x="614546" y="73750"/>
                </a:lnTo>
                <a:lnTo>
                  <a:pt x="615349" y="73759"/>
                </a:lnTo>
                <a:lnTo>
                  <a:pt x="616139" y="73784"/>
                </a:lnTo>
                <a:lnTo>
                  <a:pt x="616917" y="73826"/>
                </a:lnTo>
                <a:lnTo>
                  <a:pt x="617683" y="73886"/>
                </a:lnTo>
                <a:lnTo>
                  <a:pt x="618436" y="73962"/>
                </a:lnTo>
                <a:lnTo>
                  <a:pt x="619176" y="74055"/>
                </a:lnTo>
                <a:lnTo>
                  <a:pt x="619905" y="74165"/>
                </a:lnTo>
                <a:lnTo>
                  <a:pt x="620621" y="74291"/>
                </a:lnTo>
                <a:lnTo>
                  <a:pt x="621324" y="74435"/>
                </a:lnTo>
                <a:lnTo>
                  <a:pt x="622015" y="74596"/>
                </a:lnTo>
                <a:lnTo>
                  <a:pt x="622694" y="74773"/>
                </a:lnTo>
                <a:lnTo>
                  <a:pt x="623360" y="74968"/>
                </a:lnTo>
                <a:lnTo>
                  <a:pt x="624014" y="75179"/>
                </a:lnTo>
                <a:lnTo>
                  <a:pt x="624656" y="75408"/>
                </a:lnTo>
                <a:lnTo>
                  <a:pt x="625285" y="75653"/>
                </a:lnTo>
                <a:lnTo>
                  <a:pt x="625901" y="75915"/>
                </a:lnTo>
                <a:lnTo>
                  <a:pt x="626506" y="76194"/>
                </a:lnTo>
                <a:lnTo>
                  <a:pt x="627097" y="76490"/>
                </a:lnTo>
                <a:lnTo>
                  <a:pt x="627677" y="76803"/>
                </a:lnTo>
                <a:lnTo>
                  <a:pt x="628244" y="77133"/>
                </a:lnTo>
                <a:lnTo>
                  <a:pt x="628799" y="77479"/>
                </a:lnTo>
                <a:lnTo>
                  <a:pt x="629341" y="77843"/>
                </a:lnTo>
                <a:lnTo>
                  <a:pt x="629871" y="78223"/>
                </a:lnTo>
                <a:lnTo>
                  <a:pt x="630388" y="78621"/>
                </a:lnTo>
                <a:lnTo>
                  <a:pt x="630889" y="79041"/>
                </a:lnTo>
                <a:lnTo>
                  <a:pt x="631368" y="79491"/>
                </a:lnTo>
                <a:lnTo>
                  <a:pt x="631826" y="79969"/>
                </a:lnTo>
                <a:lnTo>
                  <a:pt x="632263" y="80476"/>
                </a:lnTo>
                <a:lnTo>
                  <a:pt x="632678" y="81013"/>
                </a:lnTo>
                <a:lnTo>
                  <a:pt x="633072" y="81578"/>
                </a:lnTo>
                <a:lnTo>
                  <a:pt x="633445" y="82172"/>
                </a:lnTo>
                <a:lnTo>
                  <a:pt x="633796" y="82796"/>
                </a:lnTo>
                <a:lnTo>
                  <a:pt x="634126" y="83448"/>
                </a:lnTo>
                <a:lnTo>
                  <a:pt x="634435" y="84130"/>
                </a:lnTo>
                <a:lnTo>
                  <a:pt x="634723" y="84840"/>
                </a:lnTo>
                <a:lnTo>
                  <a:pt x="634989" y="85579"/>
                </a:lnTo>
                <a:lnTo>
                  <a:pt x="635234" y="86348"/>
                </a:lnTo>
                <a:lnTo>
                  <a:pt x="635458" y="87145"/>
                </a:lnTo>
                <a:lnTo>
                  <a:pt x="635660" y="87971"/>
                </a:lnTo>
                <a:lnTo>
                  <a:pt x="635841" y="88826"/>
                </a:lnTo>
                <a:lnTo>
                  <a:pt x="636001" y="89711"/>
                </a:lnTo>
                <a:lnTo>
                  <a:pt x="636139" y="90624"/>
                </a:lnTo>
                <a:lnTo>
                  <a:pt x="636256" y="91566"/>
                </a:lnTo>
                <a:lnTo>
                  <a:pt x="636352" y="92538"/>
                </a:lnTo>
                <a:lnTo>
                  <a:pt x="636427" y="93538"/>
                </a:lnTo>
                <a:lnTo>
                  <a:pt x="636480" y="94567"/>
                </a:lnTo>
                <a:lnTo>
                  <a:pt x="636512" y="95626"/>
                </a:lnTo>
                <a:lnTo>
                  <a:pt x="636523" y="96713"/>
                </a:lnTo>
                <a:lnTo>
                  <a:pt x="636523" y="103947"/>
                </a:lnTo>
                <a:lnTo>
                  <a:pt x="634365" y="103997"/>
                </a:lnTo>
                <a:lnTo>
                  <a:pt x="632230" y="104057"/>
                </a:lnTo>
                <a:lnTo>
                  <a:pt x="630117" y="104127"/>
                </a:lnTo>
                <a:lnTo>
                  <a:pt x="628027" y="104206"/>
                </a:lnTo>
                <a:lnTo>
                  <a:pt x="625958" y="104295"/>
                </a:lnTo>
                <a:lnTo>
                  <a:pt x="623912" y="104394"/>
                </a:lnTo>
                <a:lnTo>
                  <a:pt x="621888" y="104502"/>
                </a:lnTo>
                <a:lnTo>
                  <a:pt x="619887" y="104620"/>
                </a:lnTo>
                <a:lnTo>
                  <a:pt x="617907" y="104748"/>
                </a:lnTo>
                <a:lnTo>
                  <a:pt x="615950" y="104885"/>
                </a:lnTo>
                <a:lnTo>
                  <a:pt x="614015" y="105032"/>
                </a:lnTo>
                <a:lnTo>
                  <a:pt x="612102" y="105189"/>
                </a:lnTo>
                <a:lnTo>
                  <a:pt x="610212" y="105356"/>
                </a:lnTo>
                <a:lnTo>
                  <a:pt x="608343" y="105532"/>
                </a:lnTo>
                <a:lnTo>
                  <a:pt x="606497" y="105718"/>
                </a:lnTo>
                <a:lnTo>
                  <a:pt x="604674" y="105913"/>
                </a:lnTo>
                <a:lnTo>
                  <a:pt x="602872" y="106119"/>
                </a:lnTo>
                <a:lnTo>
                  <a:pt x="601093" y="106334"/>
                </a:lnTo>
                <a:lnTo>
                  <a:pt x="599336" y="106559"/>
                </a:lnTo>
                <a:lnTo>
                  <a:pt x="597601" y="106793"/>
                </a:lnTo>
                <a:lnTo>
                  <a:pt x="595888" y="107037"/>
                </a:lnTo>
                <a:lnTo>
                  <a:pt x="594198" y="107291"/>
                </a:lnTo>
                <a:lnTo>
                  <a:pt x="592530" y="107554"/>
                </a:lnTo>
                <a:lnTo>
                  <a:pt x="590884" y="107828"/>
                </a:lnTo>
                <a:lnTo>
                  <a:pt x="589264" y="108116"/>
                </a:lnTo>
                <a:lnTo>
                  <a:pt x="587675" y="108425"/>
                </a:lnTo>
                <a:lnTo>
                  <a:pt x="586115" y="108756"/>
                </a:lnTo>
                <a:lnTo>
                  <a:pt x="584586" y="109106"/>
                </a:lnTo>
                <a:lnTo>
                  <a:pt x="583087" y="109478"/>
                </a:lnTo>
                <a:lnTo>
                  <a:pt x="581619" y="109871"/>
                </a:lnTo>
                <a:lnTo>
                  <a:pt x="580180" y="110284"/>
                </a:lnTo>
                <a:lnTo>
                  <a:pt x="578772" y="110718"/>
                </a:lnTo>
                <a:lnTo>
                  <a:pt x="577394" y="111173"/>
                </a:lnTo>
                <a:lnTo>
                  <a:pt x="576046" y="111649"/>
                </a:lnTo>
                <a:lnTo>
                  <a:pt x="574728" y="112145"/>
                </a:lnTo>
                <a:lnTo>
                  <a:pt x="573441" y="112663"/>
                </a:lnTo>
                <a:lnTo>
                  <a:pt x="572183" y="113201"/>
                </a:lnTo>
                <a:lnTo>
                  <a:pt x="570956" y="113760"/>
                </a:lnTo>
                <a:lnTo>
                  <a:pt x="569759" y="114339"/>
                </a:lnTo>
                <a:lnTo>
                  <a:pt x="568592" y="114940"/>
                </a:lnTo>
                <a:lnTo>
                  <a:pt x="567456" y="115561"/>
                </a:lnTo>
                <a:lnTo>
                  <a:pt x="566350" y="116203"/>
                </a:lnTo>
                <a:lnTo>
                  <a:pt x="565273" y="116866"/>
                </a:lnTo>
                <a:lnTo>
                  <a:pt x="564227" y="117550"/>
                </a:lnTo>
                <a:lnTo>
                  <a:pt x="563212" y="118255"/>
                </a:lnTo>
                <a:lnTo>
                  <a:pt x="562226" y="118980"/>
                </a:lnTo>
                <a:lnTo>
                  <a:pt x="561271" y="119726"/>
                </a:lnTo>
                <a:lnTo>
                  <a:pt x="560346" y="120493"/>
                </a:lnTo>
                <a:lnTo>
                  <a:pt x="559454" y="121286"/>
                </a:lnTo>
                <a:lnTo>
                  <a:pt x="558601" y="122110"/>
                </a:lnTo>
                <a:lnTo>
                  <a:pt x="557786" y="122965"/>
                </a:lnTo>
                <a:lnTo>
                  <a:pt x="557009" y="123853"/>
                </a:lnTo>
                <a:lnTo>
                  <a:pt x="556269" y="124771"/>
                </a:lnTo>
                <a:lnTo>
                  <a:pt x="555568" y="125721"/>
                </a:lnTo>
                <a:lnTo>
                  <a:pt x="554904" y="126702"/>
                </a:lnTo>
                <a:lnTo>
                  <a:pt x="554278" y="127715"/>
                </a:lnTo>
                <a:lnTo>
                  <a:pt x="553691" y="128759"/>
                </a:lnTo>
                <a:lnTo>
                  <a:pt x="553141" y="129835"/>
                </a:lnTo>
                <a:lnTo>
                  <a:pt x="552629" y="130942"/>
                </a:lnTo>
                <a:lnTo>
                  <a:pt x="552155" y="132081"/>
                </a:lnTo>
                <a:lnTo>
                  <a:pt x="551719" y="133251"/>
                </a:lnTo>
                <a:lnTo>
                  <a:pt x="551321" y="134452"/>
                </a:lnTo>
                <a:lnTo>
                  <a:pt x="550960" y="135685"/>
                </a:lnTo>
                <a:lnTo>
                  <a:pt x="550638" y="136949"/>
                </a:lnTo>
                <a:lnTo>
                  <a:pt x="550354" y="138245"/>
                </a:lnTo>
                <a:lnTo>
                  <a:pt x="550107" y="139572"/>
                </a:lnTo>
                <a:lnTo>
                  <a:pt x="549899" y="140931"/>
                </a:lnTo>
                <a:lnTo>
                  <a:pt x="549728" y="142321"/>
                </a:lnTo>
                <a:lnTo>
                  <a:pt x="549595" y="143743"/>
                </a:lnTo>
                <a:lnTo>
                  <a:pt x="549500" y="145195"/>
                </a:lnTo>
                <a:lnTo>
                  <a:pt x="549444" y="146680"/>
                </a:lnTo>
                <a:lnTo>
                  <a:pt x="549425" y="148196"/>
                </a:lnTo>
                <a:lnTo>
                  <a:pt x="549435" y="149288"/>
                </a:lnTo>
                <a:lnTo>
                  <a:pt x="549466" y="150366"/>
                </a:lnTo>
                <a:lnTo>
                  <a:pt x="549518" y="151428"/>
                </a:lnTo>
                <a:lnTo>
                  <a:pt x="549591" y="152474"/>
                </a:lnTo>
                <a:lnTo>
                  <a:pt x="549685" y="153506"/>
                </a:lnTo>
                <a:lnTo>
                  <a:pt x="549800" y="154522"/>
                </a:lnTo>
                <a:lnTo>
                  <a:pt x="549935" y="155522"/>
                </a:lnTo>
                <a:lnTo>
                  <a:pt x="550091" y="156508"/>
                </a:lnTo>
                <a:lnTo>
                  <a:pt x="550268" y="157478"/>
                </a:lnTo>
                <a:lnTo>
                  <a:pt x="550466" y="158432"/>
                </a:lnTo>
                <a:lnTo>
                  <a:pt x="550685" y="159371"/>
                </a:lnTo>
                <a:lnTo>
                  <a:pt x="550925" y="160295"/>
                </a:lnTo>
                <a:lnTo>
                  <a:pt x="551185" y="161204"/>
                </a:lnTo>
                <a:lnTo>
                  <a:pt x="551466" y="162097"/>
                </a:lnTo>
                <a:lnTo>
                  <a:pt x="551768" y="162975"/>
                </a:lnTo>
                <a:lnTo>
                  <a:pt x="552091" y="163837"/>
                </a:lnTo>
                <a:lnTo>
                  <a:pt x="552435" y="164685"/>
                </a:lnTo>
                <a:lnTo>
                  <a:pt x="552799" y="165516"/>
                </a:lnTo>
                <a:lnTo>
                  <a:pt x="553185" y="166333"/>
                </a:lnTo>
                <a:lnTo>
                  <a:pt x="553591" y="167134"/>
                </a:lnTo>
                <a:lnTo>
                  <a:pt x="554018" y="167920"/>
                </a:lnTo>
                <a:lnTo>
                  <a:pt x="554466" y="168690"/>
                </a:lnTo>
                <a:lnTo>
                  <a:pt x="554935" y="169445"/>
                </a:lnTo>
                <a:lnTo>
                  <a:pt x="555424" y="170185"/>
                </a:lnTo>
                <a:lnTo>
                  <a:pt x="555931" y="170909"/>
                </a:lnTo>
                <a:lnTo>
                  <a:pt x="556450" y="171618"/>
                </a:lnTo>
                <a:lnTo>
                  <a:pt x="556982" y="172311"/>
                </a:lnTo>
                <a:lnTo>
                  <a:pt x="557527" y="172989"/>
                </a:lnTo>
                <a:lnTo>
                  <a:pt x="558085" y="173652"/>
                </a:lnTo>
                <a:lnTo>
                  <a:pt x="558656" y="174299"/>
                </a:lnTo>
                <a:lnTo>
                  <a:pt x="559240" y="174931"/>
                </a:lnTo>
                <a:lnTo>
                  <a:pt x="559836" y="175547"/>
                </a:lnTo>
                <a:lnTo>
                  <a:pt x="560446" y="176148"/>
                </a:lnTo>
                <a:lnTo>
                  <a:pt x="561068" y="176734"/>
                </a:lnTo>
                <a:lnTo>
                  <a:pt x="561703" y="177305"/>
                </a:lnTo>
                <a:lnTo>
                  <a:pt x="562351" y="177860"/>
                </a:lnTo>
                <a:lnTo>
                  <a:pt x="563012" y="178399"/>
                </a:lnTo>
                <a:lnTo>
                  <a:pt x="563686" y="178924"/>
                </a:lnTo>
                <a:lnTo>
                  <a:pt x="564372" y="179433"/>
                </a:lnTo>
                <a:lnTo>
                  <a:pt x="565072" y="179926"/>
                </a:lnTo>
                <a:lnTo>
                  <a:pt x="565784" y="180405"/>
                </a:lnTo>
                <a:lnTo>
                  <a:pt x="566510" y="180867"/>
                </a:lnTo>
                <a:lnTo>
                  <a:pt x="567248" y="181315"/>
                </a:lnTo>
                <a:lnTo>
                  <a:pt x="567999" y="181747"/>
                </a:lnTo>
                <a:lnTo>
                  <a:pt x="568763" y="182164"/>
                </a:lnTo>
                <a:lnTo>
                  <a:pt x="569540" y="182565"/>
                </a:lnTo>
                <a:lnTo>
                  <a:pt x="570329" y="182952"/>
                </a:lnTo>
                <a:lnTo>
                  <a:pt x="571132" y="183322"/>
                </a:lnTo>
                <a:lnTo>
                  <a:pt x="571943" y="183678"/>
                </a:lnTo>
                <a:lnTo>
                  <a:pt x="572760" y="184018"/>
                </a:lnTo>
                <a:lnTo>
                  <a:pt x="573582" y="184343"/>
                </a:lnTo>
                <a:lnTo>
                  <a:pt x="574409" y="184653"/>
                </a:lnTo>
                <a:lnTo>
                  <a:pt x="575241" y="184948"/>
                </a:lnTo>
                <a:lnTo>
                  <a:pt x="576078" y="185228"/>
                </a:lnTo>
                <a:lnTo>
                  <a:pt x="576921" y="185493"/>
                </a:lnTo>
                <a:lnTo>
                  <a:pt x="577768" y="185743"/>
                </a:lnTo>
                <a:lnTo>
                  <a:pt x="578621" y="185977"/>
                </a:lnTo>
                <a:lnTo>
                  <a:pt x="579479" y="186196"/>
                </a:lnTo>
                <a:lnTo>
                  <a:pt x="580342" y="186401"/>
                </a:lnTo>
                <a:lnTo>
                  <a:pt x="581210" y="186590"/>
                </a:lnTo>
                <a:lnTo>
                  <a:pt x="582083" y="186764"/>
                </a:lnTo>
                <a:lnTo>
                  <a:pt x="582962" y="186922"/>
                </a:lnTo>
                <a:lnTo>
                  <a:pt x="583845" y="187066"/>
                </a:lnTo>
                <a:lnTo>
                  <a:pt x="584734" y="187195"/>
                </a:lnTo>
                <a:lnTo>
                  <a:pt x="585628" y="187308"/>
                </a:lnTo>
                <a:lnTo>
                  <a:pt x="586527" y="187407"/>
                </a:lnTo>
                <a:lnTo>
                  <a:pt x="587431" y="187490"/>
                </a:lnTo>
                <a:lnTo>
                  <a:pt x="588341" y="187558"/>
                </a:lnTo>
                <a:lnTo>
                  <a:pt x="589255" y="187611"/>
                </a:lnTo>
                <a:lnTo>
                  <a:pt x="590175" y="187649"/>
                </a:lnTo>
                <a:lnTo>
                  <a:pt x="591100" y="187671"/>
                </a:lnTo>
                <a:lnTo>
                  <a:pt x="592030" y="187679"/>
                </a:lnTo>
                <a:lnTo>
                  <a:pt x="593226" y="187670"/>
                </a:lnTo>
                <a:lnTo>
                  <a:pt x="594411" y="187645"/>
                </a:lnTo>
                <a:lnTo>
                  <a:pt x="595584" y="187602"/>
                </a:lnTo>
                <a:lnTo>
                  <a:pt x="596745" y="187542"/>
                </a:lnTo>
                <a:lnTo>
                  <a:pt x="597895" y="187465"/>
                </a:lnTo>
                <a:close/>
                <a:moveTo>
                  <a:pt x="600465" y="162961"/>
                </a:moveTo>
                <a:lnTo>
                  <a:pt x="599837" y="162882"/>
                </a:lnTo>
                <a:lnTo>
                  <a:pt x="599220" y="162789"/>
                </a:lnTo>
                <a:lnTo>
                  <a:pt x="598614" y="162682"/>
                </a:lnTo>
                <a:lnTo>
                  <a:pt x="598018" y="162560"/>
                </a:lnTo>
                <a:lnTo>
                  <a:pt x="597433" y="162424"/>
                </a:lnTo>
                <a:lnTo>
                  <a:pt x="596858" y="162273"/>
                </a:lnTo>
                <a:lnTo>
                  <a:pt x="596294" y="162108"/>
                </a:lnTo>
                <a:lnTo>
                  <a:pt x="595740" y="161929"/>
                </a:lnTo>
                <a:lnTo>
                  <a:pt x="595197" y="161735"/>
                </a:lnTo>
                <a:lnTo>
                  <a:pt x="594664" y="161527"/>
                </a:lnTo>
                <a:lnTo>
                  <a:pt x="594142" y="161305"/>
                </a:lnTo>
                <a:lnTo>
                  <a:pt x="593631" y="161069"/>
                </a:lnTo>
                <a:lnTo>
                  <a:pt x="593130" y="160818"/>
                </a:lnTo>
                <a:lnTo>
                  <a:pt x="592639" y="160553"/>
                </a:lnTo>
                <a:lnTo>
                  <a:pt x="592159" y="160273"/>
                </a:lnTo>
                <a:lnTo>
                  <a:pt x="591690" y="159979"/>
                </a:lnTo>
                <a:lnTo>
                  <a:pt x="591231" y="159671"/>
                </a:lnTo>
                <a:lnTo>
                  <a:pt x="590782" y="159348"/>
                </a:lnTo>
                <a:lnTo>
                  <a:pt x="590345" y="159011"/>
                </a:lnTo>
                <a:lnTo>
                  <a:pt x="589921" y="158660"/>
                </a:lnTo>
                <a:lnTo>
                  <a:pt x="589515" y="158293"/>
                </a:lnTo>
                <a:lnTo>
                  <a:pt x="589128" y="157910"/>
                </a:lnTo>
                <a:lnTo>
                  <a:pt x="588758" y="157513"/>
                </a:lnTo>
                <a:lnTo>
                  <a:pt x="588407" y="157100"/>
                </a:lnTo>
                <a:lnTo>
                  <a:pt x="588074" y="156671"/>
                </a:lnTo>
                <a:lnTo>
                  <a:pt x="587758" y="156228"/>
                </a:lnTo>
                <a:lnTo>
                  <a:pt x="587461" y="155769"/>
                </a:lnTo>
                <a:lnTo>
                  <a:pt x="587181" y="155295"/>
                </a:lnTo>
                <a:lnTo>
                  <a:pt x="586920" y="154805"/>
                </a:lnTo>
                <a:lnTo>
                  <a:pt x="586677" y="154301"/>
                </a:lnTo>
                <a:lnTo>
                  <a:pt x="586451" y="153780"/>
                </a:lnTo>
                <a:lnTo>
                  <a:pt x="586244" y="153245"/>
                </a:lnTo>
                <a:lnTo>
                  <a:pt x="586055" y="152694"/>
                </a:lnTo>
                <a:lnTo>
                  <a:pt x="585884" y="152128"/>
                </a:lnTo>
                <a:lnTo>
                  <a:pt x="585730" y="151547"/>
                </a:lnTo>
                <a:lnTo>
                  <a:pt x="585595" y="150951"/>
                </a:lnTo>
                <a:lnTo>
                  <a:pt x="585478" y="150339"/>
                </a:lnTo>
                <a:lnTo>
                  <a:pt x="585379" y="149711"/>
                </a:lnTo>
                <a:lnTo>
                  <a:pt x="585298" y="149069"/>
                </a:lnTo>
                <a:lnTo>
                  <a:pt x="585235" y="148411"/>
                </a:lnTo>
                <a:lnTo>
                  <a:pt x="585190" y="147738"/>
                </a:lnTo>
                <a:lnTo>
                  <a:pt x="585163" y="147050"/>
                </a:lnTo>
                <a:lnTo>
                  <a:pt x="585154" y="146346"/>
                </a:lnTo>
                <a:lnTo>
                  <a:pt x="585173" y="145371"/>
                </a:lnTo>
                <a:lnTo>
                  <a:pt x="585232" y="144418"/>
                </a:lnTo>
                <a:lnTo>
                  <a:pt x="585331" y="143488"/>
                </a:lnTo>
                <a:lnTo>
                  <a:pt x="585468" y="142581"/>
                </a:lnTo>
                <a:lnTo>
                  <a:pt x="585645" y="141697"/>
                </a:lnTo>
                <a:lnTo>
                  <a:pt x="585862" y="140835"/>
                </a:lnTo>
                <a:lnTo>
                  <a:pt x="586117" y="139996"/>
                </a:lnTo>
                <a:lnTo>
                  <a:pt x="586412" y="139180"/>
                </a:lnTo>
                <a:lnTo>
                  <a:pt x="586746" y="138386"/>
                </a:lnTo>
                <a:lnTo>
                  <a:pt x="587120" y="137615"/>
                </a:lnTo>
                <a:lnTo>
                  <a:pt x="587533" y="136867"/>
                </a:lnTo>
                <a:lnTo>
                  <a:pt x="587985" y="136141"/>
                </a:lnTo>
                <a:lnTo>
                  <a:pt x="588477" y="135439"/>
                </a:lnTo>
                <a:lnTo>
                  <a:pt x="589007" y="134758"/>
                </a:lnTo>
                <a:lnTo>
                  <a:pt x="589578" y="134101"/>
                </a:lnTo>
                <a:lnTo>
                  <a:pt x="590187" y="133466"/>
                </a:lnTo>
                <a:lnTo>
                  <a:pt x="590836" y="132854"/>
                </a:lnTo>
                <a:lnTo>
                  <a:pt x="591524" y="132265"/>
                </a:lnTo>
                <a:lnTo>
                  <a:pt x="592252" y="131698"/>
                </a:lnTo>
                <a:lnTo>
                  <a:pt x="593019" y="131155"/>
                </a:lnTo>
                <a:lnTo>
                  <a:pt x="593825" y="130633"/>
                </a:lnTo>
                <a:lnTo>
                  <a:pt x="594670" y="130135"/>
                </a:lnTo>
                <a:lnTo>
                  <a:pt x="595555" y="129659"/>
                </a:lnTo>
                <a:lnTo>
                  <a:pt x="596479" y="129206"/>
                </a:lnTo>
                <a:lnTo>
                  <a:pt x="597452" y="128773"/>
                </a:lnTo>
                <a:lnTo>
                  <a:pt x="598485" y="128359"/>
                </a:lnTo>
                <a:lnTo>
                  <a:pt x="599576" y="127962"/>
                </a:lnTo>
                <a:lnTo>
                  <a:pt x="600726" y="127583"/>
                </a:lnTo>
                <a:lnTo>
                  <a:pt x="601935" y="127222"/>
                </a:lnTo>
                <a:lnTo>
                  <a:pt x="603204" y="126879"/>
                </a:lnTo>
                <a:lnTo>
                  <a:pt x="604531" y="126553"/>
                </a:lnTo>
                <a:lnTo>
                  <a:pt x="605917" y="126246"/>
                </a:lnTo>
                <a:lnTo>
                  <a:pt x="607362" y="125957"/>
                </a:lnTo>
                <a:lnTo>
                  <a:pt x="608866" y="125685"/>
                </a:lnTo>
                <a:lnTo>
                  <a:pt x="610429" y="125432"/>
                </a:lnTo>
                <a:lnTo>
                  <a:pt x="612052" y="125196"/>
                </a:lnTo>
                <a:lnTo>
                  <a:pt x="613733" y="124978"/>
                </a:lnTo>
                <a:lnTo>
                  <a:pt x="615473" y="124779"/>
                </a:lnTo>
                <a:lnTo>
                  <a:pt x="617272" y="124597"/>
                </a:lnTo>
                <a:lnTo>
                  <a:pt x="619130" y="124433"/>
                </a:lnTo>
                <a:lnTo>
                  <a:pt x="621047" y="124287"/>
                </a:lnTo>
                <a:lnTo>
                  <a:pt x="623023" y="124159"/>
                </a:lnTo>
                <a:lnTo>
                  <a:pt x="625058" y="124049"/>
                </a:lnTo>
                <a:lnTo>
                  <a:pt x="627152" y="123956"/>
                </a:lnTo>
                <a:lnTo>
                  <a:pt x="629305" y="123882"/>
                </a:lnTo>
                <a:lnTo>
                  <a:pt x="631517" y="123826"/>
                </a:lnTo>
                <a:lnTo>
                  <a:pt x="633788" y="123787"/>
                </a:lnTo>
                <a:lnTo>
                  <a:pt x="636118" y="123767"/>
                </a:lnTo>
                <a:lnTo>
                  <a:pt x="636118" y="145520"/>
                </a:lnTo>
                <a:lnTo>
                  <a:pt x="635685" y="146091"/>
                </a:lnTo>
                <a:lnTo>
                  <a:pt x="635240" y="146656"/>
                </a:lnTo>
                <a:lnTo>
                  <a:pt x="634784" y="147217"/>
                </a:lnTo>
                <a:lnTo>
                  <a:pt x="634315" y="147772"/>
                </a:lnTo>
                <a:lnTo>
                  <a:pt x="633834" y="148322"/>
                </a:lnTo>
                <a:lnTo>
                  <a:pt x="633342" y="148866"/>
                </a:lnTo>
                <a:lnTo>
                  <a:pt x="632837" y="149405"/>
                </a:lnTo>
                <a:lnTo>
                  <a:pt x="632321" y="149940"/>
                </a:lnTo>
                <a:lnTo>
                  <a:pt x="631792" y="150468"/>
                </a:lnTo>
                <a:lnTo>
                  <a:pt x="631252" y="150992"/>
                </a:lnTo>
                <a:lnTo>
                  <a:pt x="630699" y="151510"/>
                </a:lnTo>
                <a:lnTo>
                  <a:pt x="630135" y="152023"/>
                </a:lnTo>
                <a:lnTo>
                  <a:pt x="629559" y="152531"/>
                </a:lnTo>
                <a:lnTo>
                  <a:pt x="628971" y="153034"/>
                </a:lnTo>
                <a:lnTo>
                  <a:pt x="628371" y="153531"/>
                </a:lnTo>
                <a:lnTo>
                  <a:pt x="627759" y="154024"/>
                </a:lnTo>
                <a:lnTo>
                  <a:pt x="627135" y="154511"/>
                </a:lnTo>
                <a:lnTo>
                  <a:pt x="626499" y="154992"/>
                </a:lnTo>
                <a:lnTo>
                  <a:pt x="625851" y="155469"/>
                </a:lnTo>
                <a:lnTo>
                  <a:pt x="625192" y="155940"/>
                </a:lnTo>
                <a:lnTo>
                  <a:pt x="624520" y="156406"/>
                </a:lnTo>
                <a:lnTo>
                  <a:pt x="623836" y="156867"/>
                </a:lnTo>
                <a:lnTo>
                  <a:pt x="623141" y="157322"/>
                </a:lnTo>
                <a:lnTo>
                  <a:pt x="622433" y="157773"/>
                </a:lnTo>
                <a:lnTo>
                  <a:pt x="621717" y="158211"/>
                </a:lnTo>
                <a:lnTo>
                  <a:pt x="620996" y="158630"/>
                </a:lnTo>
                <a:lnTo>
                  <a:pt x="620269" y="159031"/>
                </a:lnTo>
                <a:lnTo>
                  <a:pt x="619536" y="159413"/>
                </a:lnTo>
                <a:lnTo>
                  <a:pt x="618799" y="159776"/>
                </a:lnTo>
                <a:lnTo>
                  <a:pt x="618056" y="160121"/>
                </a:lnTo>
                <a:lnTo>
                  <a:pt x="617307" y="160447"/>
                </a:lnTo>
                <a:lnTo>
                  <a:pt x="616553" y="160755"/>
                </a:lnTo>
                <a:lnTo>
                  <a:pt x="615794" y="161044"/>
                </a:lnTo>
                <a:lnTo>
                  <a:pt x="615030" y="161314"/>
                </a:lnTo>
                <a:lnTo>
                  <a:pt x="614260" y="161565"/>
                </a:lnTo>
                <a:lnTo>
                  <a:pt x="613484" y="161798"/>
                </a:lnTo>
                <a:lnTo>
                  <a:pt x="612703" y="162013"/>
                </a:lnTo>
                <a:lnTo>
                  <a:pt x="611917" y="162208"/>
                </a:lnTo>
                <a:lnTo>
                  <a:pt x="611126" y="162386"/>
                </a:lnTo>
                <a:lnTo>
                  <a:pt x="610329" y="162544"/>
                </a:lnTo>
                <a:lnTo>
                  <a:pt x="609527" y="162684"/>
                </a:lnTo>
                <a:lnTo>
                  <a:pt x="608719" y="162805"/>
                </a:lnTo>
                <a:lnTo>
                  <a:pt x="607906" y="162907"/>
                </a:lnTo>
                <a:lnTo>
                  <a:pt x="607087" y="162991"/>
                </a:lnTo>
                <a:lnTo>
                  <a:pt x="606264" y="163057"/>
                </a:lnTo>
                <a:lnTo>
                  <a:pt x="605434" y="163103"/>
                </a:lnTo>
                <a:lnTo>
                  <a:pt x="604600" y="163131"/>
                </a:lnTo>
                <a:lnTo>
                  <a:pt x="603760" y="163140"/>
                </a:lnTo>
                <a:lnTo>
                  <a:pt x="603080" y="163133"/>
                </a:lnTo>
                <a:lnTo>
                  <a:pt x="602410" y="163112"/>
                </a:lnTo>
                <a:lnTo>
                  <a:pt x="601751" y="163076"/>
                </a:lnTo>
                <a:lnTo>
                  <a:pt x="601103" y="163026"/>
                </a:lnTo>
                <a:lnTo>
                  <a:pt x="600465" y="162961"/>
                </a:lnTo>
                <a:close/>
                <a:moveTo>
                  <a:pt x="1157559" y="187578"/>
                </a:moveTo>
                <a:lnTo>
                  <a:pt x="1158466" y="187534"/>
                </a:lnTo>
                <a:lnTo>
                  <a:pt x="1159371" y="187482"/>
                </a:lnTo>
                <a:lnTo>
                  <a:pt x="1160273" y="187421"/>
                </a:lnTo>
                <a:lnTo>
                  <a:pt x="1161172" y="187353"/>
                </a:lnTo>
                <a:lnTo>
                  <a:pt x="1162069" y="187277"/>
                </a:lnTo>
                <a:lnTo>
                  <a:pt x="1162964" y="187192"/>
                </a:lnTo>
                <a:lnTo>
                  <a:pt x="1163855" y="187100"/>
                </a:lnTo>
                <a:lnTo>
                  <a:pt x="1164744" y="186999"/>
                </a:lnTo>
                <a:lnTo>
                  <a:pt x="1165631" y="186890"/>
                </a:lnTo>
                <a:lnTo>
                  <a:pt x="1166515" y="186774"/>
                </a:lnTo>
                <a:lnTo>
                  <a:pt x="1167396" y="186649"/>
                </a:lnTo>
                <a:lnTo>
                  <a:pt x="1168275" y="186516"/>
                </a:lnTo>
                <a:lnTo>
                  <a:pt x="1169151" y="186375"/>
                </a:lnTo>
                <a:lnTo>
                  <a:pt x="1170025" y="186226"/>
                </a:lnTo>
                <a:lnTo>
                  <a:pt x="1170896" y="186070"/>
                </a:lnTo>
                <a:lnTo>
                  <a:pt x="1171765" y="185905"/>
                </a:lnTo>
                <a:lnTo>
                  <a:pt x="1172631" y="185732"/>
                </a:lnTo>
                <a:lnTo>
                  <a:pt x="1173494" y="185551"/>
                </a:lnTo>
                <a:lnTo>
                  <a:pt x="1174355" y="185362"/>
                </a:lnTo>
                <a:lnTo>
                  <a:pt x="1175210" y="185164"/>
                </a:lnTo>
                <a:lnTo>
                  <a:pt x="1176058" y="184956"/>
                </a:lnTo>
                <a:lnTo>
                  <a:pt x="1176898" y="184739"/>
                </a:lnTo>
                <a:lnTo>
                  <a:pt x="1177729" y="184511"/>
                </a:lnTo>
                <a:lnTo>
                  <a:pt x="1178553" y="184275"/>
                </a:lnTo>
                <a:lnTo>
                  <a:pt x="1179369" y="184028"/>
                </a:lnTo>
                <a:lnTo>
                  <a:pt x="1180177" y="183772"/>
                </a:lnTo>
                <a:lnTo>
                  <a:pt x="1180976" y="183506"/>
                </a:lnTo>
                <a:lnTo>
                  <a:pt x="1181768" y="183231"/>
                </a:lnTo>
                <a:lnTo>
                  <a:pt x="1182552" y="182945"/>
                </a:lnTo>
                <a:lnTo>
                  <a:pt x="1183328" y="182650"/>
                </a:lnTo>
                <a:lnTo>
                  <a:pt x="1184096" y="182346"/>
                </a:lnTo>
                <a:lnTo>
                  <a:pt x="1184856" y="182031"/>
                </a:lnTo>
                <a:lnTo>
                  <a:pt x="1185608" y="181707"/>
                </a:lnTo>
                <a:lnTo>
                  <a:pt x="1186352" y="181374"/>
                </a:lnTo>
                <a:lnTo>
                  <a:pt x="1187089" y="181030"/>
                </a:lnTo>
                <a:lnTo>
                  <a:pt x="1187817" y="180677"/>
                </a:lnTo>
                <a:lnTo>
                  <a:pt x="1188537" y="180314"/>
                </a:lnTo>
                <a:lnTo>
                  <a:pt x="1189249" y="179942"/>
                </a:lnTo>
                <a:lnTo>
                  <a:pt x="1189954" y="179559"/>
                </a:lnTo>
                <a:lnTo>
                  <a:pt x="1190650" y="179167"/>
                </a:lnTo>
                <a:lnTo>
                  <a:pt x="1191338" y="178766"/>
                </a:lnTo>
                <a:lnTo>
                  <a:pt x="1192019" y="178354"/>
                </a:lnTo>
                <a:lnTo>
                  <a:pt x="1192691" y="177933"/>
                </a:lnTo>
                <a:lnTo>
                  <a:pt x="1193354" y="177502"/>
                </a:lnTo>
                <a:lnTo>
                  <a:pt x="1194006" y="177059"/>
                </a:lnTo>
                <a:lnTo>
                  <a:pt x="1194646" y="176606"/>
                </a:lnTo>
                <a:lnTo>
                  <a:pt x="1195276" y="176141"/>
                </a:lnTo>
                <a:lnTo>
                  <a:pt x="1195893" y="175665"/>
                </a:lnTo>
                <a:lnTo>
                  <a:pt x="1196500" y="175178"/>
                </a:lnTo>
                <a:lnTo>
                  <a:pt x="1197096" y="174680"/>
                </a:lnTo>
                <a:lnTo>
                  <a:pt x="1197680" y="174170"/>
                </a:lnTo>
                <a:lnTo>
                  <a:pt x="1198253" y="173650"/>
                </a:lnTo>
                <a:lnTo>
                  <a:pt x="1198815" y="173118"/>
                </a:lnTo>
                <a:lnTo>
                  <a:pt x="1199365" y="172576"/>
                </a:lnTo>
                <a:lnTo>
                  <a:pt x="1199905" y="172022"/>
                </a:lnTo>
                <a:lnTo>
                  <a:pt x="1200433" y="171457"/>
                </a:lnTo>
                <a:lnTo>
                  <a:pt x="1200949" y="170881"/>
                </a:lnTo>
                <a:lnTo>
                  <a:pt x="1201455" y="170294"/>
                </a:lnTo>
                <a:lnTo>
                  <a:pt x="1201949" y="169696"/>
                </a:lnTo>
                <a:lnTo>
                  <a:pt x="1202433" y="169087"/>
                </a:lnTo>
                <a:lnTo>
                  <a:pt x="1202904" y="168466"/>
                </a:lnTo>
                <a:lnTo>
                  <a:pt x="1203365" y="167834"/>
                </a:lnTo>
                <a:lnTo>
                  <a:pt x="1203815" y="167192"/>
                </a:lnTo>
                <a:lnTo>
                  <a:pt x="1204253" y="166538"/>
                </a:lnTo>
                <a:lnTo>
                  <a:pt x="1204680" y="165873"/>
                </a:lnTo>
                <a:lnTo>
                  <a:pt x="1205095" y="165197"/>
                </a:lnTo>
                <a:lnTo>
                  <a:pt x="1205500" y="164510"/>
                </a:lnTo>
                <a:lnTo>
                  <a:pt x="1205890" y="163811"/>
                </a:lnTo>
                <a:lnTo>
                  <a:pt x="1206264" y="163099"/>
                </a:lnTo>
                <a:lnTo>
                  <a:pt x="1206622" y="162374"/>
                </a:lnTo>
                <a:lnTo>
                  <a:pt x="1206962" y="161636"/>
                </a:lnTo>
                <a:lnTo>
                  <a:pt x="1207286" y="160886"/>
                </a:lnTo>
                <a:lnTo>
                  <a:pt x="1207594" y="160123"/>
                </a:lnTo>
                <a:lnTo>
                  <a:pt x="1207885" y="159347"/>
                </a:lnTo>
                <a:lnTo>
                  <a:pt x="1208159" y="158559"/>
                </a:lnTo>
                <a:lnTo>
                  <a:pt x="1208417" y="157757"/>
                </a:lnTo>
                <a:lnTo>
                  <a:pt x="1208658" y="156943"/>
                </a:lnTo>
                <a:lnTo>
                  <a:pt x="1208882" y="156116"/>
                </a:lnTo>
                <a:lnTo>
                  <a:pt x="1209090" y="155276"/>
                </a:lnTo>
                <a:lnTo>
                  <a:pt x="1209281" y="154424"/>
                </a:lnTo>
                <a:lnTo>
                  <a:pt x="1209455" y="153558"/>
                </a:lnTo>
                <a:lnTo>
                  <a:pt x="1209613" y="152680"/>
                </a:lnTo>
                <a:lnTo>
                  <a:pt x="1209754" y="151789"/>
                </a:lnTo>
                <a:lnTo>
                  <a:pt x="1209879" y="150885"/>
                </a:lnTo>
                <a:lnTo>
                  <a:pt x="1209987" y="149969"/>
                </a:lnTo>
                <a:lnTo>
                  <a:pt x="1210078" y="149040"/>
                </a:lnTo>
                <a:lnTo>
                  <a:pt x="1210153" y="148098"/>
                </a:lnTo>
                <a:lnTo>
                  <a:pt x="1210211" y="147143"/>
                </a:lnTo>
                <a:lnTo>
                  <a:pt x="1210253" y="146175"/>
                </a:lnTo>
                <a:lnTo>
                  <a:pt x="1210278" y="145195"/>
                </a:lnTo>
                <a:lnTo>
                  <a:pt x="1210286" y="144201"/>
                </a:lnTo>
                <a:lnTo>
                  <a:pt x="1210276" y="143142"/>
                </a:lnTo>
                <a:lnTo>
                  <a:pt x="1210245" y="142099"/>
                </a:lnTo>
                <a:lnTo>
                  <a:pt x="1210194" y="141073"/>
                </a:lnTo>
                <a:lnTo>
                  <a:pt x="1210121" y="140063"/>
                </a:lnTo>
                <a:lnTo>
                  <a:pt x="1210029" y="139070"/>
                </a:lnTo>
                <a:lnTo>
                  <a:pt x="1209915" y="138093"/>
                </a:lnTo>
                <a:lnTo>
                  <a:pt x="1209782" y="137133"/>
                </a:lnTo>
                <a:lnTo>
                  <a:pt x="1209627" y="136190"/>
                </a:lnTo>
                <a:lnTo>
                  <a:pt x="1209452" y="135263"/>
                </a:lnTo>
                <a:lnTo>
                  <a:pt x="1209256" y="134353"/>
                </a:lnTo>
                <a:lnTo>
                  <a:pt x="1209040" y="133459"/>
                </a:lnTo>
                <a:lnTo>
                  <a:pt x="1208803" y="132582"/>
                </a:lnTo>
                <a:lnTo>
                  <a:pt x="1208546" y="131722"/>
                </a:lnTo>
                <a:lnTo>
                  <a:pt x="1208268" y="130878"/>
                </a:lnTo>
                <a:lnTo>
                  <a:pt x="1207969" y="130050"/>
                </a:lnTo>
                <a:lnTo>
                  <a:pt x="1207650" y="129239"/>
                </a:lnTo>
                <a:lnTo>
                  <a:pt x="1207310" y="128445"/>
                </a:lnTo>
                <a:lnTo>
                  <a:pt x="1206949" y="127668"/>
                </a:lnTo>
                <a:lnTo>
                  <a:pt x="1206568" y="126906"/>
                </a:lnTo>
                <a:lnTo>
                  <a:pt x="1206167" y="126162"/>
                </a:lnTo>
                <a:lnTo>
                  <a:pt x="1205744" y="125434"/>
                </a:lnTo>
                <a:lnTo>
                  <a:pt x="1205301" y="124723"/>
                </a:lnTo>
                <a:lnTo>
                  <a:pt x="1204838" y="124028"/>
                </a:lnTo>
                <a:lnTo>
                  <a:pt x="1204354" y="123350"/>
                </a:lnTo>
                <a:lnTo>
                  <a:pt x="1203852" y="122685"/>
                </a:lnTo>
                <a:lnTo>
                  <a:pt x="1203336" y="122032"/>
                </a:lnTo>
                <a:lnTo>
                  <a:pt x="1202805" y="121390"/>
                </a:lnTo>
                <a:lnTo>
                  <a:pt x="1202260" y="120759"/>
                </a:lnTo>
                <a:lnTo>
                  <a:pt x="1201701" y="120140"/>
                </a:lnTo>
                <a:lnTo>
                  <a:pt x="1201126" y="119533"/>
                </a:lnTo>
                <a:lnTo>
                  <a:pt x="1200538" y="118936"/>
                </a:lnTo>
                <a:lnTo>
                  <a:pt x="1199935" y="118351"/>
                </a:lnTo>
                <a:lnTo>
                  <a:pt x="1199317" y="117778"/>
                </a:lnTo>
                <a:lnTo>
                  <a:pt x="1198685" y="117215"/>
                </a:lnTo>
                <a:lnTo>
                  <a:pt x="1198038" y="116664"/>
                </a:lnTo>
                <a:lnTo>
                  <a:pt x="1197377" y="116125"/>
                </a:lnTo>
                <a:lnTo>
                  <a:pt x="1196701" y="115597"/>
                </a:lnTo>
                <a:lnTo>
                  <a:pt x="1196011" y="115080"/>
                </a:lnTo>
                <a:lnTo>
                  <a:pt x="1195306" y="114574"/>
                </a:lnTo>
                <a:lnTo>
                  <a:pt x="1194586" y="114080"/>
                </a:lnTo>
                <a:lnTo>
                  <a:pt x="1193853" y="113598"/>
                </a:lnTo>
                <a:lnTo>
                  <a:pt x="1193104" y="113126"/>
                </a:lnTo>
                <a:lnTo>
                  <a:pt x="1192341" y="112666"/>
                </a:lnTo>
                <a:lnTo>
                  <a:pt x="1191564" y="112218"/>
                </a:lnTo>
                <a:lnTo>
                  <a:pt x="1190772" y="111780"/>
                </a:lnTo>
                <a:lnTo>
                  <a:pt x="1189966" y="111355"/>
                </a:lnTo>
                <a:lnTo>
                  <a:pt x="1189145" y="110940"/>
                </a:lnTo>
                <a:lnTo>
                  <a:pt x="1188309" y="110537"/>
                </a:lnTo>
                <a:lnTo>
                  <a:pt x="1187462" y="110142"/>
                </a:lnTo>
                <a:lnTo>
                  <a:pt x="1186605" y="109754"/>
                </a:lnTo>
                <a:lnTo>
                  <a:pt x="1185739" y="109372"/>
                </a:lnTo>
                <a:lnTo>
                  <a:pt x="1184864" y="108996"/>
                </a:lnTo>
                <a:lnTo>
                  <a:pt x="1183979" y="108626"/>
                </a:lnTo>
                <a:lnTo>
                  <a:pt x="1183085" y="108263"/>
                </a:lnTo>
                <a:lnTo>
                  <a:pt x="1182181" y="107905"/>
                </a:lnTo>
                <a:lnTo>
                  <a:pt x="1181269" y="107554"/>
                </a:lnTo>
                <a:lnTo>
                  <a:pt x="1180346" y="107209"/>
                </a:lnTo>
                <a:lnTo>
                  <a:pt x="1179415" y="106870"/>
                </a:lnTo>
                <a:lnTo>
                  <a:pt x="1178474" y="106537"/>
                </a:lnTo>
                <a:lnTo>
                  <a:pt x="1177523" y="106210"/>
                </a:lnTo>
                <a:lnTo>
                  <a:pt x="1176564" y="105889"/>
                </a:lnTo>
                <a:lnTo>
                  <a:pt x="1175595" y="105575"/>
                </a:lnTo>
                <a:lnTo>
                  <a:pt x="1174616" y="105266"/>
                </a:lnTo>
                <a:lnTo>
                  <a:pt x="1173628" y="104964"/>
                </a:lnTo>
                <a:lnTo>
                  <a:pt x="1172631" y="104668"/>
                </a:lnTo>
                <a:lnTo>
                  <a:pt x="1171625" y="104378"/>
                </a:lnTo>
                <a:lnTo>
                  <a:pt x="1170609" y="104094"/>
                </a:lnTo>
                <a:lnTo>
                  <a:pt x="1169584" y="103817"/>
                </a:lnTo>
                <a:lnTo>
                  <a:pt x="1168549" y="103545"/>
                </a:lnTo>
                <a:lnTo>
                  <a:pt x="1167505" y="103280"/>
                </a:lnTo>
                <a:lnTo>
                  <a:pt x="1166452" y="103021"/>
                </a:lnTo>
                <a:lnTo>
                  <a:pt x="1165389" y="102767"/>
                </a:lnTo>
                <a:lnTo>
                  <a:pt x="1164386" y="102541"/>
                </a:lnTo>
                <a:lnTo>
                  <a:pt x="1163399" y="102316"/>
                </a:lnTo>
                <a:lnTo>
                  <a:pt x="1162429" y="102091"/>
                </a:lnTo>
                <a:lnTo>
                  <a:pt x="1161475" y="101868"/>
                </a:lnTo>
                <a:lnTo>
                  <a:pt x="1160538" y="101646"/>
                </a:lnTo>
                <a:lnTo>
                  <a:pt x="1159617" y="101426"/>
                </a:lnTo>
                <a:lnTo>
                  <a:pt x="1158712" y="101206"/>
                </a:lnTo>
                <a:lnTo>
                  <a:pt x="1157824" y="100988"/>
                </a:lnTo>
                <a:lnTo>
                  <a:pt x="1156952" y="100771"/>
                </a:lnTo>
                <a:lnTo>
                  <a:pt x="1156096" y="100555"/>
                </a:lnTo>
                <a:lnTo>
                  <a:pt x="1155257" y="100340"/>
                </a:lnTo>
                <a:lnTo>
                  <a:pt x="1154434" y="100127"/>
                </a:lnTo>
                <a:lnTo>
                  <a:pt x="1153628" y="99914"/>
                </a:lnTo>
                <a:lnTo>
                  <a:pt x="1152838" y="99703"/>
                </a:lnTo>
                <a:lnTo>
                  <a:pt x="1152064" y="99493"/>
                </a:lnTo>
                <a:lnTo>
                  <a:pt x="1151307" y="99284"/>
                </a:lnTo>
                <a:lnTo>
                  <a:pt x="1150566" y="99077"/>
                </a:lnTo>
                <a:lnTo>
                  <a:pt x="1149842" y="98870"/>
                </a:lnTo>
                <a:lnTo>
                  <a:pt x="1149134" y="98665"/>
                </a:lnTo>
                <a:lnTo>
                  <a:pt x="1148442" y="98461"/>
                </a:lnTo>
                <a:lnTo>
                  <a:pt x="1147767" y="98258"/>
                </a:lnTo>
                <a:lnTo>
                  <a:pt x="1147108" y="98057"/>
                </a:lnTo>
                <a:lnTo>
                  <a:pt x="1146465" y="97856"/>
                </a:lnTo>
                <a:lnTo>
                  <a:pt x="1145839" y="97657"/>
                </a:lnTo>
                <a:lnTo>
                  <a:pt x="1145228" y="97457"/>
                </a:lnTo>
                <a:lnTo>
                  <a:pt x="1144631" y="97256"/>
                </a:lnTo>
                <a:lnTo>
                  <a:pt x="1144048" y="97054"/>
                </a:lnTo>
                <a:lnTo>
                  <a:pt x="1143480" y="96850"/>
                </a:lnTo>
                <a:lnTo>
                  <a:pt x="1142925" y="96645"/>
                </a:lnTo>
                <a:lnTo>
                  <a:pt x="1142384" y="96439"/>
                </a:lnTo>
                <a:lnTo>
                  <a:pt x="1141857" y="96231"/>
                </a:lnTo>
                <a:lnTo>
                  <a:pt x="1141345" y="96021"/>
                </a:lnTo>
                <a:lnTo>
                  <a:pt x="1140846" y="95811"/>
                </a:lnTo>
                <a:lnTo>
                  <a:pt x="1140362" y="95598"/>
                </a:lnTo>
                <a:lnTo>
                  <a:pt x="1139891" y="95385"/>
                </a:lnTo>
                <a:lnTo>
                  <a:pt x="1139435" y="95170"/>
                </a:lnTo>
                <a:lnTo>
                  <a:pt x="1138992" y="94953"/>
                </a:lnTo>
                <a:lnTo>
                  <a:pt x="1138564" y="94735"/>
                </a:lnTo>
                <a:lnTo>
                  <a:pt x="1138150" y="94516"/>
                </a:lnTo>
                <a:lnTo>
                  <a:pt x="1137749" y="94295"/>
                </a:lnTo>
                <a:lnTo>
                  <a:pt x="1137363" y="94073"/>
                </a:lnTo>
                <a:lnTo>
                  <a:pt x="1136991" y="93850"/>
                </a:lnTo>
                <a:lnTo>
                  <a:pt x="1136633" y="93625"/>
                </a:lnTo>
                <a:lnTo>
                  <a:pt x="1136289" y="93398"/>
                </a:lnTo>
                <a:lnTo>
                  <a:pt x="1135959" y="93170"/>
                </a:lnTo>
                <a:lnTo>
                  <a:pt x="1135643" y="92941"/>
                </a:lnTo>
                <a:lnTo>
                  <a:pt x="1135341" y="92711"/>
                </a:lnTo>
                <a:lnTo>
                  <a:pt x="1135053" y="92479"/>
                </a:lnTo>
                <a:lnTo>
                  <a:pt x="1134778" y="92244"/>
                </a:lnTo>
                <a:lnTo>
                  <a:pt x="1134515" y="92006"/>
                </a:lnTo>
                <a:lnTo>
                  <a:pt x="1134263" y="91765"/>
                </a:lnTo>
                <a:lnTo>
                  <a:pt x="1134023" y="91522"/>
                </a:lnTo>
                <a:lnTo>
                  <a:pt x="1133795" y="91275"/>
                </a:lnTo>
                <a:lnTo>
                  <a:pt x="1133578" y="91025"/>
                </a:lnTo>
                <a:lnTo>
                  <a:pt x="1133373" y="90772"/>
                </a:lnTo>
                <a:lnTo>
                  <a:pt x="1133180" y="90516"/>
                </a:lnTo>
                <a:lnTo>
                  <a:pt x="1132999" y="90256"/>
                </a:lnTo>
                <a:lnTo>
                  <a:pt x="1132829" y="89994"/>
                </a:lnTo>
                <a:lnTo>
                  <a:pt x="1132671" y="89729"/>
                </a:lnTo>
                <a:lnTo>
                  <a:pt x="1132525" y="89461"/>
                </a:lnTo>
                <a:lnTo>
                  <a:pt x="1132390" y="89189"/>
                </a:lnTo>
                <a:lnTo>
                  <a:pt x="1132267" y="88915"/>
                </a:lnTo>
                <a:lnTo>
                  <a:pt x="1132156" y="88637"/>
                </a:lnTo>
                <a:lnTo>
                  <a:pt x="1132057" y="88357"/>
                </a:lnTo>
                <a:lnTo>
                  <a:pt x="1131969" y="88073"/>
                </a:lnTo>
                <a:lnTo>
                  <a:pt x="1131893" y="87787"/>
                </a:lnTo>
                <a:lnTo>
                  <a:pt x="1131829" y="87497"/>
                </a:lnTo>
                <a:lnTo>
                  <a:pt x="1131776" y="87204"/>
                </a:lnTo>
                <a:lnTo>
                  <a:pt x="1131735" y="86908"/>
                </a:lnTo>
                <a:lnTo>
                  <a:pt x="1131706" y="86610"/>
                </a:lnTo>
                <a:lnTo>
                  <a:pt x="1131688" y="86308"/>
                </a:lnTo>
                <a:lnTo>
                  <a:pt x="1131682" y="86003"/>
                </a:lnTo>
                <a:lnTo>
                  <a:pt x="1131691" y="85475"/>
                </a:lnTo>
                <a:lnTo>
                  <a:pt x="1131719" y="84960"/>
                </a:lnTo>
                <a:lnTo>
                  <a:pt x="1131765" y="84457"/>
                </a:lnTo>
                <a:lnTo>
                  <a:pt x="1131830" y="83967"/>
                </a:lnTo>
                <a:lnTo>
                  <a:pt x="1131913" y="83490"/>
                </a:lnTo>
                <a:lnTo>
                  <a:pt x="1132015" y="83025"/>
                </a:lnTo>
                <a:lnTo>
                  <a:pt x="1132135" y="82573"/>
                </a:lnTo>
                <a:lnTo>
                  <a:pt x="1132274" y="82133"/>
                </a:lnTo>
                <a:lnTo>
                  <a:pt x="1132431" y="81706"/>
                </a:lnTo>
                <a:lnTo>
                  <a:pt x="1132607" y="81291"/>
                </a:lnTo>
                <a:lnTo>
                  <a:pt x="1132801" y="80889"/>
                </a:lnTo>
                <a:lnTo>
                  <a:pt x="1133014" y="80500"/>
                </a:lnTo>
                <a:lnTo>
                  <a:pt x="1133245" y="80123"/>
                </a:lnTo>
                <a:lnTo>
                  <a:pt x="1133494" y="79759"/>
                </a:lnTo>
                <a:lnTo>
                  <a:pt x="1133763" y="79407"/>
                </a:lnTo>
                <a:lnTo>
                  <a:pt x="1134049" y="79068"/>
                </a:lnTo>
                <a:lnTo>
                  <a:pt x="1134354" y="78742"/>
                </a:lnTo>
                <a:lnTo>
                  <a:pt x="1134678" y="78428"/>
                </a:lnTo>
                <a:lnTo>
                  <a:pt x="1135020" y="78127"/>
                </a:lnTo>
                <a:lnTo>
                  <a:pt x="1135381" y="77838"/>
                </a:lnTo>
                <a:lnTo>
                  <a:pt x="1135760" y="77562"/>
                </a:lnTo>
                <a:lnTo>
                  <a:pt x="1136157" y="77298"/>
                </a:lnTo>
                <a:lnTo>
                  <a:pt x="1136573" y="77048"/>
                </a:lnTo>
                <a:lnTo>
                  <a:pt x="1137008" y="76809"/>
                </a:lnTo>
                <a:lnTo>
                  <a:pt x="1137459" y="76582"/>
                </a:lnTo>
                <a:lnTo>
                  <a:pt x="1137923" y="76364"/>
                </a:lnTo>
                <a:lnTo>
                  <a:pt x="1138401" y="76155"/>
                </a:lnTo>
                <a:lnTo>
                  <a:pt x="1138894" y="75957"/>
                </a:lnTo>
                <a:lnTo>
                  <a:pt x="1139400" y="75768"/>
                </a:lnTo>
                <a:lnTo>
                  <a:pt x="1139919" y="75589"/>
                </a:lnTo>
                <a:lnTo>
                  <a:pt x="1140453" y="75419"/>
                </a:lnTo>
                <a:lnTo>
                  <a:pt x="1141000" y="75260"/>
                </a:lnTo>
                <a:lnTo>
                  <a:pt x="1141561" y="75109"/>
                </a:lnTo>
                <a:lnTo>
                  <a:pt x="1142136" y="74969"/>
                </a:lnTo>
                <a:lnTo>
                  <a:pt x="1142725" y="74838"/>
                </a:lnTo>
                <a:lnTo>
                  <a:pt x="1143328" y="74717"/>
                </a:lnTo>
                <a:lnTo>
                  <a:pt x="1143944" y="74606"/>
                </a:lnTo>
                <a:lnTo>
                  <a:pt x="1144575" y="74504"/>
                </a:lnTo>
                <a:lnTo>
                  <a:pt x="1145219" y="74412"/>
                </a:lnTo>
                <a:lnTo>
                  <a:pt x="1145876" y="74330"/>
                </a:lnTo>
                <a:lnTo>
                  <a:pt x="1146548" y="74257"/>
                </a:lnTo>
                <a:lnTo>
                  <a:pt x="1147234" y="74194"/>
                </a:lnTo>
                <a:lnTo>
                  <a:pt x="1147933" y="74141"/>
                </a:lnTo>
                <a:lnTo>
                  <a:pt x="1148646" y="74097"/>
                </a:lnTo>
                <a:lnTo>
                  <a:pt x="1149373" y="74063"/>
                </a:lnTo>
                <a:lnTo>
                  <a:pt x="1150114" y="74039"/>
                </a:lnTo>
                <a:lnTo>
                  <a:pt x="1150868" y="74025"/>
                </a:lnTo>
                <a:lnTo>
                  <a:pt x="1151637" y="74020"/>
                </a:lnTo>
                <a:lnTo>
                  <a:pt x="1152352" y="74027"/>
                </a:lnTo>
                <a:lnTo>
                  <a:pt x="1153059" y="74048"/>
                </a:lnTo>
                <a:lnTo>
                  <a:pt x="1153759" y="74083"/>
                </a:lnTo>
                <a:lnTo>
                  <a:pt x="1154451" y="74131"/>
                </a:lnTo>
                <a:lnTo>
                  <a:pt x="1155135" y="74194"/>
                </a:lnTo>
                <a:lnTo>
                  <a:pt x="1155812" y="74271"/>
                </a:lnTo>
                <a:lnTo>
                  <a:pt x="1156481" y="74361"/>
                </a:lnTo>
                <a:lnTo>
                  <a:pt x="1157142" y="74466"/>
                </a:lnTo>
                <a:lnTo>
                  <a:pt x="1157795" y="74584"/>
                </a:lnTo>
                <a:lnTo>
                  <a:pt x="1158441" y="74716"/>
                </a:lnTo>
                <a:lnTo>
                  <a:pt x="1159079" y="74863"/>
                </a:lnTo>
                <a:lnTo>
                  <a:pt x="1159709" y="75023"/>
                </a:lnTo>
                <a:lnTo>
                  <a:pt x="1160332" y="75197"/>
                </a:lnTo>
                <a:lnTo>
                  <a:pt x="1160947" y="75385"/>
                </a:lnTo>
                <a:lnTo>
                  <a:pt x="1161554" y="75587"/>
                </a:lnTo>
                <a:lnTo>
                  <a:pt x="1162153" y="75803"/>
                </a:lnTo>
                <a:lnTo>
                  <a:pt x="1162745" y="76032"/>
                </a:lnTo>
                <a:lnTo>
                  <a:pt x="1163329" y="76276"/>
                </a:lnTo>
                <a:lnTo>
                  <a:pt x="1163905" y="76534"/>
                </a:lnTo>
                <a:lnTo>
                  <a:pt x="1164473" y="76805"/>
                </a:lnTo>
                <a:lnTo>
                  <a:pt x="1165034" y="77091"/>
                </a:lnTo>
                <a:lnTo>
                  <a:pt x="1165587" y="77390"/>
                </a:lnTo>
                <a:lnTo>
                  <a:pt x="1166132" y="77704"/>
                </a:lnTo>
                <a:lnTo>
                  <a:pt x="1166670" y="78031"/>
                </a:lnTo>
                <a:lnTo>
                  <a:pt x="1167192" y="78376"/>
                </a:lnTo>
                <a:lnTo>
                  <a:pt x="1167693" y="78743"/>
                </a:lnTo>
                <a:lnTo>
                  <a:pt x="1168171" y="79132"/>
                </a:lnTo>
                <a:lnTo>
                  <a:pt x="1168627" y="79543"/>
                </a:lnTo>
                <a:lnTo>
                  <a:pt x="1169060" y="79977"/>
                </a:lnTo>
                <a:lnTo>
                  <a:pt x="1169472" y="80432"/>
                </a:lnTo>
                <a:lnTo>
                  <a:pt x="1169861" y="80910"/>
                </a:lnTo>
                <a:lnTo>
                  <a:pt x="1170228" y="81409"/>
                </a:lnTo>
                <a:lnTo>
                  <a:pt x="1170572" y="81931"/>
                </a:lnTo>
                <a:lnTo>
                  <a:pt x="1170895" y="82475"/>
                </a:lnTo>
                <a:lnTo>
                  <a:pt x="1171195" y="83040"/>
                </a:lnTo>
                <a:lnTo>
                  <a:pt x="1171473" y="83628"/>
                </a:lnTo>
                <a:lnTo>
                  <a:pt x="1171729" y="84238"/>
                </a:lnTo>
                <a:lnTo>
                  <a:pt x="1171962" y="84871"/>
                </a:lnTo>
                <a:lnTo>
                  <a:pt x="1172173" y="85525"/>
                </a:lnTo>
                <a:lnTo>
                  <a:pt x="1172362" y="86201"/>
                </a:lnTo>
                <a:lnTo>
                  <a:pt x="1172529" y="86900"/>
                </a:lnTo>
                <a:lnTo>
                  <a:pt x="1172674" y="87620"/>
                </a:lnTo>
                <a:lnTo>
                  <a:pt x="1172796" y="88363"/>
                </a:lnTo>
                <a:lnTo>
                  <a:pt x="1172896" y="89127"/>
                </a:lnTo>
                <a:lnTo>
                  <a:pt x="1172974" y="89914"/>
                </a:lnTo>
                <a:lnTo>
                  <a:pt x="1173030" y="90723"/>
                </a:lnTo>
                <a:lnTo>
                  <a:pt x="1173063" y="91554"/>
                </a:lnTo>
                <a:lnTo>
                  <a:pt x="1173074" y="92407"/>
                </a:lnTo>
                <a:lnTo>
                  <a:pt x="1206241" y="92407"/>
                </a:lnTo>
                <a:lnTo>
                  <a:pt x="1206233" y="91392"/>
                </a:lnTo>
                <a:lnTo>
                  <a:pt x="1206209" y="90391"/>
                </a:lnTo>
                <a:lnTo>
                  <a:pt x="1206168" y="89404"/>
                </a:lnTo>
                <a:lnTo>
                  <a:pt x="1206110" y="88432"/>
                </a:lnTo>
                <a:lnTo>
                  <a:pt x="1206037" y="87474"/>
                </a:lnTo>
                <a:lnTo>
                  <a:pt x="1205946" y="86530"/>
                </a:lnTo>
                <a:lnTo>
                  <a:pt x="1205840" y="85600"/>
                </a:lnTo>
                <a:lnTo>
                  <a:pt x="1205717" y="84684"/>
                </a:lnTo>
                <a:lnTo>
                  <a:pt x="1205578" y="83783"/>
                </a:lnTo>
                <a:lnTo>
                  <a:pt x="1205422" y="82896"/>
                </a:lnTo>
                <a:lnTo>
                  <a:pt x="1205250" y="82022"/>
                </a:lnTo>
                <a:lnTo>
                  <a:pt x="1205062" y="81164"/>
                </a:lnTo>
                <a:lnTo>
                  <a:pt x="1204857" y="80319"/>
                </a:lnTo>
                <a:lnTo>
                  <a:pt x="1204636" y="79488"/>
                </a:lnTo>
                <a:lnTo>
                  <a:pt x="1204398" y="78672"/>
                </a:lnTo>
                <a:lnTo>
                  <a:pt x="1204144" y="77870"/>
                </a:lnTo>
                <a:lnTo>
                  <a:pt x="1203874" y="77082"/>
                </a:lnTo>
                <a:lnTo>
                  <a:pt x="1203587" y="76308"/>
                </a:lnTo>
                <a:lnTo>
                  <a:pt x="1203284" y="75549"/>
                </a:lnTo>
                <a:lnTo>
                  <a:pt x="1202964" y="74803"/>
                </a:lnTo>
                <a:lnTo>
                  <a:pt x="1202628" y="74072"/>
                </a:lnTo>
                <a:lnTo>
                  <a:pt x="1202276" y="73355"/>
                </a:lnTo>
                <a:lnTo>
                  <a:pt x="1201908" y="72652"/>
                </a:lnTo>
                <a:lnTo>
                  <a:pt x="1201522" y="71964"/>
                </a:lnTo>
                <a:lnTo>
                  <a:pt x="1201124" y="71288"/>
                </a:lnTo>
                <a:lnTo>
                  <a:pt x="1200714" y="70624"/>
                </a:lnTo>
                <a:lnTo>
                  <a:pt x="1200294" y="69971"/>
                </a:lnTo>
                <a:lnTo>
                  <a:pt x="1199863" y="69331"/>
                </a:lnTo>
                <a:lnTo>
                  <a:pt x="1199422" y="68701"/>
                </a:lnTo>
                <a:lnTo>
                  <a:pt x="1198969" y="68084"/>
                </a:lnTo>
                <a:lnTo>
                  <a:pt x="1198506" y="67477"/>
                </a:lnTo>
                <a:lnTo>
                  <a:pt x="1198032" y="66883"/>
                </a:lnTo>
                <a:lnTo>
                  <a:pt x="1197547" y="66300"/>
                </a:lnTo>
                <a:lnTo>
                  <a:pt x="1197052" y="65729"/>
                </a:lnTo>
                <a:lnTo>
                  <a:pt x="1196545" y="65169"/>
                </a:lnTo>
                <a:lnTo>
                  <a:pt x="1196028" y="64621"/>
                </a:lnTo>
                <a:lnTo>
                  <a:pt x="1195500" y="64085"/>
                </a:lnTo>
                <a:lnTo>
                  <a:pt x="1194962" y="63560"/>
                </a:lnTo>
                <a:lnTo>
                  <a:pt x="1194412" y="63046"/>
                </a:lnTo>
                <a:lnTo>
                  <a:pt x="1193852" y="62545"/>
                </a:lnTo>
                <a:lnTo>
                  <a:pt x="1193281" y="62055"/>
                </a:lnTo>
                <a:lnTo>
                  <a:pt x="1192700" y="61576"/>
                </a:lnTo>
                <a:lnTo>
                  <a:pt x="1192107" y="61109"/>
                </a:lnTo>
                <a:lnTo>
                  <a:pt x="1191504" y="60654"/>
                </a:lnTo>
                <a:lnTo>
                  <a:pt x="1190890" y="60210"/>
                </a:lnTo>
                <a:lnTo>
                  <a:pt x="1190265" y="59778"/>
                </a:lnTo>
                <a:lnTo>
                  <a:pt x="1189630" y="59358"/>
                </a:lnTo>
                <a:lnTo>
                  <a:pt x="1188984" y="58949"/>
                </a:lnTo>
                <a:lnTo>
                  <a:pt x="1188329" y="58550"/>
                </a:lnTo>
                <a:lnTo>
                  <a:pt x="1187667" y="58161"/>
                </a:lnTo>
                <a:lnTo>
                  <a:pt x="1186999" y="57782"/>
                </a:lnTo>
                <a:lnTo>
                  <a:pt x="1186325" y="57413"/>
                </a:lnTo>
                <a:lnTo>
                  <a:pt x="1185643" y="57053"/>
                </a:lnTo>
                <a:lnTo>
                  <a:pt x="1184956" y="56703"/>
                </a:lnTo>
                <a:lnTo>
                  <a:pt x="1184261" y="56363"/>
                </a:lnTo>
                <a:lnTo>
                  <a:pt x="1183561" y="56032"/>
                </a:lnTo>
                <a:lnTo>
                  <a:pt x="1182853" y="55711"/>
                </a:lnTo>
                <a:lnTo>
                  <a:pt x="1182139" y="55400"/>
                </a:lnTo>
                <a:lnTo>
                  <a:pt x="1181419" y="55099"/>
                </a:lnTo>
                <a:lnTo>
                  <a:pt x="1180692" y="54807"/>
                </a:lnTo>
                <a:lnTo>
                  <a:pt x="1179958" y="54525"/>
                </a:lnTo>
                <a:lnTo>
                  <a:pt x="1179218" y="54253"/>
                </a:lnTo>
                <a:lnTo>
                  <a:pt x="1178471" y="53990"/>
                </a:lnTo>
                <a:lnTo>
                  <a:pt x="1177718" y="53737"/>
                </a:lnTo>
                <a:lnTo>
                  <a:pt x="1176958" y="53494"/>
                </a:lnTo>
                <a:lnTo>
                  <a:pt x="1176192" y="53261"/>
                </a:lnTo>
                <a:lnTo>
                  <a:pt x="1175419" y="53037"/>
                </a:lnTo>
                <a:lnTo>
                  <a:pt x="1174640" y="52823"/>
                </a:lnTo>
                <a:lnTo>
                  <a:pt x="1173854" y="52619"/>
                </a:lnTo>
                <a:lnTo>
                  <a:pt x="1173061" y="52424"/>
                </a:lnTo>
                <a:lnTo>
                  <a:pt x="1172262" y="52239"/>
                </a:lnTo>
                <a:lnTo>
                  <a:pt x="1171456" y="52064"/>
                </a:lnTo>
                <a:lnTo>
                  <a:pt x="1170646" y="51897"/>
                </a:lnTo>
                <a:lnTo>
                  <a:pt x="1169835" y="51738"/>
                </a:lnTo>
                <a:lnTo>
                  <a:pt x="1169023" y="51585"/>
                </a:lnTo>
                <a:lnTo>
                  <a:pt x="1168209" y="51440"/>
                </a:lnTo>
                <a:lnTo>
                  <a:pt x="1167394" y="51301"/>
                </a:lnTo>
                <a:lnTo>
                  <a:pt x="1166577" y="51170"/>
                </a:lnTo>
                <a:lnTo>
                  <a:pt x="1165759" y="51046"/>
                </a:lnTo>
                <a:lnTo>
                  <a:pt x="1164939" y="50929"/>
                </a:lnTo>
                <a:lnTo>
                  <a:pt x="1164119" y="50819"/>
                </a:lnTo>
                <a:lnTo>
                  <a:pt x="1163296" y="50716"/>
                </a:lnTo>
                <a:lnTo>
                  <a:pt x="1162473" y="50620"/>
                </a:lnTo>
                <a:lnTo>
                  <a:pt x="1161647" y="50532"/>
                </a:lnTo>
                <a:lnTo>
                  <a:pt x="1160821" y="50450"/>
                </a:lnTo>
                <a:lnTo>
                  <a:pt x="1159993" y="50375"/>
                </a:lnTo>
                <a:lnTo>
                  <a:pt x="1159164" y="50308"/>
                </a:lnTo>
                <a:lnTo>
                  <a:pt x="1158333" y="50248"/>
                </a:lnTo>
                <a:lnTo>
                  <a:pt x="1157501" y="50195"/>
                </a:lnTo>
                <a:lnTo>
                  <a:pt x="1156667" y="50148"/>
                </a:lnTo>
                <a:lnTo>
                  <a:pt x="1155832" y="50109"/>
                </a:lnTo>
                <a:lnTo>
                  <a:pt x="1154996" y="50077"/>
                </a:lnTo>
                <a:lnTo>
                  <a:pt x="1154158" y="50053"/>
                </a:lnTo>
                <a:lnTo>
                  <a:pt x="1153319" y="50035"/>
                </a:lnTo>
                <a:lnTo>
                  <a:pt x="1152479" y="50024"/>
                </a:lnTo>
                <a:lnTo>
                  <a:pt x="1151637" y="50021"/>
                </a:lnTo>
                <a:lnTo>
                  <a:pt x="1150772" y="50024"/>
                </a:lnTo>
                <a:lnTo>
                  <a:pt x="1149910" y="50035"/>
                </a:lnTo>
                <a:lnTo>
                  <a:pt x="1149049" y="50053"/>
                </a:lnTo>
                <a:lnTo>
                  <a:pt x="1148189" y="50078"/>
                </a:lnTo>
                <a:lnTo>
                  <a:pt x="1147331" y="50110"/>
                </a:lnTo>
                <a:lnTo>
                  <a:pt x="1146475" y="50149"/>
                </a:lnTo>
                <a:lnTo>
                  <a:pt x="1145621" y="50195"/>
                </a:lnTo>
                <a:lnTo>
                  <a:pt x="1144768" y="50248"/>
                </a:lnTo>
                <a:lnTo>
                  <a:pt x="1143917" y="50309"/>
                </a:lnTo>
                <a:lnTo>
                  <a:pt x="1143067" y="50376"/>
                </a:lnTo>
                <a:lnTo>
                  <a:pt x="1142219" y="50451"/>
                </a:lnTo>
                <a:lnTo>
                  <a:pt x="1141373" y="50533"/>
                </a:lnTo>
                <a:lnTo>
                  <a:pt x="1140528" y="50622"/>
                </a:lnTo>
                <a:lnTo>
                  <a:pt x="1139685" y="50718"/>
                </a:lnTo>
                <a:lnTo>
                  <a:pt x="1138844" y="50821"/>
                </a:lnTo>
                <a:lnTo>
                  <a:pt x="1138004" y="50931"/>
                </a:lnTo>
                <a:lnTo>
                  <a:pt x="1137166" y="51048"/>
                </a:lnTo>
                <a:lnTo>
                  <a:pt x="1136330" y="51173"/>
                </a:lnTo>
                <a:lnTo>
                  <a:pt x="1135495" y="51304"/>
                </a:lnTo>
                <a:lnTo>
                  <a:pt x="1134662" y="51443"/>
                </a:lnTo>
                <a:lnTo>
                  <a:pt x="1133830" y="51588"/>
                </a:lnTo>
                <a:lnTo>
                  <a:pt x="1133000" y="51741"/>
                </a:lnTo>
                <a:lnTo>
                  <a:pt x="1132172" y="51901"/>
                </a:lnTo>
                <a:lnTo>
                  <a:pt x="1131345" y="52068"/>
                </a:lnTo>
                <a:lnTo>
                  <a:pt x="1130523" y="52243"/>
                </a:lnTo>
                <a:lnTo>
                  <a:pt x="1129708" y="52426"/>
                </a:lnTo>
                <a:lnTo>
                  <a:pt x="1128899" y="52617"/>
                </a:lnTo>
                <a:lnTo>
                  <a:pt x="1128098" y="52816"/>
                </a:lnTo>
                <a:lnTo>
                  <a:pt x="1127304" y="53023"/>
                </a:lnTo>
                <a:lnTo>
                  <a:pt x="1126517" y="53239"/>
                </a:lnTo>
                <a:lnTo>
                  <a:pt x="1125737" y="53463"/>
                </a:lnTo>
                <a:lnTo>
                  <a:pt x="1124963" y="53696"/>
                </a:lnTo>
                <a:lnTo>
                  <a:pt x="1124197" y="53936"/>
                </a:lnTo>
                <a:lnTo>
                  <a:pt x="1123438" y="54185"/>
                </a:lnTo>
                <a:lnTo>
                  <a:pt x="1122686" y="54443"/>
                </a:lnTo>
                <a:lnTo>
                  <a:pt x="1121941" y="54708"/>
                </a:lnTo>
                <a:lnTo>
                  <a:pt x="1121203" y="54982"/>
                </a:lnTo>
                <a:lnTo>
                  <a:pt x="1120472" y="55264"/>
                </a:lnTo>
                <a:lnTo>
                  <a:pt x="1119748" y="55554"/>
                </a:lnTo>
                <a:lnTo>
                  <a:pt x="1119031" y="55853"/>
                </a:lnTo>
                <a:lnTo>
                  <a:pt x="1118321" y="56160"/>
                </a:lnTo>
                <a:lnTo>
                  <a:pt x="1117618" y="56475"/>
                </a:lnTo>
                <a:lnTo>
                  <a:pt x="1116922" y="56799"/>
                </a:lnTo>
                <a:lnTo>
                  <a:pt x="1116233" y="57130"/>
                </a:lnTo>
                <a:lnTo>
                  <a:pt x="1115551" y="57470"/>
                </a:lnTo>
                <a:lnTo>
                  <a:pt x="1114877" y="57819"/>
                </a:lnTo>
                <a:lnTo>
                  <a:pt x="1114209" y="58175"/>
                </a:lnTo>
                <a:lnTo>
                  <a:pt x="1113548" y="58540"/>
                </a:lnTo>
                <a:lnTo>
                  <a:pt x="1112896" y="58914"/>
                </a:lnTo>
                <a:lnTo>
                  <a:pt x="1112255" y="59298"/>
                </a:lnTo>
                <a:lnTo>
                  <a:pt x="1111626" y="59691"/>
                </a:lnTo>
                <a:lnTo>
                  <a:pt x="1111007" y="60094"/>
                </a:lnTo>
                <a:lnTo>
                  <a:pt x="1110399" y="60507"/>
                </a:lnTo>
                <a:lnTo>
                  <a:pt x="1109802" y="60929"/>
                </a:lnTo>
                <a:lnTo>
                  <a:pt x="1109217" y="61361"/>
                </a:lnTo>
                <a:lnTo>
                  <a:pt x="1108642" y="61803"/>
                </a:lnTo>
                <a:lnTo>
                  <a:pt x="1108078" y="62255"/>
                </a:lnTo>
                <a:lnTo>
                  <a:pt x="1107525" y="62716"/>
                </a:lnTo>
                <a:lnTo>
                  <a:pt x="1106984" y="63187"/>
                </a:lnTo>
                <a:lnTo>
                  <a:pt x="1106453" y="63668"/>
                </a:lnTo>
                <a:lnTo>
                  <a:pt x="1105933" y="64158"/>
                </a:lnTo>
                <a:lnTo>
                  <a:pt x="1105424" y="64658"/>
                </a:lnTo>
                <a:lnTo>
                  <a:pt x="1104926" y="65168"/>
                </a:lnTo>
                <a:lnTo>
                  <a:pt x="1104440" y="65688"/>
                </a:lnTo>
                <a:lnTo>
                  <a:pt x="1103964" y="66217"/>
                </a:lnTo>
                <a:lnTo>
                  <a:pt x="1103499" y="66756"/>
                </a:lnTo>
                <a:lnTo>
                  <a:pt x="1103045" y="67305"/>
                </a:lnTo>
                <a:lnTo>
                  <a:pt x="1102603" y="67863"/>
                </a:lnTo>
                <a:lnTo>
                  <a:pt x="1102171" y="68431"/>
                </a:lnTo>
                <a:lnTo>
                  <a:pt x="1101750" y="69009"/>
                </a:lnTo>
                <a:lnTo>
                  <a:pt x="1101340" y="69597"/>
                </a:lnTo>
                <a:lnTo>
                  <a:pt x="1100942" y="70194"/>
                </a:lnTo>
                <a:lnTo>
                  <a:pt x="1100557" y="70801"/>
                </a:lnTo>
                <a:lnTo>
                  <a:pt x="1100188" y="71420"/>
                </a:lnTo>
                <a:lnTo>
                  <a:pt x="1099836" y="72049"/>
                </a:lnTo>
                <a:lnTo>
                  <a:pt x="1099500" y="72689"/>
                </a:lnTo>
                <a:lnTo>
                  <a:pt x="1099180" y="73339"/>
                </a:lnTo>
                <a:lnTo>
                  <a:pt x="1098877" y="74001"/>
                </a:lnTo>
                <a:lnTo>
                  <a:pt x="1098590" y="74674"/>
                </a:lnTo>
                <a:lnTo>
                  <a:pt x="1098320" y="75357"/>
                </a:lnTo>
                <a:lnTo>
                  <a:pt x="1098066" y="76052"/>
                </a:lnTo>
                <a:lnTo>
                  <a:pt x="1097829" y="76757"/>
                </a:lnTo>
                <a:lnTo>
                  <a:pt x="1097607" y="77473"/>
                </a:lnTo>
                <a:lnTo>
                  <a:pt x="1097403" y="78201"/>
                </a:lnTo>
                <a:lnTo>
                  <a:pt x="1097214" y="78939"/>
                </a:lnTo>
                <a:lnTo>
                  <a:pt x="1097042" y="79688"/>
                </a:lnTo>
                <a:lnTo>
                  <a:pt x="1096886" y="80447"/>
                </a:lnTo>
                <a:lnTo>
                  <a:pt x="1096747" y="81218"/>
                </a:lnTo>
                <a:lnTo>
                  <a:pt x="1096624" y="82000"/>
                </a:lnTo>
                <a:lnTo>
                  <a:pt x="1096518" y="82792"/>
                </a:lnTo>
                <a:lnTo>
                  <a:pt x="1096428" y="83596"/>
                </a:lnTo>
                <a:lnTo>
                  <a:pt x="1096354" y="84410"/>
                </a:lnTo>
                <a:lnTo>
                  <a:pt x="1096297" y="85235"/>
                </a:lnTo>
                <a:lnTo>
                  <a:pt x="1096256" y="86071"/>
                </a:lnTo>
                <a:lnTo>
                  <a:pt x="1096231" y="86919"/>
                </a:lnTo>
                <a:lnTo>
                  <a:pt x="1096223" y="87776"/>
                </a:lnTo>
                <a:lnTo>
                  <a:pt x="1096234" y="88869"/>
                </a:lnTo>
                <a:lnTo>
                  <a:pt x="1096266" y="89945"/>
                </a:lnTo>
                <a:lnTo>
                  <a:pt x="1096320" y="91002"/>
                </a:lnTo>
                <a:lnTo>
                  <a:pt x="1096395" y="92042"/>
                </a:lnTo>
                <a:lnTo>
                  <a:pt x="1096492" y="93064"/>
                </a:lnTo>
                <a:lnTo>
                  <a:pt x="1096610" y="94068"/>
                </a:lnTo>
                <a:lnTo>
                  <a:pt x="1096750" y="95054"/>
                </a:lnTo>
                <a:lnTo>
                  <a:pt x="1096912" y="96023"/>
                </a:lnTo>
                <a:lnTo>
                  <a:pt x="1097095" y="96974"/>
                </a:lnTo>
                <a:lnTo>
                  <a:pt x="1097300" y="97907"/>
                </a:lnTo>
                <a:lnTo>
                  <a:pt x="1097526" y="98822"/>
                </a:lnTo>
                <a:lnTo>
                  <a:pt x="1097773" y="99720"/>
                </a:lnTo>
                <a:lnTo>
                  <a:pt x="1098042" y="100600"/>
                </a:lnTo>
                <a:lnTo>
                  <a:pt x="1098333" y="101462"/>
                </a:lnTo>
                <a:lnTo>
                  <a:pt x="1098645" y="102307"/>
                </a:lnTo>
                <a:lnTo>
                  <a:pt x="1098979" y="103134"/>
                </a:lnTo>
                <a:lnTo>
                  <a:pt x="1099335" y="103943"/>
                </a:lnTo>
                <a:lnTo>
                  <a:pt x="1099711" y="104734"/>
                </a:lnTo>
                <a:lnTo>
                  <a:pt x="1100110" y="105507"/>
                </a:lnTo>
                <a:lnTo>
                  <a:pt x="1100530" y="106263"/>
                </a:lnTo>
                <a:lnTo>
                  <a:pt x="1100971" y="107001"/>
                </a:lnTo>
                <a:lnTo>
                  <a:pt x="1101434" y="107721"/>
                </a:lnTo>
                <a:lnTo>
                  <a:pt x="1101919" y="108424"/>
                </a:lnTo>
                <a:lnTo>
                  <a:pt x="1102425" y="109109"/>
                </a:lnTo>
                <a:lnTo>
                  <a:pt x="1102950" y="109778"/>
                </a:lnTo>
                <a:lnTo>
                  <a:pt x="1103492" y="110437"/>
                </a:lnTo>
                <a:lnTo>
                  <a:pt x="1104050" y="111084"/>
                </a:lnTo>
                <a:lnTo>
                  <a:pt x="1104625" y="111720"/>
                </a:lnTo>
                <a:lnTo>
                  <a:pt x="1105217" y="112344"/>
                </a:lnTo>
                <a:lnTo>
                  <a:pt x="1105825" y="112957"/>
                </a:lnTo>
                <a:lnTo>
                  <a:pt x="1106450" y="113559"/>
                </a:lnTo>
                <a:lnTo>
                  <a:pt x="1107091" y="114150"/>
                </a:lnTo>
                <a:lnTo>
                  <a:pt x="1107749" y="114729"/>
                </a:lnTo>
                <a:lnTo>
                  <a:pt x="1108424" y="115296"/>
                </a:lnTo>
                <a:lnTo>
                  <a:pt x="1109115" y="115853"/>
                </a:lnTo>
                <a:lnTo>
                  <a:pt x="1109823" y="116398"/>
                </a:lnTo>
                <a:lnTo>
                  <a:pt x="1110548" y="116931"/>
                </a:lnTo>
                <a:lnTo>
                  <a:pt x="1111289" y="117454"/>
                </a:lnTo>
                <a:lnTo>
                  <a:pt x="1112047" y="117964"/>
                </a:lnTo>
                <a:lnTo>
                  <a:pt x="1112821" y="118464"/>
                </a:lnTo>
                <a:lnTo>
                  <a:pt x="1113613" y="118952"/>
                </a:lnTo>
                <a:lnTo>
                  <a:pt x="1114420" y="119429"/>
                </a:lnTo>
                <a:lnTo>
                  <a:pt x="1115244" y="119895"/>
                </a:lnTo>
                <a:lnTo>
                  <a:pt x="1116085" y="120349"/>
                </a:lnTo>
                <a:lnTo>
                  <a:pt x="1116943" y="120792"/>
                </a:lnTo>
                <a:lnTo>
                  <a:pt x="1117817" y="121223"/>
                </a:lnTo>
                <a:lnTo>
                  <a:pt x="1118708" y="121643"/>
                </a:lnTo>
                <a:lnTo>
                  <a:pt x="1119615" y="122052"/>
                </a:lnTo>
                <a:lnTo>
                  <a:pt x="1120536" y="122453"/>
                </a:lnTo>
                <a:lnTo>
                  <a:pt x="1121468" y="122848"/>
                </a:lnTo>
                <a:lnTo>
                  <a:pt x="1122410" y="123239"/>
                </a:lnTo>
                <a:lnTo>
                  <a:pt x="1123362" y="123625"/>
                </a:lnTo>
                <a:lnTo>
                  <a:pt x="1124325" y="124005"/>
                </a:lnTo>
                <a:lnTo>
                  <a:pt x="1125299" y="124381"/>
                </a:lnTo>
                <a:lnTo>
                  <a:pt x="1126283" y="124752"/>
                </a:lnTo>
                <a:lnTo>
                  <a:pt x="1127278" y="125118"/>
                </a:lnTo>
                <a:lnTo>
                  <a:pt x="1128283" y="125479"/>
                </a:lnTo>
                <a:lnTo>
                  <a:pt x="1129299" y="125835"/>
                </a:lnTo>
                <a:lnTo>
                  <a:pt x="1130325" y="126186"/>
                </a:lnTo>
                <a:lnTo>
                  <a:pt x="1131362" y="126532"/>
                </a:lnTo>
                <a:lnTo>
                  <a:pt x="1132409" y="126873"/>
                </a:lnTo>
                <a:lnTo>
                  <a:pt x="1133467" y="127209"/>
                </a:lnTo>
                <a:lnTo>
                  <a:pt x="1134536" y="127540"/>
                </a:lnTo>
                <a:lnTo>
                  <a:pt x="1135615" y="127866"/>
                </a:lnTo>
                <a:lnTo>
                  <a:pt x="1136704" y="128188"/>
                </a:lnTo>
                <a:lnTo>
                  <a:pt x="1137804" y="128504"/>
                </a:lnTo>
                <a:lnTo>
                  <a:pt x="1138915" y="128815"/>
                </a:lnTo>
                <a:lnTo>
                  <a:pt x="1140036" y="129122"/>
                </a:lnTo>
                <a:lnTo>
                  <a:pt x="1141167" y="129423"/>
                </a:lnTo>
                <a:lnTo>
                  <a:pt x="1142310" y="129719"/>
                </a:lnTo>
                <a:lnTo>
                  <a:pt x="1143462" y="130011"/>
                </a:lnTo>
                <a:lnTo>
                  <a:pt x="1144626" y="130297"/>
                </a:lnTo>
                <a:lnTo>
                  <a:pt x="1146001" y="130615"/>
                </a:lnTo>
                <a:lnTo>
                  <a:pt x="1147342" y="130933"/>
                </a:lnTo>
                <a:lnTo>
                  <a:pt x="1148648" y="131250"/>
                </a:lnTo>
                <a:lnTo>
                  <a:pt x="1149919" y="131566"/>
                </a:lnTo>
                <a:lnTo>
                  <a:pt x="1151156" y="131882"/>
                </a:lnTo>
                <a:lnTo>
                  <a:pt x="1152357" y="132198"/>
                </a:lnTo>
                <a:lnTo>
                  <a:pt x="1153524" y="132513"/>
                </a:lnTo>
                <a:lnTo>
                  <a:pt x="1154655" y="132827"/>
                </a:lnTo>
                <a:lnTo>
                  <a:pt x="1155752" y="133141"/>
                </a:lnTo>
                <a:lnTo>
                  <a:pt x="1156814" y="133455"/>
                </a:lnTo>
                <a:lnTo>
                  <a:pt x="1157841" y="133768"/>
                </a:lnTo>
                <a:lnTo>
                  <a:pt x="1158833" y="134081"/>
                </a:lnTo>
                <a:lnTo>
                  <a:pt x="1159790" y="134393"/>
                </a:lnTo>
                <a:lnTo>
                  <a:pt x="1160713" y="134705"/>
                </a:lnTo>
                <a:lnTo>
                  <a:pt x="1161600" y="135016"/>
                </a:lnTo>
                <a:lnTo>
                  <a:pt x="1162453" y="135327"/>
                </a:lnTo>
                <a:lnTo>
                  <a:pt x="1163270" y="135638"/>
                </a:lnTo>
                <a:lnTo>
                  <a:pt x="1164053" y="135948"/>
                </a:lnTo>
                <a:lnTo>
                  <a:pt x="1164801" y="136257"/>
                </a:lnTo>
                <a:lnTo>
                  <a:pt x="1165514" y="136566"/>
                </a:lnTo>
                <a:lnTo>
                  <a:pt x="1166193" y="136874"/>
                </a:lnTo>
                <a:lnTo>
                  <a:pt x="1166836" y="137182"/>
                </a:lnTo>
                <a:lnTo>
                  <a:pt x="1167444" y="137490"/>
                </a:lnTo>
                <a:lnTo>
                  <a:pt x="1168018" y="137797"/>
                </a:lnTo>
                <a:lnTo>
                  <a:pt x="1168563" y="138110"/>
                </a:lnTo>
                <a:lnTo>
                  <a:pt x="1169084" y="138437"/>
                </a:lnTo>
                <a:lnTo>
                  <a:pt x="1169582" y="138776"/>
                </a:lnTo>
                <a:lnTo>
                  <a:pt x="1170057" y="139129"/>
                </a:lnTo>
                <a:lnTo>
                  <a:pt x="1170509" y="139495"/>
                </a:lnTo>
                <a:lnTo>
                  <a:pt x="1170938" y="139875"/>
                </a:lnTo>
                <a:lnTo>
                  <a:pt x="1171343" y="140268"/>
                </a:lnTo>
                <a:lnTo>
                  <a:pt x="1171726" y="140673"/>
                </a:lnTo>
                <a:lnTo>
                  <a:pt x="1172085" y="141093"/>
                </a:lnTo>
                <a:lnTo>
                  <a:pt x="1172421" y="141525"/>
                </a:lnTo>
                <a:lnTo>
                  <a:pt x="1172734" y="141971"/>
                </a:lnTo>
                <a:lnTo>
                  <a:pt x="1173023" y="142430"/>
                </a:lnTo>
                <a:lnTo>
                  <a:pt x="1173290" y="142902"/>
                </a:lnTo>
                <a:lnTo>
                  <a:pt x="1173533" y="143387"/>
                </a:lnTo>
                <a:lnTo>
                  <a:pt x="1173753" y="143886"/>
                </a:lnTo>
                <a:lnTo>
                  <a:pt x="1173950" y="144398"/>
                </a:lnTo>
                <a:lnTo>
                  <a:pt x="1174124" y="144923"/>
                </a:lnTo>
                <a:lnTo>
                  <a:pt x="1174275" y="145462"/>
                </a:lnTo>
                <a:lnTo>
                  <a:pt x="1174402" y="146013"/>
                </a:lnTo>
                <a:lnTo>
                  <a:pt x="1174507" y="146578"/>
                </a:lnTo>
                <a:lnTo>
                  <a:pt x="1174588" y="147157"/>
                </a:lnTo>
                <a:lnTo>
                  <a:pt x="1174646" y="147748"/>
                </a:lnTo>
                <a:lnTo>
                  <a:pt x="1174680" y="148353"/>
                </a:lnTo>
                <a:lnTo>
                  <a:pt x="1174692" y="148971"/>
                </a:lnTo>
                <a:lnTo>
                  <a:pt x="1174682" y="149633"/>
                </a:lnTo>
                <a:lnTo>
                  <a:pt x="1174653" y="150280"/>
                </a:lnTo>
                <a:lnTo>
                  <a:pt x="1174603" y="150910"/>
                </a:lnTo>
                <a:lnTo>
                  <a:pt x="1174535" y="151524"/>
                </a:lnTo>
                <a:lnTo>
                  <a:pt x="1174446" y="152122"/>
                </a:lnTo>
                <a:lnTo>
                  <a:pt x="1174338" y="152704"/>
                </a:lnTo>
                <a:lnTo>
                  <a:pt x="1174210" y="153270"/>
                </a:lnTo>
                <a:lnTo>
                  <a:pt x="1174063" y="153820"/>
                </a:lnTo>
                <a:lnTo>
                  <a:pt x="1173896" y="154353"/>
                </a:lnTo>
                <a:lnTo>
                  <a:pt x="1173709" y="154870"/>
                </a:lnTo>
                <a:lnTo>
                  <a:pt x="1173502" y="155372"/>
                </a:lnTo>
                <a:lnTo>
                  <a:pt x="1173276" y="155857"/>
                </a:lnTo>
                <a:lnTo>
                  <a:pt x="1173031" y="156325"/>
                </a:lnTo>
                <a:lnTo>
                  <a:pt x="1172765" y="156778"/>
                </a:lnTo>
                <a:lnTo>
                  <a:pt x="1172480" y="157215"/>
                </a:lnTo>
                <a:lnTo>
                  <a:pt x="1172175" y="157635"/>
                </a:lnTo>
                <a:lnTo>
                  <a:pt x="1171851" y="158040"/>
                </a:lnTo>
                <a:lnTo>
                  <a:pt x="1171507" y="158428"/>
                </a:lnTo>
                <a:lnTo>
                  <a:pt x="1171143" y="158800"/>
                </a:lnTo>
                <a:lnTo>
                  <a:pt x="1170760" y="159156"/>
                </a:lnTo>
                <a:lnTo>
                  <a:pt x="1170356" y="159496"/>
                </a:lnTo>
                <a:lnTo>
                  <a:pt x="1169934" y="159820"/>
                </a:lnTo>
                <a:lnTo>
                  <a:pt x="1169491" y="160127"/>
                </a:lnTo>
                <a:lnTo>
                  <a:pt x="1169029" y="160419"/>
                </a:lnTo>
                <a:lnTo>
                  <a:pt x="1168549" y="160696"/>
                </a:lnTo>
                <a:lnTo>
                  <a:pt x="1168054" y="160961"/>
                </a:lnTo>
                <a:lnTo>
                  <a:pt x="1167542" y="161214"/>
                </a:lnTo>
                <a:lnTo>
                  <a:pt x="1167014" y="161456"/>
                </a:lnTo>
                <a:lnTo>
                  <a:pt x="1166471" y="161686"/>
                </a:lnTo>
                <a:lnTo>
                  <a:pt x="1165911" y="161904"/>
                </a:lnTo>
                <a:lnTo>
                  <a:pt x="1165336" y="162111"/>
                </a:lnTo>
                <a:lnTo>
                  <a:pt x="1164745" y="162305"/>
                </a:lnTo>
                <a:lnTo>
                  <a:pt x="1164138" y="162488"/>
                </a:lnTo>
                <a:lnTo>
                  <a:pt x="1163514" y="162659"/>
                </a:lnTo>
                <a:lnTo>
                  <a:pt x="1162875" y="162818"/>
                </a:lnTo>
                <a:lnTo>
                  <a:pt x="1162220" y="162966"/>
                </a:lnTo>
                <a:lnTo>
                  <a:pt x="1161550" y="163101"/>
                </a:lnTo>
                <a:lnTo>
                  <a:pt x="1160863" y="163225"/>
                </a:lnTo>
                <a:lnTo>
                  <a:pt x="1160160" y="163337"/>
                </a:lnTo>
                <a:lnTo>
                  <a:pt x="1159442" y="163437"/>
                </a:lnTo>
                <a:lnTo>
                  <a:pt x="1158707" y="163526"/>
                </a:lnTo>
                <a:lnTo>
                  <a:pt x="1157957" y="163602"/>
                </a:lnTo>
                <a:lnTo>
                  <a:pt x="1157190" y="163667"/>
                </a:lnTo>
                <a:lnTo>
                  <a:pt x="1156408" y="163720"/>
                </a:lnTo>
                <a:lnTo>
                  <a:pt x="1155610" y="163761"/>
                </a:lnTo>
                <a:lnTo>
                  <a:pt x="1154796" y="163791"/>
                </a:lnTo>
                <a:lnTo>
                  <a:pt x="1153966" y="163809"/>
                </a:lnTo>
                <a:lnTo>
                  <a:pt x="1153120" y="163815"/>
                </a:lnTo>
                <a:lnTo>
                  <a:pt x="1152259" y="163807"/>
                </a:lnTo>
                <a:lnTo>
                  <a:pt x="1151408" y="163784"/>
                </a:lnTo>
                <a:lnTo>
                  <a:pt x="1150565" y="163745"/>
                </a:lnTo>
                <a:lnTo>
                  <a:pt x="1149732" y="163692"/>
                </a:lnTo>
                <a:lnTo>
                  <a:pt x="1148908" y="163623"/>
                </a:lnTo>
                <a:lnTo>
                  <a:pt x="1148093" y="163538"/>
                </a:lnTo>
                <a:lnTo>
                  <a:pt x="1147287" y="163439"/>
                </a:lnTo>
                <a:lnTo>
                  <a:pt x="1146491" y="163323"/>
                </a:lnTo>
                <a:lnTo>
                  <a:pt x="1145703" y="163193"/>
                </a:lnTo>
                <a:lnTo>
                  <a:pt x="1144925" y="163047"/>
                </a:lnTo>
                <a:lnTo>
                  <a:pt x="1144155" y="162886"/>
                </a:lnTo>
                <a:lnTo>
                  <a:pt x="1143395" y="162710"/>
                </a:lnTo>
                <a:lnTo>
                  <a:pt x="1142644" y="162518"/>
                </a:lnTo>
                <a:lnTo>
                  <a:pt x="1141902" y="162311"/>
                </a:lnTo>
                <a:lnTo>
                  <a:pt x="1141170" y="162088"/>
                </a:lnTo>
                <a:lnTo>
                  <a:pt x="1140446" y="161850"/>
                </a:lnTo>
                <a:lnTo>
                  <a:pt x="1139731" y="161597"/>
                </a:lnTo>
                <a:lnTo>
                  <a:pt x="1139026" y="161328"/>
                </a:lnTo>
                <a:lnTo>
                  <a:pt x="1138330" y="161044"/>
                </a:lnTo>
                <a:lnTo>
                  <a:pt x="1137643" y="160745"/>
                </a:lnTo>
                <a:lnTo>
                  <a:pt x="1136965" y="160431"/>
                </a:lnTo>
                <a:lnTo>
                  <a:pt x="1136296" y="160101"/>
                </a:lnTo>
                <a:lnTo>
                  <a:pt x="1135636" y="159755"/>
                </a:lnTo>
                <a:lnTo>
                  <a:pt x="1134985" y="159395"/>
                </a:lnTo>
                <a:lnTo>
                  <a:pt x="1134353" y="159014"/>
                </a:lnTo>
                <a:lnTo>
                  <a:pt x="1133747" y="158610"/>
                </a:lnTo>
                <a:lnTo>
                  <a:pt x="1133168" y="158182"/>
                </a:lnTo>
                <a:lnTo>
                  <a:pt x="1132617" y="157730"/>
                </a:lnTo>
                <a:lnTo>
                  <a:pt x="1132092" y="157254"/>
                </a:lnTo>
                <a:lnTo>
                  <a:pt x="1131594" y="156753"/>
                </a:lnTo>
                <a:lnTo>
                  <a:pt x="1131123" y="156229"/>
                </a:lnTo>
                <a:lnTo>
                  <a:pt x="1130679" y="155681"/>
                </a:lnTo>
                <a:lnTo>
                  <a:pt x="1130261" y="155109"/>
                </a:lnTo>
                <a:lnTo>
                  <a:pt x="1129871" y="154513"/>
                </a:lnTo>
                <a:lnTo>
                  <a:pt x="1129508" y="153893"/>
                </a:lnTo>
                <a:lnTo>
                  <a:pt x="1129171" y="153250"/>
                </a:lnTo>
                <a:lnTo>
                  <a:pt x="1128862" y="152582"/>
                </a:lnTo>
                <a:lnTo>
                  <a:pt x="1128579" y="151890"/>
                </a:lnTo>
                <a:lnTo>
                  <a:pt x="1128323" y="151174"/>
                </a:lnTo>
                <a:lnTo>
                  <a:pt x="1128094" y="150434"/>
                </a:lnTo>
                <a:lnTo>
                  <a:pt x="1127892" y="149671"/>
                </a:lnTo>
                <a:lnTo>
                  <a:pt x="1127717" y="148883"/>
                </a:lnTo>
                <a:lnTo>
                  <a:pt x="1127569" y="148071"/>
                </a:lnTo>
                <a:lnTo>
                  <a:pt x="1127448" y="147236"/>
                </a:lnTo>
                <a:lnTo>
                  <a:pt x="1127354" y="146376"/>
                </a:lnTo>
                <a:lnTo>
                  <a:pt x="1127287" y="145493"/>
                </a:lnTo>
                <a:lnTo>
                  <a:pt x="1127246" y="144585"/>
                </a:lnTo>
                <a:lnTo>
                  <a:pt x="1127233" y="143654"/>
                </a:lnTo>
                <a:lnTo>
                  <a:pt x="1094066" y="143654"/>
                </a:lnTo>
                <a:lnTo>
                  <a:pt x="1094074" y="144714"/>
                </a:lnTo>
                <a:lnTo>
                  <a:pt x="1094100" y="145760"/>
                </a:lnTo>
                <a:lnTo>
                  <a:pt x="1094144" y="146791"/>
                </a:lnTo>
                <a:lnTo>
                  <a:pt x="1094204" y="147807"/>
                </a:lnTo>
                <a:lnTo>
                  <a:pt x="1094282" y="148809"/>
                </a:lnTo>
                <a:lnTo>
                  <a:pt x="1094377" y="149796"/>
                </a:lnTo>
                <a:lnTo>
                  <a:pt x="1094490" y="150768"/>
                </a:lnTo>
                <a:lnTo>
                  <a:pt x="1094620" y="151726"/>
                </a:lnTo>
                <a:lnTo>
                  <a:pt x="1094767" y="152669"/>
                </a:lnTo>
                <a:lnTo>
                  <a:pt x="1094932" y="153597"/>
                </a:lnTo>
                <a:lnTo>
                  <a:pt x="1095114" y="154511"/>
                </a:lnTo>
                <a:lnTo>
                  <a:pt x="1095313" y="155410"/>
                </a:lnTo>
                <a:lnTo>
                  <a:pt x="1095529" y="156294"/>
                </a:lnTo>
                <a:lnTo>
                  <a:pt x="1095763" y="157164"/>
                </a:lnTo>
                <a:lnTo>
                  <a:pt x="1096014" y="158019"/>
                </a:lnTo>
                <a:lnTo>
                  <a:pt x="1096283" y="158859"/>
                </a:lnTo>
                <a:lnTo>
                  <a:pt x="1096569" y="159685"/>
                </a:lnTo>
                <a:lnTo>
                  <a:pt x="1096872" y="160496"/>
                </a:lnTo>
                <a:lnTo>
                  <a:pt x="1097192" y="161292"/>
                </a:lnTo>
                <a:lnTo>
                  <a:pt x="1097530" y="162074"/>
                </a:lnTo>
                <a:lnTo>
                  <a:pt x="1097885" y="162841"/>
                </a:lnTo>
                <a:lnTo>
                  <a:pt x="1098257" y="163593"/>
                </a:lnTo>
                <a:lnTo>
                  <a:pt x="1098647" y="164330"/>
                </a:lnTo>
                <a:lnTo>
                  <a:pt x="1099054" y="165053"/>
                </a:lnTo>
                <a:lnTo>
                  <a:pt x="1099476" y="165763"/>
                </a:lnTo>
                <a:lnTo>
                  <a:pt x="1099910" y="166459"/>
                </a:lnTo>
                <a:lnTo>
                  <a:pt x="1100356" y="167144"/>
                </a:lnTo>
                <a:lnTo>
                  <a:pt x="1100814" y="167815"/>
                </a:lnTo>
                <a:lnTo>
                  <a:pt x="1101285" y="168474"/>
                </a:lnTo>
                <a:lnTo>
                  <a:pt x="1101768" y="169121"/>
                </a:lnTo>
                <a:lnTo>
                  <a:pt x="1102262" y="169755"/>
                </a:lnTo>
                <a:lnTo>
                  <a:pt x="1102769" y="170377"/>
                </a:lnTo>
                <a:lnTo>
                  <a:pt x="1103289" y="170986"/>
                </a:lnTo>
                <a:lnTo>
                  <a:pt x="1103820" y="171582"/>
                </a:lnTo>
                <a:lnTo>
                  <a:pt x="1104363" y="172166"/>
                </a:lnTo>
                <a:lnTo>
                  <a:pt x="1104919" y="172737"/>
                </a:lnTo>
                <a:lnTo>
                  <a:pt x="1105487" y="173296"/>
                </a:lnTo>
                <a:lnTo>
                  <a:pt x="1106067" y="173842"/>
                </a:lnTo>
                <a:lnTo>
                  <a:pt x="1106659" y="174376"/>
                </a:lnTo>
                <a:lnTo>
                  <a:pt x="1107264" y="174897"/>
                </a:lnTo>
                <a:lnTo>
                  <a:pt x="1107880" y="175406"/>
                </a:lnTo>
                <a:lnTo>
                  <a:pt x="1108509" y="175902"/>
                </a:lnTo>
                <a:lnTo>
                  <a:pt x="1109150" y="176386"/>
                </a:lnTo>
                <a:lnTo>
                  <a:pt x="1109803" y="176857"/>
                </a:lnTo>
                <a:lnTo>
                  <a:pt x="1110468" y="177316"/>
                </a:lnTo>
                <a:lnTo>
                  <a:pt x="1111145" y="177762"/>
                </a:lnTo>
                <a:lnTo>
                  <a:pt x="1111835" y="178195"/>
                </a:lnTo>
                <a:lnTo>
                  <a:pt x="1112537" y="178616"/>
                </a:lnTo>
                <a:lnTo>
                  <a:pt x="1113248" y="179026"/>
                </a:lnTo>
                <a:lnTo>
                  <a:pt x="1113967" y="179425"/>
                </a:lnTo>
                <a:lnTo>
                  <a:pt x="1114692" y="179814"/>
                </a:lnTo>
                <a:lnTo>
                  <a:pt x="1115424" y="180193"/>
                </a:lnTo>
                <a:lnTo>
                  <a:pt x="1116164" y="180562"/>
                </a:lnTo>
                <a:lnTo>
                  <a:pt x="1116910" y="180921"/>
                </a:lnTo>
                <a:lnTo>
                  <a:pt x="1117664" y="181269"/>
                </a:lnTo>
                <a:lnTo>
                  <a:pt x="1118424" y="181607"/>
                </a:lnTo>
                <a:lnTo>
                  <a:pt x="1119192" y="181936"/>
                </a:lnTo>
                <a:lnTo>
                  <a:pt x="1119966" y="182253"/>
                </a:lnTo>
                <a:lnTo>
                  <a:pt x="1120748" y="182561"/>
                </a:lnTo>
                <a:lnTo>
                  <a:pt x="1121537" y="182859"/>
                </a:lnTo>
                <a:lnTo>
                  <a:pt x="1122332" y="183146"/>
                </a:lnTo>
                <a:lnTo>
                  <a:pt x="1123135" y="183423"/>
                </a:lnTo>
                <a:lnTo>
                  <a:pt x="1123944" y="183690"/>
                </a:lnTo>
                <a:lnTo>
                  <a:pt x="1124761" y="183947"/>
                </a:lnTo>
                <a:lnTo>
                  <a:pt x="1125585" y="184194"/>
                </a:lnTo>
                <a:lnTo>
                  <a:pt x="1126416" y="184430"/>
                </a:lnTo>
                <a:lnTo>
                  <a:pt x="1127253" y="184657"/>
                </a:lnTo>
                <a:lnTo>
                  <a:pt x="1128098" y="184873"/>
                </a:lnTo>
                <a:lnTo>
                  <a:pt x="1128950" y="185079"/>
                </a:lnTo>
                <a:lnTo>
                  <a:pt x="1129809" y="185274"/>
                </a:lnTo>
                <a:lnTo>
                  <a:pt x="1130675" y="185460"/>
                </a:lnTo>
                <a:lnTo>
                  <a:pt x="1131547" y="185635"/>
                </a:lnTo>
                <a:lnTo>
                  <a:pt x="1132424" y="185802"/>
                </a:lnTo>
                <a:lnTo>
                  <a:pt x="1133303" y="185962"/>
                </a:lnTo>
                <a:lnTo>
                  <a:pt x="1134183" y="186114"/>
                </a:lnTo>
                <a:lnTo>
                  <a:pt x="1135064" y="186260"/>
                </a:lnTo>
                <a:lnTo>
                  <a:pt x="1135947" y="186398"/>
                </a:lnTo>
                <a:lnTo>
                  <a:pt x="1136831" y="186529"/>
                </a:lnTo>
                <a:lnTo>
                  <a:pt x="1137716" y="186654"/>
                </a:lnTo>
                <a:lnTo>
                  <a:pt x="1138603" y="186771"/>
                </a:lnTo>
                <a:lnTo>
                  <a:pt x="1139492" y="186881"/>
                </a:lnTo>
                <a:lnTo>
                  <a:pt x="1140381" y="186984"/>
                </a:lnTo>
                <a:lnTo>
                  <a:pt x="1141272" y="187079"/>
                </a:lnTo>
                <a:lnTo>
                  <a:pt x="1142165" y="187168"/>
                </a:lnTo>
                <a:lnTo>
                  <a:pt x="1143059" y="187250"/>
                </a:lnTo>
                <a:lnTo>
                  <a:pt x="1143954" y="187324"/>
                </a:lnTo>
                <a:lnTo>
                  <a:pt x="1144851" y="187391"/>
                </a:lnTo>
                <a:lnTo>
                  <a:pt x="1145749" y="187452"/>
                </a:lnTo>
                <a:lnTo>
                  <a:pt x="1146649" y="187505"/>
                </a:lnTo>
                <a:lnTo>
                  <a:pt x="1147550" y="187551"/>
                </a:lnTo>
                <a:lnTo>
                  <a:pt x="1148452" y="187590"/>
                </a:lnTo>
                <a:lnTo>
                  <a:pt x="1149356" y="187622"/>
                </a:lnTo>
                <a:lnTo>
                  <a:pt x="1150261" y="187647"/>
                </a:lnTo>
                <a:lnTo>
                  <a:pt x="1151168" y="187665"/>
                </a:lnTo>
                <a:lnTo>
                  <a:pt x="1152075" y="187675"/>
                </a:lnTo>
                <a:lnTo>
                  <a:pt x="1152985" y="187679"/>
                </a:lnTo>
                <a:lnTo>
                  <a:pt x="1153905" y="187675"/>
                </a:lnTo>
                <a:lnTo>
                  <a:pt x="1154822" y="187663"/>
                </a:lnTo>
                <a:lnTo>
                  <a:pt x="1155737" y="187643"/>
                </a:lnTo>
                <a:lnTo>
                  <a:pt x="1156650" y="187614"/>
                </a:lnTo>
                <a:lnTo>
                  <a:pt x="1157559" y="187578"/>
                </a:lnTo>
                <a:close/>
                <a:moveTo>
                  <a:pt x="184325" y="185074"/>
                </a:moveTo>
                <a:lnTo>
                  <a:pt x="185108" y="184974"/>
                </a:lnTo>
                <a:lnTo>
                  <a:pt x="185877" y="184852"/>
                </a:lnTo>
                <a:lnTo>
                  <a:pt x="186633" y="184707"/>
                </a:lnTo>
                <a:lnTo>
                  <a:pt x="187376" y="184540"/>
                </a:lnTo>
                <a:lnTo>
                  <a:pt x="188105" y="184351"/>
                </a:lnTo>
                <a:lnTo>
                  <a:pt x="188821" y="184140"/>
                </a:lnTo>
                <a:lnTo>
                  <a:pt x="189524" y="183907"/>
                </a:lnTo>
                <a:lnTo>
                  <a:pt x="190213" y="183651"/>
                </a:lnTo>
                <a:lnTo>
                  <a:pt x="190889" y="183373"/>
                </a:lnTo>
                <a:lnTo>
                  <a:pt x="191551" y="183073"/>
                </a:lnTo>
                <a:lnTo>
                  <a:pt x="192200" y="182750"/>
                </a:lnTo>
                <a:lnTo>
                  <a:pt x="192836" y="182406"/>
                </a:lnTo>
                <a:lnTo>
                  <a:pt x="193459" y="182039"/>
                </a:lnTo>
                <a:lnTo>
                  <a:pt x="194068" y="181650"/>
                </a:lnTo>
                <a:lnTo>
                  <a:pt x="194664" y="181238"/>
                </a:lnTo>
                <a:lnTo>
                  <a:pt x="195246" y="180805"/>
                </a:lnTo>
                <a:lnTo>
                  <a:pt x="195815" y="180349"/>
                </a:lnTo>
                <a:lnTo>
                  <a:pt x="196371" y="179871"/>
                </a:lnTo>
                <a:lnTo>
                  <a:pt x="196914" y="179370"/>
                </a:lnTo>
                <a:lnTo>
                  <a:pt x="197443" y="178848"/>
                </a:lnTo>
                <a:lnTo>
                  <a:pt x="197954" y="178309"/>
                </a:lnTo>
                <a:lnTo>
                  <a:pt x="198444" y="177761"/>
                </a:lnTo>
                <a:lnTo>
                  <a:pt x="198912" y="177203"/>
                </a:lnTo>
                <a:lnTo>
                  <a:pt x="199359" y="176636"/>
                </a:lnTo>
                <a:lnTo>
                  <a:pt x="199783" y="176059"/>
                </a:lnTo>
                <a:lnTo>
                  <a:pt x="200186" y="175473"/>
                </a:lnTo>
                <a:lnTo>
                  <a:pt x="200567" y="174877"/>
                </a:lnTo>
                <a:lnTo>
                  <a:pt x="200926" y="174271"/>
                </a:lnTo>
                <a:lnTo>
                  <a:pt x="201263" y="173656"/>
                </a:lnTo>
                <a:lnTo>
                  <a:pt x="201579" y="173031"/>
                </a:lnTo>
                <a:lnTo>
                  <a:pt x="201873" y="172396"/>
                </a:lnTo>
                <a:lnTo>
                  <a:pt x="202145" y="171752"/>
                </a:lnTo>
                <a:lnTo>
                  <a:pt x="202395" y="171099"/>
                </a:lnTo>
                <a:lnTo>
                  <a:pt x="202624" y="170436"/>
                </a:lnTo>
                <a:lnTo>
                  <a:pt x="202831" y="169763"/>
                </a:lnTo>
                <a:lnTo>
                  <a:pt x="203016" y="169080"/>
                </a:lnTo>
                <a:lnTo>
                  <a:pt x="203179" y="168388"/>
                </a:lnTo>
                <a:lnTo>
                  <a:pt x="203320" y="167687"/>
                </a:lnTo>
                <a:lnTo>
                  <a:pt x="203440" y="166975"/>
                </a:lnTo>
                <a:lnTo>
                  <a:pt x="203538" y="166255"/>
                </a:lnTo>
                <a:lnTo>
                  <a:pt x="203614" y="165524"/>
                </a:lnTo>
                <a:lnTo>
                  <a:pt x="203669" y="164784"/>
                </a:lnTo>
                <a:lnTo>
                  <a:pt x="203701" y="164034"/>
                </a:lnTo>
                <a:lnTo>
                  <a:pt x="203712" y="163275"/>
                </a:lnTo>
                <a:lnTo>
                  <a:pt x="203701" y="162451"/>
                </a:lnTo>
                <a:lnTo>
                  <a:pt x="203669" y="161640"/>
                </a:lnTo>
                <a:lnTo>
                  <a:pt x="203614" y="160844"/>
                </a:lnTo>
                <a:lnTo>
                  <a:pt x="203538" y="160062"/>
                </a:lnTo>
                <a:lnTo>
                  <a:pt x="203440" y="159294"/>
                </a:lnTo>
                <a:lnTo>
                  <a:pt x="203320" y="158539"/>
                </a:lnTo>
                <a:lnTo>
                  <a:pt x="203179" y="157799"/>
                </a:lnTo>
                <a:lnTo>
                  <a:pt x="203016" y="157073"/>
                </a:lnTo>
                <a:lnTo>
                  <a:pt x="202831" y="156361"/>
                </a:lnTo>
                <a:lnTo>
                  <a:pt x="202624" y="155663"/>
                </a:lnTo>
                <a:lnTo>
                  <a:pt x="202395" y="154979"/>
                </a:lnTo>
                <a:lnTo>
                  <a:pt x="202145" y="154309"/>
                </a:lnTo>
                <a:lnTo>
                  <a:pt x="201873" y="153653"/>
                </a:lnTo>
                <a:lnTo>
                  <a:pt x="201579" y="153012"/>
                </a:lnTo>
                <a:lnTo>
                  <a:pt x="201263" y="152384"/>
                </a:lnTo>
                <a:lnTo>
                  <a:pt x="200926" y="151770"/>
                </a:lnTo>
                <a:lnTo>
                  <a:pt x="200567" y="151170"/>
                </a:lnTo>
                <a:lnTo>
                  <a:pt x="200186" y="150585"/>
                </a:lnTo>
                <a:lnTo>
                  <a:pt x="199783" y="150013"/>
                </a:lnTo>
                <a:lnTo>
                  <a:pt x="199359" y="149455"/>
                </a:lnTo>
                <a:lnTo>
                  <a:pt x="198912" y="148912"/>
                </a:lnTo>
                <a:lnTo>
                  <a:pt x="198444" y="148382"/>
                </a:lnTo>
                <a:lnTo>
                  <a:pt x="197954" y="147867"/>
                </a:lnTo>
                <a:lnTo>
                  <a:pt x="197443" y="147366"/>
                </a:lnTo>
                <a:lnTo>
                  <a:pt x="196914" y="146882"/>
                </a:lnTo>
                <a:lnTo>
                  <a:pt x="196371" y="146418"/>
                </a:lnTo>
                <a:lnTo>
                  <a:pt x="195815" y="145975"/>
                </a:lnTo>
                <a:lnTo>
                  <a:pt x="195246" y="145553"/>
                </a:lnTo>
                <a:lnTo>
                  <a:pt x="194664" y="145151"/>
                </a:lnTo>
                <a:lnTo>
                  <a:pt x="194068" y="144770"/>
                </a:lnTo>
                <a:lnTo>
                  <a:pt x="193459" y="144410"/>
                </a:lnTo>
                <a:lnTo>
                  <a:pt x="192836" y="144070"/>
                </a:lnTo>
                <a:lnTo>
                  <a:pt x="192200" y="143751"/>
                </a:lnTo>
                <a:lnTo>
                  <a:pt x="191551" y="143452"/>
                </a:lnTo>
                <a:lnTo>
                  <a:pt x="190889" y="143174"/>
                </a:lnTo>
                <a:lnTo>
                  <a:pt x="190213" y="142916"/>
                </a:lnTo>
                <a:lnTo>
                  <a:pt x="189524" y="142679"/>
                </a:lnTo>
                <a:lnTo>
                  <a:pt x="188821" y="142463"/>
                </a:lnTo>
                <a:lnTo>
                  <a:pt x="188105" y="142268"/>
                </a:lnTo>
                <a:lnTo>
                  <a:pt x="187376" y="142092"/>
                </a:lnTo>
                <a:lnTo>
                  <a:pt x="186633" y="141938"/>
                </a:lnTo>
                <a:lnTo>
                  <a:pt x="185877" y="141804"/>
                </a:lnTo>
                <a:lnTo>
                  <a:pt x="185108" y="141691"/>
                </a:lnTo>
                <a:lnTo>
                  <a:pt x="184325" y="141598"/>
                </a:lnTo>
                <a:lnTo>
                  <a:pt x="183529" y="141526"/>
                </a:lnTo>
                <a:lnTo>
                  <a:pt x="182720" y="141474"/>
                </a:lnTo>
                <a:lnTo>
                  <a:pt x="181897" y="141444"/>
                </a:lnTo>
                <a:lnTo>
                  <a:pt x="181061" y="141433"/>
                </a:lnTo>
                <a:lnTo>
                  <a:pt x="180203" y="141444"/>
                </a:lnTo>
                <a:lnTo>
                  <a:pt x="179359" y="141474"/>
                </a:lnTo>
                <a:lnTo>
                  <a:pt x="178528" y="141526"/>
                </a:lnTo>
                <a:lnTo>
                  <a:pt x="177711" y="141598"/>
                </a:lnTo>
                <a:lnTo>
                  <a:pt x="176908" y="141691"/>
                </a:lnTo>
                <a:lnTo>
                  <a:pt x="176119" y="141804"/>
                </a:lnTo>
                <a:lnTo>
                  <a:pt x="175344" y="141938"/>
                </a:lnTo>
                <a:lnTo>
                  <a:pt x="174582" y="142092"/>
                </a:lnTo>
                <a:lnTo>
                  <a:pt x="173835" y="142268"/>
                </a:lnTo>
                <a:lnTo>
                  <a:pt x="173101" y="142463"/>
                </a:lnTo>
                <a:lnTo>
                  <a:pt x="172380" y="142679"/>
                </a:lnTo>
                <a:lnTo>
                  <a:pt x="171674" y="142916"/>
                </a:lnTo>
                <a:lnTo>
                  <a:pt x="170982" y="143174"/>
                </a:lnTo>
                <a:lnTo>
                  <a:pt x="170303" y="143452"/>
                </a:lnTo>
                <a:lnTo>
                  <a:pt x="169638" y="143751"/>
                </a:lnTo>
                <a:lnTo>
                  <a:pt x="168987" y="144070"/>
                </a:lnTo>
                <a:lnTo>
                  <a:pt x="168350" y="144410"/>
                </a:lnTo>
                <a:lnTo>
                  <a:pt x="167726" y="144770"/>
                </a:lnTo>
                <a:lnTo>
                  <a:pt x="167117" y="145151"/>
                </a:lnTo>
                <a:lnTo>
                  <a:pt x="166521" y="145553"/>
                </a:lnTo>
                <a:lnTo>
                  <a:pt x="165939" y="145975"/>
                </a:lnTo>
                <a:lnTo>
                  <a:pt x="165371" y="146418"/>
                </a:lnTo>
                <a:lnTo>
                  <a:pt x="164816" y="146882"/>
                </a:lnTo>
                <a:lnTo>
                  <a:pt x="164276" y="147366"/>
                </a:lnTo>
                <a:lnTo>
                  <a:pt x="163753" y="147867"/>
                </a:lnTo>
                <a:lnTo>
                  <a:pt x="163253" y="148382"/>
                </a:lnTo>
                <a:lnTo>
                  <a:pt x="162775" y="148912"/>
                </a:lnTo>
                <a:lnTo>
                  <a:pt x="162319" y="149455"/>
                </a:lnTo>
                <a:lnTo>
                  <a:pt x="161885" y="150013"/>
                </a:lnTo>
                <a:lnTo>
                  <a:pt x="161474" y="150585"/>
                </a:lnTo>
                <a:lnTo>
                  <a:pt x="161084" y="151170"/>
                </a:lnTo>
                <a:lnTo>
                  <a:pt x="160718" y="151770"/>
                </a:lnTo>
                <a:lnTo>
                  <a:pt x="160373" y="152384"/>
                </a:lnTo>
                <a:lnTo>
                  <a:pt x="160050" y="153012"/>
                </a:lnTo>
                <a:lnTo>
                  <a:pt x="159750" y="153653"/>
                </a:lnTo>
                <a:lnTo>
                  <a:pt x="159472" y="154309"/>
                </a:lnTo>
                <a:lnTo>
                  <a:pt x="159217" y="154979"/>
                </a:lnTo>
                <a:lnTo>
                  <a:pt x="158983" y="155663"/>
                </a:lnTo>
                <a:lnTo>
                  <a:pt x="158772" y="156361"/>
                </a:lnTo>
                <a:lnTo>
                  <a:pt x="158583" y="157073"/>
                </a:lnTo>
                <a:lnTo>
                  <a:pt x="158416" y="157799"/>
                </a:lnTo>
                <a:lnTo>
                  <a:pt x="158271" y="158539"/>
                </a:lnTo>
                <a:lnTo>
                  <a:pt x="158149" y="159294"/>
                </a:lnTo>
                <a:lnTo>
                  <a:pt x="158049" y="160062"/>
                </a:lnTo>
                <a:lnTo>
                  <a:pt x="157971" y="160844"/>
                </a:lnTo>
                <a:lnTo>
                  <a:pt x="157916" y="161640"/>
                </a:lnTo>
                <a:lnTo>
                  <a:pt x="157882" y="162451"/>
                </a:lnTo>
                <a:lnTo>
                  <a:pt x="157871" y="163275"/>
                </a:lnTo>
                <a:lnTo>
                  <a:pt x="157882" y="164034"/>
                </a:lnTo>
                <a:lnTo>
                  <a:pt x="157916" y="164784"/>
                </a:lnTo>
                <a:lnTo>
                  <a:pt x="157971" y="165524"/>
                </a:lnTo>
                <a:lnTo>
                  <a:pt x="158049" y="166255"/>
                </a:lnTo>
                <a:lnTo>
                  <a:pt x="158149" y="166975"/>
                </a:lnTo>
                <a:lnTo>
                  <a:pt x="158271" y="167687"/>
                </a:lnTo>
                <a:lnTo>
                  <a:pt x="158416" y="168388"/>
                </a:lnTo>
                <a:lnTo>
                  <a:pt x="158583" y="169080"/>
                </a:lnTo>
                <a:lnTo>
                  <a:pt x="158772" y="169763"/>
                </a:lnTo>
                <a:lnTo>
                  <a:pt x="158983" y="170436"/>
                </a:lnTo>
                <a:lnTo>
                  <a:pt x="159217" y="171099"/>
                </a:lnTo>
                <a:lnTo>
                  <a:pt x="159472" y="171752"/>
                </a:lnTo>
                <a:lnTo>
                  <a:pt x="159750" y="172396"/>
                </a:lnTo>
                <a:lnTo>
                  <a:pt x="160050" y="173031"/>
                </a:lnTo>
                <a:lnTo>
                  <a:pt x="160373" y="173656"/>
                </a:lnTo>
                <a:lnTo>
                  <a:pt x="160718" y="174271"/>
                </a:lnTo>
                <a:lnTo>
                  <a:pt x="161084" y="174877"/>
                </a:lnTo>
                <a:lnTo>
                  <a:pt x="161474" y="175473"/>
                </a:lnTo>
                <a:lnTo>
                  <a:pt x="161885" y="176059"/>
                </a:lnTo>
                <a:lnTo>
                  <a:pt x="162319" y="176636"/>
                </a:lnTo>
                <a:lnTo>
                  <a:pt x="162775" y="177203"/>
                </a:lnTo>
                <a:lnTo>
                  <a:pt x="163253" y="177761"/>
                </a:lnTo>
                <a:lnTo>
                  <a:pt x="163753" y="178309"/>
                </a:lnTo>
                <a:lnTo>
                  <a:pt x="164276" y="178848"/>
                </a:lnTo>
                <a:lnTo>
                  <a:pt x="164816" y="179370"/>
                </a:lnTo>
                <a:lnTo>
                  <a:pt x="165371" y="179871"/>
                </a:lnTo>
                <a:lnTo>
                  <a:pt x="165939" y="180349"/>
                </a:lnTo>
                <a:lnTo>
                  <a:pt x="166521" y="180805"/>
                </a:lnTo>
                <a:lnTo>
                  <a:pt x="167117" y="181238"/>
                </a:lnTo>
                <a:lnTo>
                  <a:pt x="167726" y="181650"/>
                </a:lnTo>
                <a:lnTo>
                  <a:pt x="168350" y="182039"/>
                </a:lnTo>
                <a:lnTo>
                  <a:pt x="168987" y="182406"/>
                </a:lnTo>
                <a:lnTo>
                  <a:pt x="169638" y="182750"/>
                </a:lnTo>
                <a:lnTo>
                  <a:pt x="170303" y="183073"/>
                </a:lnTo>
                <a:lnTo>
                  <a:pt x="170982" y="183373"/>
                </a:lnTo>
                <a:lnTo>
                  <a:pt x="171674" y="183651"/>
                </a:lnTo>
                <a:lnTo>
                  <a:pt x="172380" y="183907"/>
                </a:lnTo>
                <a:lnTo>
                  <a:pt x="173101" y="184140"/>
                </a:lnTo>
                <a:lnTo>
                  <a:pt x="173835" y="184351"/>
                </a:lnTo>
                <a:lnTo>
                  <a:pt x="174582" y="184540"/>
                </a:lnTo>
                <a:lnTo>
                  <a:pt x="175344" y="184707"/>
                </a:lnTo>
                <a:lnTo>
                  <a:pt x="176119" y="184852"/>
                </a:lnTo>
                <a:lnTo>
                  <a:pt x="176908" y="184974"/>
                </a:lnTo>
                <a:lnTo>
                  <a:pt x="177711" y="185074"/>
                </a:lnTo>
                <a:lnTo>
                  <a:pt x="178528" y="185152"/>
                </a:lnTo>
                <a:lnTo>
                  <a:pt x="179359" y="185207"/>
                </a:lnTo>
                <a:lnTo>
                  <a:pt x="180203" y="185241"/>
                </a:lnTo>
                <a:lnTo>
                  <a:pt x="181061" y="185252"/>
                </a:lnTo>
                <a:lnTo>
                  <a:pt x="181897" y="185241"/>
                </a:lnTo>
                <a:lnTo>
                  <a:pt x="182720" y="185207"/>
                </a:lnTo>
                <a:lnTo>
                  <a:pt x="183529" y="185152"/>
                </a:lnTo>
                <a:lnTo>
                  <a:pt x="184325" y="185074"/>
                </a:lnTo>
                <a:close/>
                <a:moveTo>
                  <a:pt x="1262788" y="34569"/>
                </a:moveTo>
                <a:lnTo>
                  <a:pt x="1263519" y="34474"/>
                </a:lnTo>
                <a:lnTo>
                  <a:pt x="1264235" y="34361"/>
                </a:lnTo>
                <a:lnTo>
                  <a:pt x="1264934" y="34231"/>
                </a:lnTo>
                <a:lnTo>
                  <a:pt x="1265617" y="34084"/>
                </a:lnTo>
                <a:lnTo>
                  <a:pt x="1266283" y="33919"/>
                </a:lnTo>
                <a:lnTo>
                  <a:pt x="1266934" y="33737"/>
                </a:lnTo>
                <a:lnTo>
                  <a:pt x="1267568" y="33538"/>
                </a:lnTo>
                <a:lnTo>
                  <a:pt x="1268187" y="33322"/>
                </a:lnTo>
                <a:lnTo>
                  <a:pt x="1268789" y="33088"/>
                </a:lnTo>
                <a:lnTo>
                  <a:pt x="1269375" y="32837"/>
                </a:lnTo>
                <a:lnTo>
                  <a:pt x="1269945" y="32568"/>
                </a:lnTo>
                <a:lnTo>
                  <a:pt x="1270498" y="32282"/>
                </a:lnTo>
                <a:lnTo>
                  <a:pt x="1271036" y="31979"/>
                </a:lnTo>
                <a:lnTo>
                  <a:pt x="1271557" y="31659"/>
                </a:lnTo>
                <a:lnTo>
                  <a:pt x="1272063" y="31321"/>
                </a:lnTo>
                <a:lnTo>
                  <a:pt x="1272552" y="30966"/>
                </a:lnTo>
                <a:lnTo>
                  <a:pt x="1273025" y="30594"/>
                </a:lnTo>
                <a:lnTo>
                  <a:pt x="1273481" y="30204"/>
                </a:lnTo>
                <a:lnTo>
                  <a:pt x="1273922" y="29797"/>
                </a:lnTo>
                <a:lnTo>
                  <a:pt x="1274346" y="29377"/>
                </a:lnTo>
                <a:lnTo>
                  <a:pt x="1274751" y="28948"/>
                </a:lnTo>
                <a:lnTo>
                  <a:pt x="1275139" y="28512"/>
                </a:lnTo>
                <a:lnTo>
                  <a:pt x="1275508" y="28066"/>
                </a:lnTo>
                <a:lnTo>
                  <a:pt x="1275860" y="27613"/>
                </a:lnTo>
                <a:lnTo>
                  <a:pt x="1276193" y="27151"/>
                </a:lnTo>
                <a:lnTo>
                  <a:pt x="1276508" y="26680"/>
                </a:lnTo>
                <a:lnTo>
                  <a:pt x="1276806" y="26201"/>
                </a:lnTo>
                <a:lnTo>
                  <a:pt x="1277085" y="25714"/>
                </a:lnTo>
                <a:lnTo>
                  <a:pt x="1277347" y="25218"/>
                </a:lnTo>
                <a:lnTo>
                  <a:pt x="1277590" y="24714"/>
                </a:lnTo>
                <a:lnTo>
                  <a:pt x="1277815" y="24201"/>
                </a:lnTo>
                <a:lnTo>
                  <a:pt x="1278022" y="23680"/>
                </a:lnTo>
                <a:lnTo>
                  <a:pt x="1278212" y="23151"/>
                </a:lnTo>
                <a:lnTo>
                  <a:pt x="1278383" y="22613"/>
                </a:lnTo>
                <a:lnTo>
                  <a:pt x="1278536" y="22067"/>
                </a:lnTo>
                <a:lnTo>
                  <a:pt x="1278671" y="21512"/>
                </a:lnTo>
                <a:lnTo>
                  <a:pt x="1278788" y="20949"/>
                </a:lnTo>
                <a:lnTo>
                  <a:pt x="1278888" y="20377"/>
                </a:lnTo>
                <a:lnTo>
                  <a:pt x="1278969" y="19797"/>
                </a:lnTo>
                <a:lnTo>
                  <a:pt x="1279032" y="19209"/>
                </a:lnTo>
                <a:lnTo>
                  <a:pt x="1279077" y="18612"/>
                </a:lnTo>
                <a:lnTo>
                  <a:pt x="1279104" y="18006"/>
                </a:lnTo>
                <a:lnTo>
                  <a:pt x="1279113" y="17393"/>
                </a:lnTo>
                <a:lnTo>
                  <a:pt x="1279104" y="16768"/>
                </a:lnTo>
                <a:lnTo>
                  <a:pt x="1279077" y="16153"/>
                </a:lnTo>
                <a:lnTo>
                  <a:pt x="1279032" y="15546"/>
                </a:lnTo>
                <a:lnTo>
                  <a:pt x="1278969" y="14949"/>
                </a:lnTo>
                <a:lnTo>
                  <a:pt x="1278888" y="14361"/>
                </a:lnTo>
                <a:lnTo>
                  <a:pt x="1278788" y="13782"/>
                </a:lnTo>
                <a:lnTo>
                  <a:pt x="1278671" y="13212"/>
                </a:lnTo>
                <a:lnTo>
                  <a:pt x="1278536" y="12651"/>
                </a:lnTo>
                <a:lnTo>
                  <a:pt x="1278383" y="12100"/>
                </a:lnTo>
                <a:lnTo>
                  <a:pt x="1278212" y="11557"/>
                </a:lnTo>
                <a:lnTo>
                  <a:pt x="1278022" y="11024"/>
                </a:lnTo>
                <a:lnTo>
                  <a:pt x="1277815" y="10500"/>
                </a:lnTo>
                <a:lnTo>
                  <a:pt x="1277590" y="9985"/>
                </a:lnTo>
                <a:lnTo>
                  <a:pt x="1277347" y="9479"/>
                </a:lnTo>
                <a:lnTo>
                  <a:pt x="1277085" y="8982"/>
                </a:lnTo>
                <a:lnTo>
                  <a:pt x="1276806" y="8494"/>
                </a:lnTo>
                <a:lnTo>
                  <a:pt x="1276508" y="8016"/>
                </a:lnTo>
                <a:lnTo>
                  <a:pt x="1276193" y="7546"/>
                </a:lnTo>
                <a:lnTo>
                  <a:pt x="1275860" y="7086"/>
                </a:lnTo>
                <a:lnTo>
                  <a:pt x="1275508" y="6635"/>
                </a:lnTo>
                <a:lnTo>
                  <a:pt x="1275139" y="6193"/>
                </a:lnTo>
                <a:lnTo>
                  <a:pt x="1274751" y="5760"/>
                </a:lnTo>
                <a:lnTo>
                  <a:pt x="1274346" y="5336"/>
                </a:lnTo>
                <a:lnTo>
                  <a:pt x="1273922" y="4921"/>
                </a:lnTo>
                <a:lnTo>
                  <a:pt x="1273481" y="4520"/>
                </a:lnTo>
                <a:lnTo>
                  <a:pt x="1273025" y="4135"/>
                </a:lnTo>
                <a:lnTo>
                  <a:pt x="1272552" y="3768"/>
                </a:lnTo>
                <a:lnTo>
                  <a:pt x="1272063" y="3417"/>
                </a:lnTo>
                <a:lnTo>
                  <a:pt x="1271557" y="3084"/>
                </a:lnTo>
                <a:lnTo>
                  <a:pt x="1271036" y="2768"/>
                </a:lnTo>
                <a:lnTo>
                  <a:pt x="1270498" y="2469"/>
                </a:lnTo>
                <a:lnTo>
                  <a:pt x="1269945" y="2187"/>
                </a:lnTo>
                <a:lnTo>
                  <a:pt x="1269375" y="1922"/>
                </a:lnTo>
                <a:lnTo>
                  <a:pt x="1268789" y="1675"/>
                </a:lnTo>
                <a:lnTo>
                  <a:pt x="1268187" y="1444"/>
                </a:lnTo>
                <a:lnTo>
                  <a:pt x="1267568" y="1230"/>
                </a:lnTo>
                <a:lnTo>
                  <a:pt x="1266934" y="1034"/>
                </a:lnTo>
                <a:lnTo>
                  <a:pt x="1266283" y="854"/>
                </a:lnTo>
                <a:lnTo>
                  <a:pt x="1265617" y="692"/>
                </a:lnTo>
                <a:lnTo>
                  <a:pt x="1264934" y="547"/>
                </a:lnTo>
                <a:lnTo>
                  <a:pt x="1264235" y="419"/>
                </a:lnTo>
                <a:lnTo>
                  <a:pt x="1263519" y="308"/>
                </a:lnTo>
                <a:lnTo>
                  <a:pt x="1262788" y="214"/>
                </a:lnTo>
                <a:lnTo>
                  <a:pt x="1262040" y="137"/>
                </a:lnTo>
                <a:lnTo>
                  <a:pt x="1261277" y="77"/>
                </a:lnTo>
                <a:lnTo>
                  <a:pt x="1260497" y="34"/>
                </a:lnTo>
                <a:lnTo>
                  <a:pt x="1259701" y="9"/>
                </a:lnTo>
                <a:lnTo>
                  <a:pt x="1258889" y="0"/>
                </a:lnTo>
                <a:lnTo>
                  <a:pt x="1258077" y="9"/>
                </a:lnTo>
                <a:lnTo>
                  <a:pt x="1257281" y="34"/>
                </a:lnTo>
                <a:lnTo>
                  <a:pt x="1256501" y="77"/>
                </a:lnTo>
                <a:lnTo>
                  <a:pt x="1255737" y="137"/>
                </a:lnTo>
                <a:lnTo>
                  <a:pt x="1254990" y="214"/>
                </a:lnTo>
                <a:lnTo>
                  <a:pt x="1254258" y="308"/>
                </a:lnTo>
                <a:lnTo>
                  <a:pt x="1253543" y="419"/>
                </a:lnTo>
                <a:lnTo>
                  <a:pt x="1252844" y="547"/>
                </a:lnTo>
                <a:lnTo>
                  <a:pt x="1252161" y="692"/>
                </a:lnTo>
                <a:lnTo>
                  <a:pt x="1251494" y="854"/>
                </a:lnTo>
                <a:lnTo>
                  <a:pt x="1250844" y="1034"/>
                </a:lnTo>
                <a:lnTo>
                  <a:pt x="1250209" y="1230"/>
                </a:lnTo>
                <a:lnTo>
                  <a:pt x="1249591" y="1444"/>
                </a:lnTo>
                <a:lnTo>
                  <a:pt x="1248989" y="1675"/>
                </a:lnTo>
                <a:lnTo>
                  <a:pt x="1248403" y="1922"/>
                </a:lnTo>
                <a:lnTo>
                  <a:pt x="1247833" y="2187"/>
                </a:lnTo>
                <a:lnTo>
                  <a:pt x="1247279" y="2469"/>
                </a:lnTo>
                <a:lnTo>
                  <a:pt x="1246742" y="2768"/>
                </a:lnTo>
                <a:lnTo>
                  <a:pt x="1246220" y="3084"/>
                </a:lnTo>
                <a:lnTo>
                  <a:pt x="1245715" y="3417"/>
                </a:lnTo>
                <a:lnTo>
                  <a:pt x="1245226" y="3768"/>
                </a:lnTo>
                <a:lnTo>
                  <a:pt x="1244753" y="4135"/>
                </a:lnTo>
                <a:lnTo>
                  <a:pt x="1244296" y="4520"/>
                </a:lnTo>
                <a:lnTo>
                  <a:pt x="1243856" y="4921"/>
                </a:lnTo>
                <a:lnTo>
                  <a:pt x="1243432" y="5336"/>
                </a:lnTo>
                <a:lnTo>
                  <a:pt x="1243027" y="5760"/>
                </a:lnTo>
                <a:lnTo>
                  <a:pt x="1242639" y="6193"/>
                </a:lnTo>
                <a:lnTo>
                  <a:pt x="1242270" y="6635"/>
                </a:lnTo>
                <a:lnTo>
                  <a:pt x="1241918" y="7086"/>
                </a:lnTo>
                <a:lnTo>
                  <a:pt x="1241585" y="7546"/>
                </a:lnTo>
                <a:lnTo>
                  <a:pt x="1241269" y="8016"/>
                </a:lnTo>
                <a:lnTo>
                  <a:pt x="1240972" y="8494"/>
                </a:lnTo>
                <a:lnTo>
                  <a:pt x="1240693" y="8982"/>
                </a:lnTo>
                <a:lnTo>
                  <a:pt x="1240431" y="9479"/>
                </a:lnTo>
                <a:lnTo>
                  <a:pt x="1240188" y="9985"/>
                </a:lnTo>
                <a:lnTo>
                  <a:pt x="1239963" y="10500"/>
                </a:lnTo>
                <a:lnTo>
                  <a:pt x="1239755" y="11024"/>
                </a:lnTo>
                <a:lnTo>
                  <a:pt x="1239566" y="11557"/>
                </a:lnTo>
                <a:lnTo>
                  <a:pt x="1239395" y="12100"/>
                </a:lnTo>
                <a:lnTo>
                  <a:pt x="1239242" y="12651"/>
                </a:lnTo>
                <a:lnTo>
                  <a:pt x="1239106" y="13212"/>
                </a:lnTo>
                <a:lnTo>
                  <a:pt x="1238989" y="13782"/>
                </a:lnTo>
                <a:lnTo>
                  <a:pt x="1238890" y="14361"/>
                </a:lnTo>
                <a:lnTo>
                  <a:pt x="1238809" y="14949"/>
                </a:lnTo>
                <a:lnTo>
                  <a:pt x="1238746" y="15546"/>
                </a:lnTo>
                <a:lnTo>
                  <a:pt x="1238701" y="16153"/>
                </a:lnTo>
                <a:lnTo>
                  <a:pt x="1238674" y="16768"/>
                </a:lnTo>
                <a:lnTo>
                  <a:pt x="1238665" y="17393"/>
                </a:lnTo>
                <a:lnTo>
                  <a:pt x="1238674" y="18006"/>
                </a:lnTo>
                <a:lnTo>
                  <a:pt x="1238701" y="18612"/>
                </a:lnTo>
                <a:lnTo>
                  <a:pt x="1238746" y="19209"/>
                </a:lnTo>
                <a:lnTo>
                  <a:pt x="1238809" y="19797"/>
                </a:lnTo>
                <a:lnTo>
                  <a:pt x="1238890" y="20377"/>
                </a:lnTo>
                <a:lnTo>
                  <a:pt x="1238989" y="20949"/>
                </a:lnTo>
                <a:lnTo>
                  <a:pt x="1239106" y="21512"/>
                </a:lnTo>
                <a:lnTo>
                  <a:pt x="1239242" y="22067"/>
                </a:lnTo>
                <a:lnTo>
                  <a:pt x="1239395" y="22613"/>
                </a:lnTo>
                <a:lnTo>
                  <a:pt x="1239566" y="23151"/>
                </a:lnTo>
                <a:lnTo>
                  <a:pt x="1239755" y="23680"/>
                </a:lnTo>
                <a:lnTo>
                  <a:pt x="1239963" y="24201"/>
                </a:lnTo>
                <a:lnTo>
                  <a:pt x="1240188" y="24714"/>
                </a:lnTo>
                <a:lnTo>
                  <a:pt x="1240431" y="25218"/>
                </a:lnTo>
                <a:lnTo>
                  <a:pt x="1240693" y="25714"/>
                </a:lnTo>
                <a:lnTo>
                  <a:pt x="1240972" y="26201"/>
                </a:lnTo>
                <a:lnTo>
                  <a:pt x="1241269" y="26680"/>
                </a:lnTo>
                <a:lnTo>
                  <a:pt x="1241585" y="27151"/>
                </a:lnTo>
                <a:lnTo>
                  <a:pt x="1241918" y="27613"/>
                </a:lnTo>
                <a:lnTo>
                  <a:pt x="1242270" y="28066"/>
                </a:lnTo>
                <a:lnTo>
                  <a:pt x="1242639" y="28512"/>
                </a:lnTo>
                <a:lnTo>
                  <a:pt x="1243027" y="28948"/>
                </a:lnTo>
                <a:lnTo>
                  <a:pt x="1243432" y="29377"/>
                </a:lnTo>
                <a:lnTo>
                  <a:pt x="1243856" y="29797"/>
                </a:lnTo>
                <a:lnTo>
                  <a:pt x="1244296" y="30204"/>
                </a:lnTo>
                <a:lnTo>
                  <a:pt x="1244753" y="30594"/>
                </a:lnTo>
                <a:lnTo>
                  <a:pt x="1245226" y="30966"/>
                </a:lnTo>
                <a:lnTo>
                  <a:pt x="1245715" y="31321"/>
                </a:lnTo>
                <a:lnTo>
                  <a:pt x="1246220" y="31659"/>
                </a:lnTo>
                <a:lnTo>
                  <a:pt x="1246742" y="31979"/>
                </a:lnTo>
                <a:lnTo>
                  <a:pt x="1247279" y="32282"/>
                </a:lnTo>
                <a:lnTo>
                  <a:pt x="1247833" y="32568"/>
                </a:lnTo>
                <a:lnTo>
                  <a:pt x="1248403" y="32837"/>
                </a:lnTo>
                <a:lnTo>
                  <a:pt x="1248989" y="33088"/>
                </a:lnTo>
                <a:lnTo>
                  <a:pt x="1249591" y="33322"/>
                </a:lnTo>
                <a:lnTo>
                  <a:pt x="1250209" y="33538"/>
                </a:lnTo>
                <a:lnTo>
                  <a:pt x="1250844" y="33737"/>
                </a:lnTo>
                <a:lnTo>
                  <a:pt x="1251494" y="33919"/>
                </a:lnTo>
                <a:lnTo>
                  <a:pt x="1252161" y="34084"/>
                </a:lnTo>
                <a:lnTo>
                  <a:pt x="1252844" y="34231"/>
                </a:lnTo>
                <a:lnTo>
                  <a:pt x="1253543" y="34361"/>
                </a:lnTo>
                <a:lnTo>
                  <a:pt x="1254258" y="34474"/>
                </a:lnTo>
                <a:lnTo>
                  <a:pt x="1254990" y="34569"/>
                </a:lnTo>
                <a:lnTo>
                  <a:pt x="1255737" y="34647"/>
                </a:lnTo>
                <a:lnTo>
                  <a:pt x="1256501" y="34707"/>
                </a:lnTo>
                <a:lnTo>
                  <a:pt x="1257281" y="34751"/>
                </a:lnTo>
                <a:lnTo>
                  <a:pt x="1258077" y="34777"/>
                </a:lnTo>
                <a:lnTo>
                  <a:pt x="1258889" y="34785"/>
                </a:lnTo>
                <a:lnTo>
                  <a:pt x="1259701" y="34777"/>
                </a:lnTo>
                <a:lnTo>
                  <a:pt x="1260497" y="34751"/>
                </a:lnTo>
                <a:lnTo>
                  <a:pt x="1261277" y="34707"/>
                </a:lnTo>
                <a:lnTo>
                  <a:pt x="1262040" y="34647"/>
                </a:lnTo>
                <a:lnTo>
                  <a:pt x="1262788" y="34569"/>
                </a:lnTo>
                <a:close/>
                <a:moveTo>
                  <a:pt x="1566390" y="64870"/>
                </a:moveTo>
                <a:lnTo>
                  <a:pt x="1566970" y="64514"/>
                </a:lnTo>
                <a:lnTo>
                  <a:pt x="1567566" y="64178"/>
                </a:lnTo>
                <a:lnTo>
                  <a:pt x="1568176" y="63862"/>
                </a:lnTo>
                <a:lnTo>
                  <a:pt x="1568802" y="63567"/>
                </a:lnTo>
                <a:lnTo>
                  <a:pt x="1569443" y="63292"/>
                </a:lnTo>
                <a:lnTo>
                  <a:pt x="1570099" y="63037"/>
                </a:lnTo>
                <a:lnTo>
                  <a:pt x="1570771" y="62803"/>
                </a:lnTo>
                <a:lnTo>
                  <a:pt x="1571457" y="62589"/>
                </a:lnTo>
                <a:lnTo>
                  <a:pt x="1572159" y="62396"/>
                </a:lnTo>
                <a:lnTo>
                  <a:pt x="1572876" y="62223"/>
                </a:lnTo>
                <a:lnTo>
                  <a:pt x="1573604" y="62063"/>
                </a:lnTo>
                <a:lnTo>
                  <a:pt x="1574338" y="61910"/>
                </a:lnTo>
                <a:lnTo>
                  <a:pt x="1575079" y="61764"/>
                </a:lnTo>
                <a:lnTo>
                  <a:pt x="1575826" y="61625"/>
                </a:lnTo>
                <a:lnTo>
                  <a:pt x="1576579" y="61493"/>
                </a:lnTo>
                <a:lnTo>
                  <a:pt x="1577338" y="61367"/>
                </a:lnTo>
                <a:lnTo>
                  <a:pt x="1578104" y="61248"/>
                </a:lnTo>
                <a:lnTo>
                  <a:pt x="1578876" y="61136"/>
                </a:lnTo>
                <a:lnTo>
                  <a:pt x="1579654" y="61031"/>
                </a:lnTo>
                <a:lnTo>
                  <a:pt x="1580439" y="60933"/>
                </a:lnTo>
                <a:lnTo>
                  <a:pt x="1581230" y="60841"/>
                </a:lnTo>
                <a:lnTo>
                  <a:pt x="1582028" y="60756"/>
                </a:lnTo>
                <a:lnTo>
                  <a:pt x="1582831" y="60678"/>
                </a:lnTo>
                <a:lnTo>
                  <a:pt x="1583641" y="60607"/>
                </a:lnTo>
                <a:lnTo>
                  <a:pt x="1584458" y="60542"/>
                </a:lnTo>
                <a:lnTo>
                  <a:pt x="1585280" y="60485"/>
                </a:lnTo>
                <a:lnTo>
                  <a:pt x="1586109" y="60434"/>
                </a:lnTo>
                <a:lnTo>
                  <a:pt x="1586945" y="60390"/>
                </a:lnTo>
                <a:lnTo>
                  <a:pt x="1587786" y="60352"/>
                </a:lnTo>
                <a:lnTo>
                  <a:pt x="1588634" y="60322"/>
                </a:lnTo>
                <a:lnTo>
                  <a:pt x="1589488" y="60298"/>
                </a:lnTo>
                <a:lnTo>
                  <a:pt x="1590349" y="60281"/>
                </a:lnTo>
                <a:lnTo>
                  <a:pt x="1591216" y="60271"/>
                </a:lnTo>
                <a:lnTo>
                  <a:pt x="1592089" y="60268"/>
                </a:lnTo>
                <a:lnTo>
                  <a:pt x="1592089" y="34246"/>
                </a:lnTo>
                <a:lnTo>
                  <a:pt x="1590805" y="34266"/>
                </a:lnTo>
                <a:lnTo>
                  <a:pt x="1589536" y="34303"/>
                </a:lnTo>
                <a:lnTo>
                  <a:pt x="1588283" y="34358"/>
                </a:lnTo>
                <a:lnTo>
                  <a:pt x="1587046" y="34430"/>
                </a:lnTo>
                <a:lnTo>
                  <a:pt x="1585825" y="34519"/>
                </a:lnTo>
                <a:lnTo>
                  <a:pt x="1584619" y="34625"/>
                </a:lnTo>
                <a:lnTo>
                  <a:pt x="1583429" y="34749"/>
                </a:lnTo>
                <a:lnTo>
                  <a:pt x="1582254" y="34890"/>
                </a:lnTo>
                <a:lnTo>
                  <a:pt x="1581095" y="35049"/>
                </a:lnTo>
                <a:lnTo>
                  <a:pt x="1579952" y="35224"/>
                </a:lnTo>
                <a:lnTo>
                  <a:pt x="1578825" y="35418"/>
                </a:lnTo>
                <a:lnTo>
                  <a:pt x="1577713" y="35628"/>
                </a:lnTo>
                <a:lnTo>
                  <a:pt x="1576617" y="35856"/>
                </a:lnTo>
                <a:lnTo>
                  <a:pt x="1575537" y="36101"/>
                </a:lnTo>
                <a:lnTo>
                  <a:pt x="1574472" y="36363"/>
                </a:lnTo>
                <a:lnTo>
                  <a:pt x="1573423" y="36643"/>
                </a:lnTo>
                <a:lnTo>
                  <a:pt x="1572390" y="36940"/>
                </a:lnTo>
                <a:lnTo>
                  <a:pt x="1571372" y="37254"/>
                </a:lnTo>
                <a:lnTo>
                  <a:pt x="1570370" y="37586"/>
                </a:lnTo>
                <a:lnTo>
                  <a:pt x="1569384" y="37935"/>
                </a:lnTo>
                <a:lnTo>
                  <a:pt x="1568413" y="38301"/>
                </a:lnTo>
                <a:lnTo>
                  <a:pt x="1567458" y="38685"/>
                </a:lnTo>
                <a:lnTo>
                  <a:pt x="1566519" y="39086"/>
                </a:lnTo>
                <a:lnTo>
                  <a:pt x="1565596" y="39504"/>
                </a:lnTo>
                <a:lnTo>
                  <a:pt x="1564690" y="39947"/>
                </a:lnTo>
                <a:lnTo>
                  <a:pt x="1563804" y="40420"/>
                </a:lnTo>
                <a:lnTo>
                  <a:pt x="1562938" y="40924"/>
                </a:lnTo>
                <a:lnTo>
                  <a:pt x="1562092" y="41459"/>
                </a:lnTo>
                <a:lnTo>
                  <a:pt x="1561266" y="42025"/>
                </a:lnTo>
                <a:lnTo>
                  <a:pt x="1560460" y="42622"/>
                </a:lnTo>
                <a:lnTo>
                  <a:pt x="1559673" y="43250"/>
                </a:lnTo>
                <a:lnTo>
                  <a:pt x="1558907" y="43909"/>
                </a:lnTo>
                <a:lnTo>
                  <a:pt x="1558160" y="44598"/>
                </a:lnTo>
                <a:lnTo>
                  <a:pt x="1557433" y="45319"/>
                </a:lnTo>
                <a:lnTo>
                  <a:pt x="1556727" y="46070"/>
                </a:lnTo>
                <a:lnTo>
                  <a:pt x="1556040" y="46852"/>
                </a:lnTo>
                <a:lnTo>
                  <a:pt x="1555373" y="47665"/>
                </a:lnTo>
                <a:lnTo>
                  <a:pt x="1554726" y="48510"/>
                </a:lnTo>
                <a:lnTo>
                  <a:pt x="1554098" y="49385"/>
                </a:lnTo>
                <a:lnTo>
                  <a:pt x="1553491" y="50290"/>
                </a:lnTo>
                <a:lnTo>
                  <a:pt x="1552904" y="51227"/>
                </a:lnTo>
                <a:lnTo>
                  <a:pt x="1552336" y="52195"/>
                </a:lnTo>
                <a:lnTo>
                  <a:pt x="1551789" y="53193"/>
                </a:lnTo>
                <a:lnTo>
                  <a:pt x="1551261" y="54223"/>
                </a:lnTo>
                <a:lnTo>
                  <a:pt x="1550753" y="55283"/>
                </a:lnTo>
                <a:lnTo>
                  <a:pt x="1550265" y="56374"/>
                </a:lnTo>
                <a:lnTo>
                  <a:pt x="1550216" y="56492"/>
                </a:lnTo>
                <a:lnTo>
                  <a:pt x="1549845" y="56344"/>
                </a:lnTo>
                <a:lnTo>
                  <a:pt x="1548717" y="55925"/>
                </a:lnTo>
                <a:lnTo>
                  <a:pt x="1547567" y="55527"/>
                </a:lnTo>
                <a:lnTo>
                  <a:pt x="1546394" y="55151"/>
                </a:lnTo>
                <a:lnTo>
                  <a:pt x="1545199" y="54796"/>
                </a:lnTo>
                <a:lnTo>
                  <a:pt x="1543982" y="54463"/>
                </a:lnTo>
                <a:lnTo>
                  <a:pt x="1542743" y="54151"/>
                </a:lnTo>
                <a:lnTo>
                  <a:pt x="1541481" y="53860"/>
                </a:lnTo>
                <a:lnTo>
                  <a:pt x="1540198" y="53592"/>
                </a:lnTo>
                <a:lnTo>
                  <a:pt x="1538892" y="53344"/>
                </a:lnTo>
                <a:lnTo>
                  <a:pt x="1537563" y="53118"/>
                </a:lnTo>
                <a:lnTo>
                  <a:pt x="1536213" y="52914"/>
                </a:lnTo>
                <a:lnTo>
                  <a:pt x="1534840" y="52731"/>
                </a:lnTo>
                <a:lnTo>
                  <a:pt x="1533445" y="52570"/>
                </a:lnTo>
                <a:lnTo>
                  <a:pt x="1532028" y="52430"/>
                </a:lnTo>
                <a:lnTo>
                  <a:pt x="1530589" y="52312"/>
                </a:lnTo>
                <a:lnTo>
                  <a:pt x="1529127" y="52215"/>
                </a:lnTo>
                <a:lnTo>
                  <a:pt x="1527643" y="52140"/>
                </a:lnTo>
                <a:lnTo>
                  <a:pt x="1526137" y="52086"/>
                </a:lnTo>
                <a:lnTo>
                  <a:pt x="1524608" y="52054"/>
                </a:lnTo>
                <a:lnTo>
                  <a:pt x="1523058" y="52043"/>
                </a:lnTo>
                <a:lnTo>
                  <a:pt x="1521551" y="52054"/>
                </a:lnTo>
                <a:lnTo>
                  <a:pt x="1520063" y="52086"/>
                </a:lnTo>
                <a:lnTo>
                  <a:pt x="1518594" y="52140"/>
                </a:lnTo>
                <a:lnTo>
                  <a:pt x="1517144" y="52215"/>
                </a:lnTo>
                <a:lnTo>
                  <a:pt x="1515714" y="52312"/>
                </a:lnTo>
                <a:lnTo>
                  <a:pt x="1514302" y="52430"/>
                </a:lnTo>
                <a:lnTo>
                  <a:pt x="1512910" y="52570"/>
                </a:lnTo>
                <a:lnTo>
                  <a:pt x="1511538" y="52731"/>
                </a:lnTo>
                <a:lnTo>
                  <a:pt x="1510184" y="52914"/>
                </a:lnTo>
                <a:lnTo>
                  <a:pt x="1508849" y="53118"/>
                </a:lnTo>
                <a:lnTo>
                  <a:pt x="1507534" y="53344"/>
                </a:lnTo>
                <a:lnTo>
                  <a:pt x="1506238" y="53592"/>
                </a:lnTo>
                <a:lnTo>
                  <a:pt x="1504961" y="53860"/>
                </a:lnTo>
                <a:lnTo>
                  <a:pt x="1503704" y="54151"/>
                </a:lnTo>
                <a:lnTo>
                  <a:pt x="1502465" y="54463"/>
                </a:lnTo>
                <a:lnTo>
                  <a:pt x="1501246" y="54796"/>
                </a:lnTo>
                <a:lnTo>
                  <a:pt x="1500046" y="55151"/>
                </a:lnTo>
                <a:lnTo>
                  <a:pt x="1498865" y="55527"/>
                </a:lnTo>
                <a:lnTo>
                  <a:pt x="1497703" y="55925"/>
                </a:lnTo>
                <a:lnTo>
                  <a:pt x="1496561" y="56344"/>
                </a:lnTo>
                <a:lnTo>
                  <a:pt x="1495437" y="56785"/>
                </a:lnTo>
                <a:lnTo>
                  <a:pt x="1494333" y="57247"/>
                </a:lnTo>
                <a:lnTo>
                  <a:pt x="1493248" y="57731"/>
                </a:lnTo>
                <a:lnTo>
                  <a:pt x="1492182" y="58237"/>
                </a:lnTo>
                <a:lnTo>
                  <a:pt x="1491137" y="58760"/>
                </a:lnTo>
                <a:lnTo>
                  <a:pt x="1490113" y="59298"/>
                </a:lnTo>
                <a:lnTo>
                  <a:pt x="1489110" y="59849"/>
                </a:lnTo>
                <a:lnTo>
                  <a:pt x="1488128" y="60415"/>
                </a:lnTo>
                <a:lnTo>
                  <a:pt x="1487168" y="60996"/>
                </a:lnTo>
                <a:lnTo>
                  <a:pt x="1486229" y="61590"/>
                </a:lnTo>
                <a:lnTo>
                  <a:pt x="1485311" y="62199"/>
                </a:lnTo>
                <a:lnTo>
                  <a:pt x="1484415" y="62822"/>
                </a:lnTo>
                <a:lnTo>
                  <a:pt x="1483540" y="63459"/>
                </a:lnTo>
                <a:lnTo>
                  <a:pt x="1482686" y="64111"/>
                </a:lnTo>
                <a:lnTo>
                  <a:pt x="1481854" y="64776"/>
                </a:lnTo>
                <a:lnTo>
                  <a:pt x="1481042" y="65456"/>
                </a:lnTo>
                <a:lnTo>
                  <a:pt x="1480252" y="66151"/>
                </a:lnTo>
                <a:lnTo>
                  <a:pt x="1479484" y="66859"/>
                </a:lnTo>
                <a:lnTo>
                  <a:pt x="1478737" y="67582"/>
                </a:lnTo>
                <a:lnTo>
                  <a:pt x="1478011" y="68319"/>
                </a:lnTo>
                <a:lnTo>
                  <a:pt x="1477306" y="69070"/>
                </a:lnTo>
                <a:lnTo>
                  <a:pt x="1476623" y="69836"/>
                </a:lnTo>
                <a:lnTo>
                  <a:pt x="1475961" y="70615"/>
                </a:lnTo>
                <a:lnTo>
                  <a:pt x="1475320" y="71409"/>
                </a:lnTo>
                <a:lnTo>
                  <a:pt x="1474700" y="72218"/>
                </a:lnTo>
                <a:lnTo>
                  <a:pt x="1474102" y="73040"/>
                </a:lnTo>
                <a:lnTo>
                  <a:pt x="1473525" y="73877"/>
                </a:lnTo>
                <a:lnTo>
                  <a:pt x="1472970" y="74728"/>
                </a:lnTo>
                <a:lnTo>
                  <a:pt x="1472436" y="75590"/>
                </a:lnTo>
                <a:lnTo>
                  <a:pt x="1471925" y="76461"/>
                </a:lnTo>
                <a:lnTo>
                  <a:pt x="1471437" y="77341"/>
                </a:lnTo>
                <a:lnTo>
                  <a:pt x="1470972" y="78229"/>
                </a:lnTo>
                <a:lnTo>
                  <a:pt x="1470529" y="79127"/>
                </a:lnTo>
                <a:lnTo>
                  <a:pt x="1470109" y="80032"/>
                </a:lnTo>
                <a:lnTo>
                  <a:pt x="1469711" y="80947"/>
                </a:lnTo>
                <a:lnTo>
                  <a:pt x="1469337" y="81870"/>
                </a:lnTo>
                <a:lnTo>
                  <a:pt x="1468985" y="82802"/>
                </a:lnTo>
                <a:lnTo>
                  <a:pt x="1468656" y="83742"/>
                </a:lnTo>
                <a:lnTo>
                  <a:pt x="1468349" y="84691"/>
                </a:lnTo>
                <a:lnTo>
                  <a:pt x="1468065" y="85649"/>
                </a:lnTo>
                <a:lnTo>
                  <a:pt x="1467804" y="86615"/>
                </a:lnTo>
                <a:lnTo>
                  <a:pt x="1467566" y="87590"/>
                </a:lnTo>
                <a:lnTo>
                  <a:pt x="1467350" y="88574"/>
                </a:lnTo>
                <a:lnTo>
                  <a:pt x="1467157" y="89566"/>
                </a:lnTo>
                <a:lnTo>
                  <a:pt x="1466987" y="90567"/>
                </a:lnTo>
                <a:lnTo>
                  <a:pt x="1466839" y="91577"/>
                </a:lnTo>
                <a:lnTo>
                  <a:pt x="1466714" y="92595"/>
                </a:lnTo>
                <a:lnTo>
                  <a:pt x="1466612" y="93622"/>
                </a:lnTo>
                <a:lnTo>
                  <a:pt x="1466533" y="94658"/>
                </a:lnTo>
                <a:lnTo>
                  <a:pt x="1466476" y="95702"/>
                </a:lnTo>
                <a:lnTo>
                  <a:pt x="1466442" y="96755"/>
                </a:lnTo>
                <a:lnTo>
                  <a:pt x="1466431" y="97817"/>
                </a:lnTo>
                <a:lnTo>
                  <a:pt x="1466442" y="98813"/>
                </a:lnTo>
                <a:lnTo>
                  <a:pt x="1466475" y="99803"/>
                </a:lnTo>
                <a:lnTo>
                  <a:pt x="1466532" y="100787"/>
                </a:lnTo>
                <a:lnTo>
                  <a:pt x="1466610" y="101766"/>
                </a:lnTo>
                <a:lnTo>
                  <a:pt x="1466711" y="102739"/>
                </a:lnTo>
                <a:lnTo>
                  <a:pt x="1466835" y="103707"/>
                </a:lnTo>
                <a:lnTo>
                  <a:pt x="1466981" y="104669"/>
                </a:lnTo>
                <a:lnTo>
                  <a:pt x="1467150" y="105626"/>
                </a:lnTo>
                <a:lnTo>
                  <a:pt x="1467341" y="106576"/>
                </a:lnTo>
                <a:lnTo>
                  <a:pt x="1467554" y="107522"/>
                </a:lnTo>
                <a:lnTo>
                  <a:pt x="1467790" y="108461"/>
                </a:lnTo>
                <a:lnTo>
                  <a:pt x="1468048" y="109395"/>
                </a:lnTo>
                <a:lnTo>
                  <a:pt x="1468329" y="110323"/>
                </a:lnTo>
                <a:lnTo>
                  <a:pt x="1468633" y="111246"/>
                </a:lnTo>
                <a:lnTo>
                  <a:pt x="1468959" y="112163"/>
                </a:lnTo>
                <a:lnTo>
                  <a:pt x="1469307" y="113075"/>
                </a:lnTo>
                <a:lnTo>
                  <a:pt x="1469678" y="113981"/>
                </a:lnTo>
                <a:lnTo>
                  <a:pt x="1470071" y="114881"/>
                </a:lnTo>
                <a:lnTo>
                  <a:pt x="1470487" y="115775"/>
                </a:lnTo>
                <a:lnTo>
                  <a:pt x="1470925" y="116664"/>
                </a:lnTo>
                <a:lnTo>
                  <a:pt x="1471385" y="117548"/>
                </a:lnTo>
                <a:lnTo>
                  <a:pt x="1471869" y="118426"/>
                </a:lnTo>
                <a:lnTo>
                  <a:pt x="1472374" y="119298"/>
                </a:lnTo>
                <a:lnTo>
                  <a:pt x="1472902" y="120164"/>
                </a:lnTo>
                <a:lnTo>
                  <a:pt x="1473452" y="121021"/>
                </a:lnTo>
                <a:lnTo>
                  <a:pt x="1474023" y="121864"/>
                </a:lnTo>
                <a:lnTo>
                  <a:pt x="1474615" y="122692"/>
                </a:lnTo>
                <a:lnTo>
                  <a:pt x="1475228" y="123507"/>
                </a:lnTo>
                <a:lnTo>
                  <a:pt x="1475862" y="124308"/>
                </a:lnTo>
                <a:lnTo>
                  <a:pt x="1476517" y="125094"/>
                </a:lnTo>
                <a:lnTo>
                  <a:pt x="1477193" y="125867"/>
                </a:lnTo>
                <a:lnTo>
                  <a:pt x="1477891" y="126626"/>
                </a:lnTo>
                <a:lnTo>
                  <a:pt x="1478609" y="127370"/>
                </a:lnTo>
                <a:lnTo>
                  <a:pt x="1479349" y="128101"/>
                </a:lnTo>
                <a:lnTo>
                  <a:pt x="1480109" y="128818"/>
                </a:lnTo>
                <a:lnTo>
                  <a:pt x="1480891" y="129520"/>
                </a:lnTo>
                <a:lnTo>
                  <a:pt x="1481693" y="130209"/>
                </a:lnTo>
                <a:lnTo>
                  <a:pt x="1482517" y="130883"/>
                </a:lnTo>
                <a:lnTo>
                  <a:pt x="1483362" y="131544"/>
                </a:lnTo>
                <a:lnTo>
                  <a:pt x="1484228" y="132190"/>
                </a:lnTo>
                <a:lnTo>
                  <a:pt x="1485115" y="132823"/>
                </a:lnTo>
                <a:lnTo>
                  <a:pt x="1486023" y="133441"/>
                </a:lnTo>
                <a:lnTo>
                  <a:pt x="1486857" y="133984"/>
                </a:lnTo>
                <a:lnTo>
                  <a:pt x="1486506" y="134124"/>
                </a:lnTo>
                <a:lnTo>
                  <a:pt x="1485572" y="134511"/>
                </a:lnTo>
                <a:lnTo>
                  <a:pt x="1484660" y="134902"/>
                </a:lnTo>
                <a:lnTo>
                  <a:pt x="1483771" y="135299"/>
                </a:lnTo>
                <a:lnTo>
                  <a:pt x="1482904" y="135700"/>
                </a:lnTo>
                <a:lnTo>
                  <a:pt x="1482059" y="136106"/>
                </a:lnTo>
                <a:lnTo>
                  <a:pt x="1481236" y="136517"/>
                </a:lnTo>
                <a:lnTo>
                  <a:pt x="1480436" y="136933"/>
                </a:lnTo>
                <a:lnTo>
                  <a:pt x="1479657" y="137354"/>
                </a:lnTo>
                <a:lnTo>
                  <a:pt x="1478902" y="137780"/>
                </a:lnTo>
                <a:lnTo>
                  <a:pt x="1478168" y="138211"/>
                </a:lnTo>
                <a:lnTo>
                  <a:pt x="1477456" y="138647"/>
                </a:lnTo>
                <a:lnTo>
                  <a:pt x="1476767" y="139087"/>
                </a:lnTo>
                <a:lnTo>
                  <a:pt x="1476100" y="139533"/>
                </a:lnTo>
                <a:lnTo>
                  <a:pt x="1475455" y="139984"/>
                </a:lnTo>
                <a:lnTo>
                  <a:pt x="1474833" y="140439"/>
                </a:lnTo>
                <a:lnTo>
                  <a:pt x="1474233" y="140899"/>
                </a:lnTo>
                <a:lnTo>
                  <a:pt x="1473655" y="141364"/>
                </a:lnTo>
                <a:lnTo>
                  <a:pt x="1473099" y="141835"/>
                </a:lnTo>
                <a:lnTo>
                  <a:pt x="1472565" y="142310"/>
                </a:lnTo>
                <a:lnTo>
                  <a:pt x="1472054" y="142791"/>
                </a:lnTo>
                <a:lnTo>
                  <a:pt x="1471564" y="143282"/>
                </a:lnTo>
                <a:lnTo>
                  <a:pt x="1471096" y="143781"/>
                </a:lnTo>
                <a:lnTo>
                  <a:pt x="1470649" y="144289"/>
                </a:lnTo>
                <a:lnTo>
                  <a:pt x="1470225" y="144805"/>
                </a:lnTo>
                <a:lnTo>
                  <a:pt x="1469822" y="145331"/>
                </a:lnTo>
                <a:lnTo>
                  <a:pt x="1469441" y="145864"/>
                </a:lnTo>
                <a:lnTo>
                  <a:pt x="1469082" y="146407"/>
                </a:lnTo>
                <a:lnTo>
                  <a:pt x="1468745" y="146958"/>
                </a:lnTo>
                <a:lnTo>
                  <a:pt x="1468429" y="147518"/>
                </a:lnTo>
                <a:lnTo>
                  <a:pt x="1468135" y="148086"/>
                </a:lnTo>
                <a:lnTo>
                  <a:pt x="1467863" y="148663"/>
                </a:lnTo>
                <a:lnTo>
                  <a:pt x="1467613" y="149249"/>
                </a:lnTo>
                <a:lnTo>
                  <a:pt x="1467384" y="149844"/>
                </a:lnTo>
                <a:lnTo>
                  <a:pt x="1467177" y="150447"/>
                </a:lnTo>
                <a:lnTo>
                  <a:pt x="1466992" y="151058"/>
                </a:lnTo>
                <a:lnTo>
                  <a:pt x="1466829" y="151679"/>
                </a:lnTo>
                <a:lnTo>
                  <a:pt x="1466688" y="152308"/>
                </a:lnTo>
                <a:lnTo>
                  <a:pt x="1466568" y="152946"/>
                </a:lnTo>
                <a:lnTo>
                  <a:pt x="1466470" y="153592"/>
                </a:lnTo>
                <a:lnTo>
                  <a:pt x="1466394" y="154247"/>
                </a:lnTo>
                <a:lnTo>
                  <a:pt x="1466339" y="154911"/>
                </a:lnTo>
                <a:lnTo>
                  <a:pt x="1466307" y="155583"/>
                </a:lnTo>
                <a:lnTo>
                  <a:pt x="1466296" y="156264"/>
                </a:lnTo>
                <a:lnTo>
                  <a:pt x="1466303" y="156703"/>
                </a:lnTo>
                <a:lnTo>
                  <a:pt x="1466324" y="157142"/>
                </a:lnTo>
                <a:lnTo>
                  <a:pt x="1466359" y="157581"/>
                </a:lnTo>
                <a:lnTo>
                  <a:pt x="1466408" y="158021"/>
                </a:lnTo>
                <a:lnTo>
                  <a:pt x="1466471" y="158461"/>
                </a:lnTo>
                <a:lnTo>
                  <a:pt x="1466549" y="158902"/>
                </a:lnTo>
                <a:lnTo>
                  <a:pt x="1466640" y="159343"/>
                </a:lnTo>
                <a:lnTo>
                  <a:pt x="1466745" y="159785"/>
                </a:lnTo>
                <a:lnTo>
                  <a:pt x="1466865" y="160227"/>
                </a:lnTo>
                <a:lnTo>
                  <a:pt x="1466998" y="160669"/>
                </a:lnTo>
                <a:lnTo>
                  <a:pt x="1467145" y="161113"/>
                </a:lnTo>
                <a:lnTo>
                  <a:pt x="1467307" y="161556"/>
                </a:lnTo>
                <a:lnTo>
                  <a:pt x="1467482" y="162000"/>
                </a:lnTo>
                <a:lnTo>
                  <a:pt x="1467672" y="162445"/>
                </a:lnTo>
                <a:lnTo>
                  <a:pt x="1467876" y="162890"/>
                </a:lnTo>
                <a:lnTo>
                  <a:pt x="1468093" y="163335"/>
                </a:lnTo>
                <a:lnTo>
                  <a:pt x="1468325" y="163781"/>
                </a:lnTo>
                <a:lnTo>
                  <a:pt x="1468571" y="164227"/>
                </a:lnTo>
                <a:lnTo>
                  <a:pt x="1468831" y="164674"/>
                </a:lnTo>
                <a:lnTo>
                  <a:pt x="1469105" y="165122"/>
                </a:lnTo>
                <a:lnTo>
                  <a:pt x="1469393" y="165569"/>
                </a:lnTo>
                <a:lnTo>
                  <a:pt x="1469694" y="166018"/>
                </a:lnTo>
                <a:lnTo>
                  <a:pt x="1470010" y="166466"/>
                </a:lnTo>
                <a:lnTo>
                  <a:pt x="1470341" y="166916"/>
                </a:lnTo>
                <a:lnTo>
                  <a:pt x="1470686" y="167363"/>
                </a:lnTo>
                <a:lnTo>
                  <a:pt x="1471047" y="167805"/>
                </a:lnTo>
                <a:lnTo>
                  <a:pt x="1471425" y="168244"/>
                </a:lnTo>
                <a:lnTo>
                  <a:pt x="1471820" y="168678"/>
                </a:lnTo>
                <a:lnTo>
                  <a:pt x="1472231" y="169107"/>
                </a:lnTo>
                <a:lnTo>
                  <a:pt x="1472658" y="169532"/>
                </a:lnTo>
                <a:lnTo>
                  <a:pt x="1473101" y="169953"/>
                </a:lnTo>
                <a:lnTo>
                  <a:pt x="1473561" y="170369"/>
                </a:lnTo>
                <a:lnTo>
                  <a:pt x="1474038" y="170780"/>
                </a:lnTo>
                <a:lnTo>
                  <a:pt x="1474530" y="171187"/>
                </a:lnTo>
                <a:lnTo>
                  <a:pt x="1475040" y="171590"/>
                </a:lnTo>
                <a:lnTo>
                  <a:pt x="1475565" y="171988"/>
                </a:lnTo>
                <a:lnTo>
                  <a:pt x="1476107" y="172382"/>
                </a:lnTo>
                <a:lnTo>
                  <a:pt x="1476665" y="172772"/>
                </a:lnTo>
                <a:lnTo>
                  <a:pt x="1477240" y="173157"/>
                </a:lnTo>
                <a:lnTo>
                  <a:pt x="1477831" y="173537"/>
                </a:lnTo>
                <a:lnTo>
                  <a:pt x="1478438" y="173913"/>
                </a:lnTo>
                <a:lnTo>
                  <a:pt x="1479062" y="174285"/>
                </a:lnTo>
                <a:lnTo>
                  <a:pt x="1479702" y="174652"/>
                </a:lnTo>
                <a:lnTo>
                  <a:pt x="1480359" y="175014"/>
                </a:lnTo>
                <a:lnTo>
                  <a:pt x="1481032" y="175373"/>
                </a:lnTo>
                <a:lnTo>
                  <a:pt x="1481721" y="175727"/>
                </a:lnTo>
                <a:lnTo>
                  <a:pt x="1482061" y="175895"/>
                </a:lnTo>
                <a:lnTo>
                  <a:pt x="1481556" y="176103"/>
                </a:lnTo>
                <a:lnTo>
                  <a:pt x="1480303" y="176657"/>
                </a:lnTo>
                <a:lnTo>
                  <a:pt x="1479092" y="177229"/>
                </a:lnTo>
                <a:lnTo>
                  <a:pt x="1477925" y="177818"/>
                </a:lnTo>
                <a:lnTo>
                  <a:pt x="1476800" y="178424"/>
                </a:lnTo>
                <a:lnTo>
                  <a:pt x="1475719" y="179049"/>
                </a:lnTo>
                <a:lnTo>
                  <a:pt x="1474680" y="179690"/>
                </a:lnTo>
                <a:lnTo>
                  <a:pt x="1473685" y="180350"/>
                </a:lnTo>
                <a:lnTo>
                  <a:pt x="1472733" y="181027"/>
                </a:lnTo>
                <a:lnTo>
                  <a:pt x="1471824" y="181721"/>
                </a:lnTo>
                <a:lnTo>
                  <a:pt x="1470954" y="182429"/>
                </a:lnTo>
                <a:lnTo>
                  <a:pt x="1470122" y="183147"/>
                </a:lnTo>
                <a:lnTo>
                  <a:pt x="1469327" y="183874"/>
                </a:lnTo>
                <a:lnTo>
                  <a:pt x="1468569" y="184611"/>
                </a:lnTo>
                <a:lnTo>
                  <a:pt x="1467848" y="185358"/>
                </a:lnTo>
                <a:lnTo>
                  <a:pt x="1467164" y="186114"/>
                </a:lnTo>
                <a:lnTo>
                  <a:pt x="1466516" y="186880"/>
                </a:lnTo>
                <a:lnTo>
                  <a:pt x="1465906" y="187655"/>
                </a:lnTo>
                <a:lnTo>
                  <a:pt x="1465333" y="188441"/>
                </a:lnTo>
                <a:lnTo>
                  <a:pt x="1464797" y="189235"/>
                </a:lnTo>
                <a:lnTo>
                  <a:pt x="1464297" y="190040"/>
                </a:lnTo>
                <a:lnTo>
                  <a:pt x="1463835" y="190854"/>
                </a:lnTo>
                <a:lnTo>
                  <a:pt x="1463410" y="191677"/>
                </a:lnTo>
                <a:lnTo>
                  <a:pt x="1463021" y="192510"/>
                </a:lnTo>
                <a:lnTo>
                  <a:pt x="1462670" y="193353"/>
                </a:lnTo>
                <a:lnTo>
                  <a:pt x="1462356" y="194206"/>
                </a:lnTo>
                <a:lnTo>
                  <a:pt x="1462078" y="195068"/>
                </a:lnTo>
                <a:lnTo>
                  <a:pt x="1461838" y="195940"/>
                </a:lnTo>
                <a:lnTo>
                  <a:pt x="1461635" y="196821"/>
                </a:lnTo>
                <a:lnTo>
                  <a:pt x="1461468" y="197712"/>
                </a:lnTo>
                <a:lnTo>
                  <a:pt x="1461339" y="198613"/>
                </a:lnTo>
                <a:lnTo>
                  <a:pt x="1461246" y="199523"/>
                </a:lnTo>
                <a:lnTo>
                  <a:pt x="1461191" y="200443"/>
                </a:lnTo>
                <a:lnTo>
                  <a:pt x="1461172" y="201372"/>
                </a:lnTo>
                <a:lnTo>
                  <a:pt x="1461183" y="202135"/>
                </a:lnTo>
                <a:lnTo>
                  <a:pt x="1461214" y="202894"/>
                </a:lnTo>
                <a:lnTo>
                  <a:pt x="1461267" y="203648"/>
                </a:lnTo>
                <a:lnTo>
                  <a:pt x="1461341" y="204398"/>
                </a:lnTo>
                <a:lnTo>
                  <a:pt x="1461436" y="205144"/>
                </a:lnTo>
                <a:lnTo>
                  <a:pt x="1461551" y="205884"/>
                </a:lnTo>
                <a:lnTo>
                  <a:pt x="1461688" y="206621"/>
                </a:lnTo>
                <a:lnTo>
                  <a:pt x="1461846" y="207353"/>
                </a:lnTo>
                <a:lnTo>
                  <a:pt x="1462025" y="208080"/>
                </a:lnTo>
                <a:lnTo>
                  <a:pt x="1462226" y="208803"/>
                </a:lnTo>
                <a:lnTo>
                  <a:pt x="1462447" y="209522"/>
                </a:lnTo>
                <a:lnTo>
                  <a:pt x="1462689" y="210236"/>
                </a:lnTo>
                <a:lnTo>
                  <a:pt x="1462952" y="210946"/>
                </a:lnTo>
                <a:lnTo>
                  <a:pt x="1463237" y="211651"/>
                </a:lnTo>
                <a:lnTo>
                  <a:pt x="1463542" y="212352"/>
                </a:lnTo>
                <a:lnTo>
                  <a:pt x="1463869" y="213048"/>
                </a:lnTo>
                <a:lnTo>
                  <a:pt x="1464216" y="213740"/>
                </a:lnTo>
                <a:lnTo>
                  <a:pt x="1464585" y="214427"/>
                </a:lnTo>
                <a:lnTo>
                  <a:pt x="1464975" y="215110"/>
                </a:lnTo>
                <a:lnTo>
                  <a:pt x="1465386" y="215788"/>
                </a:lnTo>
                <a:lnTo>
                  <a:pt x="1465817" y="216462"/>
                </a:lnTo>
                <a:lnTo>
                  <a:pt x="1466270" y="217132"/>
                </a:lnTo>
                <a:lnTo>
                  <a:pt x="1466744" y="217797"/>
                </a:lnTo>
                <a:lnTo>
                  <a:pt x="1467239" y="218457"/>
                </a:lnTo>
                <a:lnTo>
                  <a:pt x="1467759" y="219110"/>
                </a:lnTo>
                <a:lnTo>
                  <a:pt x="1468305" y="219753"/>
                </a:lnTo>
                <a:lnTo>
                  <a:pt x="1468878" y="220385"/>
                </a:lnTo>
                <a:lnTo>
                  <a:pt x="1469479" y="221006"/>
                </a:lnTo>
                <a:lnTo>
                  <a:pt x="1470107" y="221617"/>
                </a:lnTo>
                <a:lnTo>
                  <a:pt x="1470762" y="222217"/>
                </a:lnTo>
                <a:lnTo>
                  <a:pt x="1471444" y="222807"/>
                </a:lnTo>
                <a:lnTo>
                  <a:pt x="1472153" y="223386"/>
                </a:lnTo>
                <a:lnTo>
                  <a:pt x="1472890" y="223955"/>
                </a:lnTo>
                <a:lnTo>
                  <a:pt x="1473653" y="224513"/>
                </a:lnTo>
                <a:lnTo>
                  <a:pt x="1474444" y="225061"/>
                </a:lnTo>
                <a:lnTo>
                  <a:pt x="1475262" y="225598"/>
                </a:lnTo>
                <a:lnTo>
                  <a:pt x="1476107" y="226124"/>
                </a:lnTo>
                <a:lnTo>
                  <a:pt x="1476979" y="226640"/>
                </a:lnTo>
                <a:lnTo>
                  <a:pt x="1477878" y="227146"/>
                </a:lnTo>
                <a:lnTo>
                  <a:pt x="1478805" y="227640"/>
                </a:lnTo>
                <a:lnTo>
                  <a:pt x="1479758" y="228125"/>
                </a:lnTo>
                <a:lnTo>
                  <a:pt x="1480739" y="228599"/>
                </a:lnTo>
                <a:lnTo>
                  <a:pt x="1481747" y="229062"/>
                </a:lnTo>
                <a:lnTo>
                  <a:pt x="1482782" y="229514"/>
                </a:lnTo>
                <a:lnTo>
                  <a:pt x="1483844" y="229956"/>
                </a:lnTo>
                <a:lnTo>
                  <a:pt x="1484934" y="230388"/>
                </a:lnTo>
                <a:lnTo>
                  <a:pt x="1486050" y="230809"/>
                </a:lnTo>
                <a:lnTo>
                  <a:pt x="1487194" y="231219"/>
                </a:lnTo>
                <a:lnTo>
                  <a:pt x="1488368" y="231616"/>
                </a:lnTo>
                <a:lnTo>
                  <a:pt x="1489576" y="231996"/>
                </a:lnTo>
                <a:lnTo>
                  <a:pt x="1490817" y="232359"/>
                </a:lnTo>
                <a:lnTo>
                  <a:pt x="1492093" y="232705"/>
                </a:lnTo>
                <a:lnTo>
                  <a:pt x="1493401" y="233034"/>
                </a:lnTo>
                <a:lnTo>
                  <a:pt x="1494744" y="233347"/>
                </a:lnTo>
                <a:lnTo>
                  <a:pt x="1496121" y="233642"/>
                </a:lnTo>
                <a:lnTo>
                  <a:pt x="1497531" y="233921"/>
                </a:lnTo>
                <a:lnTo>
                  <a:pt x="1498974" y="234182"/>
                </a:lnTo>
                <a:lnTo>
                  <a:pt x="1500452" y="234427"/>
                </a:lnTo>
                <a:lnTo>
                  <a:pt x="1501963" y="234655"/>
                </a:lnTo>
                <a:lnTo>
                  <a:pt x="1503508" y="234866"/>
                </a:lnTo>
                <a:lnTo>
                  <a:pt x="1505086" y="235060"/>
                </a:lnTo>
                <a:lnTo>
                  <a:pt x="1506699" y="235238"/>
                </a:lnTo>
                <a:lnTo>
                  <a:pt x="1508345" y="235398"/>
                </a:lnTo>
                <a:lnTo>
                  <a:pt x="1510025" y="235541"/>
                </a:lnTo>
                <a:lnTo>
                  <a:pt x="1511738" y="235668"/>
                </a:lnTo>
                <a:lnTo>
                  <a:pt x="1513485" y="235778"/>
                </a:lnTo>
                <a:lnTo>
                  <a:pt x="1515266" y="235871"/>
                </a:lnTo>
                <a:lnTo>
                  <a:pt x="1517080" y="235947"/>
                </a:lnTo>
                <a:lnTo>
                  <a:pt x="1518929" y="236006"/>
                </a:lnTo>
                <a:lnTo>
                  <a:pt x="1520811" y="236048"/>
                </a:lnTo>
                <a:lnTo>
                  <a:pt x="1522726" y="236073"/>
                </a:lnTo>
                <a:lnTo>
                  <a:pt x="1524676" y="236082"/>
                </a:lnTo>
                <a:lnTo>
                  <a:pt x="1527390" y="236061"/>
                </a:lnTo>
                <a:lnTo>
                  <a:pt x="1530050" y="236001"/>
                </a:lnTo>
                <a:lnTo>
                  <a:pt x="1532656" y="235900"/>
                </a:lnTo>
                <a:lnTo>
                  <a:pt x="1535207" y="235759"/>
                </a:lnTo>
                <a:lnTo>
                  <a:pt x="1537704" y="235577"/>
                </a:lnTo>
                <a:lnTo>
                  <a:pt x="1540147" y="235356"/>
                </a:lnTo>
                <a:lnTo>
                  <a:pt x="1542536" y="235093"/>
                </a:lnTo>
                <a:lnTo>
                  <a:pt x="1544870" y="234791"/>
                </a:lnTo>
                <a:lnTo>
                  <a:pt x="1547150" y="234448"/>
                </a:lnTo>
                <a:lnTo>
                  <a:pt x="1549375" y="234065"/>
                </a:lnTo>
                <a:lnTo>
                  <a:pt x="1551546" y="233641"/>
                </a:lnTo>
                <a:lnTo>
                  <a:pt x="1553663" y="233178"/>
                </a:lnTo>
                <a:lnTo>
                  <a:pt x="1555726" y="232673"/>
                </a:lnTo>
                <a:lnTo>
                  <a:pt x="1557734" y="232129"/>
                </a:lnTo>
                <a:lnTo>
                  <a:pt x="1559689" y="231544"/>
                </a:lnTo>
                <a:lnTo>
                  <a:pt x="1561588" y="230919"/>
                </a:lnTo>
                <a:lnTo>
                  <a:pt x="1563434" y="230253"/>
                </a:lnTo>
                <a:lnTo>
                  <a:pt x="1565225" y="229548"/>
                </a:lnTo>
                <a:lnTo>
                  <a:pt x="1566962" y="228801"/>
                </a:lnTo>
                <a:lnTo>
                  <a:pt x="1568644" y="228015"/>
                </a:lnTo>
                <a:lnTo>
                  <a:pt x="1570272" y="227188"/>
                </a:lnTo>
                <a:lnTo>
                  <a:pt x="1571846" y="226321"/>
                </a:lnTo>
                <a:lnTo>
                  <a:pt x="1573366" y="225413"/>
                </a:lnTo>
                <a:lnTo>
                  <a:pt x="1574831" y="224465"/>
                </a:lnTo>
                <a:lnTo>
                  <a:pt x="1576239" y="223485"/>
                </a:lnTo>
                <a:lnTo>
                  <a:pt x="1577588" y="222479"/>
                </a:lnTo>
                <a:lnTo>
                  <a:pt x="1578876" y="221448"/>
                </a:lnTo>
                <a:lnTo>
                  <a:pt x="1580104" y="220392"/>
                </a:lnTo>
                <a:lnTo>
                  <a:pt x="1581273" y="219310"/>
                </a:lnTo>
                <a:lnTo>
                  <a:pt x="1582382" y="218203"/>
                </a:lnTo>
                <a:lnTo>
                  <a:pt x="1583430" y="217071"/>
                </a:lnTo>
                <a:lnTo>
                  <a:pt x="1584419" y="215913"/>
                </a:lnTo>
                <a:lnTo>
                  <a:pt x="1585348" y="214730"/>
                </a:lnTo>
                <a:lnTo>
                  <a:pt x="1586217" y="213522"/>
                </a:lnTo>
                <a:lnTo>
                  <a:pt x="1587026" y="212288"/>
                </a:lnTo>
                <a:lnTo>
                  <a:pt x="1587775" y="211029"/>
                </a:lnTo>
                <a:lnTo>
                  <a:pt x="1588464" y="209745"/>
                </a:lnTo>
                <a:lnTo>
                  <a:pt x="1589093" y="208435"/>
                </a:lnTo>
                <a:lnTo>
                  <a:pt x="1589662" y="207100"/>
                </a:lnTo>
                <a:lnTo>
                  <a:pt x="1590172" y="205740"/>
                </a:lnTo>
                <a:lnTo>
                  <a:pt x="1590621" y="204354"/>
                </a:lnTo>
                <a:lnTo>
                  <a:pt x="1591010" y="202943"/>
                </a:lnTo>
                <a:lnTo>
                  <a:pt x="1591340" y="201506"/>
                </a:lnTo>
                <a:lnTo>
                  <a:pt x="1591610" y="200045"/>
                </a:lnTo>
                <a:lnTo>
                  <a:pt x="1591819" y="198557"/>
                </a:lnTo>
                <a:lnTo>
                  <a:pt x="1591969" y="197045"/>
                </a:lnTo>
                <a:lnTo>
                  <a:pt x="1592059" y="195507"/>
                </a:lnTo>
                <a:lnTo>
                  <a:pt x="1592089" y="193944"/>
                </a:lnTo>
                <a:lnTo>
                  <a:pt x="1592063" y="192407"/>
                </a:lnTo>
                <a:lnTo>
                  <a:pt x="1591985" y="190904"/>
                </a:lnTo>
                <a:lnTo>
                  <a:pt x="1591854" y="189434"/>
                </a:lnTo>
                <a:lnTo>
                  <a:pt x="1591671" y="187997"/>
                </a:lnTo>
                <a:lnTo>
                  <a:pt x="1591437" y="186594"/>
                </a:lnTo>
                <a:lnTo>
                  <a:pt x="1591149" y="185224"/>
                </a:lnTo>
                <a:lnTo>
                  <a:pt x="1590810" y="183887"/>
                </a:lnTo>
                <a:lnTo>
                  <a:pt x="1590419" y="182584"/>
                </a:lnTo>
                <a:lnTo>
                  <a:pt x="1589975" y="181313"/>
                </a:lnTo>
                <a:lnTo>
                  <a:pt x="1589479" y="180077"/>
                </a:lnTo>
                <a:lnTo>
                  <a:pt x="1588931" y="178873"/>
                </a:lnTo>
                <a:lnTo>
                  <a:pt x="1588331" y="177703"/>
                </a:lnTo>
                <a:lnTo>
                  <a:pt x="1587678" y="176566"/>
                </a:lnTo>
                <a:lnTo>
                  <a:pt x="1586974" y="175462"/>
                </a:lnTo>
                <a:lnTo>
                  <a:pt x="1586217" y="174392"/>
                </a:lnTo>
                <a:lnTo>
                  <a:pt x="1585408" y="173355"/>
                </a:lnTo>
                <a:lnTo>
                  <a:pt x="1584546" y="172351"/>
                </a:lnTo>
                <a:lnTo>
                  <a:pt x="1583633" y="171381"/>
                </a:lnTo>
                <a:lnTo>
                  <a:pt x="1582667" y="170444"/>
                </a:lnTo>
                <a:lnTo>
                  <a:pt x="1581649" y="169540"/>
                </a:lnTo>
                <a:lnTo>
                  <a:pt x="1580579" y="168670"/>
                </a:lnTo>
                <a:lnTo>
                  <a:pt x="1579457" y="167833"/>
                </a:lnTo>
                <a:lnTo>
                  <a:pt x="1578283" y="167029"/>
                </a:lnTo>
                <a:lnTo>
                  <a:pt x="1577056" y="166258"/>
                </a:lnTo>
                <a:lnTo>
                  <a:pt x="1575772" y="165520"/>
                </a:lnTo>
                <a:lnTo>
                  <a:pt x="1574427" y="164813"/>
                </a:lnTo>
                <a:lnTo>
                  <a:pt x="1573021" y="164137"/>
                </a:lnTo>
                <a:lnTo>
                  <a:pt x="1571552" y="163493"/>
                </a:lnTo>
                <a:lnTo>
                  <a:pt x="1570023" y="162880"/>
                </a:lnTo>
                <a:lnTo>
                  <a:pt x="1568431" y="162299"/>
                </a:lnTo>
                <a:lnTo>
                  <a:pt x="1566778" y="161749"/>
                </a:lnTo>
                <a:lnTo>
                  <a:pt x="1565064" y="161230"/>
                </a:lnTo>
                <a:lnTo>
                  <a:pt x="1563288" y="160743"/>
                </a:lnTo>
                <a:lnTo>
                  <a:pt x="1561450" y="160288"/>
                </a:lnTo>
                <a:lnTo>
                  <a:pt x="1559551" y="159863"/>
                </a:lnTo>
                <a:lnTo>
                  <a:pt x="1557590" y="159471"/>
                </a:lnTo>
                <a:lnTo>
                  <a:pt x="1555568" y="159109"/>
                </a:lnTo>
                <a:lnTo>
                  <a:pt x="1553484" y="158779"/>
                </a:lnTo>
                <a:lnTo>
                  <a:pt x="1551339" y="158481"/>
                </a:lnTo>
                <a:lnTo>
                  <a:pt x="1549132" y="158214"/>
                </a:lnTo>
                <a:lnTo>
                  <a:pt x="1546863" y="157978"/>
                </a:lnTo>
                <a:lnTo>
                  <a:pt x="1544533" y="157774"/>
                </a:lnTo>
                <a:lnTo>
                  <a:pt x="1542141" y="157601"/>
                </a:lnTo>
                <a:lnTo>
                  <a:pt x="1539688" y="157459"/>
                </a:lnTo>
                <a:lnTo>
                  <a:pt x="1537173" y="157349"/>
                </a:lnTo>
                <a:lnTo>
                  <a:pt x="1534597" y="157271"/>
                </a:lnTo>
                <a:lnTo>
                  <a:pt x="1531959" y="157224"/>
                </a:lnTo>
                <a:lnTo>
                  <a:pt x="1529260" y="157208"/>
                </a:lnTo>
                <a:lnTo>
                  <a:pt x="1526024" y="157208"/>
                </a:lnTo>
                <a:lnTo>
                  <a:pt x="1524977" y="157206"/>
                </a:lnTo>
                <a:lnTo>
                  <a:pt x="1523950" y="157202"/>
                </a:lnTo>
                <a:lnTo>
                  <a:pt x="1522941" y="157194"/>
                </a:lnTo>
                <a:lnTo>
                  <a:pt x="1521951" y="157184"/>
                </a:lnTo>
                <a:lnTo>
                  <a:pt x="1520980" y="157170"/>
                </a:lnTo>
                <a:lnTo>
                  <a:pt x="1520028" y="157153"/>
                </a:lnTo>
                <a:lnTo>
                  <a:pt x="1519095" y="157133"/>
                </a:lnTo>
                <a:lnTo>
                  <a:pt x="1518182" y="157111"/>
                </a:lnTo>
                <a:lnTo>
                  <a:pt x="1517287" y="157085"/>
                </a:lnTo>
                <a:lnTo>
                  <a:pt x="1516411" y="157056"/>
                </a:lnTo>
                <a:lnTo>
                  <a:pt x="1515553" y="157024"/>
                </a:lnTo>
                <a:lnTo>
                  <a:pt x="1514715" y="156989"/>
                </a:lnTo>
                <a:lnTo>
                  <a:pt x="1513896" y="156951"/>
                </a:lnTo>
                <a:lnTo>
                  <a:pt x="1513096" y="156910"/>
                </a:lnTo>
                <a:lnTo>
                  <a:pt x="1512315" y="156866"/>
                </a:lnTo>
                <a:lnTo>
                  <a:pt x="1511553" y="156819"/>
                </a:lnTo>
                <a:lnTo>
                  <a:pt x="1510809" y="156768"/>
                </a:lnTo>
                <a:lnTo>
                  <a:pt x="1510085" y="156715"/>
                </a:lnTo>
                <a:lnTo>
                  <a:pt x="1509380" y="156659"/>
                </a:lnTo>
                <a:lnTo>
                  <a:pt x="1508693" y="156599"/>
                </a:lnTo>
                <a:lnTo>
                  <a:pt x="1508026" y="156537"/>
                </a:lnTo>
                <a:lnTo>
                  <a:pt x="1507377" y="156472"/>
                </a:lnTo>
                <a:lnTo>
                  <a:pt x="1506748" y="156403"/>
                </a:lnTo>
                <a:lnTo>
                  <a:pt x="1506137" y="156332"/>
                </a:lnTo>
                <a:lnTo>
                  <a:pt x="1505543" y="156257"/>
                </a:lnTo>
                <a:lnTo>
                  <a:pt x="1504965" y="156179"/>
                </a:lnTo>
                <a:lnTo>
                  <a:pt x="1504401" y="156099"/>
                </a:lnTo>
                <a:lnTo>
                  <a:pt x="1503852" y="156015"/>
                </a:lnTo>
                <a:lnTo>
                  <a:pt x="1503319" y="155928"/>
                </a:lnTo>
                <a:lnTo>
                  <a:pt x="1502800" y="155839"/>
                </a:lnTo>
                <a:lnTo>
                  <a:pt x="1502296" y="155746"/>
                </a:lnTo>
                <a:lnTo>
                  <a:pt x="1501808" y="155650"/>
                </a:lnTo>
                <a:lnTo>
                  <a:pt x="1501334" y="155551"/>
                </a:lnTo>
                <a:lnTo>
                  <a:pt x="1500875" y="155449"/>
                </a:lnTo>
                <a:lnTo>
                  <a:pt x="1500431" y="155344"/>
                </a:lnTo>
                <a:lnTo>
                  <a:pt x="1500002" y="155236"/>
                </a:lnTo>
                <a:lnTo>
                  <a:pt x="1499589" y="155125"/>
                </a:lnTo>
                <a:lnTo>
                  <a:pt x="1499190" y="155011"/>
                </a:lnTo>
                <a:lnTo>
                  <a:pt x="1498806" y="154894"/>
                </a:lnTo>
                <a:lnTo>
                  <a:pt x="1498437" y="154774"/>
                </a:lnTo>
                <a:lnTo>
                  <a:pt x="1498083" y="154650"/>
                </a:lnTo>
                <a:lnTo>
                  <a:pt x="1497744" y="154524"/>
                </a:lnTo>
                <a:lnTo>
                  <a:pt x="1497420" y="154395"/>
                </a:lnTo>
                <a:lnTo>
                  <a:pt x="1497111" y="154262"/>
                </a:lnTo>
                <a:lnTo>
                  <a:pt x="1496817" y="154127"/>
                </a:lnTo>
                <a:lnTo>
                  <a:pt x="1496538" y="153989"/>
                </a:lnTo>
                <a:lnTo>
                  <a:pt x="1496274" y="153847"/>
                </a:lnTo>
                <a:lnTo>
                  <a:pt x="1496025" y="153703"/>
                </a:lnTo>
                <a:lnTo>
                  <a:pt x="1495788" y="153555"/>
                </a:lnTo>
                <a:lnTo>
                  <a:pt x="1495562" y="153405"/>
                </a:lnTo>
                <a:lnTo>
                  <a:pt x="1495346" y="153252"/>
                </a:lnTo>
                <a:lnTo>
                  <a:pt x="1495139" y="153096"/>
                </a:lnTo>
                <a:lnTo>
                  <a:pt x="1494943" y="152937"/>
                </a:lnTo>
                <a:lnTo>
                  <a:pt x="1494757" y="152776"/>
                </a:lnTo>
                <a:lnTo>
                  <a:pt x="1494581" y="152611"/>
                </a:lnTo>
                <a:lnTo>
                  <a:pt x="1494415" y="152444"/>
                </a:lnTo>
                <a:lnTo>
                  <a:pt x="1494259" y="152274"/>
                </a:lnTo>
                <a:lnTo>
                  <a:pt x="1494113" y="152101"/>
                </a:lnTo>
                <a:lnTo>
                  <a:pt x="1493977" y="151926"/>
                </a:lnTo>
                <a:lnTo>
                  <a:pt x="1493851" y="151748"/>
                </a:lnTo>
                <a:lnTo>
                  <a:pt x="1493735" y="151566"/>
                </a:lnTo>
                <a:lnTo>
                  <a:pt x="1493629" y="151382"/>
                </a:lnTo>
                <a:lnTo>
                  <a:pt x="1493534" y="151196"/>
                </a:lnTo>
                <a:lnTo>
                  <a:pt x="1493448" y="151006"/>
                </a:lnTo>
                <a:lnTo>
                  <a:pt x="1493373" y="150814"/>
                </a:lnTo>
                <a:lnTo>
                  <a:pt x="1493307" y="150618"/>
                </a:lnTo>
                <a:lnTo>
                  <a:pt x="1493252" y="150420"/>
                </a:lnTo>
                <a:lnTo>
                  <a:pt x="1493207" y="150219"/>
                </a:lnTo>
                <a:lnTo>
                  <a:pt x="1493172" y="150016"/>
                </a:lnTo>
                <a:lnTo>
                  <a:pt x="1493146" y="149809"/>
                </a:lnTo>
                <a:lnTo>
                  <a:pt x="1493131" y="149600"/>
                </a:lnTo>
                <a:lnTo>
                  <a:pt x="1493126" y="149388"/>
                </a:lnTo>
                <a:lnTo>
                  <a:pt x="1493135" y="149087"/>
                </a:lnTo>
                <a:lnTo>
                  <a:pt x="1493160" y="148789"/>
                </a:lnTo>
                <a:lnTo>
                  <a:pt x="1493202" y="148496"/>
                </a:lnTo>
                <a:lnTo>
                  <a:pt x="1493261" y="148206"/>
                </a:lnTo>
                <a:lnTo>
                  <a:pt x="1493337" y="147921"/>
                </a:lnTo>
                <a:lnTo>
                  <a:pt x="1493430" y="147640"/>
                </a:lnTo>
                <a:lnTo>
                  <a:pt x="1493539" y="147362"/>
                </a:lnTo>
                <a:lnTo>
                  <a:pt x="1493666" y="147089"/>
                </a:lnTo>
                <a:lnTo>
                  <a:pt x="1493809" y="146819"/>
                </a:lnTo>
                <a:lnTo>
                  <a:pt x="1493969" y="146553"/>
                </a:lnTo>
                <a:lnTo>
                  <a:pt x="1494146" y="146292"/>
                </a:lnTo>
                <a:lnTo>
                  <a:pt x="1494340" y="146034"/>
                </a:lnTo>
                <a:lnTo>
                  <a:pt x="1494550" y="145781"/>
                </a:lnTo>
                <a:lnTo>
                  <a:pt x="1494778" y="145531"/>
                </a:lnTo>
                <a:lnTo>
                  <a:pt x="1495022" y="145285"/>
                </a:lnTo>
                <a:lnTo>
                  <a:pt x="1495283" y="145044"/>
                </a:lnTo>
                <a:lnTo>
                  <a:pt x="1495562" y="144806"/>
                </a:lnTo>
                <a:lnTo>
                  <a:pt x="1495856" y="144572"/>
                </a:lnTo>
                <a:lnTo>
                  <a:pt x="1496168" y="144342"/>
                </a:lnTo>
                <a:lnTo>
                  <a:pt x="1496497" y="144117"/>
                </a:lnTo>
                <a:lnTo>
                  <a:pt x="1496842" y="143895"/>
                </a:lnTo>
                <a:lnTo>
                  <a:pt x="1497205" y="143677"/>
                </a:lnTo>
                <a:lnTo>
                  <a:pt x="1497584" y="143463"/>
                </a:lnTo>
                <a:lnTo>
                  <a:pt x="1497980" y="143253"/>
                </a:lnTo>
                <a:lnTo>
                  <a:pt x="1498389" y="143047"/>
                </a:lnTo>
                <a:lnTo>
                  <a:pt x="1498806" y="142843"/>
                </a:lnTo>
                <a:lnTo>
                  <a:pt x="1499231" y="142641"/>
                </a:lnTo>
                <a:lnTo>
                  <a:pt x="1499665" y="142443"/>
                </a:lnTo>
                <a:lnTo>
                  <a:pt x="1500108" y="142246"/>
                </a:lnTo>
                <a:lnTo>
                  <a:pt x="1500559" y="142053"/>
                </a:lnTo>
                <a:lnTo>
                  <a:pt x="1501018" y="141862"/>
                </a:lnTo>
                <a:lnTo>
                  <a:pt x="1501485" y="141673"/>
                </a:lnTo>
                <a:lnTo>
                  <a:pt x="1501962" y="141487"/>
                </a:lnTo>
                <a:lnTo>
                  <a:pt x="1502446" y="141304"/>
                </a:lnTo>
                <a:lnTo>
                  <a:pt x="1502939" y="141123"/>
                </a:lnTo>
                <a:lnTo>
                  <a:pt x="1503227" y="141020"/>
                </a:lnTo>
                <a:lnTo>
                  <a:pt x="1503275" y="141033"/>
                </a:lnTo>
                <a:lnTo>
                  <a:pt x="1504511" y="141329"/>
                </a:lnTo>
                <a:lnTo>
                  <a:pt x="1505766" y="141604"/>
                </a:lnTo>
                <a:lnTo>
                  <a:pt x="1507039" y="141857"/>
                </a:lnTo>
                <a:lnTo>
                  <a:pt x="1508331" y="142087"/>
                </a:lnTo>
                <a:lnTo>
                  <a:pt x="1509640" y="142296"/>
                </a:lnTo>
                <a:lnTo>
                  <a:pt x="1510968" y="142483"/>
                </a:lnTo>
                <a:lnTo>
                  <a:pt x="1512314" y="142648"/>
                </a:lnTo>
                <a:lnTo>
                  <a:pt x="1513679" y="142790"/>
                </a:lnTo>
                <a:lnTo>
                  <a:pt x="1515062" y="142911"/>
                </a:lnTo>
                <a:lnTo>
                  <a:pt x="1516462" y="143010"/>
                </a:lnTo>
                <a:lnTo>
                  <a:pt x="1517882" y="143087"/>
                </a:lnTo>
                <a:lnTo>
                  <a:pt x="1519319" y="143142"/>
                </a:lnTo>
                <a:lnTo>
                  <a:pt x="1520775" y="143175"/>
                </a:lnTo>
                <a:lnTo>
                  <a:pt x="1522249" y="143186"/>
                </a:lnTo>
                <a:lnTo>
                  <a:pt x="1523822" y="143175"/>
                </a:lnTo>
                <a:lnTo>
                  <a:pt x="1525372" y="143143"/>
                </a:lnTo>
                <a:lnTo>
                  <a:pt x="1526899" y="143089"/>
                </a:lnTo>
                <a:lnTo>
                  <a:pt x="1528404" y="143014"/>
                </a:lnTo>
                <a:lnTo>
                  <a:pt x="1529886" y="142917"/>
                </a:lnTo>
                <a:lnTo>
                  <a:pt x="1531345" y="142799"/>
                </a:lnTo>
                <a:lnTo>
                  <a:pt x="1532782" y="142659"/>
                </a:lnTo>
                <a:lnTo>
                  <a:pt x="1534196" y="142498"/>
                </a:lnTo>
                <a:lnTo>
                  <a:pt x="1535587" y="142315"/>
                </a:lnTo>
                <a:lnTo>
                  <a:pt x="1536956" y="142111"/>
                </a:lnTo>
                <a:lnTo>
                  <a:pt x="1538301" y="141885"/>
                </a:lnTo>
                <a:lnTo>
                  <a:pt x="1539625" y="141638"/>
                </a:lnTo>
                <a:lnTo>
                  <a:pt x="1540925" y="141369"/>
                </a:lnTo>
                <a:lnTo>
                  <a:pt x="1542203" y="141078"/>
                </a:lnTo>
                <a:lnTo>
                  <a:pt x="1543458" y="140767"/>
                </a:lnTo>
                <a:lnTo>
                  <a:pt x="1544690" y="140433"/>
                </a:lnTo>
                <a:lnTo>
                  <a:pt x="1545900" y="140078"/>
                </a:lnTo>
                <a:lnTo>
                  <a:pt x="1547086" y="139702"/>
                </a:lnTo>
                <a:lnTo>
                  <a:pt x="1548251" y="139304"/>
                </a:lnTo>
                <a:lnTo>
                  <a:pt x="1549392" y="138885"/>
                </a:lnTo>
                <a:lnTo>
                  <a:pt x="1550511" y="138444"/>
                </a:lnTo>
                <a:lnTo>
                  <a:pt x="1551607" y="137982"/>
                </a:lnTo>
                <a:lnTo>
                  <a:pt x="1552680" y="137498"/>
                </a:lnTo>
                <a:lnTo>
                  <a:pt x="1553731" y="136992"/>
                </a:lnTo>
                <a:lnTo>
                  <a:pt x="1554759" y="136469"/>
                </a:lnTo>
                <a:lnTo>
                  <a:pt x="1555766" y="135931"/>
                </a:lnTo>
                <a:lnTo>
                  <a:pt x="1556752" y="135379"/>
                </a:lnTo>
                <a:lnTo>
                  <a:pt x="1557716" y="134812"/>
                </a:lnTo>
                <a:lnTo>
                  <a:pt x="1558658" y="134231"/>
                </a:lnTo>
                <a:lnTo>
                  <a:pt x="1559579" y="133635"/>
                </a:lnTo>
                <a:lnTo>
                  <a:pt x="1560478" y="133025"/>
                </a:lnTo>
                <a:lnTo>
                  <a:pt x="1561356" y="132400"/>
                </a:lnTo>
                <a:lnTo>
                  <a:pt x="1562212" y="131761"/>
                </a:lnTo>
                <a:lnTo>
                  <a:pt x="1563047" y="131107"/>
                </a:lnTo>
                <a:lnTo>
                  <a:pt x="1563860" y="130439"/>
                </a:lnTo>
                <a:lnTo>
                  <a:pt x="1564652" y="129756"/>
                </a:lnTo>
                <a:lnTo>
                  <a:pt x="1565422" y="129059"/>
                </a:lnTo>
                <a:lnTo>
                  <a:pt x="1566170" y="128347"/>
                </a:lnTo>
                <a:lnTo>
                  <a:pt x="1566898" y="127621"/>
                </a:lnTo>
                <a:lnTo>
                  <a:pt x="1567603" y="126880"/>
                </a:lnTo>
                <a:lnTo>
                  <a:pt x="1568287" y="126125"/>
                </a:lnTo>
                <a:lnTo>
                  <a:pt x="1568949" y="125356"/>
                </a:lnTo>
                <a:lnTo>
                  <a:pt x="1569590" y="124572"/>
                </a:lnTo>
                <a:lnTo>
                  <a:pt x="1570210" y="123773"/>
                </a:lnTo>
                <a:lnTo>
                  <a:pt x="1570808" y="122960"/>
                </a:lnTo>
                <a:lnTo>
                  <a:pt x="1571384" y="122133"/>
                </a:lnTo>
                <a:lnTo>
                  <a:pt x="1571939" y="121290"/>
                </a:lnTo>
                <a:lnTo>
                  <a:pt x="1572472" y="120434"/>
                </a:lnTo>
                <a:lnTo>
                  <a:pt x="1572983" y="119567"/>
                </a:lnTo>
                <a:lnTo>
                  <a:pt x="1573473" y="118693"/>
                </a:lnTo>
                <a:lnTo>
                  <a:pt x="1573941" y="117813"/>
                </a:lnTo>
                <a:lnTo>
                  <a:pt x="1574387" y="116927"/>
                </a:lnTo>
                <a:lnTo>
                  <a:pt x="1574812" y="116033"/>
                </a:lnTo>
                <a:lnTo>
                  <a:pt x="1575215" y="115134"/>
                </a:lnTo>
                <a:lnTo>
                  <a:pt x="1575596" y="114227"/>
                </a:lnTo>
                <a:lnTo>
                  <a:pt x="1575955" y="113314"/>
                </a:lnTo>
                <a:lnTo>
                  <a:pt x="1576292" y="112395"/>
                </a:lnTo>
                <a:lnTo>
                  <a:pt x="1576608" y="111469"/>
                </a:lnTo>
                <a:lnTo>
                  <a:pt x="1576902" y="110536"/>
                </a:lnTo>
                <a:lnTo>
                  <a:pt x="1577174" y="109597"/>
                </a:lnTo>
                <a:lnTo>
                  <a:pt x="1577424" y="108652"/>
                </a:lnTo>
                <a:lnTo>
                  <a:pt x="1577653" y="107699"/>
                </a:lnTo>
                <a:lnTo>
                  <a:pt x="1577860" y="106741"/>
                </a:lnTo>
                <a:lnTo>
                  <a:pt x="1578045" y="105775"/>
                </a:lnTo>
                <a:lnTo>
                  <a:pt x="1578208" y="104803"/>
                </a:lnTo>
                <a:lnTo>
                  <a:pt x="1578349" y="103825"/>
                </a:lnTo>
                <a:lnTo>
                  <a:pt x="1578469" y="102840"/>
                </a:lnTo>
                <a:lnTo>
                  <a:pt x="1578567" y="101849"/>
                </a:lnTo>
                <a:lnTo>
                  <a:pt x="1578643" y="100850"/>
                </a:lnTo>
                <a:lnTo>
                  <a:pt x="1578698" y="99846"/>
                </a:lnTo>
                <a:lnTo>
                  <a:pt x="1578730" y="98835"/>
                </a:lnTo>
                <a:lnTo>
                  <a:pt x="1578741" y="97817"/>
                </a:lnTo>
                <a:lnTo>
                  <a:pt x="1578731" y="96755"/>
                </a:lnTo>
                <a:lnTo>
                  <a:pt x="1578699" y="95702"/>
                </a:lnTo>
                <a:lnTo>
                  <a:pt x="1578645" y="94658"/>
                </a:lnTo>
                <a:lnTo>
                  <a:pt x="1578571" y="93622"/>
                </a:lnTo>
                <a:lnTo>
                  <a:pt x="1578475" y="92595"/>
                </a:lnTo>
                <a:lnTo>
                  <a:pt x="1578358" y="91577"/>
                </a:lnTo>
                <a:lnTo>
                  <a:pt x="1578219" y="90567"/>
                </a:lnTo>
                <a:lnTo>
                  <a:pt x="1578060" y="89566"/>
                </a:lnTo>
                <a:lnTo>
                  <a:pt x="1577879" y="88574"/>
                </a:lnTo>
                <a:lnTo>
                  <a:pt x="1577676" y="87590"/>
                </a:lnTo>
                <a:lnTo>
                  <a:pt x="1577453" y="86615"/>
                </a:lnTo>
                <a:lnTo>
                  <a:pt x="1577208" y="85649"/>
                </a:lnTo>
                <a:lnTo>
                  <a:pt x="1576941" y="84691"/>
                </a:lnTo>
                <a:lnTo>
                  <a:pt x="1576654" y="83742"/>
                </a:lnTo>
                <a:lnTo>
                  <a:pt x="1576345" y="82802"/>
                </a:lnTo>
                <a:lnTo>
                  <a:pt x="1576015" y="81870"/>
                </a:lnTo>
                <a:lnTo>
                  <a:pt x="1575663" y="80947"/>
                </a:lnTo>
                <a:lnTo>
                  <a:pt x="1575290" y="80032"/>
                </a:lnTo>
                <a:lnTo>
                  <a:pt x="1574896" y="79127"/>
                </a:lnTo>
                <a:lnTo>
                  <a:pt x="1574481" y="78229"/>
                </a:lnTo>
                <a:lnTo>
                  <a:pt x="1574044" y="77341"/>
                </a:lnTo>
                <a:lnTo>
                  <a:pt x="1573586" y="76461"/>
                </a:lnTo>
                <a:lnTo>
                  <a:pt x="1573107" y="75590"/>
                </a:lnTo>
                <a:lnTo>
                  <a:pt x="1572607" y="74728"/>
                </a:lnTo>
                <a:lnTo>
                  <a:pt x="1572085" y="73877"/>
                </a:lnTo>
                <a:lnTo>
                  <a:pt x="1571541" y="73040"/>
                </a:lnTo>
                <a:lnTo>
                  <a:pt x="1570976" y="72218"/>
                </a:lnTo>
                <a:lnTo>
                  <a:pt x="1570389" y="71409"/>
                </a:lnTo>
                <a:lnTo>
                  <a:pt x="1569781" y="70615"/>
                </a:lnTo>
                <a:lnTo>
                  <a:pt x="1569152" y="69836"/>
                </a:lnTo>
                <a:lnTo>
                  <a:pt x="1568500" y="69070"/>
                </a:lnTo>
                <a:lnTo>
                  <a:pt x="1567828" y="68319"/>
                </a:lnTo>
                <a:lnTo>
                  <a:pt x="1567133" y="67582"/>
                </a:lnTo>
                <a:lnTo>
                  <a:pt x="1566418" y="66859"/>
                </a:lnTo>
                <a:lnTo>
                  <a:pt x="1565680" y="66151"/>
                </a:lnTo>
                <a:lnTo>
                  <a:pt x="1565195" y="65707"/>
                </a:lnTo>
                <a:lnTo>
                  <a:pt x="1565275" y="65644"/>
                </a:lnTo>
                <a:lnTo>
                  <a:pt x="1565825" y="65247"/>
                </a:lnTo>
                <a:lnTo>
                  <a:pt x="1566390" y="64870"/>
                </a:lnTo>
                <a:close/>
                <a:moveTo>
                  <a:pt x="1518682" y="121486"/>
                </a:moveTo>
                <a:lnTo>
                  <a:pt x="1517989" y="121370"/>
                </a:lnTo>
                <a:lnTo>
                  <a:pt x="1517303" y="121234"/>
                </a:lnTo>
                <a:lnTo>
                  <a:pt x="1516624" y="121076"/>
                </a:lnTo>
                <a:lnTo>
                  <a:pt x="1515951" y="120898"/>
                </a:lnTo>
                <a:lnTo>
                  <a:pt x="1515285" y="120698"/>
                </a:lnTo>
                <a:lnTo>
                  <a:pt x="1514626" y="120478"/>
                </a:lnTo>
                <a:lnTo>
                  <a:pt x="1513974" y="120236"/>
                </a:lnTo>
                <a:lnTo>
                  <a:pt x="1513328" y="119973"/>
                </a:lnTo>
                <a:lnTo>
                  <a:pt x="1512690" y="119690"/>
                </a:lnTo>
                <a:lnTo>
                  <a:pt x="1512058" y="119385"/>
                </a:lnTo>
                <a:lnTo>
                  <a:pt x="1511433" y="119060"/>
                </a:lnTo>
                <a:lnTo>
                  <a:pt x="1510814" y="118713"/>
                </a:lnTo>
                <a:lnTo>
                  <a:pt x="1510203" y="118345"/>
                </a:lnTo>
                <a:lnTo>
                  <a:pt x="1509598" y="117957"/>
                </a:lnTo>
                <a:lnTo>
                  <a:pt x="1509000" y="117547"/>
                </a:lnTo>
                <a:lnTo>
                  <a:pt x="1508409" y="117116"/>
                </a:lnTo>
                <a:lnTo>
                  <a:pt x="1507825" y="116665"/>
                </a:lnTo>
                <a:lnTo>
                  <a:pt x="1507247" y="116192"/>
                </a:lnTo>
                <a:lnTo>
                  <a:pt x="1506676" y="115698"/>
                </a:lnTo>
                <a:lnTo>
                  <a:pt x="1506121" y="115184"/>
                </a:lnTo>
                <a:lnTo>
                  <a:pt x="1505589" y="114650"/>
                </a:lnTo>
                <a:lnTo>
                  <a:pt x="1505081" y="114095"/>
                </a:lnTo>
                <a:lnTo>
                  <a:pt x="1504596" y="113521"/>
                </a:lnTo>
                <a:lnTo>
                  <a:pt x="1504135" y="112926"/>
                </a:lnTo>
                <a:lnTo>
                  <a:pt x="1503697" y="112312"/>
                </a:lnTo>
                <a:lnTo>
                  <a:pt x="1503284" y="111677"/>
                </a:lnTo>
                <a:lnTo>
                  <a:pt x="1502894" y="111022"/>
                </a:lnTo>
                <a:lnTo>
                  <a:pt x="1502527" y="110348"/>
                </a:lnTo>
                <a:lnTo>
                  <a:pt x="1502184" y="109653"/>
                </a:lnTo>
                <a:lnTo>
                  <a:pt x="1501865" y="108938"/>
                </a:lnTo>
                <a:lnTo>
                  <a:pt x="1501570" y="108203"/>
                </a:lnTo>
                <a:lnTo>
                  <a:pt x="1501298" y="107448"/>
                </a:lnTo>
                <a:lnTo>
                  <a:pt x="1501050" y="106672"/>
                </a:lnTo>
                <a:lnTo>
                  <a:pt x="1500825" y="105877"/>
                </a:lnTo>
                <a:lnTo>
                  <a:pt x="1500624" y="105062"/>
                </a:lnTo>
                <a:lnTo>
                  <a:pt x="1500447" y="104226"/>
                </a:lnTo>
                <a:lnTo>
                  <a:pt x="1500293" y="103371"/>
                </a:lnTo>
                <a:lnTo>
                  <a:pt x="1500163" y="102496"/>
                </a:lnTo>
                <a:lnTo>
                  <a:pt x="1500057" y="101600"/>
                </a:lnTo>
                <a:lnTo>
                  <a:pt x="1499974" y="100684"/>
                </a:lnTo>
                <a:lnTo>
                  <a:pt x="1499915" y="99749"/>
                </a:lnTo>
                <a:lnTo>
                  <a:pt x="1499879" y="98793"/>
                </a:lnTo>
                <a:lnTo>
                  <a:pt x="1499868" y="97817"/>
                </a:lnTo>
                <a:lnTo>
                  <a:pt x="1499879" y="96830"/>
                </a:lnTo>
                <a:lnTo>
                  <a:pt x="1499913" y="95862"/>
                </a:lnTo>
                <a:lnTo>
                  <a:pt x="1499971" y="94915"/>
                </a:lnTo>
                <a:lnTo>
                  <a:pt x="1500051" y="93987"/>
                </a:lnTo>
                <a:lnTo>
                  <a:pt x="1500154" y="93079"/>
                </a:lnTo>
                <a:lnTo>
                  <a:pt x="1500280" y="92191"/>
                </a:lnTo>
                <a:lnTo>
                  <a:pt x="1500430" y="91323"/>
                </a:lnTo>
                <a:lnTo>
                  <a:pt x="1500602" y="90474"/>
                </a:lnTo>
                <a:lnTo>
                  <a:pt x="1500797" y="89646"/>
                </a:lnTo>
                <a:lnTo>
                  <a:pt x="1501015" y="88837"/>
                </a:lnTo>
                <a:lnTo>
                  <a:pt x="1501255" y="88048"/>
                </a:lnTo>
                <a:lnTo>
                  <a:pt x="1501519" y="87279"/>
                </a:lnTo>
                <a:lnTo>
                  <a:pt x="1501806" y="86530"/>
                </a:lnTo>
                <a:lnTo>
                  <a:pt x="1502116" y="85801"/>
                </a:lnTo>
                <a:lnTo>
                  <a:pt x="1502448" y="85091"/>
                </a:lnTo>
                <a:lnTo>
                  <a:pt x="1502804" y="84402"/>
                </a:lnTo>
                <a:lnTo>
                  <a:pt x="1503182" y="83732"/>
                </a:lnTo>
                <a:lnTo>
                  <a:pt x="1503584" y="83082"/>
                </a:lnTo>
                <a:lnTo>
                  <a:pt x="1504008" y="82452"/>
                </a:lnTo>
                <a:lnTo>
                  <a:pt x="1504455" y="81841"/>
                </a:lnTo>
                <a:lnTo>
                  <a:pt x="1504926" y="81251"/>
                </a:lnTo>
                <a:lnTo>
                  <a:pt x="1505419" y="80680"/>
                </a:lnTo>
                <a:lnTo>
                  <a:pt x="1505935" y="80129"/>
                </a:lnTo>
                <a:lnTo>
                  <a:pt x="1506474" y="79598"/>
                </a:lnTo>
                <a:lnTo>
                  <a:pt x="1507031" y="79088"/>
                </a:lnTo>
                <a:lnTo>
                  <a:pt x="1507600" y="78600"/>
                </a:lnTo>
                <a:lnTo>
                  <a:pt x="1508180" y="78133"/>
                </a:lnTo>
                <a:lnTo>
                  <a:pt x="1508774" y="77688"/>
                </a:lnTo>
                <a:lnTo>
                  <a:pt x="1509379" y="77264"/>
                </a:lnTo>
                <a:lnTo>
                  <a:pt x="1509996" y="76863"/>
                </a:lnTo>
                <a:lnTo>
                  <a:pt x="1510626" y="76483"/>
                </a:lnTo>
                <a:lnTo>
                  <a:pt x="1511268" y="76125"/>
                </a:lnTo>
                <a:lnTo>
                  <a:pt x="1511922" y="75788"/>
                </a:lnTo>
                <a:lnTo>
                  <a:pt x="1512588" y="75473"/>
                </a:lnTo>
                <a:lnTo>
                  <a:pt x="1513266" y="75180"/>
                </a:lnTo>
                <a:lnTo>
                  <a:pt x="1513957" y="74909"/>
                </a:lnTo>
                <a:lnTo>
                  <a:pt x="1514660" y="74659"/>
                </a:lnTo>
                <a:lnTo>
                  <a:pt x="1515375" y="74431"/>
                </a:lnTo>
                <a:lnTo>
                  <a:pt x="1516102" y="74225"/>
                </a:lnTo>
                <a:lnTo>
                  <a:pt x="1516841" y="74040"/>
                </a:lnTo>
                <a:lnTo>
                  <a:pt x="1517592" y="73878"/>
                </a:lnTo>
                <a:lnTo>
                  <a:pt x="1518356" y="73737"/>
                </a:lnTo>
                <a:lnTo>
                  <a:pt x="1519131" y="73617"/>
                </a:lnTo>
                <a:lnTo>
                  <a:pt x="1519919" y="73519"/>
                </a:lnTo>
                <a:lnTo>
                  <a:pt x="1520719" y="73443"/>
                </a:lnTo>
                <a:lnTo>
                  <a:pt x="1521532" y="73389"/>
                </a:lnTo>
                <a:lnTo>
                  <a:pt x="1522356" y="73357"/>
                </a:lnTo>
                <a:lnTo>
                  <a:pt x="1523193" y="73346"/>
                </a:lnTo>
                <a:lnTo>
                  <a:pt x="1524017" y="73356"/>
                </a:lnTo>
                <a:lnTo>
                  <a:pt x="1524829" y="73388"/>
                </a:lnTo>
                <a:lnTo>
                  <a:pt x="1525628" y="73440"/>
                </a:lnTo>
                <a:lnTo>
                  <a:pt x="1526413" y="73514"/>
                </a:lnTo>
                <a:lnTo>
                  <a:pt x="1527186" y="73608"/>
                </a:lnTo>
                <a:lnTo>
                  <a:pt x="1527945" y="73724"/>
                </a:lnTo>
                <a:lnTo>
                  <a:pt x="1528691" y="73860"/>
                </a:lnTo>
                <a:lnTo>
                  <a:pt x="1529425" y="74018"/>
                </a:lnTo>
                <a:lnTo>
                  <a:pt x="1530145" y="74197"/>
                </a:lnTo>
                <a:lnTo>
                  <a:pt x="1530852" y="74396"/>
                </a:lnTo>
                <a:lnTo>
                  <a:pt x="1531545" y="74617"/>
                </a:lnTo>
                <a:lnTo>
                  <a:pt x="1532226" y="74858"/>
                </a:lnTo>
                <a:lnTo>
                  <a:pt x="1532894" y="75121"/>
                </a:lnTo>
                <a:lnTo>
                  <a:pt x="1533548" y="75405"/>
                </a:lnTo>
                <a:lnTo>
                  <a:pt x="1534189" y="75709"/>
                </a:lnTo>
                <a:lnTo>
                  <a:pt x="1534818" y="76035"/>
                </a:lnTo>
                <a:lnTo>
                  <a:pt x="1535433" y="76381"/>
                </a:lnTo>
                <a:lnTo>
                  <a:pt x="1536035" y="76749"/>
                </a:lnTo>
                <a:lnTo>
                  <a:pt x="1536624" y="77138"/>
                </a:lnTo>
                <a:lnTo>
                  <a:pt x="1537200" y="77547"/>
                </a:lnTo>
                <a:lnTo>
                  <a:pt x="1537762" y="77978"/>
                </a:lnTo>
                <a:lnTo>
                  <a:pt x="1538312" y="78430"/>
                </a:lnTo>
                <a:lnTo>
                  <a:pt x="1538848" y="78902"/>
                </a:lnTo>
                <a:lnTo>
                  <a:pt x="1539372" y="79396"/>
                </a:lnTo>
                <a:lnTo>
                  <a:pt x="1539878" y="79911"/>
                </a:lnTo>
                <a:lnTo>
                  <a:pt x="1540362" y="80448"/>
                </a:lnTo>
                <a:lnTo>
                  <a:pt x="1540825" y="81007"/>
                </a:lnTo>
                <a:lnTo>
                  <a:pt x="1541267" y="81588"/>
                </a:lnTo>
                <a:lnTo>
                  <a:pt x="1541687" y="82191"/>
                </a:lnTo>
                <a:lnTo>
                  <a:pt x="1542085" y="82816"/>
                </a:lnTo>
                <a:lnTo>
                  <a:pt x="1542462" y="83463"/>
                </a:lnTo>
                <a:lnTo>
                  <a:pt x="1542817" y="84132"/>
                </a:lnTo>
                <a:lnTo>
                  <a:pt x="1543151" y="84823"/>
                </a:lnTo>
                <a:lnTo>
                  <a:pt x="1543463" y="85535"/>
                </a:lnTo>
                <a:lnTo>
                  <a:pt x="1543754" y="86270"/>
                </a:lnTo>
                <a:lnTo>
                  <a:pt x="1544023" y="87026"/>
                </a:lnTo>
                <a:lnTo>
                  <a:pt x="1544271" y="87805"/>
                </a:lnTo>
                <a:lnTo>
                  <a:pt x="1544497" y="88605"/>
                </a:lnTo>
                <a:lnTo>
                  <a:pt x="1544702" y="89428"/>
                </a:lnTo>
                <a:lnTo>
                  <a:pt x="1544885" y="90272"/>
                </a:lnTo>
                <a:lnTo>
                  <a:pt x="1545046" y="91138"/>
                </a:lnTo>
                <a:lnTo>
                  <a:pt x="1545186" y="92027"/>
                </a:lnTo>
                <a:lnTo>
                  <a:pt x="1545305" y="92937"/>
                </a:lnTo>
                <a:lnTo>
                  <a:pt x="1545402" y="93869"/>
                </a:lnTo>
                <a:lnTo>
                  <a:pt x="1545477" y="94823"/>
                </a:lnTo>
                <a:lnTo>
                  <a:pt x="1545531" y="95799"/>
                </a:lnTo>
                <a:lnTo>
                  <a:pt x="1545563" y="96797"/>
                </a:lnTo>
                <a:lnTo>
                  <a:pt x="1545574" y="97817"/>
                </a:lnTo>
                <a:lnTo>
                  <a:pt x="1545562" y="98782"/>
                </a:lnTo>
                <a:lnTo>
                  <a:pt x="1545527" y="99727"/>
                </a:lnTo>
                <a:lnTo>
                  <a:pt x="1545470" y="100654"/>
                </a:lnTo>
                <a:lnTo>
                  <a:pt x="1545388" y="101561"/>
                </a:lnTo>
                <a:lnTo>
                  <a:pt x="1545284" y="102448"/>
                </a:lnTo>
                <a:lnTo>
                  <a:pt x="1545157" y="103316"/>
                </a:lnTo>
                <a:lnTo>
                  <a:pt x="1545006" y="104165"/>
                </a:lnTo>
                <a:lnTo>
                  <a:pt x="1544832" y="104994"/>
                </a:lnTo>
                <a:lnTo>
                  <a:pt x="1544635" y="105805"/>
                </a:lnTo>
                <a:lnTo>
                  <a:pt x="1544415" y="106595"/>
                </a:lnTo>
                <a:lnTo>
                  <a:pt x="1544172" y="107366"/>
                </a:lnTo>
                <a:lnTo>
                  <a:pt x="1543905" y="108118"/>
                </a:lnTo>
                <a:lnTo>
                  <a:pt x="1543616" y="108851"/>
                </a:lnTo>
                <a:lnTo>
                  <a:pt x="1543303" y="109564"/>
                </a:lnTo>
                <a:lnTo>
                  <a:pt x="1542967" y="110258"/>
                </a:lnTo>
                <a:lnTo>
                  <a:pt x="1542608" y="110932"/>
                </a:lnTo>
                <a:lnTo>
                  <a:pt x="1542225" y="111588"/>
                </a:lnTo>
                <a:lnTo>
                  <a:pt x="1541820" y="112223"/>
                </a:lnTo>
                <a:lnTo>
                  <a:pt x="1541391" y="112840"/>
                </a:lnTo>
                <a:lnTo>
                  <a:pt x="1540939" y="113437"/>
                </a:lnTo>
                <a:lnTo>
                  <a:pt x="1540464" y="114014"/>
                </a:lnTo>
                <a:lnTo>
                  <a:pt x="1539966" y="114572"/>
                </a:lnTo>
                <a:lnTo>
                  <a:pt x="1539444" y="115111"/>
                </a:lnTo>
                <a:lnTo>
                  <a:pt x="1538900" y="115631"/>
                </a:lnTo>
                <a:lnTo>
                  <a:pt x="1538338" y="116130"/>
                </a:lnTo>
                <a:lnTo>
                  <a:pt x="1537765" y="116608"/>
                </a:lnTo>
                <a:lnTo>
                  <a:pt x="1537180" y="117065"/>
                </a:lnTo>
                <a:lnTo>
                  <a:pt x="1536584" y="117500"/>
                </a:lnTo>
                <a:lnTo>
                  <a:pt x="1535976" y="117914"/>
                </a:lnTo>
                <a:lnTo>
                  <a:pt x="1535356" y="118307"/>
                </a:lnTo>
                <a:lnTo>
                  <a:pt x="1534726" y="118679"/>
                </a:lnTo>
                <a:lnTo>
                  <a:pt x="1534084" y="119030"/>
                </a:lnTo>
                <a:lnTo>
                  <a:pt x="1533430" y="119359"/>
                </a:lnTo>
                <a:lnTo>
                  <a:pt x="1532765" y="119667"/>
                </a:lnTo>
                <a:lnTo>
                  <a:pt x="1532088" y="119954"/>
                </a:lnTo>
                <a:lnTo>
                  <a:pt x="1531400" y="120219"/>
                </a:lnTo>
                <a:lnTo>
                  <a:pt x="1530701" y="120463"/>
                </a:lnTo>
                <a:lnTo>
                  <a:pt x="1529990" y="120686"/>
                </a:lnTo>
                <a:lnTo>
                  <a:pt x="1529267" y="120888"/>
                </a:lnTo>
                <a:lnTo>
                  <a:pt x="1528533" y="121069"/>
                </a:lnTo>
                <a:lnTo>
                  <a:pt x="1527788" y="121228"/>
                </a:lnTo>
                <a:lnTo>
                  <a:pt x="1527031" y="121366"/>
                </a:lnTo>
                <a:lnTo>
                  <a:pt x="1526263" y="121483"/>
                </a:lnTo>
                <a:lnTo>
                  <a:pt x="1525483" y="121579"/>
                </a:lnTo>
                <a:lnTo>
                  <a:pt x="1524691" y="121653"/>
                </a:lnTo>
                <a:lnTo>
                  <a:pt x="1523889" y="121706"/>
                </a:lnTo>
                <a:lnTo>
                  <a:pt x="1523075" y="121738"/>
                </a:lnTo>
                <a:lnTo>
                  <a:pt x="1522249" y="121749"/>
                </a:lnTo>
                <a:lnTo>
                  <a:pt x="1521522" y="121738"/>
                </a:lnTo>
                <a:lnTo>
                  <a:pt x="1520802" y="121707"/>
                </a:lnTo>
                <a:lnTo>
                  <a:pt x="1520088" y="121654"/>
                </a:lnTo>
                <a:lnTo>
                  <a:pt x="1519382" y="121581"/>
                </a:lnTo>
                <a:lnTo>
                  <a:pt x="1518682" y="121486"/>
                </a:lnTo>
                <a:close/>
                <a:moveTo>
                  <a:pt x="1517944" y="213489"/>
                </a:moveTo>
                <a:lnTo>
                  <a:pt x="1516797" y="213396"/>
                </a:lnTo>
                <a:lnTo>
                  <a:pt x="1515680" y="213286"/>
                </a:lnTo>
                <a:lnTo>
                  <a:pt x="1514594" y="213159"/>
                </a:lnTo>
                <a:lnTo>
                  <a:pt x="1513538" y="213015"/>
                </a:lnTo>
                <a:lnTo>
                  <a:pt x="1512512" y="212854"/>
                </a:lnTo>
                <a:lnTo>
                  <a:pt x="1511517" y="212676"/>
                </a:lnTo>
                <a:lnTo>
                  <a:pt x="1510553" y="212482"/>
                </a:lnTo>
                <a:lnTo>
                  <a:pt x="1509618" y="212270"/>
                </a:lnTo>
                <a:lnTo>
                  <a:pt x="1508715" y="212042"/>
                </a:lnTo>
                <a:lnTo>
                  <a:pt x="1507841" y="211796"/>
                </a:lnTo>
                <a:lnTo>
                  <a:pt x="1506998" y="211534"/>
                </a:lnTo>
                <a:lnTo>
                  <a:pt x="1506186" y="211255"/>
                </a:lnTo>
                <a:lnTo>
                  <a:pt x="1505404" y="210958"/>
                </a:lnTo>
                <a:lnTo>
                  <a:pt x="1504652" y="210645"/>
                </a:lnTo>
                <a:lnTo>
                  <a:pt x="1503931" y="210315"/>
                </a:lnTo>
                <a:lnTo>
                  <a:pt x="1503240" y="209968"/>
                </a:lnTo>
                <a:lnTo>
                  <a:pt x="1502580" y="209604"/>
                </a:lnTo>
                <a:lnTo>
                  <a:pt x="1501950" y="209223"/>
                </a:lnTo>
                <a:lnTo>
                  <a:pt x="1501351" y="208826"/>
                </a:lnTo>
                <a:lnTo>
                  <a:pt x="1500779" y="208418"/>
                </a:lnTo>
                <a:lnTo>
                  <a:pt x="1500231" y="208007"/>
                </a:lnTo>
                <a:lnTo>
                  <a:pt x="1499707" y="207594"/>
                </a:lnTo>
                <a:lnTo>
                  <a:pt x="1499208" y="207178"/>
                </a:lnTo>
                <a:lnTo>
                  <a:pt x="1498734" y="206759"/>
                </a:lnTo>
                <a:lnTo>
                  <a:pt x="1498283" y="206337"/>
                </a:lnTo>
                <a:lnTo>
                  <a:pt x="1497857" y="205912"/>
                </a:lnTo>
                <a:lnTo>
                  <a:pt x="1497456" y="205485"/>
                </a:lnTo>
                <a:lnTo>
                  <a:pt x="1497078" y="205055"/>
                </a:lnTo>
                <a:lnTo>
                  <a:pt x="1496725" y="204621"/>
                </a:lnTo>
                <a:lnTo>
                  <a:pt x="1496397" y="204185"/>
                </a:lnTo>
                <a:lnTo>
                  <a:pt x="1496092" y="203746"/>
                </a:lnTo>
                <a:lnTo>
                  <a:pt x="1495812" y="203305"/>
                </a:lnTo>
                <a:lnTo>
                  <a:pt x="1495557" y="202860"/>
                </a:lnTo>
                <a:lnTo>
                  <a:pt x="1495326" y="202413"/>
                </a:lnTo>
                <a:lnTo>
                  <a:pt x="1495119" y="201963"/>
                </a:lnTo>
                <a:lnTo>
                  <a:pt x="1494936" y="201509"/>
                </a:lnTo>
                <a:lnTo>
                  <a:pt x="1494778" y="201054"/>
                </a:lnTo>
                <a:lnTo>
                  <a:pt x="1494644" y="200595"/>
                </a:lnTo>
                <a:lnTo>
                  <a:pt x="1494534" y="200133"/>
                </a:lnTo>
                <a:lnTo>
                  <a:pt x="1494449" y="199669"/>
                </a:lnTo>
                <a:lnTo>
                  <a:pt x="1494388" y="199202"/>
                </a:lnTo>
                <a:lnTo>
                  <a:pt x="1494352" y="198731"/>
                </a:lnTo>
                <a:lnTo>
                  <a:pt x="1494340" y="198259"/>
                </a:lnTo>
                <a:lnTo>
                  <a:pt x="1494345" y="197854"/>
                </a:lnTo>
                <a:lnTo>
                  <a:pt x="1494363" y="197454"/>
                </a:lnTo>
                <a:lnTo>
                  <a:pt x="1494391" y="197058"/>
                </a:lnTo>
                <a:lnTo>
                  <a:pt x="1494431" y="196666"/>
                </a:lnTo>
                <a:lnTo>
                  <a:pt x="1494483" y="196277"/>
                </a:lnTo>
                <a:lnTo>
                  <a:pt x="1494546" y="195893"/>
                </a:lnTo>
                <a:lnTo>
                  <a:pt x="1494621" y="195513"/>
                </a:lnTo>
                <a:lnTo>
                  <a:pt x="1494707" y="195136"/>
                </a:lnTo>
                <a:lnTo>
                  <a:pt x="1494804" y="194764"/>
                </a:lnTo>
                <a:lnTo>
                  <a:pt x="1494913" y="194396"/>
                </a:lnTo>
                <a:lnTo>
                  <a:pt x="1495034" y="194032"/>
                </a:lnTo>
                <a:lnTo>
                  <a:pt x="1495165" y="193671"/>
                </a:lnTo>
                <a:lnTo>
                  <a:pt x="1495309" y="193315"/>
                </a:lnTo>
                <a:lnTo>
                  <a:pt x="1495464" y="192963"/>
                </a:lnTo>
                <a:lnTo>
                  <a:pt x="1495630" y="192614"/>
                </a:lnTo>
                <a:lnTo>
                  <a:pt x="1495808" y="192270"/>
                </a:lnTo>
                <a:lnTo>
                  <a:pt x="1495997" y="191930"/>
                </a:lnTo>
                <a:lnTo>
                  <a:pt x="1496198" y="191593"/>
                </a:lnTo>
                <a:lnTo>
                  <a:pt x="1496410" y="191261"/>
                </a:lnTo>
                <a:lnTo>
                  <a:pt x="1496634" y="190933"/>
                </a:lnTo>
                <a:lnTo>
                  <a:pt x="1496869" y="190608"/>
                </a:lnTo>
                <a:lnTo>
                  <a:pt x="1497115" y="190288"/>
                </a:lnTo>
                <a:lnTo>
                  <a:pt x="1497373" y="189971"/>
                </a:lnTo>
                <a:lnTo>
                  <a:pt x="1497643" y="189659"/>
                </a:lnTo>
                <a:lnTo>
                  <a:pt x="1497922" y="189352"/>
                </a:lnTo>
                <a:lnTo>
                  <a:pt x="1498207" y="189050"/>
                </a:lnTo>
                <a:lnTo>
                  <a:pt x="1498499" y="188754"/>
                </a:lnTo>
                <a:lnTo>
                  <a:pt x="1498798" y="188465"/>
                </a:lnTo>
                <a:lnTo>
                  <a:pt x="1499104" y="188181"/>
                </a:lnTo>
                <a:lnTo>
                  <a:pt x="1499417" y="187903"/>
                </a:lnTo>
                <a:lnTo>
                  <a:pt x="1499736" y="187631"/>
                </a:lnTo>
                <a:lnTo>
                  <a:pt x="1500062" y="187364"/>
                </a:lnTo>
                <a:lnTo>
                  <a:pt x="1500395" y="187104"/>
                </a:lnTo>
                <a:lnTo>
                  <a:pt x="1500735" y="186849"/>
                </a:lnTo>
                <a:lnTo>
                  <a:pt x="1501082" y="186601"/>
                </a:lnTo>
                <a:lnTo>
                  <a:pt x="1501435" y="186358"/>
                </a:lnTo>
                <a:lnTo>
                  <a:pt x="1501795" y="186121"/>
                </a:lnTo>
                <a:lnTo>
                  <a:pt x="1502162" y="185890"/>
                </a:lnTo>
                <a:lnTo>
                  <a:pt x="1502536" y="185665"/>
                </a:lnTo>
                <a:lnTo>
                  <a:pt x="1502916" y="185446"/>
                </a:lnTo>
                <a:lnTo>
                  <a:pt x="1503303" y="185232"/>
                </a:lnTo>
                <a:lnTo>
                  <a:pt x="1503697" y="185025"/>
                </a:lnTo>
                <a:lnTo>
                  <a:pt x="1504098" y="184823"/>
                </a:lnTo>
                <a:lnTo>
                  <a:pt x="1504506" y="184628"/>
                </a:lnTo>
                <a:lnTo>
                  <a:pt x="1504920" y="184438"/>
                </a:lnTo>
                <a:lnTo>
                  <a:pt x="1505342" y="184254"/>
                </a:lnTo>
                <a:lnTo>
                  <a:pt x="1505770" y="184076"/>
                </a:lnTo>
                <a:lnTo>
                  <a:pt x="1506204" y="183904"/>
                </a:lnTo>
                <a:lnTo>
                  <a:pt x="1530204" y="183904"/>
                </a:lnTo>
                <a:lnTo>
                  <a:pt x="1531017" y="183907"/>
                </a:lnTo>
                <a:lnTo>
                  <a:pt x="1531817" y="183915"/>
                </a:lnTo>
                <a:lnTo>
                  <a:pt x="1532603" y="183929"/>
                </a:lnTo>
                <a:lnTo>
                  <a:pt x="1533376" y="183949"/>
                </a:lnTo>
                <a:lnTo>
                  <a:pt x="1534135" y="183974"/>
                </a:lnTo>
                <a:lnTo>
                  <a:pt x="1534880" y="184005"/>
                </a:lnTo>
                <a:lnTo>
                  <a:pt x="1535612" y="184042"/>
                </a:lnTo>
                <a:lnTo>
                  <a:pt x="1536331" y="184084"/>
                </a:lnTo>
                <a:lnTo>
                  <a:pt x="1537036" y="184132"/>
                </a:lnTo>
                <a:lnTo>
                  <a:pt x="1537727" y="184185"/>
                </a:lnTo>
                <a:lnTo>
                  <a:pt x="1538404" y="184244"/>
                </a:lnTo>
                <a:lnTo>
                  <a:pt x="1539068" y="184309"/>
                </a:lnTo>
                <a:lnTo>
                  <a:pt x="1539719" y="184380"/>
                </a:lnTo>
                <a:lnTo>
                  <a:pt x="1540356" y="184456"/>
                </a:lnTo>
                <a:lnTo>
                  <a:pt x="1540979" y="184537"/>
                </a:lnTo>
                <a:lnTo>
                  <a:pt x="1541589" y="184625"/>
                </a:lnTo>
                <a:lnTo>
                  <a:pt x="1542185" y="184718"/>
                </a:lnTo>
                <a:lnTo>
                  <a:pt x="1542768" y="184816"/>
                </a:lnTo>
                <a:lnTo>
                  <a:pt x="1543337" y="184920"/>
                </a:lnTo>
                <a:lnTo>
                  <a:pt x="1543892" y="185030"/>
                </a:lnTo>
                <a:lnTo>
                  <a:pt x="1544434" y="185146"/>
                </a:lnTo>
                <a:lnTo>
                  <a:pt x="1544962" y="185267"/>
                </a:lnTo>
                <a:lnTo>
                  <a:pt x="1545477" y="185393"/>
                </a:lnTo>
                <a:lnTo>
                  <a:pt x="1545978" y="185526"/>
                </a:lnTo>
                <a:lnTo>
                  <a:pt x="1546467" y="185664"/>
                </a:lnTo>
                <a:lnTo>
                  <a:pt x="1546944" y="185806"/>
                </a:lnTo>
                <a:lnTo>
                  <a:pt x="1547409" y="185954"/>
                </a:lnTo>
                <a:lnTo>
                  <a:pt x="1547862" y="186106"/>
                </a:lnTo>
                <a:lnTo>
                  <a:pt x="1548304" y="186262"/>
                </a:lnTo>
                <a:lnTo>
                  <a:pt x="1548734" y="186424"/>
                </a:lnTo>
                <a:lnTo>
                  <a:pt x="1549152" y="186590"/>
                </a:lnTo>
                <a:lnTo>
                  <a:pt x="1549559" y="186760"/>
                </a:lnTo>
                <a:lnTo>
                  <a:pt x="1549954" y="186936"/>
                </a:lnTo>
                <a:lnTo>
                  <a:pt x="1550337" y="187116"/>
                </a:lnTo>
                <a:lnTo>
                  <a:pt x="1550708" y="187301"/>
                </a:lnTo>
                <a:lnTo>
                  <a:pt x="1551068" y="187490"/>
                </a:lnTo>
                <a:lnTo>
                  <a:pt x="1551416" y="187685"/>
                </a:lnTo>
                <a:lnTo>
                  <a:pt x="1551752" y="187883"/>
                </a:lnTo>
                <a:lnTo>
                  <a:pt x="1552077" y="188087"/>
                </a:lnTo>
                <a:lnTo>
                  <a:pt x="1552390" y="188295"/>
                </a:lnTo>
                <a:lnTo>
                  <a:pt x="1552691" y="188508"/>
                </a:lnTo>
                <a:lnTo>
                  <a:pt x="1552981" y="188726"/>
                </a:lnTo>
                <a:lnTo>
                  <a:pt x="1553259" y="188949"/>
                </a:lnTo>
                <a:lnTo>
                  <a:pt x="1553525" y="189176"/>
                </a:lnTo>
                <a:lnTo>
                  <a:pt x="1553779" y="189407"/>
                </a:lnTo>
                <a:lnTo>
                  <a:pt x="1554022" y="189644"/>
                </a:lnTo>
                <a:lnTo>
                  <a:pt x="1554253" y="189885"/>
                </a:lnTo>
                <a:lnTo>
                  <a:pt x="1554472" y="190131"/>
                </a:lnTo>
                <a:lnTo>
                  <a:pt x="1554681" y="190382"/>
                </a:lnTo>
                <a:lnTo>
                  <a:pt x="1554882" y="190638"/>
                </a:lnTo>
                <a:lnTo>
                  <a:pt x="1555073" y="190898"/>
                </a:lnTo>
                <a:lnTo>
                  <a:pt x="1555255" y="191163"/>
                </a:lnTo>
                <a:lnTo>
                  <a:pt x="1555429" y="191433"/>
                </a:lnTo>
                <a:lnTo>
                  <a:pt x="1555593" y="191707"/>
                </a:lnTo>
                <a:lnTo>
                  <a:pt x="1555749" y="191986"/>
                </a:lnTo>
                <a:lnTo>
                  <a:pt x="1555896" y="192270"/>
                </a:lnTo>
                <a:lnTo>
                  <a:pt x="1556033" y="192558"/>
                </a:lnTo>
                <a:lnTo>
                  <a:pt x="1556162" y="192852"/>
                </a:lnTo>
                <a:lnTo>
                  <a:pt x="1556282" y="193150"/>
                </a:lnTo>
                <a:lnTo>
                  <a:pt x="1556394" y="193452"/>
                </a:lnTo>
                <a:lnTo>
                  <a:pt x="1556496" y="193759"/>
                </a:lnTo>
                <a:lnTo>
                  <a:pt x="1556589" y="194071"/>
                </a:lnTo>
                <a:lnTo>
                  <a:pt x="1556674" y="194388"/>
                </a:lnTo>
                <a:lnTo>
                  <a:pt x="1556749" y="194710"/>
                </a:lnTo>
                <a:lnTo>
                  <a:pt x="1556816" y="195036"/>
                </a:lnTo>
                <a:lnTo>
                  <a:pt x="1556874" y="195366"/>
                </a:lnTo>
                <a:lnTo>
                  <a:pt x="1556923" y="195702"/>
                </a:lnTo>
                <a:lnTo>
                  <a:pt x="1556963" y="196042"/>
                </a:lnTo>
                <a:lnTo>
                  <a:pt x="1556994" y="196387"/>
                </a:lnTo>
                <a:lnTo>
                  <a:pt x="1557016" y="196736"/>
                </a:lnTo>
                <a:lnTo>
                  <a:pt x="1557030" y="197091"/>
                </a:lnTo>
                <a:lnTo>
                  <a:pt x="1557034" y="197450"/>
                </a:lnTo>
                <a:lnTo>
                  <a:pt x="1557021" y="198010"/>
                </a:lnTo>
                <a:lnTo>
                  <a:pt x="1556983" y="198564"/>
                </a:lnTo>
                <a:lnTo>
                  <a:pt x="1556918" y="199111"/>
                </a:lnTo>
                <a:lnTo>
                  <a:pt x="1556828" y="199650"/>
                </a:lnTo>
                <a:lnTo>
                  <a:pt x="1556712" y="200183"/>
                </a:lnTo>
                <a:lnTo>
                  <a:pt x="1556571" y="200708"/>
                </a:lnTo>
                <a:lnTo>
                  <a:pt x="1556403" y="201226"/>
                </a:lnTo>
                <a:lnTo>
                  <a:pt x="1556210" y="201738"/>
                </a:lnTo>
                <a:lnTo>
                  <a:pt x="1555991" y="202242"/>
                </a:lnTo>
                <a:lnTo>
                  <a:pt x="1555747" y="202739"/>
                </a:lnTo>
                <a:lnTo>
                  <a:pt x="1555476" y="203230"/>
                </a:lnTo>
                <a:lnTo>
                  <a:pt x="1555180" y="203713"/>
                </a:lnTo>
                <a:lnTo>
                  <a:pt x="1554858" y="204189"/>
                </a:lnTo>
                <a:lnTo>
                  <a:pt x="1554511" y="204658"/>
                </a:lnTo>
                <a:lnTo>
                  <a:pt x="1554137" y="205120"/>
                </a:lnTo>
                <a:lnTo>
                  <a:pt x="1553738" y="205575"/>
                </a:lnTo>
                <a:lnTo>
                  <a:pt x="1553314" y="206023"/>
                </a:lnTo>
                <a:lnTo>
                  <a:pt x="1552863" y="206463"/>
                </a:lnTo>
                <a:lnTo>
                  <a:pt x="1552387" y="206897"/>
                </a:lnTo>
                <a:lnTo>
                  <a:pt x="1551884" y="207324"/>
                </a:lnTo>
                <a:lnTo>
                  <a:pt x="1551357" y="207744"/>
                </a:lnTo>
                <a:lnTo>
                  <a:pt x="1550803" y="208156"/>
                </a:lnTo>
                <a:lnTo>
                  <a:pt x="1550224" y="208562"/>
                </a:lnTo>
                <a:lnTo>
                  <a:pt x="1549619" y="208960"/>
                </a:lnTo>
                <a:lnTo>
                  <a:pt x="1548982" y="209347"/>
                </a:lnTo>
                <a:lnTo>
                  <a:pt x="1548309" y="209717"/>
                </a:lnTo>
                <a:lnTo>
                  <a:pt x="1547598" y="210071"/>
                </a:lnTo>
                <a:lnTo>
                  <a:pt x="1546851" y="210409"/>
                </a:lnTo>
                <a:lnTo>
                  <a:pt x="1546067" y="210730"/>
                </a:lnTo>
                <a:lnTo>
                  <a:pt x="1545245" y="211034"/>
                </a:lnTo>
                <a:lnTo>
                  <a:pt x="1544387" y="211322"/>
                </a:lnTo>
                <a:lnTo>
                  <a:pt x="1543492" y="211594"/>
                </a:lnTo>
                <a:lnTo>
                  <a:pt x="1542559" y="211849"/>
                </a:lnTo>
                <a:lnTo>
                  <a:pt x="1541590" y="212087"/>
                </a:lnTo>
                <a:lnTo>
                  <a:pt x="1540584" y="212310"/>
                </a:lnTo>
                <a:lnTo>
                  <a:pt x="1539540" y="212515"/>
                </a:lnTo>
                <a:lnTo>
                  <a:pt x="1538460" y="212705"/>
                </a:lnTo>
                <a:lnTo>
                  <a:pt x="1537343" y="212877"/>
                </a:lnTo>
                <a:lnTo>
                  <a:pt x="1536189" y="213034"/>
                </a:lnTo>
                <a:lnTo>
                  <a:pt x="1534997" y="213174"/>
                </a:lnTo>
                <a:lnTo>
                  <a:pt x="1533769" y="213297"/>
                </a:lnTo>
                <a:lnTo>
                  <a:pt x="1532504" y="213404"/>
                </a:lnTo>
                <a:lnTo>
                  <a:pt x="1531202" y="213495"/>
                </a:lnTo>
                <a:lnTo>
                  <a:pt x="1529863" y="213569"/>
                </a:lnTo>
                <a:lnTo>
                  <a:pt x="1528487" y="213626"/>
                </a:lnTo>
                <a:lnTo>
                  <a:pt x="1527074" y="213667"/>
                </a:lnTo>
                <a:lnTo>
                  <a:pt x="1525623" y="213692"/>
                </a:lnTo>
                <a:lnTo>
                  <a:pt x="1524136" y="213700"/>
                </a:lnTo>
                <a:lnTo>
                  <a:pt x="1522837" y="213692"/>
                </a:lnTo>
                <a:lnTo>
                  <a:pt x="1521568" y="213667"/>
                </a:lnTo>
                <a:lnTo>
                  <a:pt x="1520330" y="213624"/>
                </a:lnTo>
                <a:lnTo>
                  <a:pt x="1519122" y="213565"/>
                </a:lnTo>
                <a:lnTo>
                  <a:pt x="1517944" y="213489"/>
                </a:lnTo>
                <a:close/>
                <a:moveTo>
                  <a:pt x="1652231" y="3775"/>
                </a:moveTo>
                <a:lnTo>
                  <a:pt x="1652231" y="35325"/>
                </a:lnTo>
                <a:lnTo>
                  <a:pt x="1700769" y="35325"/>
                </a:lnTo>
                <a:lnTo>
                  <a:pt x="1700769" y="185252"/>
                </a:lnTo>
                <a:lnTo>
                  <a:pt x="1738655" y="185252"/>
                </a:lnTo>
                <a:lnTo>
                  <a:pt x="1738655" y="35325"/>
                </a:lnTo>
                <a:lnTo>
                  <a:pt x="1786923" y="35325"/>
                </a:lnTo>
                <a:lnTo>
                  <a:pt x="1786923" y="3775"/>
                </a:lnTo>
                <a:lnTo>
                  <a:pt x="1652231" y="3775"/>
                </a:lnTo>
                <a:close/>
                <a:moveTo>
                  <a:pt x="1352197" y="94818"/>
                </a:moveTo>
                <a:lnTo>
                  <a:pt x="1352686" y="94232"/>
                </a:lnTo>
                <a:lnTo>
                  <a:pt x="1353182" y="93653"/>
                </a:lnTo>
                <a:lnTo>
                  <a:pt x="1353684" y="93082"/>
                </a:lnTo>
                <a:lnTo>
                  <a:pt x="1354193" y="92519"/>
                </a:lnTo>
                <a:lnTo>
                  <a:pt x="1354709" y="91963"/>
                </a:lnTo>
                <a:lnTo>
                  <a:pt x="1355232" y="91414"/>
                </a:lnTo>
                <a:lnTo>
                  <a:pt x="1355762" y="90874"/>
                </a:lnTo>
                <a:lnTo>
                  <a:pt x="1356298" y="90341"/>
                </a:lnTo>
                <a:lnTo>
                  <a:pt x="1356841" y="89815"/>
                </a:lnTo>
                <a:lnTo>
                  <a:pt x="1357391" y="89297"/>
                </a:lnTo>
                <a:lnTo>
                  <a:pt x="1357948" y="88787"/>
                </a:lnTo>
                <a:lnTo>
                  <a:pt x="1358511" y="88285"/>
                </a:lnTo>
                <a:lnTo>
                  <a:pt x="1359082" y="87790"/>
                </a:lnTo>
                <a:lnTo>
                  <a:pt x="1359659" y="87302"/>
                </a:lnTo>
                <a:lnTo>
                  <a:pt x="1360243" y="86822"/>
                </a:lnTo>
                <a:lnTo>
                  <a:pt x="1360833" y="86350"/>
                </a:lnTo>
                <a:lnTo>
                  <a:pt x="1361431" y="85886"/>
                </a:lnTo>
                <a:lnTo>
                  <a:pt x="1362035" y="85429"/>
                </a:lnTo>
                <a:lnTo>
                  <a:pt x="1362646" y="84979"/>
                </a:lnTo>
                <a:lnTo>
                  <a:pt x="1363264" y="84538"/>
                </a:lnTo>
                <a:lnTo>
                  <a:pt x="1363889" y="84103"/>
                </a:lnTo>
                <a:lnTo>
                  <a:pt x="1364520" y="83677"/>
                </a:lnTo>
                <a:lnTo>
                  <a:pt x="1365160" y="83263"/>
                </a:lnTo>
                <a:lnTo>
                  <a:pt x="1365811" y="82867"/>
                </a:lnTo>
                <a:lnTo>
                  <a:pt x="1366472" y="82488"/>
                </a:lnTo>
                <a:lnTo>
                  <a:pt x="1367144" y="82127"/>
                </a:lnTo>
                <a:lnTo>
                  <a:pt x="1367826" y="81783"/>
                </a:lnTo>
                <a:lnTo>
                  <a:pt x="1368519" y="81457"/>
                </a:lnTo>
                <a:lnTo>
                  <a:pt x="1369222" y="81149"/>
                </a:lnTo>
                <a:lnTo>
                  <a:pt x="1369936" y="80859"/>
                </a:lnTo>
                <a:lnTo>
                  <a:pt x="1370660" y="80586"/>
                </a:lnTo>
                <a:lnTo>
                  <a:pt x="1371395" y="80330"/>
                </a:lnTo>
                <a:lnTo>
                  <a:pt x="1372140" y="80092"/>
                </a:lnTo>
                <a:lnTo>
                  <a:pt x="1372896" y="79872"/>
                </a:lnTo>
                <a:lnTo>
                  <a:pt x="1373663" y="79670"/>
                </a:lnTo>
                <a:lnTo>
                  <a:pt x="1374440" y="79485"/>
                </a:lnTo>
                <a:lnTo>
                  <a:pt x="1375227" y="79317"/>
                </a:lnTo>
                <a:lnTo>
                  <a:pt x="1376025" y="79168"/>
                </a:lnTo>
                <a:lnTo>
                  <a:pt x="1376834" y="79036"/>
                </a:lnTo>
                <a:lnTo>
                  <a:pt x="1377653" y="78921"/>
                </a:lnTo>
                <a:lnTo>
                  <a:pt x="1378483" y="78824"/>
                </a:lnTo>
                <a:lnTo>
                  <a:pt x="1379323" y="78745"/>
                </a:lnTo>
                <a:lnTo>
                  <a:pt x="1380174" y="78683"/>
                </a:lnTo>
                <a:lnTo>
                  <a:pt x="1381035" y="78639"/>
                </a:lnTo>
                <a:lnTo>
                  <a:pt x="1381907" y="78613"/>
                </a:lnTo>
                <a:lnTo>
                  <a:pt x="1382789" y="78604"/>
                </a:lnTo>
                <a:lnTo>
                  <a:pt x="1383380" y="78609"/>
                </a:lnTo>
                <a:lnTo>
                  <a:pt x="1383961" y="78625"/>
                </a:lnTo>
                <a:lnTo>
                  <a:pt x="1384532" y="78651"/>
                </a:lnTo>
                <a:lnTo>
                  <a:pt x="1385094" y="78688"/>
                </a:lnTo>
                <a:lnTo>
                  <a:pt x="1385647" y="78735"/>
                </a:lnTo>
                <a:lnTo>
                  <a:pt x="1386189" y="78793"/>
                </a:lnTo>
                <a:lnTo>
                  <a:pt x="1386722" y="78861"/>
                </a:lnTo>
                <a:lnTo>
                  <a:pt x="1387246" y="78939"/>
                </a:lnTo>
                <a:lnTo>
                  <a:pt x="1387760" y="79028"/>
                </a:lnTo>
                <a:lnTo>
                  <a:pt x="1388264" y="79128"/>
                </a:lnTo>
                <a:lnTo>
                  <a:pt x="1388759" y="79238"/>
                </a:lnTo>
                <a:lnTo>
                  <a:pt x="1389244" y="79358"/>
                </a:lnTo>
                <a:lnTo>
                  <a:pt x="1389719" y="79489"/>
                </a:lnTo>
                <a:lnTo>
                  <a:pt x="1390185" y="79631"/>
                </a:lnTo>
                <a:lnTo>
                  <a:pt x="1390642" y="79782"/>
                </a:lnTo>
                <a:lnTo>
                  <a:pt x="1391088" y="79945"/>
                </a:lnTo>
                <a:lnTo>
                  <a:pt x="1391526" y="80118"/>
                </a:lnTo>
                <a:lnTo>
                  <a:pt x="1391953" y="80301"/>
                </a:lnTo>
                <a:lnTo>
                  <a:pt x="1392371" y="80495"/>
                </a:lnTo>
                <a:lnTo>
                  <a:pt x="1392779" y="80699"/>
                </a:lnTo>
                <a:lnTo>
                  <a:pt x="1393178" y="80914"/>
                </a:lnTo>
                <a:lnTo>
                  <a:pt x="1393567" y="81139"/>
                </a:lnTo>
                <a:lnTo>
                  <a:pt x="1393947" y="81375"/>
                </a:lnTo>
                <a:lnTo>
                  <a:pt x="1394317" y="81621"/>
                </a:lnTo>
                <a:lnTo>
                  <a:pt x="1394678" y="81876"/>
                </a:lnTo>
                <a:lnTo>
                  <a:pt x="1395031" y="82141"/>
                </a:lnTo>
                <a:lnTo>
                  <a:pt x="1395375" y="82413"/>
                </a:lnTo>
                <a:lnTo>
                  <a:pt x="1395712" y="82695"/>
                </a:lnTo>
                <a:lnTo>
                  <a:pt x="1396040" y="82985"/>
                </a:lnTo>
                <a:lnTo>
                  <a:pt x="1396360" y="83283"/>
                </a:lnTo>
                <a:lnTo>
                  <a:pt x="1396672" y="83590"/>
                </a:lnTo>
                <a:lnTo>
                  <a:pt x="1396976" y="83906"/>
                </a:lnTo>
                <a:lnTo>
                  <a:pt x="1397271" y="84230"/>
                </a:lnTo>
                <a:lnTo>
                  <a:pt x="1397559" y="84563"/>
                </a:lnTo>
                <a:lnTo>
                  <a:pt x="1397838" y="84904"/>
                </a:lnTo>
                <a:lnTo>
                  <a:pt x="1398109" y="85254"/>
                </a:lnTo>
                <a:lnTo>
                  <a:pt x="1398372" y="85612"/>
                </a:lnTo>
                <a:lnTo>
                  <a:pt x="1398626" y="85979"/>
                </a:lnTo>
                <a:lnTo>
                  <a:pt x="1398872" y="86355"/>
                </a:lnTo>
                <a:lnTo>
                  <a:pt x="1399111" y="86739"/>
                </a:lnTo>
                <a:lnTo>
                  <a:pt x="1399341" y="87131"/>
                </a:lnTo>
                <a:lnTo>
                  <a:pt x="1399562" y="87532"/>
                </a:lnTo>
                <a:lnTo>
                  <a:pt x="1399776" y="87942"/>
                </a:lnTo>
                <a:lnTo>
                  <a:pt x="1399981" y="88360"/>
                </a:lnTo>
                <a:lnTo>
                  <a:pt x="1400179" y="88787"/>
                </a:lnTo>
                <a:lnTo>
                  <a:pt x="1400368" y="89223"/>
                </a:lnTo>
                <a:lnTo>
                  <a:pt x="1400548" y="89667"/>
                </a:lnTo>
                <a:lnTo>
                  <a:pt x="1400721" y="90119"/>
                </a:lnTo>
                <a:lnTo>
                  <a:pt x="1400886" y="90579"/>
                </a:lnTo>
                <a:lnTo>
                  <a:pt x="1401044" y="91045"/>
                </a:lnTo>
                <a:lnTo>
                  <a:pt x="1401195" y="91517"/>
                </a:lnTo>
                <a:lnTo>
                  <a:pt x="1401339" y="91996"/>
                </a:lnTo>
                <a:lnTo>
                  <a:pt x="1401476" y="92481"/>
                </a:lnTo>
                <a:lnTo>
                  <a:pt x="1401606" y="92971"/>
                </a:lnTo>
                <a:lnTo>
                  <a:pt x="1401729" y="93469"/>
                </a:lnTo>
                <a:lnTo>
                  <a:pt x="1401845" y="93972"/>
                </a:lnTo>
                <a:lnTo>
                  <a:pt x="1401953" y="94481"/>
                </a:lnTo>
                <a:lnTo>
                  <a:pt x="1402055" y="94997"/>
                </a:lnTo>
                <a:lnTo>
                  <a:pt x="1402150" y="95519"/>
                </a:lnTo>
                <a:lnTo>
                  <a:pt x="1402238" y="96047"/>
                </a:lnTo>
                <a:lnTo>
                  <a:pt x="1402319" y="96582"/>
                </a:lnTo>
                <a:lnTo>
                  <a:pt x="1402392" y="97122"/>
                </a:lnTo>
                <a:lnTo>
                  <a:pt x="1402459" y="97669"/>
                </a:lnTo>
                <a:lnTo>
                  <a:pt x="1402519" y="98222"/>
                </a:lnTo>
                <a:lnTo>
                  <a:pt x="1402571" y="98781"/>
                </a:lnTo>
                <a:lnTo>
                  <a:pt x="1402617" y="99346"/>
                </a:lnTo>
                <a:lnTo>
                  <a:pt x="1402656" y="99918"/>
                </a:lnTo>
                <a:lnTo>
                  <a:pt x="1402687" y="100496"/>
                </a:lnTo>
                <a:lnTo>
                  <a:pt x="1402712" y="101080"/>
                </a:lnTo>
                <a:lnTo>
                  <a:pt x="1402729" y="101670"/>
                </a:lnTo>
                <a:lnTo>
                  <a:pt x="1402740" y="102266"/>
                </a:lnTo>
                <a:lnTo>
                  <a:pt x="1402743" y="102869"/>
                </a:lnTo>
                <a:lnTo>
                  <a:pt x="1402743" y="185252"/>
                </a:lnTo>
                <a:lnTo>
                  <a:pt x="1438203" y="185252"/>
                </a:lnTo>
                <a:lnTo>
                  <a:pt x="1438203" y="98512"/>
                </a:lnTo>
                <a:lnTo>
                  <a:pt x="1438184" y="96551"/>
                </a:lnTo>
                <a:lnTo>
                  <a:pt x="1438126" y="94630"/>
                </a:lnTo>
                <a:lnTo>
                  <a:pt x="1438030" y="92748"/>
                </a:lnTo>
                <a:lnTo>
                  <a:pt x="1437896" y="90906"/>
                </a:lnTo>
                <a:lnTo>
                  <a:pt x="1437723" y="89104"/>
                </a:lnTo>
                <a:lnTo>
                  <a:pt x="1437512" y="87341"/>
                </a:lnTo>
                <a:lnTo>
                  <a:pt x="1437262" y="85618"/>
                </a:lnTo>
                <a:lnTo>
                  <a:pt x="1436974" y="83934"/>
                </a:lnTo>
                <a:lnTo>
                  <a:pt x="1436648" y="82290"/>
                </a:lnTo>
                <a:lnTo>
                  <a:pt x="1436283" y="80686"/>
                </a:lnTo>
                <a:lnTo>
                  <a:pt x="1435880" y="79121"/>
                </a:lnTo>
                <a:lnTo>
                  <a:pt x="1435439" y="77596"/>
                </a:lnTo>
                <a:lnTo>
                  <a:pt x="1434959" y="76110"/>
                </a:lnTo>
                <a:lnTo>
                  <a:pt x="1434441" y="74664"/>
                </a:lnTo>
                <a:lnTo>
                  <a:pt x="1433884" y="73258"/>
                </a:lnTo>
                <a:lnTo>
                  <a:pt x="1433289" y="71891"/>
                </a:lnTo>
                <a:lnTo>
                  <a:pt x="1432656" y="70564"/>
                </a:lnTo>
                <a:lnTo>
                  <a:pt x="1431984" y="69276"/>
                </a:lnTo>
                <a:lnTo>
                  <a:pt x="1431274" y="68028"/>
                </a:lnTo>
                <a:lnTo>
                  <a:pt x="1430525" y="66820"/>
                </a:lnTo>
                <a:lnTo>
                  <a:pt x="1429738" y="65651"/>
                </a:lnTo>
                <a:lnTo>
                  <a:pt x="1428913" y="64522"/>
                </a:lnTo>
                <a:lnTo>
                  <a:pt x="1428049" y="63433"/>
                </a:lnTo>
                <a:lnTo>
                  <a:pt x="1427147" y="62383"/>
                </a:lnTo>
                <a:lnTo>
                  <a:pt x="1426210" y="61374"/>
                </a:lnTo>
                <a:lnTo>
                  <a:pt x="1425242" y="60408"/>
                </a:lnTo>
                <a:lnTo>
                  <a:pt x="1424242" y="59485"/>
                </a:lnTo>
                <a:lnTo>
                  <a:pt x="1423211" y="58605"/>
                </a:lnTo>
                <a:lnTo>
                  <a:pt x="1422148" y="57768"/>
                </a:lnTo>
                <a:lnTo>
                  <a:pt x="1421055" y="56974"/>
                </a:lnTo>
                <a:lnTo>
                  <a:pt x="1419929" y="56223"/>
                </a:lnTo>
                <a:lnTo>
                  <a:pt x="1418773" y="55515"/>
                </a:lnTo>
                <a:lnTo>
                  <a:pt x="1417585" y="54850"/>
                </a:lnTo>
                <a:lnTo>
                  <a:pt x="1416366" y="54227"/>
                </a:lnTo>
                <a:lnTo>
                  <a:pt x="1415115" y="53648"/>
                </a:lnTo>
                <a:lnTo>
                  <a:pt x="1413833" y="53111"/>
                </a:lnTo>
                <a:lnTo>
                  <a:pt x="1412520" y="52618"/>
                </a:lnTo>
                <a:lnTo>
                  <a:pt x="1411175" y="52167"/>
                </a:lnTo>
                <a:lnTo>
                  <a:pt x="1409799" y="51759"/>
                </a:lnTo>
                <a:lnTo>
                  <a:pt x="1408391" y="51394"/>
                </a:lnTo>
                <a:lnTo>
                  <a:pt x="1406952" y="51072"/>
                </a:lnTo>
                <a:lnTo>
                  <a:pt x="1405482" y="50793"/>
                </a:lnTo>
                <a:lnTo>
                  <a:pt x="1403981" y="50557"/>
                </a:lnTo>
                <a:lnTo>
                  <a:pt x="1402448" y="50364"/>
                </a:lnTo>
                <a:lnTo>
                  <a:pt x="1400883" y="50214"/>
                </a:lnTo>
                <a:lnTo>
                  <a:pt x="1399288" y="50107"/>
                </a:lnTo>
                <a:lnTo>
                  <a:pt x="1397661" y="50042"/>
                </a:lnTo>
                <a:lnTo>
                  <a:pt x="1396002" y="50021"/>
                </a:lnTo>
                <a:lnTo>
                  <a:pt x="1394575" y="50032"/>
                </a:lnTo>
                <a:lnTo>
                  <a:pt x="1393171" y="50066"/>
                </a:lnTo>
                <a:lnTo>
                  <a:pt x="1391789" y="50123"/>
                </a:lnTo>
                <a:lnTo>
                  <a:pt x="1390429" y="50202"/>
                </a:lnTo>
                <a:lnTo>
                  <a:pt x="1389092" y="50305"/>
                </a:lnTo>
                <a:lnTo>
                  <a:pt x="1387778" y="50429"/>
                </a:lnTo>
                <a:lnTo>
                  <a:pt x="1386486" y="50577"/>
                </a:lnTo>
                <a:lnTo>
                  <a:pt x="1385216" y="50747"/>
                </a:lnTo>
                <a:lnTo>
                  <a:pt x="1383969" y="50940"/>
                </a:lnTo>
                <a:lnTo>
                  <a:pt x="1382744" y="51156"/>
                </a:lnTo>
                <a:lnTo>
                  <a:pt x="1381542" y="51394"/>
                </a:lnTo>
                <a:lnTo>
                  <a:pt x="1380362" y="51656"/>
                </a:lnTo>
                <a:lnTo>
                  <a:pt x="1379205" y="51939"/>
                </a:lnTo>
                <a:lnTo>
                  <a:pt x="1378070" y="52246"/>
                </a:lnTo>
                <a:lnTo>
                  <a:pt x="1376958" y="52575"/>
                </a:lnTo>
                <a:lnTo>
                  <a:pt x="1375868" y="52927"/>
                </a:lnTo>
                <a:lnTo>
                  <a:pt x="1374801" y="53302"/>
                </a:lnTo>
                <a:lnTo>
                  <a:pt x="1373756" y="53699"/>
                </a:lnTo>
                <a:lnTo>
                  <a:pt x="1372733" y="54119"/>
                </a:lnTo>
                <a:lnTo>
                  <a:pt x="1371733" y="54562"/>
                </a:lnTo>
                <a:lnTo>
                  <a:pt x="1370756" y="55027"/>
                </a:lnTo>
                <a:lnTo>
                  <a:pt x="1369801" y="55515"/>
                </a:lnTo>
                <a:lnTo>
                  <a:pt x="1368868" y="56026"/>
                </a:lnTo>
                <a:lnTo>
                  <a:pt x="1367958" y="56560"/>
                </a:lnTo>
                <a:lnTo>
                  <a:pt x="1367067" y="57108"/>
                </a:lnTo>
                <a:lnTo>
                  <a:pt x="1366189" y="57663"/>
                </a:lnTo>
                <a:lnTo>
                  <a:pt x="1365327" y="58225"/>
                </a:lnTo>
                <a:lnTo>
                  <a:pt x="1364479" y="58794"/>
                </a:lnTo>
                <a:lnTo>
                  <a:pt x="1363645" y="59369"/>
                </a:lnTo>
                <a:lnTo>
                  <a:pt x="1362826" y="59952"/>
                </a:lnTo>
                <a:lnTo>
                  <a:pt x="1362022" y="60541"/>
                </a:lnTo>
                <a:lnTo>
                  <a:pt x="1361232" y="61136"/>
                </a:lnTo>
                <a:lnTo>
                  <a:pt x="1360456" y="61739"/>
                </a:lnTo>
                <a:lnTo>
                  <a:pt x="1359695" y="62348"/>
                </a:lnTo>
                <a:lnTo>
                  <a:pt x="1358949" y="62965"/>
                </a:lnTo>
                <a:lnTo>
                  <a:pt x="1358217" y="63588"/>
                </a:lnTo>
                <a:lnTo>
                  <a:pt x="1357499" y="64217"/>
                </a:lnTo>
                <a:lnTo>
                  <a:pt x="1356797" y="64854"/>
                </a:lnTo>
                <a:lnTo>
                  <a:pt x="1356108" y="65497"/>
                </a:lnTo>
                <a:lnTo>
                  <a:pt x="1355434" y="66148"/>
                </a:lnTo>
                <a:lnTo>
                  <a:pt x="1354775" y="66804"/>
                </a:lnTo>
                <a:lnTo>
                  <a:pt x="1354130" y="67468"/>
                </a:lnTo>
                <a:lnTo>
                  <a:pt x="1353500" y="68139"/>
                </a:lnTo>
                <a:lnTo>
                  <a:pt x="1352884" y="68816"/>
                </a:lnTo>
                <a:lnTo>
                  <a:pt x="1352282" y="69500"/>
                </a:lnTo>
                <a:lnTo>
                  <a:pt x="1351696" y="70191"/>
                </a:lnTo>
                <a:lnTo>
                  <a:pt x="1351123" y="70889"/>
                </a:lnTo>
                <a:lnTo>
                  <a:pt x="1350565" y="71593"/>
                </a:lnTo>
                <a:lnTo>
                  <a:pt x="1349891" y="52043"/>
                </a:lnTo>
                <a:lnTo>
                  <a:pt x="1315511" y="52043"/>
                </a:lnTo>
                <a:lnTo>
                  <a:pt x="1315511" y="185252"/>
                </a:lnTo>
                <a:lnTo>
                  <a:pt x="1351240" y="185252"/>
                </a:lnTo>
                <a:lnTo>
                  <a:pt x="1351240" y="96014"/>
                </a:lnTo>
                <a:lnTo>
                  <a:pt x="1351715" y="95412"/>
                </a:lnTo>
                <a:lnTo>
                  <a:pt x="1352197" y="94818"/>
                </a:lnTo>
                <a:close/>
                <a:moveTo>
                  <a:pt x="1276686" y="185252"/>
                </a:moveTo>
                <a:lnTo>
                  <a:pt x="1276686" y="52043"/>
                </a:lnTo>
                <a:lnTo>
                  <a:pt x="1240957" y="52043"/>
                </a:lnTo>
                <a:lnTo>
                  <a:pt x="1240957" y="185252"/>
                </a:lnTo>
                <a:lnTo>
                  <a:pt x="1276686" y="1852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argetSystem">
            <a:extLst xmlns:a="http://schemas.openxmlformats.org/drawingml/2006/main">
              <a:ext uri="{FF2B5EF4-FFF2-40B4-BE49-F238E27FC236}">
                <a16:creationId xmlns:a16="http://schemas.microsoft.com/office/drawing/2014/main" id="{5915D420-7969-4CE2-AB88-2999709D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841" y="78944"/>
            <a:ext cx="1595809" cy="234733"/>
          </a:xfrm>
          <a:custGeom xmlns:a="http://schemas.openxmlformats.org/drawingml/2006/main">
            <a:pathLst>
              <a:path w="1595809" h="234733">
                <a:moveTo>
                  <a:pt x="352083" y="63165"/>
                </a:moveTo>
                <a:lnTo>
                  <a:pt x="352678" y="62829"/>
                </a:lnTo>
                <a:lnTo>
                  <a:pt x="353289" y="62514"/>
                </a:lnTo>
                <a:lnTo>
                  <a:pt x="353915" y="62218"/>
                </a:lnTo>
                <a:lnTo>
                  <a:pt x="354556" y="61943"/>
                </a:lnTo>
                <a:lnTo>
                  <a:pt x="355212" y="61689"/>
                </a:lnTo>
                <a:lnTo>
                  <a:pt x="355883" y="61455"/>
                </a:lnTo>
                <a:lnTo>
                  <a:pt x="356570" y="61241"/>
                </a:lnTo>
                <a:lnTo>
                  <a:pt x="357272" y="61047"/>
                </a:lnTo>
                <a:lnTo>
                  <a:pt x="357989" y="60874"/>
                </a:lnTo>
                <a:lnTo>
                  <a:pt x="358717" y="60715"/>
                </a:lnTo>
                <a:lnTo>
                  <a:pt x="359451" y="60562"/>
                </a:lnTo>
                <a:lnTo>
                  <a:pt x="360192" y="60416"/>
                </a:lnTo>
                <a:lnTo>
                  <a:pt x="360938" y="60277"/>
                </a:lnTo>
                <a:lnTo>
                  <a:pt x="361692" y="60145"/>
                </a:lnTo>
                <a:lnTo>
                  <a:pt x="362451" y="60019"/>
                </a:lnTo>
                <a:lnTo>
                  <a:pt x="363217" y="59900"/>
                </a:lnTo>
                <a:lnTo>
                  <a:pt x="363989" y="59788"/>
                </a:lnTo>
                <a:lnTo>
                  <a:pt x="364767" y="59683"/>
                </a:lnTo>
                <a:lnTo>
                  <a:pt x="365552" y="59585"/>
                </a:lnTo>
                <a:lnTo>
                  <a:pt x="366343" y="59493"/>
                </a:lnTo>
                <a:lnTo>
                  <a:pt x="367140" y="59408"/>
                </a:lnTo>
                <a:lnTo>
                  <a:pt x="367944" y="59330"/>
                </a:lnTo>
                <a:lnTo>
                  <a:pt x="368754" y="59259"/>
                </a:lnTo>
                <a:lnTo>
                  <a:pt x="369570" y="59194"/>
                </a:lnTo>
                <a:lnTo>
                  <a:pt x="370393" y="59137"/>
                </a:lnTo>
                <a:lnTo>
                  <a:pt x="371222" y="59086"/>
                </a:lnTo>
                <a:lnTo>
                  <a:pt x="372057" y="59041"/>
                </a:lnTo>
                <a:lnTo>
                  <a:pt x="372899" y="59004"/>
                </a:lnTo>
                <a:lnTo>
                  <a:pt x="373747" y="58974"/>
                </a:lnTo>
                <a:lnTo>
                  <a:pt x="374601" y="58950"/>
                </a:lnTo>
                <a:lnTo>
                  <a:pt x="375462" y="58933"/>
                </a:lnTo>
                <a:lnTo>
                  <a:pt x="376329" y="58923"/>
                </a:lnTo>
                <a:lnTo>
                  <a:pt x="377202" y="58919"/>
                </a:lnTo>
                <a:lnTo>
                  <a:pt x="377202" y="32898"/>
                </a:lnTo>
                <a:lnTo>
                  <a:pt x="375918" y="32918"/>
                </a:lnTo>
                <a:lnTo>
                  <a:pt x="374649" y="32955"/>
                </a:lnTo>
                <a:lnTo>
                  <a:pt x="373396" y="33009"/>
                </a:lnTo>
                <a:lnTo>
                  <a:pt x="372159" y="33081"/>
                </a:lnTo>
                <a:lnTo>
                  <a:pt x="370937" y="33170"/>
                </a:lnTo>
                <a:lnTo>
                  <a:pt x="369732" y="33277"/>
                </a:lnTo>
                <a:lnTo>
                  <a:pt x="368541" y="33401"/>
                </a:lnTo>
                <a:lnTo>
                  <a:pt x="367367" y="33542"/>
                </a:lnTo>
                <a:lnTo>
                  <a:pt x="366208" y="33700"/>
                </a:lnTo>
                <a:lnTo>
                  <a:pt x="365065" y="33876"/>
                </a:lnTo>
                <a:lnTo>
                  <a:pt x="363938" y="34069"/>
                </a:lnTo>
                <a:lnTo>
                  <a:pt x="362826" y="34280"/>
                </a:lnTo>
                <a:lnTo>
                  <a:pt x="361730" y="34507"/>
                </a:lnTo>
                <a:lnTo>
                  <a:pt x="360650" y="34753"/>
                </a:lnTo>
                <a:lnTo>
                  <a:pt x="359585" y="35015"/>
                </a:lnTo>
                <a:lnTo>
                  <a:pt x="358536" y="35295"/>
                </a:lnTo>
                <a:lnTo>
                  <a:pt x="357503" y="35592"/>
                </a:lnTo>
                <a:lnTo>
                  <a:pt x="356485" y="35906"/>
                </a:lnTo>
                <a:lnTo>
                  <a:pt x="355483" y="36238"/>
                </a:lnTo>
                <a:lnTo>
                  <a:pt x="354497" y="36587"/>
                </a:lnTo>
                <a:lnTo>
                  <a:pt x="353526" y="36953"/>
                </a:lnTo>
                <a:lnTo>
                  <a:pt x="352571" y="37337"/>
                </a:lnTo>
                <a:lnTo>
                  <a:pt x="351632" y="37738"/>
                </a:lnTo>
                <a:lnTo>
                  <a:pt x="350708" y="38156"/>
                </a:lnTo>
                <a:lnTo>
                  <a:pt x="349803" y="38598"/>
                </a:lnTo>
                <a:lnTo>
                  <a:pt x="348917" y="39072"/>
                </a:lnTo>
                <a:lnTo>
                  <a:pt x="348051" y="39576"/>
                </a:lnTo>
                <a:lnTo>
                  <a:pt x="347205" y="40111"/>
                </a:lnTo>
                <a:lnTo>
                  <a:pt x="346379" y="40677"/>
                </a:lnTo>
                <a:lnTo>
                  <a:pt x="345572" y="41274"/>
                </a:lnTo>
                <a:lnTo>
                  <a:pt x="344786" y="41902"/>
                </a:lnTo>
                <a:lnTo>
                  <a:pt x="344020" y="42560"/>
                </a:lnTo>
                <a:lnTo>
                  <a:pt x="343273" y="43250"/>
                </a:lnTo>
                <a:lnTo>
                  <a:pt x="342546" y="43970"/>
                </a:lnTo>
                <a:lnTo>
                  <a:pt x="341839" y="44722"/>
                </a:lnTo>
                <a:lnTo>
                  <a:pt x="341153" y="45504"/>
                </a:lnTo>
                <a:lnTo>
                  <a:pt x="340486" y="46317"/>
                </a:lnTo>
                <a:lnTo>
                  <a:pt x="339838" y="47161"/>
                </a:lnTo>
                <a:lnTo>
                  <a:pt x="339211" y="48036"/>
                </a:lnTo>
                <a:lnTo>
                  <a:pt x="338604" y="48942"/>
                </a:lnTo>
                <a:lnTo>
                  <a:pt x="338017" y="49879"/>
                </a:lnTo>
                <a:lnTo>
                  <a:pt x="337449" y="50847"/>
                </a:lnTo>
                <a:lnTo>
                  <a:pt x="336901" y="51845"/>
                </a:lnTo>
                <a:lnTo>
                  <a:pt x="336374" y="52875"/>
                </a:lnTo>
                <a:lnTo>
                  <a:pt x="335866" y="53935"/>
                </a:lnTo>
                <a:lnTo>
                  <a:pt x="335378" y="55026"/>
                </a:lnTo>
                <a:lnTo>
                  <a:pt x="335329" y="55144"/>
                </a:lnTo>
                <a:lnTo>
                  <a:pt x="334958" y="54996"/>
                </a:lnTo>
                <a:lnTo>
                  <a:pt x="333830" y="54577"/>
                </a:lnTo>
                <a:lnTo>
                  <a:pt x="332680" y="54179"/>
                </a:lnTo>
                <a:lnTo>
                  <a:pt x="331507" y="53802"/>
                </a:lnTo>
                <a:lnTo>
                  <a:pt x="330312" y="53448"/>
                </a:lnTo>
                <a:lnTo>
                  <a:pt x="329095" y="53114"/>
                </a:lnTo>
                <a:lnTo>
                  <a:pt x="327856" y="52802"/>
                </a:lnTo>
                <a:lnTo>
                  <a:pt x="326594" y="52512"/>
                </a:lnTo>
                <a:lnTo>
                  <a:pt x="325310" y="52243"/>
                </a:lnTo>
                <a:lnTo>
                  <a:pt x="324004" y="51996"/>
                </a:lnTo>
                <a:lnTo>
                  <a:pt x="322676" y="51770"/>
                </a:lnTo>
                <a:lnTo>
                  <a:pt x="321326" y="51566"/>
                </a:lnTo>
                <a:lnTo>
                  <a:pt x="319953" y="51383"/>
                </a:lnTo>
                <a:lnTo>
                  <a:pt x="318558" y="51222"/>
                </a:lnTo>
                <a:lnTo>
                  <a:pt x="317141" y="51082"/>
                </a:lnTo>
                <a:lnTo>
                  <a:pt x="315701" y="50964"/>
                </a:lnTo>
                <a:lnTo>
                  <a:pt x="314240" y="50867"/>
                </a:lnTo>
                <a:lnTo>
                  <a:pt x="312756" y="50792"/>
                </a:lnTo>
                <a:lnTo>
                  <a:pt x="311250" y="50738"/>
                </a:lnTo>
                <a:lnTo>
                  <a:pt x="309721" y="50706"/>
                </a:lnTo>
                <a:lnTo>
                  <a:pt x="308171" y="50695"/>
                </a:lnTo>
                <a:lnTo>
                  <a:pt x="306663" y="50706"/>
                </a:lnTo>
                <a:lnTo>
                  <a:pt x="305175" y="50738"/>
                </a:lnTo>
                <a:lnTo>
                  <a:pt x="303707" y="50792"/>
                </a:lnTo>
                <a:lnTo>
                  <a:pt x="302257" y="50867"/>
                </a:lnTo>
                <a:lnTo>
                  <a:pt x="300827" y="50964"/>
                </a:lnTo>
                <a:lnTo>
                  <a:pt x="299415" y="51082"/>
                </a:lnTo>
                <a:lnTo>
                  <a:pt x="298023" y="51222"/>
                </a:lnTo>
                <a:lnTo>
                  <a:pt x="296650" y="51383"/>
                </a:lnTo>
                <a:lnTo>
                  <a:pt x="295297" y="51566"/>
                </a:lnTo>
                <a:lnTo>
                  <a:pt x="293962" y="51770"/>
                </a:lnTo>
                <a:lnTo>
                  <a:pt x="292647" y="51996"/>
                </a:lnTo>
                <a:lnTo>
                  <a:pt x="291351" y="52243"/>
                </a:lnTo>
                <a:lnTo>
                  <a:pt x="290074" y="52512"/>
                </a:lnTo>
                <a:lnTo>
                  <a:pt x="288816" y="52802"/>
                </a:lnTo>
                <a:lnTo>
                  <a:pt x="287578" y="53114"/>
                </a:lnTo>
                <a:lnTo>
                  <a:pt x="286359" y="53448"/>
                </a:lnTo>
                <a:lnTo>
                  <a:pt x="285159" y="53802"/>
                </a:lnTo>
                <a:lnTo>
                  <a:pt x="283978" y="54179"/>
                </a:lnTo>
                <a:lnTo>
                  <a:pt x="282816" y="54577"/>
                </a:lnTo>
                <a:lnTo>
                  <a:pt x="281673" y="54996"/>
                </a:lnTo>
                <a:lnTo>
                  <a:pt x="280550" y="55437"/>
                </a:lnTo>
                <a:lnTo>
                  <a:pt x="279446" y="55899"/>
                </a:lnTo>
                <a:lnTo>
                  <a:pt x="278361" y="56383"/>
                </a:lnTo>
                <a:lnTo>
                  <a:pt x="277295" y="56888"/>
                </a:lnTo>
                <a:lnTo>
                  <a:pt x="276250" y="57412"/>
                </a:lnTo>
                <a:lnTo>
                  <a:pt x="275226" y="57949"/>
                </a:lnTo>
                <a:lnTo>
                  <a:pt x="274223" y="58501"/>
                </a:lnTo>
                <a:lnTo>
                  <a:pt x="273241" y="59067"/>
                </a:lnTo>
                <a:lnTo>
                  <a:pt x="272281" y="59647"/>
                </a:lnTo>
                <a:lnTo>
                  <a:pt x="271342" y="60242"/>
                </a:lnTo>
                <a:lnTo>
                  <a:pt x="270424" y="60850"/>
                </a:lnTo>
                <a:lnTo>
                  <a:pt x="269528" y="61474"/>
                </a:lnTo>
                <a:lnTo>
                  <a:pt x="268653" y="62111"/>
                </a:lnTo>
                <a:lnTo>
                  <a:pt x="267799" y="62762"/>
                </a:lnTo>
                <a:lnTo>
                  <a:pt x="266966" y="63428"/>
                </a:lnTo>
                <a:lnTo>
                  <a:pt x="266155" y="64108"/>
                </a:lnTo>
                <a:lnTo>
                  <a:pt x="265365" y="64802"/>
                </a:lnTo>
                <a:lnTo>
                  <a:pt x="264597" y="65511"/>
                </a:lnTo>
                <a:lnTo>
                  <a:pt x="263849" y="66234"/>
                </a:lnTo>
                <a:lnTo>
                  <a:pt x="263123" y="66970"/>
                </a:lnTo>
                <a:lnTo>
                  <a:pt x="262419" y="67722"/>
                </a:lnTo>
                <a:lnTo>
                  <a:pt x="261735" y="68487"/>
                </a:lnTo>
                <a:lnTo>
                  <a:pt x="261073" y="69267"/>
                </a:lnTo>
                <a:lnTo>
                  <a:pt x="260433" y="70061"/>
                </a:lnTo>
                <a:lnTo>
                  <a:pt x="259813" y="70869"/>
                </a:lnTo>
                <a:lnTo>
                  <a:pt x="259215" y="71692"/>
                </a:lnTo>
                <a:lnTo>
                  <a:pt x="258638" y="72528"/>
                </a:lnTo>
                <a:lnTo>
                  <a:pt x="258082" y="73379"/>
                </a:lnTo>
                <a:lnTo>
                  <a:pt x="257549" y="74242"/>
                </a:lnTo>
                <a:lnTo>
                  <a:pt x="257038" y="75113"/>
                </a:lnTo>
                <a:lnTo>
                  <a:pt x="256550" y="75993"/>
                </a:lnTo>
                <a:lnTo>
                  <a:pt x="256084" y="76881"/>
                </a:lnTo>
                <a:lnTo>
                  <a:pt x="255642" y="77778"/>
                </a:lnTo>
                <a:lnTo>
                  <a:pt x="255222" y="78684"/>
                </a:lnTo>
                <a:lnTo>
                  <a:pt x="254824" y="79598"/>
                </a:lnTo>
                <a:lnTo>
                  <a:pt x="254450" y="80522"/>
                </a:lnTo>
                <a:lnTo>
                  <a:pt x="254098" y="81453"/>
                </a:lnTo>
                <a:lnTo>
                  <a:pt x="253768" y="82394"/>
                </a:lnTo>
                <a:lnTo>
                  <a:pt x="253462" y="83343"/>
                </a:lnTo>
                <a:lnTo>
                  <a:pt x="253178" y="84300"/>
                </a:lnTo>
                <a:lnTo>
                  <a:pt x="252917" y="85267"/>
                </a:lnTo>
                <a:lnTo>
                  <a:pt x="252679" y="86242"/>
                </a:lnTo>
                <a:lnTo>
                  <a:pt x="252463" y="87226"/>
                </a:lnTo>
                <a:lnTo>
                  <a:pt x="252270" y="88218"/>
                </a:lnTo>
                <a:lnTo>
                  <a:pt x="252100" y="89219"/>
                </a:lnTo>
                <a:lnTo>
                  <a:pt x="251952" y="90229"/>
                </a:lnTo>
                <a:lnTo>
                  <a:pt x="251827" y="91247"/>
                </a:lnTo>
                <a:lnTo>
                  <a:pt x="251725" y="92274"/>
                </a:lnTo>
                <a:lnTo>
                  <a:pt x="251646" y="93310"/>
                </a:lnTo>
                <a:lnTo>
                  <a:pt x="251589" y="94354"/>
                </a:lnTo>
                <a:lnTo>
                  <a:pt x="251555" y="95407"/>
                </a:lnTo>
                <a:lnTo>
                  <a:pt x="251543" y="96469"/>
                </a:lnTo>
                <a:lnTo>
                  <a:pt x="251555" y="97464"/>
                </a:lnTo>
                <a:lnTo>
                  <a:pt x="251588" y="98454"/>
                </a:lnTo>
                <a:lnTo>
                  <a:pt x="251644" y="99439"/>
                </a:lnTo>
                <a:lnTo>
                  <a:pt x="251723" y="100418"/>
                </a:lnTo>
                <a:lnTo>
                  <a:pt x="251824" y="101391"/>
                </a:lnTo>
                <a:lnTo>
                  <a:pt x="251948" y="102359"/>
                </a:lnTo>
                <a:lnTo>
                  <a:pt x="252094" y="103321"/>
                </a:lnTo>
                <a:lnTo>
                  <a:pt x="252262" y="104277"/>
                </a:lnTo>
                <a:lnTo>
                  <a:pt x="252453" y="105228"/>
                </a:lnTo>
                <a:lnTo>
                  <a:pt x="252667" y="106173"/>
                </a:lnTo>
                <a:lnTo>
                  <a:pt x="252903" y="107113"/>
                </a:lnTo>
                <a:lnTo>
                  <a:pt x="253161" y="108047"/>
                </a:lnTo>
                <a:lnTo>
                  <a:pt x="253442" y="108975"/>
                </a:lnTo>
                <a:lnTo>
                  <a:pt x="253746" y="109898"/>
                </a:lnTo>
                <a:lnTo>
                  <a:pt x="254071" y="110815"/>
                </a:lnTo>
                <a:lnTo>
                  <a:pt x="254420" y="111726"/>
                </a:lnTo>
                <a:lnTo>
                  <a:pt x="254790" y="112632"/>
                </a:lnTo>
                <a:lnTo>
                  <a:pt x="255184" y="113533"/>
                </a:lnTo>
                <a:lnTo>
                  <a:pt x="255599" y="114427"/>
                </a:lnTo>
                <a:lnTo>
                  <a:pt x="256038" y="115316"/>
                </a:lnTo>
                <a:lnTo>
                  <a:pt x="256498" y="116200"/>
                </a:lnTo>
                <a:lnTo>
                  <a:pt x="256981" y="117077"/>
                </a:lnTo>
                <a:lnTo>
                  <a:pt x="257487" y="117950"/>
                </a:lnTo>
                <a:lnTo>
                  <a:pt x="258015" y="118816"/>
                </a:lnTo>
                <a:lnTo>
                  <a:pt x="258565" y="119673"/>
                </a:lnTo>
                <a:lnTo>
                  <a:pt x="259136" y="120516"/>
                </a:lnTo>
                <a:lnTo>
                  <a:pt x="259728" y="121344"/>
                </a:lnTo>
                <a:lnTo>
                  <a:pt x="260341" y="122159"/>
                </a:lnTo>
                <a:lnTo>
                  <a:pt x="260975" y="122960"/>
                </a:lnTo>
                <a:lnTo>
                  <a:pt x="261630" y="123746"/>
                </a:lnTo>
                <a:lnTo>
                  <a:pt x="262306" y="124519"/>
                </a:lnTo>
                <a:lnTo>
                  <a:pt x="263004" y="125277"/>
                </a:lnTo>
                <a:lnTo>
                  <a:pt x="263722" y="126022"/>
                </a:lnTo>
                <a:lnTo>
                  <a:pt x="264461" y="126753"/>
                </a:lnTo>
                <a:lnTo>
                  <a:pt x="265222" y="127469"/>
                </a:lnTo>
                <a:lnTo>
                  <a:pt x="266004" y="128172"/>
                </a:lnTo>
                <a:lnTo>
                  <a:pt x="266806" y="128860"/>
                </a:lnTo>
                <a:lnTo>
                  <a:pt x="267630" y="129535"/>
                </a:lnTo>
                <a:lnTo>
                  <a:pt x="268475" y="130195"/>
                </a:lnTo>
                <a:lnTo>
                  <a:pt x="269340" y="130842"/>
                </a:lnTo>
                <a:lnTo>
                  <a:pt x="270227" y="131474"/>
                </a:lnTo>
                <a:lnTo>
                  <a:pt x="271135" y="132093"/>
                </a:lnTo>
                <a:lnTo>
                  <a:pt x="271970" y="132636"/>
                </a:lnTo>
                <a:lnTo>
                  <a:pt x="271618" y="132776"/>
                </a:lnTo>
                <a:lnTo>
                  <a:pt x="270685" y="133162"/>
                </a:lnTo>
                <a:lnTo>
                  <a:pt x="269773" y="133554"/>
                </a:lnTo>
                <a:lnTo>
                  <a:pt x="268884" y="133950"/>
                </a:lnTo>
                <a:lnTo>
                  <a:pt x="268016" y="134352"/>
                </a:lnTo>
                <a:lnTo>
                  <a:pt x="267172" y="134758"/>
                </a:lnTo>
                <a:lnTo>
                  <a:pt x="266349" y="135169"/>
                </a:lnTo>
                <a:lnTo>
                  <a:pt x="265548" y="135585"/>
                </a:lnTo>
                <a:lnTo>
                  <a:pt x="264770" y="136006"/>
                </a:lnTo>
                <a:lnTo>
                  <a:pt x="264014" y="136432"/>
                </a:lnTo>
                <a:lnTo>
                  <a:pt x="263281" y="136863"/>
                </a:lnTo>
                <a:lnTo>
                  <a:pt x="262569" y="137299"/>
                </a:lnTo>
                <a:lnTo>
                  <a:pt x="261880" y="137739"/>
                </a:lnTo>
                <a:lnTo>
                  <a:pt x="261213" y="138185"/>
                </a:lnTo>
                <a:lnTo>
                  <a:pt x="260568" y="138635"/>
                </a:lnTo>
                <a:lnTo>
                  <a:pt x="259946" y="139091"/>
                </a:lnTo>
                <a:lnTo>
                  <a:pt x="259345" y="139551"/>
                </a:lnTo>
                <a:lnTo>
                  <a:pt x="258767" y="140016"/>
                </a:lnTo>
                <a:lnTo>
                  <a:pt x="258212" y="140486"/>
                </a:lnTo>
                <a:lnTo>
                  <a:pt x="257678" y="140961"/>
                </a:lnTo>
                <a:lnTo>
                  <a:pt x="257166" y="141443"/>
                </a:lnTo>
                <a:lnTo>
                  <a:pt x="256677" y="141934"/>
                </a:lnTo>
                <a:lnTo>
                  <a:pt x="256209" y="142433"/>
                </a:lnTo>
                <a:lnTo>
                  <a:pt x="255762" y="142941"/>
                </a:lnTo>
                <a:lnTo>
                  <a:pt x="255338" y="143457"/>
                </a:lnTo>
                <a:lnTo>
                  <a:pt x="254935" y="143982"/>
                </a:lnTo>
                <a:lnTo>
                  <a:pt x="254554" y="144516"/>
                </a:lnTo>
                <a:lnTo>
                  <a:pt x="254195" y="145059"/>
                </a:lnTo>
                <a:lnTo>
                  <a:pt x="253858" y="145610"/>
                </a:lnTo>
                <a:lnTo>
                  <a:pt x="253542" y="146170"/>
                </a:lnTo>
                <a:lnTo>
                  <a:pt x="253248" y="146738"/>
                </a:lnTo>
                <a:lnTo>
                  <a:pt x="252976" y="147315"/>
                </a:lnTo>
                <a:lnTo>
                  <a:pt x="252726" y="147901"/>
                </a:lnTo>
                <a:lnTo>
                  <a:pt x="252497" y="148495"/>
                </a:lnTo>
                <a:lnTo>
                  <a:pt x="252290" y="149098"/>
                </a:lnTo>
                <a:lnTo>
                  <a:pt x="252105" y="149710"/>
                </a:lnTo>
                <a:lnTo>
                  <a:pt x="251942" y="150331"/>
                </a:lnTo>
                <a:lnTo>
                  <a:pt x="251800" y="150960"/>
                </a:lnTo>
                <a:lnTo>
                  <a:pt x="251681" y="151597"/>
                </a:lnTo>
                <a:lnTo>
                  <a:pt x="251583" y="152244"/>
                </a:lnTo>
                <a:lnTo>
                  <a:pt x="251506" y="152899"/>
                </a:lnTo>
                <a:lnTo>
                  <a:pt x="251452" y="153563"/>
                </a:lnTo>
                <a:lnTo>
                  <a:pt x="251419" y="154235"/>
                </a:lnTo>
                <a:lnTo>
                  <a:pt x="251409" y="154916"/>
                </a:lnTo>
                <a:lnTo>
                  <a:pt x="251416" y="155354"/>
                </a:lnTo>
                <a:lnTo>
                  <a:pt x="251437" y="155793"/>
                </a:lnTo>
                <a:lnTo>
                  <a:pt x="251472" y="156233"/>
                </a:lnTo>
                <a:lnTo>
                  <a:pt x="251521" y="156672"/>
                </a:lnTo>
                <a:lnTo>
                  <a:pt x="251584" y="157113"/>
                </a:lnTo>
                <a:lnTo>
                  <a:pt x="251661" y="157553"/>
                </a:lnTo>
                <a:lnTo>
                  <a:pt x="251753" y="157995"/>
                </a:lnTo>
                <a:lnTo>
                  <a:pt x="251858" y="158436"/>
                </a:lnTo>
                <a:lnTo>
                  <a:pt x="251977" y="158879"/>
                </a:lnTo>
                <a:lnTo>
                  <a:pt x="252111" y="159321"/>
                </a:lnTo>
                <a:lnTo>
                  <a:pt x="252258" y="159764"/>
                </a:lnTo>
                <a:lnTo>
                  <a:pt x="252420" y="160208"/>
                </a:lnTo>
                <a:lnTo>
                  <a:pt x="252595" y="160652"/>
                </a:lnTo>
                <a:lnTo>
                  <a:pt x="252785" y="161096"/>
                </a:lnTo>
                <a:lnTo>
                  <a:pt x="252989" y="161541"/>
                </a:lnTo>
                <a:lnTo>
                  <a:pt x="253206" y="161987"/>
                </a:lnTo>
                <a:lnTo>
                  <a:pt x="253438" y="162433"/>
                </a:lnTo>
                <a:lnTo>
                  <a:pt x="253684" y="162879"/>
                </a:lnTo>
                <a:lnTo>
                  <a:pt x="253944" y="163326"/>
                </a:lnTo>
                <a:lnTo>
                  <a:pt x="254217" y="163773"/>
                </a:lnTo>
                <a:lnTo>
                  <a:pt x="254505" y="164221"/>
                </a:lnTo>
                <a:lnTo>
                  <a:pt x="254807" y="164669"/>
                </a:lnTo>
                <a:lnTo>
                  <a:pt x="255123" y="165118"/>
                </a:lnTo>
                <a:lnTo>
                  <a:pt x="255453" y="165567"/>
                </a:lnTo>
                <a:lnTo>
                  <a:pt x="255799" y="166014"/>
                </a:lnTo>
                <a:lnTo>
                  <a:pt x="256160" y="166457"/>
                </a:lnTo>
                <a:lnTo>
                  <a:pt x="256538" y="166896"/>
                </a:lnTo>
                <a:lnTo>
                  <a:pt x="256933" y="167329"/>
                </a:lnTo>
                <a:lnTo>
                  <a:pt x="257343" y="167759"/>
                </a:lnTo>
                <a:lnTo>
                  <a:pt x="257771" y="168184"/>
                </a:lnTo>
                <a:lnTo>
                  <a:pt x="258214" y="168604"/>
                </a:lnTo>
                <a:lnTo>
                  <a:pt x="258674" y="169020"/>
                </a:lnTo>
                <a:lnTo>
                  <a:pt x="259151" y="169432"/>
                </a:lnTo>
                <a:lnTo>
                  <a:pt x="259643" y="169839"/>
                </a:lnTo>
                <a:lnTo>
                  <a:pt x="260152" y="170242"/>
                </a:lnTo>
                <a:lnTo>
                  <a:pt x="260678" y="170640"/>
                </a:lnTo>
                <a:lnTo>
                  <a:pt x="261220" y="171034"/>
                </a:lnTo>
                <a:lnTo>
                  <a:pt x="261778" y="171423"/>
                </a:lnTo>
                <a:lnTo>
                  <a:pt x="262353" y="171808"/>
                </a:lnTo>
                <a:lnTo>
                  <a:pt x="262944" y="172189"/>
                </a:lnTo>
                <a:lnTo>
                  <a:pt x="263551" y="172565"/>
                </a:lnTo>
                <a:lnTo>
                  <a:pt x="264175" y="172936"/>
                </a:lnTo>
                <a:lnTo>
                  <a:pt x="264815" y="173304"/>
                </a:lnTo>
                <a:lnTo>
                  <a:pt x="265472" y="173666"/>
                </a:lnTo>
                <a:lnTo>
                  <a:pt x="266145" y="174024"/>
                </a:lnTo>
                <a:lnTo>
                  <a:pt x="266834" y="174378"/>
                </a:lnTo>
                <a:lnTo>
                  <a:pt x="267174" y="174546"/>
                </a:lnTo>
                <a:lnTo>
                  <a:pt x="266669" y="174755"/>
                </a:lnTo>
                <a:lnTo>
                  <a:pt x="265416" y="175309"/>
                </a:lnTo>
                <a:lnTo>
                  <a:pt x="264205" y="175880"/>
                </a:lnTo>
                <a:lnTo>
                  <a:pt x="263037" y="176470"/>
                </a:lnTo>
                <a:lnTo>
                  <a:pt x="261913" y="177076"/>
                </a:lnTo>
                <a:lnTo>
                  <a:pt x="260831" y="177700"/>
                </a:lnTo>
                <a:lnTo>
                  <a:pt x="259793" y="178342"/>
                </a:lnTo>
                <a:lnTo>
                  <a:pt x="258798" y="179002"/>
                </a:lnTo>
                <a:lnTo>
                  <a:pt x="257846" y="179678"/>
                </a:lnTo>
                <a:lnTo>
                  <a:pt x="256936" y="180373"/>
                </a:lnTo>
                <a:lnTo>
                  <a:pt x="256067" y="181081"/>
                </a:lnTo>
                <a:lnTo>
                  <a:pt x="255235" y="181799"/>
                </a:lnTo>
                <a:lnTo>
                  <a:pt x="254440" y="182526"/>
                </a:lnTo>
                <a:lnTo>
                  <a:pt x="253682" y="183263"/>
                </a:lnTo>
                <a:lnTo>
                  <a:pt x="252961" y="184010"/>
                </a:lnTo>
                <a:lnTo>
                  <a:pt x="252276" y="184766"/>
                </a:lnTo>
                <a:lnTo>
                  <a:pt x="251629" y="185532"/>
                </a:lnTo>
                <a:lnTo>
                  <a:pt x="251019" y="186307"/>
                </a:lnTo>
                <a:lnTo>
                  <a:pt x="250446" y="187092"/>
                </a:lnTo>
                <a:lnTo>
                  <a:pt x="249910" y="187887"/>
                </a:lnTo>
                <a:lnTo>
                  <a:pt x="249410" y="188691"/>
                </a:lnTo>
                <a:lnTo>
                  <a:pt x="248948" y="189505"/>
                </a:lnTo>
                <a:lnTo>
                  <a:pt x="248523" y="190329"/>
                </a:lnTo>
                <a:lnTo>
                  <a:pt x="248134" y="191162"/>
                </a:lnTo>
                <a:lnTo>
                  <a:pt x="247783" y="192005"/>
                </a:lnTo>
                <a:lnTo>
                  <a:pt x="247469" y="192857"/>
                </a:lnTo>
                <a:lnTo>
                  <a:pt x="247191" y="193720"/>
                </a:lnTo>
                <a:lnTo>
                  <a:pt x="246951" y="194591"/>
                </a:lnTo>
                <a:lnTo>
                  <a:pt x="246747" y="195473"/>
                </a:lnTo>
                <a:lnTo>
                  <a:pt x="246581" y="196364"/>
                </a:lnTo>
                <a:lnTo>
                  <a:pt x="246452" y="197264"/>
                </a:lnTo>
                <a:lnTo>
                  <a:pt x="246359" y="198175"/>
                </a:lnTo>
                <a:lnTo>
                  <a:pt x="246304" y="199094"/>
                </a:lnTo>
                <a:lnTo>
                  <a:pt x="246285" y="200024"/>
                </a:lnTo>
                <a:lnTo>
                  <a:pt x="246296" y="200787"/>
                </a:lnTo>
                <a:lnTo>
                  <a:pt x="246327" y="201546"/>
                </a:lnTo>
                <a:lnTo>
                  <a:pt x="246380" y="202300"/>
                </a:lnTo>
                <a:lnTo>
                  <a:pt x="246454" y="203050"/>
                </a:lnTo>
                <a:lnTo>
                  <a:pt x="246548" y="203795"/>
                </a:lnTo>
                <a:lnTo>
                  <a:pt x="246664" y="204536"/>
                </a:lnTo>
                <a:lnTo>
                  <a:pt x="246801" y="205273"/>
                </a:lnTo>
                <a:lnTo>
                  <a:pt x="246959" y="206005"/>
                </a:lnTo>
                <a:lnTo>
                  <a:pt x="247138" y="206732"/>
                </a:lnTo>
                <a:lnTo>
                  <a:pt x="247338" y="207455"/>
                </a:lnTo>
                <a:lnTo>
                  <a:pt x="247560" y="208174"/>
                </a:lnTo>
                <a:lnTo>
                  <a:pt x="247802" y="208888"/>
                </a:lnTo>
                <a:lnTo>
                  <a:pt x="248065" y="209597"/>
                </a:lnTo>
                <a:lnTo>
                  <a:pt x="248350" y="210303"/>
                </a:lnTo>
                <a:lnTo>
                  <a:pt x="248655" y="211003"/>
                </a:lnTo>
                <a:lnTo>
                  <a:pt x="248982" y="211700"/>
                </a:lnTo>
                <a:lnTo>
                  <a:pt x="249329" y="212391"/>
                </a:lnTo>
                <a:lnTo>
                  <a:pt x="249698" y="213079"/>
                </a:lnTo>
                <a:lnTo>
                  <a:pt x="250088" y="213762"/>
                </a:lnTo>
                <a:lnTo>
                  <a:pt x="250498" y="214440"/>
                </a:lnTo>
                <a:lnTo>
                  <a:pt x="250930" y="215114"/>
                </a:lnTo>
                <a:lnTo>
                  <a:pt x="251383" y="215783"/>
                </a:lnTo>
                <a:lnTo>
                  <a:pt x="251857" y="216448"/>
                </a:lnTo>
                <a:lnTo>
                  <a:pt x="252352" y="217109"/>
                </a:lnTo>
                <a:lnTo>
                  <a:pt x="252871" y="217762"/>
                </a:lnTo>
                <a:lnTo>
                  <a:pt x="253418" y="218405"/>
                </a:lnTo>
                <a:lnTo>
                  <a:pt x="253991" y="219037"/>
                </a:lnTo>
                <a:lnTo>
                  <a:pt x="254592" y="219658"/>
                </a:lnTo>
                <a:lnTo>
                  <a:pt x="255220" y="220269"/>
                </a:lnTo>
                <a:lnTo>
                  <a:pt x="255875" y="220869"/>
                </a:lnTo>
                <a:lnTo>
                  <a:pt x="256557" y="221459"/>
                </a:lnTo>
                <a:lnTo>
                  <a:pt x="257266" y="222038"/>
                </a:lnTo>
                <a:lnTo>
                  <a:pt x="258002" y="222607"/>
                </a:lnTo>
                <a:lnTo>
                  <a:pt x="258766" y="223165"/>
                </a:lnTo>
                <a:lnTo>
                  <a:pt x="259557" y="223713"/>
                </a:lnTo>
                <a:lnTo>
                  <a:pt x="260374" y="224250"/>
                </a:lnTo>
                <a:lnTo>
                  <a:pt x="261220" y="224776"/>
                </a:lnTo>
                <a:lnTo>
                  <a:pt x="262092" y="225292"/>
                </a:lnTo>
                <a:lnTo>
                  <a:pt x="262991" y="225797"/>
                </a:lnTo>
                <a:lnTo>
                  <a:pt x="263917" y="226292"/>
                </a:lnTo>
                <a:lnTo>
                  <a:pt x="264871" y="226776"/>
                </a:lnTo>
                <a:lnTo>
                  <a:pt x="265852" y="227250"/>
                </a:lnTo>
                <a:lnTo>
                  <a:pt x="266860" y="227713"/>
                </a:lnTo>
                <a:lnTo>
                  <a:pt x="267895" y="228166"/>
                </a:lnTo>
                <a:lnTo>
                  <a:pt x="268957" y="228608"/>
                </a:lnTo>
                <a:lnTo>
                  <a:pt x="270046" y="229040"/>
                </a:lnTo>
                <a:lnTo>
                  <a:pt x="271163" y="229461"/>
                </a:lnTo>
                <a:lnTo>
                  <a:pt x="272307" y="229871"/>
                </a:lnTo>
                <a:lnTo>
                  <a:pt x="273481" y="230268"/>
                </a:lnTo>
                <a:lnTo>
                  <a:pt x="274689" y="230648"/>
                </a:lnTo>
                <a:lnTo>
                  <a:pt x="275930" y="231011"/>
                </a:lnTo>
                <a:lnTo>
                  <a:pt x="277205" y="231357"/>
                </a:lnTo>
                <a:lnTo>
                  <a:pt x="278514" y="231686"/>
                </a:lnTo>
                <a:lnTo>
                  <a:pt x="279857" y="231998"/>
                </a:lnTo>
                <a:lnTo>
                  <a:pt x="281233" y="232294"/>
                </a:lnTo>
                <a:lnTo>
                  <a:pt x="282643" y="232572"/>
                </a:lnTo>
                <a:lnTo>
                  <a:pt x="284087" y="232834"/>
                </a:lnTo>
                <a:lnTo>
                  <a:pt x="285565" y="233079"/>
                </a:lnTo>
                <a:lnTo>
                  <a:pt x="287076" y="233307"/>
                </a:lnTo>
                <a:lnTo>
                  <a:pt x="288621" y="233518"/>
                </a:lnTo>
                <a:lnTo>
                  <a:pt x="290199" y="233712"/>
                </a:lnTo>
                <a:lnTo>
                  <a:pt x="291812" y="233889"/>
                </a:lnTo>
                <a:lnTo>
                  <a:pt x="293458" y="234050"/>
                </a:lnTo>
                <a:lnTo>
                  <a:pt x="295137" y="234193"/>
                </a:lnTo>
                <a:lnTo>
                  <a:pt x="296851" y="234320"/>
                </a:lnTo>
                <a:lnTo>
                  <a:pt x="298598" y="234429"/>
                </a:lnTo>
                <a:lnTo>
                  <a:pt x="300379" y="234522"/>
                </a:lnTo>
                <a:lnTo>
                  <a:pt x="302193" y="234598"/>
                </a:lnTo>
                <a:lnTo>
                  <a:pt x="304042" y="234657"/>
                </a:lnTo>
                <a:lnTo>
                  <a:pt x="305923" y="234700"/>
                </a:lnTo>
                <a:lnTo>
                  <a:pt x="307839" y="234725"/>
                </a:lnTo>
                <a:lnTo>
                  <a:pt x="309789" y="234733"/>
                </a:lnTo>
                <a:lnTo>
                  <a:pt x="312503" y="234713"/>
                </a:lnTo>
                <a:lnTo>
                  <a:pt x="315163" y="234653"/>
                </a:lnTo>
                <a:lnTo>
                  <a:pt x="317769" y="234552"/>
                </a:lnTo>
                <a:lnTo>
                  <a:pt x="320320" y="234411"/>
                </a:lnTo>
                <a:lnTo>
                  <a:pt x="322817" y="234229"/>
                </a:lnTo>
                <a:lnTo>
                  <a:pt x="325260" y="234007"/>
                </a:lnTo>
                <a:lnTo>
                  <a:pt x="327648" y="233745"/>
                </a:lnTo>
                <a:lnTo>
                  <a:pt x="329983" y="233443"/>
                </a:lnTo>
                <a:lnTo>
                  <a:pt x="332262" y="233100"/>
                </a:lnTo>
                <a:lnTo>
                  <a:pt x="334488" y="232717"/>
                </a:lnTo>
                <a:lnTo>
                  <a:pt x="336659" y="232293"/>
                </a:lnTo>
                <a:lnTo>
                  <a:pt x="338776" y="231829"/>
                </a:lnTo>
                <a:lnTo>
                  <a:pt x="340839" y="231325"/>
                </a:lnTo>
                <a:lnTo>
                  <a:pt x="342847" y="230781"/>
                </a:lnTo>
                <a:lnTo>
                  <a:pt x="344801" y="230196"/>
                </a:lnTo>
                <a:lnTo>
                  <a:pt x="346701" y="229571"/>
                </a:lnTo>
                <a:lnTo>
                  <a:pt x="348547" y="228905"/>
                </a:lnTo>
                <a:lnTo>
                  <a:pt x="350338" y="228199"/>
                </a:lnTo>
                <a:lnTo>
                  <a:pt x="352074" y="227453"/>
                </a:lnTo>
                <a:lnTo>
                  <a:pt x="353757" y="226667"/>
                </a:lnTo>
                <a:lnTo>
                  <a:pt x="355385" y="225840"/>
                </a:lnTo>
                <a:lnTo>
                  <a:pt x="356959" y="224973"/>
                </a:lnTo>
                <a:lnTo>
                  <a:pt x="358479" y="224065"/>
                </a:lnTo>
                <a:lnTo>
                  <a:pt x="359944" y="223117"/>
                </a:lnTo>
                <a:lnTo>
                  <a:pt x="361352" y="222137"/>
                </a:lnTo>
                <a:lnTo>
                  <a:pt x="362701" y="221131"/>
                </a:lnTo>
                <a:lnTo>
                  <a:pt x="363989" y="220100"/>
                </a:lnTo>
                <a:lnTo>
                  <a:pt x="365217" y="219044"/>
                </a:lnTo>
                <a:lnTo>
                  <a:pt x="366386" y="217962"/>
                </a:lnTo>
                <a:lnTo>
                  <a:pt x="367494" y="216855"/>
                </a:lnTo>
                <a:lnTo>
                  <a:pt x="368543" y="215723"/>
                </a:lnTo>
                <a:lnTo>
                  <a:pt x="369532" y="214565"/>
                </a:lnTo>
                <a:lnTo>
                  <a:pt x="370461" y="213382"/>
                </a:lnTo>
                <a:lnTo>
                  <a:pt x="371329" y="212174"/>
                </a:lnTo>
                <a:lnTo>
                  <a:pt x="372138" y="210940"/>
                </a:lnTo>
                <a:lnTo>
                  <a:pt x="372887" y="209681"/>
                </a:lnTo>
                <a:lnTo>
                  <a:pt x="373577" y="208396"/>
                </a:lnTo>
                <a:lnTo>
                  <a:pt x="374206" y="207087"/>
                </a:lnTo>
                <a:lnTo>
                  <a:pt x="374775" y="205752"/>
                </a:lnTo>
                <a:lnTo>
                  <a:pt x="375284" y="204391"/>
                </a:lnTo>
                <a:lnTo>
                  <a:pt x="375734" y="203006"/>
                </a:lnTo>
                <a:lnTo>
                  <a:pt x="376123" y="201594"/>
                </a:lnTo>
                <a:lnTo>
                  <a:pt x="376453" y="200158"/>
                </a:lnTo>
                <a:lnTo>
                  <a:pt x="376723" y="198696"/>
                </a:lnTo>
                <a:lnTo>
                  <a:pt x="376932" y="197209"/>
                </a:lnTo>
                <a:lnTo>
                  <a:pt x="377082" y="195697"/>
                </a:lnTo>
                <a:lnTo>
                  <a:pt x="377172" y="194159"/>
                </a:lnTo>
                <a:lnTo>
                  <a:pt x="377202" y="192596"/>
                </a:lnTo>
                <a:lnTo>
                  <a:pt x="377176" y="191059"/>
                </a:lnTo>
                <a:lnTo>
                  <a:pt x="377097" y="189556"/>
                </a:lnTo>
                <a:lnTo>
                  <a:pt x="376967" y="188086"/>
                </a:lnTo>
                <a:lnTo>
                  <a:pt x="376784" y="186649"/>
                </a:lnTo>
                <a:lnTo>
                  <a:pt x="376549" y="185246"/>
                </a:lnTo>
                <a:lnTo>
                  <a:pt x="376262" y="183876"/>
                </a:lnTo>
                <a:lnTo>
                  <a:pt x="375923" y="182539"/>
                </a:lnTo>
                <a:lnTo>
                  <a:pt x="375532" y="181235"/>
                </a:lnTo>
                <a:lnTo>
                  <a:pt x="375088" y="179965"/>
                </a:lnTo>
                <a:lnTo>
                  <a:pt x="374592" y="178728"/>
                </a:lnTo>
                <a:lnTo>
                  <a:pt x="374044" y="177525"/>
                </a:lnTo>
                <a:lnTo>
                  <a:pt x="373444" y="176354"/>
                </a:lnTo>
                <a:lnTo>
                  <a:pt x="372791" y="175218"/>
                </a:lnTo>
                <a:lnTo>
                  <a:pt x="372086" y="174114"/>
                </a:lnTo>
                <a:lnTo>
                  <a:pt x="371330" y="173044"/>
                </a:lnTo>
                <a:lnTo>
                  <a:pt x="370520" y="172007"/>
                </a:lnTo>
                <a:lnTo>
                  <a:pt x="369659" y="171003"/>
                </a:lnTo>
                <a:lnTo>
                  <a:pt x="368746" y="170033"/>
                </a:lnTo>
                <a:lnTo>
                  <a:pt x="367780" y="169096"/>
                </a:lnTo>
                <a:lnTo>
                  <a:pt x="366762" y="168192"/>
                </a:lnTo>
                <a:lnTo>
                  <a:pt x="365692" y="167321"/>
                </a:lnTo>
                <a:lnTo>
                  <a:pt x="364570" y="166484"/>
                </a:lnTo>
                <a:lnTo>
                  <a:pt x="363395" y="165680"/>
                </a:lnTo>
                <a:lnTo>
                  <a:pt x="362169" y="164910"/>
                </a:lnTo>
                <a:lnTo>
                  <a:pt x="360885" y="164171"/>
                </a:lnTo>
                <a:lnTo>
                  <a:pt x="359540" y="163464"/>
                </a:lnTo>
                <a:lnTo>
                  <a:pt x="358133" y="162789"/>
                </a:lnTo>
                <a:lnTo>
                  <a:pt x="356665" y="162145"/>
                </a:lnTo>
                <a:lnTo>
                  <a:pt x="355135" y="161532"/>
                </a:lnTo>
                <a:lnTo>
                  <a:pt x="353544" y="160950"/>
                </a:lnTo>
                <a:lnTo>
                  <a:pt x="351891" y="160401"/>
                </a:lnTo>
                <a:lnTo>
                  <a:pt x="350177" y="159882"/>
                </a:lnTo>
                <a:lnTo>
                  <a:pt x="348401" y="159395"/>
                </a:lnTo>
                <a:lnTo>
                  <a:pt x="346563" y="158939"/>
                </a:lnTo>
                <a:lnTo>
                  <a:pt x="344664" y="158515"/>
                </a:lnTo>
                <a:lnTo>
                  <a:pt x="342703" y="158122"/>
                </a:lnTo>
                <a:lnTo>
                  <a:pt x="340681" y="157761"/>
                </a:lnTo>
                <a:lnTo>
                  <a:pt x="338597" y="157431"/>
                </a:lnTo>
                <a:lnTo>
                  <a:pt x="336452" y="157132"/>
                </a:lnTo>
                <a:lnTo>
                  <a:pt x="334245" y="156865"/>
                </a:lnTo>
                <a:lnTo>
                  <a:pt x="331976" y="156630"/>
                </a:lnTo>
                <a:lnTo>
                  <a:pt x="329646" y="156425"/>
                </a:lnTo>
                <a:lnTo>
                  <a:pt x="327254" y="156253"/>
                </a:lnTo>
                <a:lnTo>
                  <a:pt x="324801" y="156111"/>
                </a:lnTo>
                <a:lnTo>
                  <a:pt x="322286" y="156001"/>
                </a:lnTo>
                <a:lnTo>
                  <a:pt x="319710" y="155923"/>
                </a:lnTo>
                <a:lnTo>
                  <a:pt x="317072" y="155875"/>
                </a:lnTo>
                <a:lnTo>
                  <a:pt x="314373" y="155860"/>
                </a:lnTo>
                <a:lnTo>
                  <a:pt x="311137" y="155860"/>
                </a:lnTo>
                <a:lnTo>
                  <a:pt x="310090" y="155858"/>
                </a:lnTo>
                <a:lnTo>
                  <a:pt x="309062" y="155854"/>
                </a:lnTo>
                <a:lnTo>
                  <a:pt x="308054" y="155846"/>
                </a:lnTo>
                <a:lnTo>
                  <a:pt x="307064" y="155835"/>
                </a:lnTo>
                <a:lnTo>
                  <a:pt x="306093" y="155822"/>
                </a:lnTo>
                <a:lnTo>
                  <a:pt x="305141" y="155805"/>
                </a:lnTo>
                <a:lnTo>
                  <a:pt x="304208" y="155785"/>
                </a:lnTo>
                <a:lnTo>
                  <a:pt x="303294" y="155762"/>
                </a:lnTo>
                <a:lnTo>
                  <a:pt x="302399" y="155736"/>
                </a:lnTo>
                <a:lnTo>
                  <a:pt x="301523" y="155708"/>
                </a:lnTo>
                <a:lnTo>
                  <a:pt x="300666" y="155676"/>
                </a:lnTo>
                <a:lnTo>
                  <a:pt x="299828" y="155641"/>
                </a:lnTo>
                <a:lnTo>
                  <a:pt x="299009" y="155603"/>
                </a:lnTo>
                <a:lnTo>
                  <a:pt x="298209" y="155562"/>
                </a:lnTo>
                <a:lnTo>
                  <a:pt x="297428" y="155517"/>
                </a:lnTo>
                <a:lnTo>
                  <a:pt x="296665" y="155470"/>
                </a:lnTo>
                <a:lnTo>
                  <a:pt x="295922" y="155420"/>
                </a:lnTo>
                <a:lnTo>
                  <a:pt x="295198" y="155367"/>
                </a:lnTo>
                <a:lnTo>
                  <a:pt x="294492" y="155310"/>
                </a:lnTo>
                <a:lnTo>
                  <a:pt x="293806" y="155251"/>
                </a:lnTo>
                <a:lnTo>
                  <a:pt x="293138" y="155189"/>
                </a:lnTo>
                <a:lnTo>
                  <a:pt x="292490" y="155123"/>
                </a:lnTo>
                <a:lnTo>
                  <a:pt x="291860" y="155055"/>
                </a:lnTo>
                <a:lnTo>
                  <a:pt x="291250" y="154983"/>
                </a:lnTo>
                <a:lnTo>
                  <a:pt x="290656" y="154909"/>
                </a:lnTo>
                <a:lnTo>
                  <a:pt x="290078" y="154831"/>
                </a:lnTo>
                <a:lnTo>
                  <a:pt x="289514" y="154751"/>
                </a:lnTo>
                <a:lnTo>
                  <a:pt x="288965" y="154667"/>
                </a:lnTo>
                <a:lnTo>
                  <a:pt x="288432" y="154580"/>
                </a:lnTo>
                <a:lnTo>
                  <a:pt x="287913" y="154490"/>
                </a:lnTo>
                <a:lnTo>
                  <a:pt x="287409" y="154398"/>
                </a:lnTo>
                <a:lnTo>
                  <a:pt x="286920" y="154302"/>
                </a:lnTo>
                <a:lnTo>
                  <a:pt x="286447" y="154203"/>
                </a:lnTo>
                <a:lnTo>
                  <a:pt x="285988" y="154101"/>
                </a:lnTo>
                <a:lnTo>
                  <a:pt x="285544" y="153996"/>
                </a:lnTo>
                <a:lnTo>
                  <a:pt x="285115" y="153888"/>
                </a:lnTo>
                <a:lnTo>
                  <a:pt x="284701" y="153777"/>
                </a:lnTo>
                <a:lnTo>
                  <a:pt x="284303" y="153663"/>
                </a:lnTo>
                <a:lnTo>
                  <a:pt x="283919" y="153546"/>
                </a:lnTo>
                <a:lnTo>
                  <a:pt x="283550" y="153425"/>
                </a:lnTo>
                <a:lnTo>
                  <a:pt x="283196" y="153302"/>
                </a:lnTo>
                <a:lnTo>
                  <a:pt x="282857" y="153176"/>
                </a:lnTo>
                <a:lnTo>
                  <a:pt x="282533" y="153047"/>
                </a:lnTo>
                <a:lnTo>
                  <a:pt x="282224" y="152914"/>
                </a:lnTo>
                <a:lnTo>
                  <a:pt x="281930" y="152779"/>
                </a:lnTo>
                <a:lnTo>
                  <a:pt x="281651" y="152640"/>
                </a:lnTo>
                <a:lnTo>
                  <a:pt x="281387" y="152499"/>
                </a:lnTo>
                <a:lnTo>
                  <a:pt x="281138" y="152354"/>
                </a:lnTo>
                <a:lnTo>
                  <a:pt x="280901" y="152207"/>
                </a:lnTo>
                <a:lnTo>
                  <a:pt x="280675" y="152056"/>
                </a:lnTo>
                <a:lnTo>
                  <a:pt x="280458" y="151903"/>
                </a:lnTo>
                <a:lnTo>
                  <a:pt x="280252" y="151748"/>
                </a:lnTo>
                <a:lnTo>
                  <a:pt x="280056" y="151589"/>
                </a:lnTo>
                <a:lnTo>
                  <a:pt x="279870" y="151427"/>
                </a:lnTo>
                <a:lnTo>
                  <a:pt x="279693" y="151263"/>
                </a:lnTo>
                <a:lnTo>
                  <a:pt x="279527" y="151096"/>
                </a:lnTo>
                <a:lnTo>
                  <a:pt x="279371" y="150926"/>
                </a:lnTo>
                <a:lnTo>
                  <a:pt x="279225" y="150753"/>
                </a:lnTo>
                <a:lnTo>
                  <a:pt x="279090" y="150578"/>
                </a:lnTo>
                <a:lnTo>
                  <a:pt x="278964" y="150399"/>
                </a:lnTo>
                <a:lnTo>
                  <a:pt x="278848" y="150218"/>
                </a:lnTo>
                <a:lnTo>
                  <a:pt x="278742" y="150034"/>
                </a:lnTo>
                <a:lnTo>
                  <a:pt x="278647" y="149847"/>
                </a:lnTo>
                <a:lnTo>
                  <a:pt x="278561" y="149658"/>
                </a:lnTo>
                <a:lnTo>
                  <a:pt x="278486" y="149465"/>
                </a:lnTo>
                <a:lnTo>
                  <a:pt x="278420" y="149270"/>
                </a:lnTo>
                <a:lnTo>
                  <a:pt x="278365" y="149072"/>
                </a:lnTo>
                <a:lnTo>
                  <a:pt x="278320" y="148871"/>
                </a:lnTo>
                <a:lnTo>
                  <a:pt x="278284" y="148668"/>
                </a:lnTo>
                <a:lnTo>
                  <a:pt x="278259" y="148461"/>
                </a:lnTo>
                <a:lnTo>
                  <a:pt x="278244" y="148252"/>
                </a:lnTo>
                <a:lnTo>
                  <a:pt x="278239" y="148040"/>
                </a:lnTo>
                <a:lnTo>
                  <a:pt x="278247" y="147738"/>
                </a:lnTo>
                <a:lnTo>
                  <a:pt x="278273" y="147441"/>
                </a:lnTo>
                <a:lnTo>
                  <a:pt x="278315" y="147148"/>
                </a:lnTo>
                <a:lnTo>
                  <a:pt x="278374" y="146858"/>
                </a:lnTo>
                <a:lnTo>
                  <a:pt x="278450" y="146573"/>
                </a:lnTo>
                <a:lnTo>
                  <a:pt x="278542" y="146291"/>
                </a:lnTo>
                <a:lnTo>
                  <a:pt x="278652" y="146014"/>
                </a:lnTo>
                <a:lnTo>
                  <a:pt x="278778" y="145740"/>
                </a:lnTo>
                <a:lnTo>
                  <a:pt x="278922" y="145471"/>
                </a:lnTo>
                <a:lnTo>
                  <a:pt x="279082" y="145205"/>
                </a:lnTo>
                <a:lnTo>
                  <a:pt x="279259" y="144944"/>
                </a:lnTo>
                <a:lnTo>
                  <a:pt x="279452" y="144686"/>
                </a:lnTo>
                <a:lnTo>
                  <a:pt x="279663" y="144432"/>
                </a:lnTo>
                <a:lnTo>
                  <a:pt x="279891" y="144183"/>
                </a:lnTo>
                <a:lnTo>
                  <a:pt x="280135" y="143937"/>
                </a:lnTo>
                <a:lnTo>
                  <a:pt x="280396" y="143695"/>
                </a:lnTo>
                <a:lnTo>
                  <a:pt x="280674" y="143458"/>
                </a:lnTo>
                <a:lnTo>
                  <a:pt x="280969" y="143224"/>
                </a:lnTo>
                <a:lnTo>
                  <a:pt x="281281" y="142994"/>
                </a:lnTo>
                <a:lnTo>
                  <a:pt x="281610" y="142768"/>
                </a:lnTo>
                <a:lnTo>
                  <a:pt x="281955" y="142547"/>
                </a:lnTo>
                <a:lnTo>
                  <a:pt x="282318" y="142329"/>
                </a:lnTo>
                <a:lnTo>
                  <a:pt x="282697" y="142115"/>
                </a:lnTo>
                <a:lnTo>
                  <a:pt x="283093" y="141905"/>
                </a:lnTo>
                <a:lnTo>
                  <a:pt x="283501" y="141699"/>
                </a:lnTo>
                <a:lnTo>
                  <a:pt x="283919" y="141495"/>
                </a:lnTo>
                <a:lnTo>
                  <a:pt x="284344" y="141293"/>
                </a:lnTo>
                <a:lnTo>
                  <a:pt x="284778" y="141094"/>
                </a:lnTo>
                <a:lnTo>
                  <a:pt x="285221" y="140898"/>
                </a:lnTo>
                <a:lnTo>
                  <a:pt x="285671" y="140704"/>
                </a:lnTo>
                <a:lnTo>
                  <a:pt x="286131" y="140513"/>
                </a:lnTo>
                <a:lnTo>
                  <a:pt x="286598" y="140325"/>
                </a:lnTo>
                <a:lnTo>
                  <a:pt x="287074" y="140139"/>
                </a:lnTo>
                <a:lnTo>
                  <a:pt x="287559" y="139955"/>
                </a:lnTo>
                <a:lnTo>
                  <a:pt x="288052" y="139774"/>
                </a:lnTo>
                <a:lnTo>
                  <a:pt x="288340" y="139672"/>
                </a:lnTo>
                <a:lnTo>
                  <a:pt x="288388" y="139684"/>
                </a:lnTo>
                <a:lnTo>
                  <a:pt x="289624" y="139981"/>
                </a:lnTo>
                <a:lnTo>
                  <a:pt x="290879" y="140256"/>
                </a:lnTo>
                <a:lnTo>
                  <a:pt x="292152" y="140508"/>
                </a:lnTo>
                <a:lnTo>
                  <a:pt x="293444" y="140739"/>
                </a:lnTo>
                <a:lnTo>
                  <a:pt x="294753" y="140948"/>
                </a:lnTo>
                <a:lnTo>
                  <a:pt x="296081" y="141135"/>
                </a:lnTo>
                <a:lnTo>
                  <a:pt x="297427" y="141299"/>
                </a:lnTo>
                <a:lnTo>
                  <a:pt x="298792" y="141442"/>
                </a:lnTo>
                <a:lnTo>
                  <a:pt x="300174" y="141563"/>
                </a:lnTo>
                <a:lnTo>
                  <a:pt x="301575" y="141662"/>
                </a:lnTo>
                <a:lnTo>
                  <a:pt x="302994" y="141739"/>
                </a:lnTo>
                <a:lnTo>
                  <a:pt x="304432" y="141794"/>
                </a:lnTo>
                <a:lnTo>
                  <a:pt x="305888" y="141827"/>
                </a:lnTo>
                <a:lnTo>
                  <a:pt x="307362" y="141838"/>
                </a:lnTo>
                <a:lnTo>
                  <a:pt x="308934" y="141827"/>
                </a:lnTo>
                <a:lnTo>
                  <a:pt x="310485" y="141795"/>
                </a:lnTo>
                <a:lnTo>
                  <a:pt x="312012" y="141741"/>
                </a:lnTo>
                <a:lnTo>
                  <a:pt x="313517" y="141666"/>
                </a:lnTo>
                <a:lnTo>
                  <a:pt x="314999" y="141569"/>
                </a:lnTo>
                <a:lnTo>
                  <a:pt x="316458" y="141451"/>
                </a:lnTo>
                <a:lnTo>
                  <a:pt x="317895" y="141311"/>
                </a:lnTo>
                <a:lnTo>
                  <a:pt x="319309" y="141150"/>
                </a:lnTo>
                <a:lnTo>
                  <a:pt x="320700" y="140967"/>
                </a:lnTo>
                <a:lnTo>
                  <a:pt x="322069" y="140762"/>
                </a:lnTo>
                <a:lnTo>
                  <a:pt x="323414" y="140537"/>
                </a:lnTo>
                <a:lnTo>
                  <a:pt x="324737" y="140289"/>
                </a:lnTo>
                <a:lnTo>
                  <a:pt x="326038" y="140021"/>
                </a:lnTo>
                <a:lnTo>
                  <a:pt x="327316" y="139730"/>
                </a:lnTo>
                <a:lnTo>
                  <a:pt x="328571" y="139418"/>
                </a:lnTo>
                <a:lnTo>
                  <a:pt x="329803" y="139085"/>
                </a:lnTo>
                <a:lnTo>
                  <a:pt x="331012" y="138730"/>
                </a:lnTo>
                <a:lnTo>
                  <a:pt x="332199" y="138354"/>
                </a:lnTo>
                <a:lnTo>
                  <a:pt x="333363" y="137956"/>
                </a:lnTo>
                <a:lnTo>
                  <a:pt x="334505" y="137537"/>
                </a:lnTo>
                <a:lnTo>
                  <a:pt x="335624" y="137096"/>
                </a:lnTo>
                <a:lnTo>
                  <a:pt x="336720" y="136633"/>
                </a:lnTo>
                <a:lnTo>
                  <a:pt x="337793" y="136150"/>
                </a:lnTo>
                <a:lnTo>
                  <a:pt x="338844" y="135644"/>
                </a:lnTo>
                <a:lnTo>
                  <a:pt x="339872" y="135121"/>
                </a:lnTo>
                <a:lnTo>
                  <a:pt x="340879" y="134583"/>
                </a:lnTo>
                <a:lnTo>
                  <a:pt x="341865" y="134031"/>
                </a:lnTo>
                <a:lnTo>
                  <a:pt x="342829" y="133464"/>
                </a:lnTo>
                <a:lnTo>
                  <a:pt x="343771" y="132882"/>
                </a:lnTo>
                <a:lnTo>
                  <a:pt x="344692" y="132287"/>
                </a:lnTo>
                <a:lnTo>
                  <a:pt x="345591" y="131676"/>
                </a:lnTo>
                <a:lnTo>
                  <a:pt x="346469" y="131052"/>
                </a:lnTo>
                <a:lnTo>
                  <a:pt x="347325" y="130412"/>
                </a:lnTo>
                <a:lnTo>
                  <a:pt x="348160" y="129759"/>
                </a:lnTo>
                <a:lnTo>
                  <a:pt x="348973" y="129090"/>
                </a:lnTo>
                <a:lnTo>
                  <a:pt x="349765" y="128408"/>
                </a:lnTo>
                <a:lnTo>
                  <a:pt x="350535" y="127711"/>
                </a:lnTo>
                <a:lnTo>
                  <a:pt x="351283" y="126999"/>
                </a:lnTo>
                <a:lnTo>
                  <a:pt x="352010" y="126273"/>
                </a:lnTo>
                <a:lnTo>
                  <a:pt x="352716" y="125532"/>
                </a:lnTo>
                <a:lnTo>
                  <a:pt x="353400" y="124777"/>
                </a:lnTo>
                <a:lnTo>
                  <a:pt x="354062" y="124007"/>
                </a:lnTo>
                <a:lnTo>
                  <a:pt x="354703" y="123223"/>
                </a:lnTo>
                <a:lnTo>
                  <a:pt x="355322" y="122425"/>
                </a:lnTo>
                <a:lnTo>
                  <a:pt x="355920" y="121612"/>
                </a:lnTo>
                <a:lnTo>
                  <a:pt x="356497" y="120784"/>
                </a:lnTo>
                <a:lnTo>
                  <a:pt x="357051" y="119942"/>
                </a:lnTo>
                <a:lnTo>
                  <a:pt x="357585" y="119086"/>
                </a:lnTo>
                <a:lnTo>
                  <a:pt x="358096" y="118219"/>
                </a:lnTo>
                <a:lnTo>
                  <a:pt x="358586" y="117345"/>
                </a:lnTo>
                <a:lnTo>
                  <a:pt x="359054" y="116465"/>
                </a:lnTo>
                <a:lnTo>
                  <a:pt x="359500" y="115578"/>
                </a:lnTo>
                <a:lnTo>
                  <a:pt x="359925" y="114685"/>
                </a:lnTo>
                <a:lnTo>
                  <a:pt x="360327" y="113785"/>
                </a:lnTo>
                <a:lnTo>
                  <a:pt x="360708" y="112879"/>
                </a:lnTo>
                <a:lnTo>
                  <a:pt x="361068" y="111966"/>
                </a:lnTo>
                <a:lnTo>
                  <a:pt x="361405" y="111047"/>
                </a:lnTo>
                <a:lnTo>
                  <a:pt x="361721" y="110121"/>
                </a:lnTo>
                <a:lnTo>
                  <a:pt x="362015" y="109188"/>
                </a:lnTo>
                <a:lnTo>
                  <a:pt x="362287" y="108249"/>
                </a:lnTo>
                <a:lnTo>
                  <a:pt x="362537" y="107303"/>
                </a:lnTo>
                <a:lnTo>
                  <a:pt x="362766" y="106351"/>
                </a:lnTo>
                <a:lnTo>
                  <a:pt x="362972" y="105392"/>
                </a:lnTo>
                <a:lnTo>
                  <a:pt x="363157" y="104427"/>
                </a:lnTo>
                <a:lnTo>
                  <a:pt x="363321" y="103455"/>
                </a:lnTo>
                <a:lnTo>
                  <a:pt x="363462" y="102477"/>
                </a:lnTo>
                <a:lnTo>
                  <a:pt x="363582" y="101492"/>
                </a:lnTo>
                <a:lnTo>
                  <a:pt x="363680" y="100500"/>
                </a:lnTo>
                <a:lnTo>
                  <a:pt x="363756" y="99502"/>
                </a:lnTo>
                <a:lnTo>
                  <a:pt x="363810" y="98497"/>
                </a:lnTo>
                <a:lnTo>
                  <a:pt x="363843" y="97486"/>
                </a:lnTo>
                <a:lnTo>
                  <a:pt x="363854" y="96469"/>
                </a:lnTo>
                <a:lnTo>
                  <a:pt x="363843" y="95407"/>
                </a:lnTo>
                <a:lnTo>
                  <a:pt x="363811" y="94354"/>
                </a:lnTo>
                <a:lnTo>
                  <a:pt x="363758" y="93310"/>
                </a:lnTo>
                <a:lnTo>
                  <a:pt x="363684" y="92274"/>
                </a:lnTo>
                <a:lnTo>
                  <a:pt x="363588" y="91247"/>
                </a:lnTo>
                <a:lnTo>
                  <a:pt x="363471" y="90229"/>
                </a:lnTo>
                <a:lnTo>
                  <a:pt x="363332" y="89219"/>
                </a:lnTo>
                <a:lnTo>
                  <a:pt x="363172" y="88218"/>
                </a:lnTo>
                <a:lnTo>
                  <a:pt x="362991" y="87226"/>
                </a:lnTo>
                <a:lnTo>
                  <a:pt x="362789" y="86242"/>
                </a:lnTo>
                <a:lnTo>
                  <a:pt x="362565" y="85267"/>
                </a:lnTo>
                <a:lnTo>
                  <a:pt x="362320" y="84300"/>
                </a:lnTo>
                <a:lnTo>
                  <a:pt x="362054" y="83343"/>
                </a:lnTo>
                <a:lnTo>
                  <a:pt x="361767" y="82394"/>
                </a:lnTo>
                <a:lnTo>
                  <a:pt x="361458" y="81453"/>
                </a:lnTo>
                <a:lnTo>
                  <a:pt x="361128" y="80522"/>
                </a:lnTo>
                <a:lnTo>
                  <a:pt x="360776" y="79598"/>
                </a:lnTo>
                <a:lnTo>
                  <a:pt x="360403" y="78684"/>
                </a:lnTo>
                <a:lnTo>
                  <a:pt x="360009" y="77778"/>
                </a:lnTo>
                <a:lnTo>
                  <a:pt x="359594" y="76881"/>
                </a:lnTo>
                <a:lnTo>
                  <a:pt x="359157" y="75993"/>
                </a:lnTo>
                <a:lnTo>
                  <a:pt x="358699" y="75113"/>
                </a:lnTo>
                <a:lnTo>
                  <a:pt x="358220" y="74242"/>
                </a:lnTo>
                <a:lnTo>
                  <a:pt x="357719" y="73379"/>
                </a:lnTo>
                <a:lnTo>
                  <a:pt x="357197" y="72528"/>
                </a:lnTo>
                <a:lnTo>
                  <a:pt x="356654" y="71692"/>
                </a:lnTo>
                <a:lnTo>
                  <a:pt x="356089" y="70869"/>
                </a:lnTo>
                <a:lnTo>
                  <a:pt x="355502" y="70061"/>
                </a:lnTo>
                <a:lnTo>
                  <a:pt x="354894" y="69267"/>
                </a:lnTo>
                <a:lnTo>
                  <a:pt x="354264" y="68487"/>
                </a:lnTo>
                <a:lnTo>
                  <a:pt x="353613" y="67722"/>
                </a:lnTo>
                <a:lnTo>
                  <a:pt x="352941" y="66970"/>
                </a:lnTo>
                <a:lnTo>
                  <a:pt x="352246" y="66234"/>
                </a:lnTo>
                <a:lnTo>
                  <a:pt x="351530" y="65511"/>
                </a:lnTo>
                <a:lnTo>
                  <a:pt x="350793" y="64802"/>
                </a:lnTo>
                <a:lnTo>
                  <a:pt x="350308" y="64358"/>
                </a:lnTo>
                <a:lnTo>
                  <a:pt x="350388" y="64295"/>
                </a:lnTo>
                <a:lnTo>
                  <a:pt x="350938" y="63898"/>
                </a:lnTo>
                <a:lnTo>
                  <a:pt x="351503" y="63522"/>
                </a:lnTo>
                <a:lnTo>
                  <a:pt x="352083" y="63165"/>
                </a:lnTo>
                <a:close/>
                <a:moveTo>
                  <a:pt x="304495" y="120232"/>
                </a:moveTo>
                <a:lnTo>
                  <a:pt x="303795" y="120138"/>
                </a:lnTo>
                <a:lnTo>
                  <a:pt x="303102" y="120022"/>
                </a:lnTo>
                <a:lnTo>
                  <a:pt x="302416" y="119886"/>
                </a:lnTo>
                <a:lnTo>
                  <a:pt x="301736" y="119728"/>
                </a:lnTo>
                <a:lnTo>
                  <a:pt x="301064" y="119549"/>
                </a:lnTo>
                <a:lnTo>
                  <a:pt x="300398" y="119350"/>
                </a:lnTo>
                <a:lnTo>
                  <a:pt x="299739" y="119129"/>
                </a:lnTo>
                <a:lnTo>
                  <a:pt x="299087" y="118888"/>
                </a:lnTo>
                <a:lnTo>
                  <a:pt x="298441" y="118625"/>
                </a:lnTo>
                <a:lnTo>
                  <a:pt x="297802" y="118341"/>
                </a:lnTo>
                <a:lnTo>
                  <a:pt x="297171" y="118037"/>
                </a:lnTo>
                <a:lnTo>
                  <a:pt x="296546" y="117711"/>
                </a:lnTo>
                <a:lnTo>
                  <a:pt x="295927" y="117365"/>
                </a:lnTo>
                <a:lnTo>
                  <a:pt x="295316" y="116997"/>
                </a:lnTo>
                <a:lnTo>
                  <a:pt x="294711" y="116608"/>
                </a:lnTo>
                <a:lnTo>
                  <a:pt x="294113" y="116199"/>
                </a:lnTo>
                <a:lnTo>
                  <a:pt x="293522" y="115768"/>
                </a:lnTo>
                <a:lnTo>
                  <a:pt x="292937" y="115316"/>
                </a:lnTo>
                <a:lnTo>
                  <a:pt x="292360" y="114844"/>
                </a:lnTo>
                <a:lnTo>
                  <a:pt x="291789" y="114350"/>
                </a:lnTo>
                <a:lnTo>
                  <a:pt x="291234" y="113836"/>
                </a:lnTo>
                <a:lnTo>
                  <a:pt x="290702" y="113301"/>
                </a:lnTo>
                <a:lnTo>
                  <a:pt x="290193" y="112747"/>
                </a:lnTo>
                <a:lnTo>
                  <a:pt x="289709" y="112173"/>
                </a:lnTo>
                <a:lnTo>
                  <a:pt x="289248" y="111578"/>
                </a:lnTo>
                <a:lnTo>
                  <a:pt x="288810" y="110963"/>
                </a:lnTo>
                <a:lnTo>
                  <a:pt x="288397" y="110329"/>
                </a:lnTo>
                <a:lnTo>
                  <a:pt x="288006" y="109674"/>
                </a:lnTo>
                <a:lnTo>
                  <a:pt x="287640" y="108999"/>
                </a:lnTo>
                <a:lnTo>
                  <a:pt x="287297" y="108304"/>
                </a:lnTo>
                <a:lnTo>
                  <a:pt x="286978" y="107589"/>
                </a:lnTo>
                <a:lnTo>
                  <a:pt x="286683" y="106854"/>
                </a:lnTo>
                <a:lnTo>
                  <a:pt x="286411" y="106099"/>
                </a:lnTo>
                <a:lnTo>
                  <a:pt x="286162" y="105324"/>
                </a:lnTo>
                <a:lnTo>
                  <a:pt x="285938" y="104529"/>
                </a:lnTo>
                <a:lnTo>
                  <a:pt x="285737" y="103714"/>
                </a:lnTo>
                <a:lnTo>
                  <a:pt x="285560" y="102878"/>
                </a:lnTo>
                <a:lnTo>
                  <a:pt x="285406" y="102023"/>
                </a:lnTo>
                <a:lnTo>
                  <a:pt x="285276" y="101147"/>
                </a:lnTo>
                <a:lnTo>
                  <a:pt x="285170" y="100252"/>
                </a:lnTo>
                <a:lnTo>
                  <a:pt x="285087" y="99336"/>
                </a:lnTo>
                <a:lnTo>
                  <a:pt x="285028" y="98400"/>
                </a:lnTo>
                <a:lnTo>
                  <a:pt x="284992" y="97444"/>
                </a:lnTo>
                <a:lnTo>
                  <a:pt x="284980" y="96469"/>
                </a:lnTo>
                <a:lnTo>
                  <a:pt x="284992" y="95481"/>
                </a:lnTo>
                <a:lnTo>
                  <a:pt x="285026" y="94514"/>
                </a:lnTo>
                <a:lnTo>
                  <a:pt x="285084" y="93566"/>
                </a:lnTo>
                <a:lnTo>
                  <a:pt x="285164" y="92639"/>
                </a:lnTo>
                <a:lnTo>
                  <a:pt x="285267" y="91731"/>
                </a:lnTo>
                <a:lnTo>
                  <a:pt x="285393" y="90843"/>
                </a:lnTo>
                <a:lnTo>
                  <a:pt x="285542" y="89974"/>
                </a:lnTo>
                <a:lnTo>
                  <a:pt x="285714" y="89126"/>
                </a:lnTo>
                <a:lnTo>
                  <a:pt x="285909" y="88298"/>
                </a:lnTo>
                <a:lnTo>
                  <a:pt x="286127" y="87489"/>
                </a:lnTo>
                <a:lnTo>
                  <a:pt x="286368" y="86700"/>
                </a:lnTo>
                <a:lnTo>
                  <a:pt x="286632" y="85931"/>
                </a:lnTo>
                <a:lnTo>
                  <a:pt x="286919" y="85182"/>
                </a:lnTo>
                <a:lnTo>
                  <a:pt x="287228" y="84452"/>
                </a:lnTo>
                <a:lnTo>
                  <a:pt x="287561" y="83743"/>
                </a:lnTo>
                <a:lnTo>
                  <a:pt x="287917" y="83053"/>
                </a:lnTo>
                <a:lnTo>
                  <a:pt x="288295" y="82383"/>
                </a:lnTo>
                <a:lnTo>
                  <a:pt x="288697" y="81733"/>
                </a:lnTo>
                <a:lnTo>
                  <a:pt x="289121" y="81103"/>
                </a:lnTo>
                <a:lnTo>
                  <a:pt x="289568" y="80493"/>
                </a:lnTo>
                <a:lnTo>
                  <a:pt x="290038" y="79902"/>
                </a:lnTo>
                <a:lnTo>
                  <a:pt x="290532" y="79332"/>
                </a:lnTo>
                <a:lnTo>
                  <a:pt x="291048" y="78781"/>
                </a:lnTo>
                <a:lnTo>
                  <a:pt x="291587" y="78250"/>
                </a:lnTo>
                <a:lnTo>
                  <a:pt x="292144" y="77740"/>
                </a:lnTo>
                <a:lnTo>
                  <a:pt x="292712" y="77251"/>
                </a:lnTo>
                <a:lnTo>
                  <a:pt x="293293" y="76785"/>
                </a:lnTo>
                <a:lnTo>
                  <a:pt x="293886" y="76340"/>
                </a:lnTo>
                <a:lnTo>
                  <a:pt x="294492" y="75916"/>
                </a:lnTo>
                <a:lnTo>
                  <a:pt x="295109" y="75515"/>
                </a:lnTo>
                <a:lnTo>
                  <a:pt x="295739" y="75135"/>
                </a:lnTo>
                <a:lnTo>
                  <a:pt x="296381" y="74776"/>
                </a:lnTo>
                <a:lnTo>
                  <a:pt x="297035" y="74440"/>
                </a:lnTo>
                <a:lnTo>
                  <a:pt x="297701" y="74125"/>
                </a:lnTo>
                <a:lnTo>
                  <a:pt x="298379" y="73832"/>
                </a:lnTo>
                <a:lnTo>
                  <a:pt x="299070" y="73561"/>
                </a:lnTo>
                <a:lnTo>
                  <a:pt x="299772" y="73311"/>
                </a:lnTo>
                <a:lnTo>
                  <a:pt x="300487" y="73083"/>
                </a:lnTo>
                <a:lnTo>
                  <a:pt x="301214" y="72877"/>
                </a:lnTo>
                <a:lnTo>
                  <a:pt x="301954" y="72692"/>
                </a:lnTo>
                <a:lnTo>
                  <a:pt x="302705" y="72529"/>
                </a:lnTo>
                <a:lnTo>
                  <a:pt x="303468" y="72388"/>
                </a:lnTo>
                <a:lnTo>
                  <a:pt x="304244" y="72269"/>
                </a:lnTo>
                <a:lnTo>
                  <a:pt x="305032" y="72171"/>
                </a:lnTo>
                <a:lnTo>
                  <a:pt x="305832" y="72095"/>
                </a:lnTo>
                <a:lnTo>
                  <a:pt x="306644" y="72041"/>
                </a:lnTo>
                <a:lnTo>
                  <a:pt x="307469" y="72008"/>
                </a:lnTo>
                <a:lnTo>
                  <a:pt x="308305" y="71997"/>
                </a:lnTo>
                <a:lnTo>
                  <a:pt x="309130" y="72008"/>
                </a:lnTo>
                <a:lnTo>
                  <a:pt x="309942" y="72039"/>
                </a:lnTo>
                <a:lnTo>
                  <a:pt x="310741" y="72092"/>
                </a:lnTo>
                <a:lnTo>
                  <a:pt x="311526" y="72166"/>
                </a:lnTo>
                <a:lnTo>
                  <a:pt x="312299" y="72260"/>
                </a:lnTo>
                <a:lnTo>
                  <a:pt x="313058" y="72376"/>
                </a:lnTo>
                <a:lnTo>
                  <a:pt x="313804" y="72512"/>
                </a:lnTo>
                <a:lnTo>
                  <a:pt x="314537" y="72670"/>
                </a:lnTo>
                <a:lnTo>
                  <a:pt x="315257" y="72848"/>
                </a:lnTo>
                <a:lnTo>
                  <a:pt x="315964" y="73048"/>
                </a:lnTo>
                <a:lnTo>
                  <a:pt x="316658" y="73268"/>
                </a:lnTo>
                <a:lnTo>
                  <a:pt x="317339" y="73510"/>
                </a:lnTo>
                <a:lnTo>
                  <a:pt x="318006" y="73773"/>
                </a:lnTo>
                <a:lnTo>
                  <a:pt x="318661" y="74056"/>
                </a:lnTo>
                <a:lnTo>
                  <a:pt x="319302" y="74361"/>
                </a:lnTo>
                <a:lnTo>
                  <a:pt x="319930" y="74687"/>
                </a:lnTo>
                <a:lnTo>
                  <a:pt x="320546" y="75033"/>
                </a:lnTo>
                <a:lnTo>
                  <a:pt x="321148" y="75401"/>
                </a:lnTo>
                <a:lnTo>
                  <a:pt x="321737" y="75789"/>
                </a:lnTo>
                <a:lnTo>
                  <a:pt x="322312" y="76199"/>
                </a:lnTo>
                <a:lnTo>
                  <a:pt x="322875" y="76630"/>
                </a:lnTo>
                <a:lnTo>
                  <a:pt x="323425" y="77081"/>
                </a:lnTo>
                <a:lnTo>
                  <a:pt x="323961" y="77554"/>
                </a:lnTo>
                <a:lnTo>
                  <a:pt x="324485" y="78048"/>
                </a:lnTo>
                <a:lnTo>
                  <a:pt x="324991" y="78563"/>
                </a:lnTo>
                <a:lnTo>
                  <a:pt x="325475" y="79100"/>
                </a:lnTo>
                <a:lnTo>
                  <a:pt x="325938" y="79659"/>
                </a:lnTo>
                <a:lnTo>
                  <a:pt x="326380" y="80240"/>
                </a:lnTo>
                <a:lnTo>
                  <a:pt x="326800" y="80843"/>
                </a:lnTo>
                <a:lnTo>
                  <a:pt x="327198" y="81468"/>
                </a:lnTo>
                <a:lnTo>
                  <a:pt x="327575" y="82115"/>
                </a:lnTo>
                <a:lnTo>
                  <a:pt x="327930" y="82784"/>
                </a:lnTo>
                <a:lnTo>
                  <a:pt x="328264" y="83474"/>
                </a:lnTo>
                <a:lnTo>
                  <a:pt x="328576" y="84187"/>
                </a:lnTo>
                <a:lnTo>
                  <a:pt x="328867" y="84922"/>
                </a:lnTo>
                <a:lnTo>
                  <a:pt x="329136" y="85678"/>
                </a:lnTo>
                <a:lnTo>
                  <a:pt x="329384" y="86457"/>
                </a:lnTo>
                <a:lnTo>
                  <a:pt x="329610" y="87257"/>
                </a:lnTo>
                <a:lnTo>
                  <a:pt x="329814" y="88080"/>
                </a:lnTo>
                <a:lnTo>
                  <a:pt x="329998" y="88924"/>
                </a:lnTo>
                <a:lnTo>
                  <a:pt x="330159" y="89790"/>
                </a:lnTo>
                <a:lnTo>
                  <a:pt x="330299" y="90678"/>
                </a:lnTo>
                <a:lnTo>
                  <a:pt x="330417" y="91589"/>
                </a:lnTo>
                <a:lnTo>
                  <a:pt x="330514" y="92521"/>
                </a:lnTo>
                <a:lnTo>
                  <a:pt x="330590" y="93475"/>
                </a:lnTo>
                <a:lnTo>
                  <a:pt x="330644" y="94451"/>
                </a:lnTo>
                <a:lnTo>
                  <a:pt x="330676" y="95449"/>
                </a:lnTo>
                <a:lnTo>
                  <a:pt x="330687" y="96469"/>
                </a:lnTo>
                <a:lnTo>
                  <a:pt x="330675" y="97434"/>
                </a:lnTo>
                <a:lnTo>
                  <a:pt x="330640" y="98379"/>
                </a:lnTo>
                <a:lnTo>
                  <a:pt x="330582" y="99305"/>
                </a:lnTo>
                <a:lnTo>
                  <a:pt x="330501" y="100212"/>
                </a:lnTo>
                <a:lnTo>
                  <a:pt x="330397" y="101100"/>
                </a:lnTo>
                <a:lnTo>
                  <a:pt x="330270" y="101968"/>
                </a:lnTo>
                <a:lnTo>
                  <a:pt x="330119" y="102817"/>
                </a:lnTo>
                <a:lnTo>
                  <a:pt x="329945" y="103646"/>
                </a:lnTo>
                <a:lnTo>
                  <a:pt x="329748" y="104456"/>
                </a:lnTo>
                <a:lnTo>
                  <a:pt x="329528" y="105247"/>
                </a:lnTo>
                <a:lnTo>
                  <a:pt x="329285" y="106018"/>
                </a:lnTo>
                <a:lnTo>
                  <a:pt x="329018" y="106770"/>
                </a:lnTo>
                <a:lnTo>
                  <a:pt x="328729" y="107503"/>
                </a:lnTo>
                <a:lnTo>
                  <a:pt x="328416" y="108216"/>
                </a:lnTo>
                <a:lnTo>
                  <a:pt x="328080" y="108910"/>
                </a:lnTo>
                <a:lnTo>
                  <a:pt x="327720" y="109584"/>
                </a:lnTo>
                <a:lnTo>
                  <a:pt x="327338" y="110239"/>
                </a:lnTo>
                <a:lnTo>
                  <a:pt x="326933" y="110875"/>
                </a:lnTo>
                <a:lnTo>
                  <a:pt x="326504" y="111491"/>
                </a:lnTo>
                <a:lnTo>
                  <a:pt x="326052" y="112088"/>
                </a:lnTo>
                <a:lnTo>
                  <a:pt x="325577" y="112666"/>
                </a:lnTo>
                <a:lnTo>
                  <a:pt x="325079" y="113224"/>
                </a:lnTo>
                <a:lnTo>
                  <a:pt x="324557" y="113763"/>
                </a:lnTo>
                <a:lnTo>
                  <a:pt x="324013" y="114283"/>
                </a:lnTo>
                <a:lnTo>
                  <a:pt x="323451" y="114782"/>
                </a:lnTo>
                <a:lnTo>
                  <a:pt x="322877" y="115260"/>
                </a:lnTo>
                <a:lnTo>
                  <a:pt x="322293" y="115716"/>
                </a:lnTo>
                <a:lnTo>
                  <a:pt x="321696" y="116152"/>
                </a:lnTo>
                <a:lnTo>
                  <a:pt x="321089" y="116566"/>
                </a:lnTo>
                <a:lnTo>
                  <a:pt x="320469" y="116959"/>
                </a:lnTo>
                <a:lnTo>
                  <a:pt x="319839" y="117331"/>
                </a:lnTo>
                <a:lnTo>
                  <a:pt x="319196" y="117681"/>
                </a:lnTo>
                <a:lnTo>
                  <a:pt x="318543" y="118011"/>
                </a:lnTo>
                <a:lnTo>
                  <a:pt x="317878" y="118319"/>
                </a:lnTo>
                <a:lnTo>
                  <a:pt x="317201" y="118605"/>
                </a:lnTo>
                <a:lnTo>
                  <a:pt x="316513" y="118871"/>
                </a:lnTo>
                <a:lnTo>
                  <a:pt x="315813" y="119115"/>
                </a:lnTo>
                <a:lnTo>
                  <a:pt x="315102" y="119338"/>
                </a:lnTo>
                <a:lnTo>
                  <a:pt x="314380" y="119540"/>
                </a:lnTo>
                <a:lnTo>
                  <a:pt x="313646" y="119721"/>
                </a:lnTo>
                <a:lnTo>
                  <a:pt x="312901" y="119880"/>
                </a:lnTo>
                <a:lnTo>
                  <a:pt x="312144" y="120018"/>
                </a:lnTo>
                <a:lnTo>
                  <a:pt x="311375" y="120135"/>
                </a:lnTo>
                <a:lnTo>
                  <a:pt x="310596" y="120230"/>
                </a:lnTo>
                <a:lnTo>
                  <a:pt x="309804" y="120305"/>
                </a:lnTo>
                <a:lnTo>
                  <a:pt x="309002" y="120358"/>
                </a:lnTo>
                <a:lnTo>
                  <a:pt x="308187" y="120390"/>
                </a:lnTo>
                <a:lnTo>
                  <a:pt x="307362" y="120400"/>
                </a:lnTo>
                <a:lnTo>
                  <a:pt x="306635" y="120390"/>
                </a:lnTo>
                <a:lnTo>
                  <a:pt x="305915" y="120358"/>
                </a:lnTo>
                <a:lnTo>
                  <a:pt x="305201" y="120306"/>
                </a:lnTo>
                <a:lnTo>
                  <a:pt x="304495" y="120232"/>
                </a:lnTo>
                <a:close/>
                <a:moveTo>
                  <a:pt x="304234" y="212217"/>
                </a:moveTo>
                <a:lnTo>
                  <a:pt x="303057" y="212141"/>
                </a:lnTo>
                <a:lnTo>
                  <a:pt x="301910" y="212047"/>
                </a:lnTo>
                <a:lnTo>
                  <a:pt x="300793" y="211937"/>
                </a:lnTo>
                <a:lnTo>
                  <a:pt x="299706" y="211810"/>
                </a:lnTo>
                <a:lnTo>
                  <a:pt x="298651" y="211667"/>
                </a:lnTo>
                <a:lnTo>
                  <a:pt x="297625" y="211506"/>
                </a:lnTo>
                <a:lnTo>
                  <a:pt x="296630" y="211328"/>
                </a:lnTo>
                <a:lnTo>
                  <a:pt x="295665" y="211133"/>
                </a:lnTo>
                <a:lnTo>
                  <a:pt x="294731" y="210922"/>
                </a:lnTo>
                <a:lnTo>
                  <a:pt x="293827" y="210693"/>
                </a:lnTo>
                <a:lnTo>
                  <a:pt x="292954" y="210448"/>
                </a:lnTo>
                <a:lnTo>
                  <a:pt x="292111" y="210186"/>
                </a:lnTo>
                <a:lnTo>
                  <a:pt x="291299" y="209906"/>
                </a:lnTo>
                <a:lnTo>
                  <a:pt x="290517" y="209610"/>
                </a:lnTo>
                <a:lnTo>
                  <a:pt x="289765" y="209297"/>
                </a:lnTo>
                <a:lnTo>
                  <a:pt x="289044" y="208967"/>
                </a:lnTo>
                <a:lnTo>
                  <a:pt x="288353" y="208620"/>
                </a:lnTo>
                <a:lnTo>
                  <a:pt x="287693" y="208256"/>
                </a:lnTo>
                <a:lnTo>
                  <a:pt x="287063" y="207875"/>
                </a:lnTo>
                <a:lnTo>
                  <a:pt x="286463" y="207477"/>
                </a:lnTo>
                <a:lnTo>
                  <a:pt x="285891" y="207070"/>
                </a:lnTo>
                <a:lnTo>
                  <a:pt x="285344" y="206659"/>
                </a:lnTo>
                <a:lnTo>
                  <a:pt x="284820" y="206246"/>
                </a:lnTo>
                <a:lnTo>
                  <a:pt x="284321" y="205830"/>
                </a:lnTo>
                <a:lnTo>
                  <a:pt x="283847" y="205411"/>
                </a:lnTo>
                <a:lnTo>
                  <a:pt x="283396" y="204989"/>
                </a:lnTo>
                <a:lnTo>
                  <a:pt x="282970" y="204564"/>
                </a:lnTo>
                <a:lnTo>
                  <a:pt x="282568" y="204137"/>
                </a:lnTo>
                <a:lnTo>
                  <a:pt x="282191" y="203706"/>
                </a:lnTo>
                <a:lnTo>
                  <a:pt x="281838" y="203273"/>
                </a:lnTo>
                <a:lnTo>
                  <a:pt x="281510" y="202837"/>
                </a:lnTo>
                <a:lnTo>
                  <a:pt x="281205" y="202398"/>
                </a:lnTo>
                <a:lnTo>
                  <a:pt x="280925" y="201956"/>
                </a:lnTo>
                <a:lnTo>
                  <a:pt x="280670" y="201512"/>
                </a:lnTo>
                <a:lnTo>
                  <a:pt x="280438" y="201064"/>
                </a:lnTo>
                <a:lnTo>
                  <a:pt x="280231" y="200614"/>
                </a:lnTo>
                <a:lnTo>
                  <a:pt x="280049" y="200161"/>
                </a:lnTo>
                <a:lnTo>
                  <a:pt x="279891" y="199705"/>
                </a:lnTo>
                <a:lnTo>
                  <a:pt x="279757" y="199247"/>
                </a:lnTo>
                <a:lnTo>
                  <a:pt x="279647" y="198785"/>
                </a:lnTo>
                <a:lnTo>
                  <a:pt x="279562" y="198321"/>
                </a:lnTo>
                <a:lnTo>
                  <a:pt x="279501" y="197853"/>
                </a:lnTo>
                <a:lnTo>
                  <a:pt x="279465" y="197383"/>
                </a:lnTo>
                <a:lnTo>
                  <a:pt x="279452" y="196910"/>
                </a:lnTo>
                <a:lnTo>
                  <a:pt x="279458" y="196506"/>
                </a:lnTo>
                <a:lnTo>
                  <a:pt x="279475" y="196106"/>
                </a:lnTo>
                <a:lnTo>
                  <a:pt x="279504" y="195710"/>
                </a:lnTo>
                <a:lnTo>
                  <a:pt x="279544" y="195317"/>
                </a:lnTo>
                <a:lnTo>
                  <a:pt x="279596" y="194929"/>
                </a:lnTo>
                <a:lnTo>
                  <a:pt x="279659" y="194545"/>
                </a:lnTo>
                <a:lnTo>
                  <a:pt x="279733" y="194164"/>
                </a:lnTo>
                <a:lnTo>
                  <a:pt x="279820" y="193788"/>
                </a:lnTo>
                <a:lnTo>
                  <a:pt x="279917" y="193416"/>
                </a:lnTo>
                <a:lnTo>
                  <a:pt x="280026" y="193048"/>
                </a:lnTo>
                <a:lnTo>
                  <a:pt x="280146" y="192683"/>
                </a:lnTo>
                <a:lnTo>
                  <a:pt x="280278" y="192323"/>
                </a:lnTo>
                <a:lnTo>
                  <a:pt x="280422" y="191967"/>
                </a:lnTo>
                <a:lnTo>
                  <a:pt x="280577" y="191614"/>
                </a:lnTo>
                <a:lnTo>
                  <a:pt x="280743" y="191266"/>
                </a:lnTo>
                <a:lnTo>
                  <a:pt x="280921" y="190922"/>
                </a:lnTo>
                <a:lnTo>
                  <a:pt x="281110" y="190581"/>
                </a:lnTo>
                <a:lnTo>
                  <a:pt x="281311" y="190245"/>
                </a:lnTo>
                <a:lnTo>
                  <a:pt x="281523" y="189913"/>
                </a:lnTo>
                <a:lnTo>
                  <a:pt x="281746" y="189584"/>
                </a:lnTo>
                <a:lnTo>
                  <a:pt x="281982" y="189260"/>
                </a:lnTo>
                <a:lnTo>
                  <a:pt x="282228" y="188940"/>
                </a:lnTo>
                <a:lnTo>
                  <a:pt x="282486" y="188623"/>
                </a:lnTo>
                <a:lnTo>
                  <a:pt x="282756" y="188311"/>
                </a:lnTo>
                <a:lnTo>
                  <a:pt x="283034" y="188003"/>
                </a:lnTo>
                <a:lnTo>
                  <a:pt x="283320" y="187702"/>
                </a:lnTo>
                <a:lnTo>
                  <a:pt x="283612" y="187406"/>
                </a:lnTo>
                <a:lnTo>
                  <a:pt x="283911" y="187116"/>
                </a:lnTo>
                <a:lnTo>
                  <a:pt x="284217" y="186832"/>
                </a:lnTo>
                <a:lnTo>
                  <a:pt x="284530" y="186554"/>
                </a:lnTo>
                <a:lnTo>
                  <a:pt x="284849" y="186282"/>
                </a:lnTo>
                <a:lnTo>
                  <a:pt x="285175" y="186016"/>
                </a:lnTo>
                <a:lnTo>
                  <a:pt x="285508" y="185756"/>
                </a:lnTo>
                <a:lnTo>
                  <a:pt x="285848" y="185501"/>
                </a:lnTo>
                <a:lnTo>
                  <a:pt x="286194" y="185252"/>
                </a:lnTo>
                <a:lnTo>
                  <a:pt x="286548" y="185010"/>
                </a:lnTo>
                <a:lnTo>
                  <a:pt x="286908" y="184773"/>
                </a:lnTo>
                <a:lnTo>
                  <a:pt x="287275" y="184542"/>
                </a:lnTo>
                <a:lnTo>
                  <a:pt x="287648" y="184317"/>
                </a:lnTo>
                <a:lnTo>
                  <a:pt x="288029" y="184098"/>
                </a:lnTo>
                <a:lnTo>
                  <a:pt x="288416" y="183884"/>
                </a:lnTo>
                <a:lnTo>
                  <a:pt x="288810" y="183677"/>
                </a:lnTo>
                <a:lnTo>
                  <a:pt x="289211" y="183475"/>
                </a:lnTo>
                <a:lnTo>
                  <a:pt x="289619" y="183279"/>
                </a:lnTo>
                <a:lnTo>
                  <a:pt x="290033" y="183090"/>
                </a:lnTo>
                <a:lnTo>
                  <a:pt x="290454" y="182906"/>
                </a:lnTo>
                <a:lnTo>
                  <a:pt x="290882" y="182728"/>
                </a:lnTo>
                <a:lnTo>
                  <a:pt x="291317" y="182555"/>
                </a:lnTo>
                <a:lnTo>
                  <a:pt x="315316" y="182555"/>
                </a:lnTo>
                <a:lnTo>
                  <a:pt x="316130" y="182558"/>
                </a:lnTo>
                <a:lnTo>
                  <a:pt x="316930" y="182567"/>
                </a:lnTo>
                <a:lnTo>
                  <a:pt x="317716" y="182581"/>
                </a:lnTo>
                <a:lnTo>
                  <a:pt x="318489" y="182600"/>
                </a:lnTo>
                <a:lnTo>
                  <a:pt x="319248" y="182626"/>
                </a:lnTo>
                <a:lnTo>
                  <a:pt x="319993" y="182657"/>
                </a:lnTo>
                <a:lnTo>
                  <a:pt x="320725" y="182693"/>
                </a:lnTo>
                <a:lnTo>
                  <a:pt x="321444" y="182736"/>
                </a:lnTo>
                <a:lnTo>
                  <a:pt x="322148" y="182784"/>
                </a:lnTo>
                <a:lnTo>
                  <a:pt x="322840" y="182837"/>
                </a:lnTo>
                <a:lnTo>
                  <a:pt x="323517" y="182896"/>
                </a:lnTo>
                <a:lnTo>
                  <a:pt x="324181" y="182961"/>
                </a:lnTo>
                <a:lnTo>
                  <a:pt x="324832" y="183031"/>
                </a:lnTo>
                <a:lnTo>
                  <a:pt x="325469" y="183107"/>
                </a:lnTo>
                <a:lnTo>
                  <a:pt x="326092" y="183189"/>
                </a:lnTo>
                <a:lnTo>
                  <a:pt x="326702" y="183276"/>
                </a:lnTo>
                <a:lnTo>
                  <a:pt x="327298" y="183369"/>
                </a:lnTo>
                <a:lnTo>
                  <a:pt x="327881" y="183468"/>
                </a:lnTo>
                <a:lnTo>
                  <a:pt x="328450" y="183572"/>
                </a:lnTo>
                <a:lnTo>
                  <a:pt x="329005" y="183682"/>
                </a:lnTo>
                <a:lnTo>
                  <a:pt x="329547" y="183797"/>
                </a:lnTo>
                <a:lnTo>
                  <a:pt x="330075" y="183918"/>
                </a:lnTo>
                <a:lnTo>
                  <a:pt x="330590" y="184045"/>
                </a:lnTo>
                <a:lnTo>
                  <a:pt x="331091" y="184178"/>
                </a:lnTo>
                <a:lnTo>
                  <a:pt x="331580" y="184315"/>
                </a:lnTo>
                <a:lnTo>
                  <a:pt x="332056" y="184458"/>
                </a:lnTo>
                <a:lnTo>
                  <a:pt x="332522" y="184605"/>
                </a:lnTo>
                <a:lnTo>
                  <a:pt x="332975" y="184757"/>
                </a:lnTo>
                <a:lnTo>
                  <a:pt x="333417" y="184914"/>
                </a:lnTo>
                <a:lnTo>
                  <a:pt x="333847" y="185075"/>
                </a:lnTo>
                <a:lnTo>
                  <a:pt x="334265" y="185241"/>
                </a:lnTo>
                <a:lnTo>
                  <a:pt x="334672" y="185412"/>
                </a:lnTo>
                <a:lnTo>
                  <a:pt x="335066" y="185588"/>
                </a:lnTo>
                <a:lnTo>
                  <a:pt x="335450" y="185768"/>
                </a:lnTo>
                <a:lnTo>
                  <a:pt x="335821" y="185952"/>
                </a:lnTo>
                <a:lnTo>
                  <a:pt x="336181" y="186142"/>
                </a:lnTo>
                <a:lnTo>
                  <a:pt x="336529" y="186336"/>
                </a:lnTo>
                <a:lnTo>
                  <a:pt x="336865" y="186535"/>
                </a:lnTo>
                <a:lnTo>
                  <a:pt x="337190" y="186739"/>
                </a:lnTo>
                <a:lnTo>
                  <a:pt x="337503" y="186947"/>
                </a:lnTo>
                <a:lnTo>
                  <a:pt x="337804" y="187160"/>
                </a:lnTo>
                <a:lnTo>
                  <a:pt x="338094" y="187378"/>
                </a:lnTo>
                <a:lnTo>
                  <a:pt x="338372" y="187600"/>
                </a:lnTo>
                <a:lnTo>
                  <a:pt x="338638" y="187827"/>
                </a:lnTo>
                <a:lnTo>
                  <a:pt x="338892" y="188059"/>
                </a:lnTo>
                <a:lnTo>
                  <a:pt x="339135" y="188296"/>
                </a:lnTo>
                <a:lnTo>
                  <a:pt x="339366" y="188537"/>
                </a:lnTo>
                <a:lnTo>
                  <a:pt x="339585" y="188783"/>
                </a:lnTo>
                <a:lnTo>
                  <a:pt x="339794" y="189034"/>
                </a:lnTo>
                <a:lnTo>
                  <a:pt x="339994" y="189289"/>
                </a:lnTo>
                <a:lnTo>
                  <a:pt x="340186" y="189550"/>
                </a:lnTo>
                <a:lnTo>
                  <a:pt x="340368" y="189815"/>
                </a:lnTo>
                <a:lnTo>
                  <a:pt x="340541" y="190084"/>
                </a:lnTo>
                <a:lnTo>
                  <a:pt x="340706" y="190359"/>
                </a:lnTo>
                <a:lnTo>
                  <a:pt x="340862" y="190638"/>
                </a:lnTo>
                <a:lnTo>
                  <a:pt x="341008" y="190922"/>
                </a:lnTo>
                <a:lnTo>
                  <a:pt x="341146" y="191210"/>
                </a:lnTo>
                <a:lnTo>
                  <a:pt x="341275" y="191503"/>
                </a:lnTo>
                <a:lnTo>
                  <a:pt x="341395" y="191801"/>
                </a:lnTo>
                <a:lnTo>
                  <a:pt x="341507" y="192104"/>
                </a:lnTo>
                <a:lnTo>
                  <a:pt x="341609" y="192411"/>
                </a:lnTo>
                <a:lnTo>
                  <a:pt x="341702" y="192723"/>
                </a:lnTo>
                <a:lnTo>
                  <a:pt x="341787" y="193040"/>
                </a:lnTo>
                <a:lnTo>
                  <a:pt x="341862" y="193361"/>
                </a:lnTo>
                <a:lnTo>
                  <a:pt x="341929" y="193687"/>
                </a:lnTo>
                <a:lnTo>
                  <a:pt x="341987" y="194018"/>
                </a:lnTo>
                <a:lnTo>
                  <a:pt x="342036" y="194354"/>
                </a:lnTo>
                <a:lnTo>
                  <a:pt x="342076" y="194694"/>
                </a:lnTo>
                <a:lnTo>
                  <a:pt x="342107" y="195039"/>
                </a:lnTo>
                <a:lnTo>
                  <a:pt x="342129" y="195388"/>
                </a:lnTo>
                <a:lnTo>
                  <a:pt x="342142" y="195742"/>
                </a:lnTo>
                <a:lnTo>
                  <a:pt x="342147" y="196101"/>
                </a:lnTo>
                <a:lnTo>
                  <a:pt x="342134" y="196662"/>
                </a:lnTo>
                <a:lnTo>
                  <a:pt x="342095" y="197216"/>
                </a:lnTo>
                <a:lnTo>
                  <a:pt x="342031" y="197762"/>
                </a:lnTo>
                <a:lnTo>
                  <a:pt x="341941" y="198302"/>
                </a:lnTo>
                <a:lnTo>
                  <a:pt x="341825" y="198834"/>
                </a:lnTo>
                <a:lnTo>
                  <a:pt x="341683" y="199360"/>
                </a:lnTo>
                <a:lnTo>
                  <a:pt x="341516" y="199878"/>
                </a:lnTo>
                <a:lnTo>
                  <a:pt x="341323" y="200390"/>
                </a:lnTo>
                <a:lnTo>
                  <a:pt x="341104" y="200894"/>
                </a:lnTo>
                <a:lnTo>
                  <a:pt x="340860" y="201391"/>
                </a:lnTo>
                <a:lnTo>
                  <a:pt x="340589" y="201881"/>
                </a:lnTo>
                <a:lnTo>
                  <a:pt x="340293" y="202364"/>
                </a:lnTo>
                <a:lnTo>
                  <a:pt x="339971" y="202841"/>
                </a:lnTo>
                <a:lnTo>
                  <a:pt x="339624" y="203310"/>
                </a:lnTo>
                <a:lnTo>
                  <a:pt x="339250" y="203772"/>
                </a:lnTo>
                <a:lnTo>
                  <a:pt x="338851" y="204226"/>
                </a:lnTo>
                <a:lnTo>
                  <a:pt x="338426" y="204674"/>
                </a:lnTo>
                <a:lnTo>
                  <a:pt x="337976" y="205115"/>
                </a:lnTo>
                <a:lnTo>
                  <a:pt x="337499" y="205549"/>
                </a:lnTo>
                <a:lnTo>
                  <a:pt x="336997" y="205976"/>
                </a:lnTo>
                <a:lnTo>
                  <a:pt x="336469" y="206395"/>
                </a:lnTo>
                <a:lnTo>
                  <a:pt x="335916" y="206808"/>
                </a:lnTo>
                <a:lnTo>
                  <a:pt x="335337" y="207214"/>
                </a:lnTo>
                <a:lnTo>
                  <a:pt x="334731" y="207612"/>
                </a:lnTo>
                <a:lnTo>
                  <a:pt x="334095" y="207999"/>
                </a:lnTo>
                <a:lnTo>
                  <a:pt x="333422" y="208369"/>
                </a:lnTo>
                <a:lnTo>
                  <a:pt x="332711" y="208723"/>
                </a:lnTo>
                <a:lnTo>
                  <a:pt x="331964" y="209060"/>
                </a:lnTo>
                <a:lnTo>
                  <a:pt x="331179" y="209381"/>
                </a:lnTo>
                <a:lnTo>
                  <a:pt x="330358" y="209686"/>
                </a:lnTo>
                <a:lnTo>
                  <a:pt x="329500" y="209974"/>
                </a:lnTo>
                <a:lnTo>
                  <a:pt x="328604" y="210245"/>
                </a:lnTo>
                <a:lnTo>
                  <a:pt x="327672" y="210501"/>
                </a:lnTo>
                <a:lnTo>
                  <a:pt x="326703" y="210739"/>
                </a:lnTo>
                <a:lnTo>
                  <a:pt x="325696" y="210961"/>
                </a:lnTo>
                <a:lnTo>
                  <a:pt x="324653" y="211167"/>
                </a:lnTo>
                <a:lnTo>
                  <a:pt x="323573" y="211356"/>
                </a:lnTo>
                <a:lnTo>
                  <a:pt x="322456" y="211529"/>
                </a:lnTo>
                <a:lnTo>
                  <a:pt x="321301" y="211686"/>
                </a:lnTo>
                <a:lnTo>
                  <a:pt x="320110" y="211825"/>
                </a:lnTo>
                <a:lnTo>
                  <a:pt x="318882" y="211949"/>
                </a:lnTo>
                <a:lnTo>
                  <a:pt x="317617" y="212056"/>
                </a:lnTo>
                <a:lnTo>
                  <a:pt x="316315" y="212146"/>
                </a:lnTo>
                <a:lnTo>
                  <a:pt x="314976" y="212220"/>
                </a:lnTo>
                <a:lnTo>
                  <a:pt x="313599" y="212278"/>
                </a:lnTo>
                <a:lnTo>
                  <a:pt x="312186" y="212319"/>
                </a:lnTo>
                <a:lnTo>
                  <a:pt x="310736" y="212344"/>
                </a:lnTo>
                <a:lnTo>
                  <a:pt x="309249" y="212352"/>
                </a:lnTo>
                <a:lnTo>
                  <a:pt x="307950" y="212344"/>
                </a:lnTo>
                <a:lnTo>
                  <a:pt x="306681" y="212318"/>
                </a:lnTo>
                <a:lnTo>
                  <a:pt x="305442" y="212276"/>
                </a:lnTo>
                <a:lnTo>
                  <a:pt x="304234" y="212217"/>
                </a:lnTo>
                <a:close/>
                <a:moveTo>
                  <a:pt x="195070" y="93789"/>
                </a:moveTo>
                <a:lnTo>
                  <a:pt x="195443" y="93298"/>
                </a:lnTo>
                <a:lnTo>
                  <a:pt x="195823" y="92815"/>
                </a:lnTo>
                <a:lnTo>
                  <a:pt x="196207" y="92343"/>
                </a:lnTo>
                <a:lnTo>
                  <a:pt x="196598" y="91879"/>
                </a:lnTo>
                <a:lnTo>
                  <a:pt x="196994" y="91425"/>
                </a:lnTo>
                <a:lnTo>
                  <a:pt x="197395" y="90979"/>
                </a:lnTo>
                <a:lnTo>
                  <a:pt x="197803" y="90544"/>
                </a:lnTo>
                <a:lnTo>
                  <a:pt x="198216" y="90117"/>
                </a:lnTo>
                <a:lnTo>
                  <a:pt x="198634" y="89700"/>
                </a:lnTo>
                <a:lnTo>
                  <a:pt x="199058" y="89292"/>
                </a:lnTo>
                <a:lnTo>
                  <a:pt x="199488" y="88894"/>
                </a:lnTo>
                <a:lnTo>
                  <a:pt x="199923" y="88504"/>
                </a:lnTo>
                <a:lnTo>
                  <a:pt x="200364" y="88124"/>
                </a:lnTo>
                <a:lnTo>
                  <a:pt x="200811" y="87753"/>
                </a:lnTo>
                <a:lnTo>
                  <a:pt x="201263" y="87392"/>
                </a:lnTo>
                <a:lnTo>
                  <a:pt x="201721" y="87040"/>
                </a:lnTo>
                <a:lnTo>
                  <a:pt x="202185" y="86697"/>
                </a:lnTo>
                <a:lnTo>
                  <a:pt x="202654" y="86363"/>
                </a:lnTo>
                <a:lnTo>
                  <a:pt x="203128" y="86039"/>
                </a:lnTo>
                <a:lnTo>
                  <a:pt x="203609" y="85724"/>
                </a:lnTo>
                <a:lnTo>
                  <a:pt x="204095" y="85418"/>
                </a:lnTo>
                <a:lnTo>
                  <a:pt x="204586" y="85122"/>
                </a:lnTo>
                <a:lnTo>
                  <a:pt x="205083" y="84834"/>
                </a:lnTo>
                <a:lnTo>
                  <a:pt x="205584" y="84553"/>
                </a:lnTo>
                <a:lnTo>
                  <a:pt x="206090" y="84279"/>
                </a:lnTo>
                <a:lnTo>
                  <a:pt x="206601" y="84012"/>
                </a:lnTo>
                <a:lnTo>
                  <a:pt x="207117" y="83753"/>
                </a:lnTo>
                <a:lnTo>
                  <a:pt x="207637" y="83500"/>
                </a:lnTo>
                <a:lnTo>
                  <a:pt x="208161" y="83255"/>
                </a:lnTo>
                <a:lnTo>
                  <a:pt x="208691" y="83017"/>
                </a:lnTo>
                <a:lnTo>
                  <a:pt x="209225" y="82786"/>
                </a:lnTo>
                <a:lnTo>
                  <a:pt x="209764" y="82562"/>
                </a:lnTo>
                <a:lnTo>
                  <a:pt x="210307" y="82345"/>
                </a:lnTo>
                <a:lnTo>
                  <a:pt x="210856" y="82136"/>
                </a:lnTo>
                <a:lnTo>
                  <a:pt x="211409" y="81933"/>
                </a:lnTo>
                <a:lnTo>
                  <a:pt x="211966" y="81738"/>
                </a:lnTo>
                <a:lnTo>
                  <a:pt x="212528" y="81550"/>
                </a:lnTo>
                <a:lnTo>
                  <a:pt x="213095" y="81369"/>
                </a:lnTo>
                <a:lnTo>
                  <a:pt x="213667" y="81196"/>
                </a:lnTo>
                <a:lnTo>
                  <a:pt x="214243" y="81029"/>
                </a:lnTo>
                <a:lnTo>
                  <a:pt x="214824" y="80870"/>
                </a:lnTo>
                <a:lnTo>
                  <a:pt x="215410" y="80717"/>
                </a:lnTo>
                <a:lnTo>
                  <a:pt x="216000" y="80572"/>
                </a:lnTo>
                <a:lnTo>
                  <a:pt x="216595" y="80434"/>
                </a:lnTo>
                <a:lnTo>
                  <a:pt x="217195" y="80303"/>
                </a:lnTo>
                <a:lnTo>
                  <a:pt x="217799" y="80180"/>
                </a:lnTo>
                <a:lnTo>
                  <a:pt x="218407" y="80062"/>
                </a:lnTo>
                <a:lnTo>
                  <a:pt x="219017" y="79950"/>
                </a:lnTo>
                <a:lnTo>
                  <a:pt x="219630" y="79842"/>
                </a:lnTo>
                <a:lnTo>
                  <a:pt x="220245" y="79739"/>
                </a:lnTo>
                <a:lnTo>
                  <a:pt x="220862" y="79642"/>
                </a:lnTo>
                <a:lnTo>
                  <a:pt x="221482" y="79549"/>
                </a:lnTo>
                <a:lnTo>
                  <a:pt x="222104" y="79462"/>
                </a:lnTo>
                <a:lnTo>
                  <a:pt x="222728" y="79379"/>
                </a:lnTo>
                <a:lnTo>
                  <a:pt x="223355" y="79302"/>
                </a:lnTo>
                <a:lnTo>
                  <a:pt x="223984" y="79229"/>
                </a:lnTo>
                <a:lnTo>
                  <a:pt x="224615" y="79162"/>
                </a:lnTo>
                <a:lnTo>
                  <a:pt x="225248" y="79099"/>
                </a:lnTo>
                <a:lnTo>
                  <a:pt x="225884" y="79042"/>
                </a:lnTo>
                <a:lnTo>
                  <a:pt x="226523" y="78989"/>
                </a:lnTo>
                <a:lnTo>
                  <a:pt x="227163" y="78941"/>
                </a:lnTo>
                <a:lnTo>
                  <a:pt x="227806" y="78899"/>
                </a:lnTo>
                <a:lnTo>
                  <a:pt x="228452" y="78861"/>
                </a:lnTo>
                <a:lnTo>
                  <a:pt x="229099" y="78829"/>
                </a:lnTo>
                <a:lnTo>
                  <a:pt x="229749" y="78801"/>
                </a:lnTo>
                <a:lnTo>
                  <a:pt x="230402" y="78779"/>
                </a:lnTo>
                <a:lnTo>
                  <a:pt x="231057" y="78761"/>
                </a:lnTo>
                <a:lnTo>
                  <a:pt x="231714" y="78749"/>
                </a:lnTo>
                <a:lnTo>
                  <a:pt x="232373" y="78741"/>
                </a:lnTo>
                <a:lnTo>
                  <a:pt x="233035" y="78739"/>
                </a:lnTo>
                <a:lnTo>
                  <a:pt x="236405" y="78739"/>
                </a:lnTo>
                <a:lnTo>
                  <a:pt x="236405" y="48672"/>
                </a:lnTo>
                <a:lnTo>
                  <a:pt x="233709" y="48672"/>
                </a:lnTo>
                <a:lnTo>
                  <a:pt x="232503" y="48683"/>
                </a:lnTo>
                <a:lnTo>
                  <a:pt x="231312" y="48716"/>
                </a:lnTo>
                <a:lnTo>
                  <a:pt x="230136" y="48771"/>
                </a:lnTo>
                <a:lnTo>
                  <a:pt x="228975" y="48848"/>
                </a:lnTo>
                <a:lnTo>
                  <a:pt x="227829" y="48947"/>
                </a:lnTo>
                <a:lnTo>
                  <a:pt x="226698" y="49069"/>
                </a:lnTo>
                <a:lnTo>
                  <a:pt x="225582" y="49212"/>
                </a:lnTo>
                <a:lnTo>
                  <a:pt x="224481" y="49377"/>
                </a:lnTo>
                <a:lnTo>
                  <a:pt x="223395" y="49564"/>
                </a:lnTo>
                <a:lnTo>
                  <a:pt x="222323" y="49773"/>
                </a:lnTo>
                <a:lnTo>
                  <a:pt x="221267" y="50004"/>
                </a:lnTo>
                <a:lnTo>
                  <a:pt x="220226" y="50257"/>
                </a:lnTo>
                <a:lnTo>
                  <a:pt x="219200" y="50532"/>
                </a:lnTo>
                <a:lnTo>
                  <a:pt x="218189" y="50829"/>
                </a:lnTo>
                <a:lnTo>
                  <a:pt x="217193" y="51148"/>
                </a:lnTo>
                <a:lnTo>
                  <a:pt x="216211" y="51489"/>
                </a:lnTo>
                <a:lnTo>
                  <a:pt x="215245" y="51852"/>
                </a:lnTo>
                <a:lnTo>
                  <a:pt x="214294" y="52237"/>
                </a:lnTo>
                <a:lnTo>
                  <a:pt x="213357" y="52644"/>
                </a:lnTo>
                <a:lnTo>
                  <a:pt x="212436" y="53073"/>
                </a:lnTo>
                <a:lnTo>
                  <a:pt x="211530" y="53524"/>
                </a:lnTo>
                <a:lnTo>
                  <a:pt x="210638" y="53997"/>
                </a:lnTo>
                <a:lnTo>
                  <a:pt x="209762" y="54492"/>
                </a:lnTo>
                <a:lnTo>
                  <a:pt x="208901" y="55009"/>
                </a:lnTo>
                <a:lnTo>
                  <a:pt x="208056" y="55547"/>
                </a:lnTo>
                <a:lnTo>
                  <a:pt x="207228" y="56104"/>
                </a:lnTo>
                <a:lnTo>
                  <a:pt x="206419" y="56680"/>
                </a:lnTo>
                <a:lnTo>
                  <a:pt x="205627" y="57275"/>
                </a:lnTo>
                <a:lnTo>
                  <a:pt x="204854" y="57890"/>
                </a:lnTo>
                <a:lnTo>
                  <a:pt x="204097" y="58523"/>
                </a:lnTo>
                <a:lnTo>
                  <a:pt x="203359" y="59176"/>
                </a:lnTo>
                <a:lnTo>
                  <a:pt x="202639" y="59848"/>
                </a:lnTo>
                <a:lnTo>
                  <a:pt x="201936" y="60539"/>
                </a:lnTo>
                <a:lnTo>
                  <a:pt x="201251" y="61250"/>
                </a:lnTo>
                <a:lnTo>
                  <a:pt x="200584" y="61979"/>
                </a:lnTo>
                <a:lnTo>
                  <a:pt x="199935" y="62728"/>
                </a:lnTo>
                <a:lnTo>
                  <a:pt x="199303" y="63496"/>
                </a:lnTo>
                <a:lnTo>
                  <a:pt x="198689" y="64283"/>
                </a:lnTo>
                <a:lnTo>
                  <a:pt x="198093" y="65090"/>
                </a:lnTo>
                <a:lnTo>
                  <a:pt x="197515" y="65915"/>
                </a:lnTo>
                <a:lnTo>
                  <a:pt x="196955" y="66760"/>
                </a:lnTo>
                <a:lnTo>
                  <a:pt x="196412" y="67624"/>
                </a:lnTo>
                <a:lnTo>
                  <a:pt x="195888" y="68507"/>
                </a:lnTo>
                <a:lnTo>
                  <a:pt x="195381" y="69410"/>
                </a:lnTo>
                <a:lnTo>
                  <a:pt x="194891" y="70331"/>
                </a:lnTo>
                <a:lnTo>
                  <a:pt x="194420" y="71272"/>
                </a:lnTo>
                <a:lnTo>
                  <a:pt x="193966" y="72232"/>
                </a:lnTo>
                <a:lnTo>
                  <a:pt x="193530" y="73211"/>
                </a:lnTo>
                <a:lnTo>
                  <a:pt x="192856" y="50695"/>
                </a:lnTo>
                <a:lnTo>
                  <a:pt x="158610" y="50695"/>
                </a:lnTo>
                <a:lnTo>
                  <a:pt x="158610" y="183904"/>
                </a:lnTo>
                <a:lnTo>
                  <a:pt x="194339" y="183904"/>
                </a:lnTo>
                <a:lnTo>
                  <a:pt x="194339" y="94800"/>
                </a:lnTo>
                <a:lnTo>
                  <a:pt x="194702" y="94290"/>
                </a:lnTo>
                <a:lnTo>
                  <a:pt x="195070" y="93789"/>
                </a:lnTo>
                <a:close/>
                <a:moveTo>
                  <a:pt x="47320" y="186194"/>
                </a:moveTo>
                <a:lnTo>
                  <a:pt x="48470" y="186117"/>
                </a:lnTo>
                <a:lnTo>
                  <a:pt x="49608" y="186023"/>
                </a:lnTo>
                <a:lnTo>
                  <a:pt x="50734" y="185912"/>
                </a:lnTo>
                <a:lnTo>
                  <a:pt x="51848" y="185784"/>
                </a:lnTo>
                <a:lnTo>
                  <a:pt x="52951" y="185639"/>
                </a:lnTo>
                <a:lnTo>
                  <a:pt x="54042" y="185476"/>
                </a:lnTo>
                <a:lnTo>
                  <a:pt x="55121" y="185297"/>
                </a:lnTo>
                <a:lnTo>
                  <a:pt x="56189" y="185100"/>
                </a:lnTo>
                <a:lnTo>
                  <a:pt x="57245" y="184887"/>
                </a:lnTo>
                <a:lnTo>
                  <a:pt x="58289" y="184656"/>
                </a:lnTo>
                <a:lnTo>
                  <a:pt x="59322" y="184408"/>
                </a:lnTo>
                <a:lnTo>
                  <a:pt x="60342" y="184143"/>
                </a:lnTo>
                <a:lnTo>
                  <a:pt x="61352" y="183861"/>
                </a:lnTo>
                <a:lnTo>
                  <a:pt x="62349" y="183562"/>
                </a:lnTo>
                <a:lnTo>
                  <a:pt x="63335" y="183246"/>
                </a:lnTo>
                <a:lnTo>
                  <a:pt x="64309" y="182913"/>
                </a:lnTo>
                <a:lnTo>
                  <a:pt x="65271" y="182563"/>
                </a:lnTo>
                <a:lnTo>
                  <a:pt x="66221" y="182195"/>
                </a:lnTo>
                <a:lnTo>
                  <a:pt x="67160" y="181811"/>
                </a:lnTo>
                <a:lnTo>
                  <a:pt x="68088" y="181409"/>
                </a:lnTo>
                <a:lnTo>
                  <a:pt x="69004" y="180991"/>
                </a:lnTo>
                <a:lnTo>
                  <a:pt x="69911" y="180557"/>
                </a:lnTo>
                <a:lnTo>
                  <a:pt x="70809" y="180106"/>
                </a:lnTo>
                <a:lnTo>
                  <a:pt x="71698" y="179640"/>
                </a:lnTo>
                <a:lnTo>
                  <a:pt x="72577" y="179157"/>
                </a:lnTo>
                <a:lnTo>
                  <a:pt x="73447" y="178658"/>
                </a:lnTo>
                <a:lnTo>
                  <a:pt x="74307" y="178143"/>
                </a:lnTo>
                <a:lnTo>
                  <a:pt x="75158" y="177612"/>
                </a:lnTo>
                <a:lnTo>
                  <a:pt x="76000" y="177064"/>
                </a:lnTo>
                <a:lnTo>
                  <a:pt x="76833" y="176501"/>
                </a:lnTo>
                <a:lnTo>
                  <a:pt x="77656" y="175921"/>
                </a:lnTo>
                <a:lnTo>
                  <a:pt x="78469" y="175325"/>
                </a:lnTo>
                <a:lnTo>
                  <a:pt x="79273" y="174713"/>
                </a:lnTo>
                <a:lnTo>
                  <a:pt x="80068" y="174085"/>
                </a:lnTo>
                <a:lnTo>
                  <a:pt x="80854" y="173441"/>
                </a:lnTo>
                <a:lnTo>
                  <a:pt x="81630" y="172780"/>
                </a:lnTo>
                <a:lnTo>
                  <a:pt x="82397" y="172104"/>
                </a:lnTo>
                <a:lnTo>
                  <a:pt x="83154" y="171411"/>
                </a:lnTo>
                <a:lnTo>
                  <a:pt x="83903" y="170702"/>
                </a:lnTo>
                <a:lnTo>
                  <a:pt x="84641" y="169977"/>
                </a:lnTo>
                <a:lnTo>
                  <a:pt x="85371" y="169236"/>
                </a:lnTo>
                <a:lnTo>
                  <a:pt x="86091" y="168479"/>
                </a:lnTo>
                <a:lnTo>
                  <a:pt x="86801" y="167705"/>
                </a:lnTo>
                <a:lnTo>
                  <a:pt x="87503" y="166916"/>
                </a:lnTo>
                <a:lnTo>
                  <a:pt x="88581" y="183904"/>
                </a:lnTo>
                <a:lnTo>
                  <a:pt x="122018" y="183904"/>
                </a:lnTo>
                <a:lnTo>
                  <a:pt x="122018" y="94522"/>
                </a:lnTo>
                <a:lnTo>
                  <a:pt x="122011" y="93415"/>
                </a:lnTo>
                <a:lnTo>
                  <a:pt x="121989" y="92324"/>
                </a:lnTo>
                <a:lnTo>
                  <a:pt x="121953" y="91248"/>
                </a:lnTo>
                <a:lnTo>
                  <a:pt x="121902" y="90188"/>
                </a:lnTo>
                <a:lnTo>
                  <a:pt x="121837" y="89142"/>
                </a:lnTo>
                <a:lnTo>
                  <a:pt x="121757" y="88113"/>
                </a:lnTo>
                <a:lnTo>
                  <a:pt x="121663" y="87098"/>
                </a:lnTo>
                <a:lnTo>
                  <a:pt x="121554" y="86100"/>
                </a:lnTo>
                <a:lnTo>
                  <a:pt x="121430" y="85116"/>
                </a:lnTo>
                <a:lnTo>
                  <a:pt x="121293" y="84148"/>
                </a:lnTo>
                <a:lnTo>
                  <a:pt x="121140" y="83195"/>
                </a:lnTo>
                <a:lnTo>
                  <a:pt x="120973" y="82258"/>
                </a:lnTo>
                <a:lnTo>
                  <a:pt x="120792" y="81336"/>
                </a:lnTo>
                <a:lnTo>
                  <a:pt x="120596" y="80430"/>
                </a:lnTo>
                <a:lnTo>
                  <a:pt x="120386" y="79539"/>
                </a:lnTo>
                <a:lnTo>
                  <a:pt x="120161" y="78663"/>
                </a:lnTo>
                <a:lnTo>
                  <a:pt x="119921" y="77803"/>
                </a:lnTo>
                <a:lnTo>
                  <a:pt x="119667" y="76958"/>
                </a:lnTo>
                <a:lnTo>
                  <a:pt x="119399" y="76128"/>
                </a:lnTo>
                <a:lnTo>
                  <a:pt x="119116" y="75314"/>
                </a:lnTo>
                <a:lnTo>
                  <a:pt x="118818" y="74516"/>
                </a:lnTo>
                <a:lnTo>
                  <a:pt x="118506" y="73733"/>
                </a:lnTo>
                <a:lnTo>
                  <a:pt x="118180" y="72965"/>
                </a:lnTo>
                <a:lnTo>
                  <a:pt x="117839" y="72212"/>
                </a:lnTo>
                <a:lnTo>
                  <a:pt x="117484" y="71474"/>
                </a:lnTo>
                <a:lnTo>
                  <a:pt x="117118" y="70748"/>
                </a:lnTo>
                <a:lnTo>
                  <a:pt x="116740" y="70036"/>
                </a:lnTo>
                <a:lnTo>
                  <a:pt x="116350" y="69337"/>
                </a:lnTo>
                <a:lnTo>
                  <a:pt x="115948" y="68650"/>
                </a:lnTo>
                <a:lnTo>
                  <a:pt x="115534" y="67977"/>
                </a:lnTo>
                <a:lnTo>
                  <a:pt x="115108" y="67317"/>
                </a:lnTo>
                <a:lnTo>
                  <a:pt x="114670" y="66669"/>
                </a:lnTo>
                <a:lnTo>
                  <a:pt x="114220" y="66035"/>
                </a:lnTo>
                <a:lnTo>
                  <a:pt x="113759" y="65414"/>
                </a:lnTo>
                <a:lnTo>
                  <a:pt x="113285" y="64806"/>
                </a:lnTo>
                <a:lnTo>
                  <a:pt x="112799" y="64211"/>
                </a:lnTo>
                <a:lnTo>
                  <a:pt x="112302" y="63629"/>
                </a:lnTo>
                <a:lnTo>
                  <a:pt x="111792" y="63060"/>
                </a:lnTo>
                <a:lnTo>
                  <a:pt x="111271" y="62505"/>
                </a:lnTo>
                <a:lnTo>
                  <a:pt x="110738" y="61962"/>
                </a:lnTo>
                <a:lnTo>
                  <a:pt x="110192" y="61432"/>
                </a:lnTo>
                <a:lnTo>
                  <a:pt x="109635" y="60915"/>
                </a:lnTo>
                <a:lnTo>
                  <a:pt x="109066" y="60412"/>
                </a:lnTo>
                <a:lnTo>
                  <a:pt x="108485" y="59921"/>
                </a:lnTo>
                <a:lnTo>
                  <a:pt x="107892" y="59444"/>
                </a:lnTo>
                <a:lnTo>
                  <a:pt x="107287" y="58979"/>
                </a:lnTo>
                <a:lnTo>
                  <a:pt x="106670" y="58528"/>
                </a:lnTo>
                <a:lnTo>
                  <a:pt x="106041" y="58089"/>
                </a:lnTo>
                <a:lnTo>
                  <a:pt x="105402" y="57662"/>
                </a:lnTo>
                <a:lnTo>
                  <a:pt x="104752" y="57246"/>
                </a:lnTo>
                <a:lnTo>
                  <a:pt x="104094" y="56841"/>
                </a:lnTo>
                <a:lnTo>
                  <a:pt x="103425" y="56446"/>
                </a:lnTo>
                <a:lnTo>
                  <a:pt x="102747" y="56061"/>
                </a:lnTo>
                <a:lnTo>
                  <a:pt x="102060" y="55688"/>
                </a:lnTo>
                <a:lnTo>
                  <a:pt x="101362" y="55325"/>
                </a:lnTo>
                <a:lnTo>
                  <a:pt x="100656" y="54973"/>
                </a:lnTo>
                <a:lnTo>
                  <a:pt x="99939" y="54631"/>
                </a:lnTo>
                <a:lnTo>
                  <a:pt x="99213" y="54300"/>
                </a:lnTo>
                <a:lnTo>
                  <a:pt x="98478" y="53980"/>
                </a:lnTo>
                <a:lnTo>
                  <a:pt x="97733" y="53671"/>
                </a:lnTo>
                <a:lnTo>
                  <a:pt x="96978" y="53372"/>
                </a:lnTo>
                <a:lnTo>
                  <a:pt x="96213" y="53083"/>
                </a:lnTo>
                <a:lnTo>
                  <a:pt x="95439" y="52806"/>
                </a:lnTo>
                <a:lnTo>
                  <a:pt x="94656" y="52539"/>
                </a:lnTo>
                <a:lnTo>
                  <a:pt x="93863" y="52283"/>
                </a:lnTo>
                <a:lnTo>
                  <a:pt x="93060" y="52037"/>
                </a:lnTo>
                <a:lnTo>
                  <a:pt x="92248" y="51802"/>
                </a:lnTo>
                <a:lnTo>
                  <a:pt x="91426" y="51578"/>
                </a:lnTo>
                <a:lnTo>
                  <a:pt x="90594" y="51364"/>
                </a:lnTo>
                <a:lnTo>
                  <a:pt x="89753" y="51161"/>
                </a:lnTo>
                <a:lnTo>
                  <a:pt x="88902" y="50969"/>
                </a:lnTo>
                <a:lnTo>
                  <a:pt x="88042" y="50788"/>
                </a:lnTo>
                <a:lnTo>
                  <a:pt x="87173" y="50615"/>
                </a:lnTo>
                <a:lnTo>
                  <a:pt x="86297" y="50450"/>
                </a:lnTo>
                <a:lnTo>
                  <a:pt x="85413" y="50292"/>
                </a:lnTo>
                <a:lnTo>
                  <a:pt x="84521" y="50141"/>
                </a:lnTo>
                <a:lnTo>
                  <a:pt x="83623" y="49998"/>
                </a:lnTo>
                <a:lnTo>
                  <a:pt x="82716" y="49862"/>
                </a:lnTo>
                <a:lnTo>
                  <a:pt x="81802" y="49734"/>
                </a:lnTo>
                <a:lnTo>
                  <a:pt x="80881" y="49612"/>
                </a:lnTo>
                <a:lnTo>
                  <a:pt x="79952" y="49499"/>
                </a:lnTo>
                <a:lnTo>
                  <a:pt x="79016" y="49392"/>
                </a:lnTo>
                <a:lnTo>
                  <a:pt x="78072" y="49293"/>
                </a:lnTo>
                <a:lnTo>
                  <a:pt x="77121" y="49201"/>
                </a:lnTo>
                <a:lnTo>
                  <a:pt x="76162" y="49117"/>
                </a:lnTo>
                <a:lnTo>
                  <a:pt x="75196" y="49040"/>
                </a:lnTo>
                <a:lnTo>
                  <a:pt x="74222" y="48970"/>
                </a:lnTo>
                <a:lnTo>
                  <a:pt x="73241" y="48907"/>
                </a:lnTo>
                <a:lnTo>
                  <a:pt x="72252" y="48852"/>
                </a:lnTo>
                <a:lnTo>
                  <a:pt x="71256" y="48805"/>
                </a:lnTo>
                <a:lnTo>
                  <a:pt x="70252" y="48764"/>
                </a:lnTo>
                <a:lnTo>
                  <a:pt x="69241" y="48731"/>
                </a:lnTo>
                <a:lnTo>
                  <a:pt x="68222" y="48705"/>
                </a:lnTo>
                <a:lnTo>
                  <a:pt x="67196" y="48687"/>
                </a:lnTo>
                <a:lnTo>
                  <a:pt x="66162" y="48676"/>
                </a:lnTo>
                <a:lnTo>
                  <a:pt x="65121" y="48672"/>
                </a:lnTo>
                <a:lnTo>
                  <a:pt x="63702" y="48680"/>
                </a:lnTo>
                <a:lnTo>
                  <a:pt x="62296" y="48703"/>
                </a:lnTo>
                <a:lnTo>
                  <a:pt x="60905" y="48741"/>
                </a:lnTo>
                <a:lnTo>
                  <a:pt x="59528" y="48794"/>
                </a:lnTo>
                <a:lnTo>
                  <a:pt x="58165" y="48862"/>
                </a:lnTo>
                <a:lnTo>
                  <a:pt x="56817" y="48946"/>
                </a:lnTo>
                <a:lnTo>
                  <a:pt x="55483" y="49044"/>
                </a:lnTo>
                <a:lnTo>
                  <a:pt x="54163" y="49158"/>
                </a:lnTo>
                <a:lnTo>
                  <a:pt x="52857" y="49287"/>
                </a:lnTo>
                <a:lnTo>
                  <a:pt x="51566" y="49431"/>
                </a:lnTo>
                <a:lnTo>
                  <a:pt x="50289" y="49590"/>
                </a:lnTo>
                <a:lnTo>
                  <a:pt x="49026" y="49765"/>
                </a:lnTo>
                <a:lnTo>
                  <a:pt x="47778" y="49954"/>
                </a:lnTo>
                <a:lnTo>
                  <a:pt x="46544" y="50159"/>
                </a:lnTo>
                <a:lnTo>
                  <a:pt x="45324" y="50379"/>
                </a:lnTo>
                <a:lnTo>
                  <a:pt x="44118" y="50614"/>
                </a:lnTo>
                <a:lnTo>
                  <a:pt x="42927" y="50865"/>
                </a:lnTo>
                <a:lnTo>
                  <a:pt x="41750" y="51130"/>
                </a:lnTo>
                <a:lnTo>
                  <a:pt x="40587" y="51411"/>
                </a:lnTo>
                <a:lnTo>
                  <a:pt x="39439" y="51707"/>
                </a:lnTo>
                <a:lnTo>
                  <a:pt x="38304" y="52018"/>
                </a:lnTo>
                <a:lnTo>
                  <a:pt x="37185" y="52344"/>
                </a:lnTo>
                <a:lnTo>
                  <a:pt x="36079" y="52685"/>
                </a:lnTo>
                <a:lnTo>
                  <a:pt x="34988" y="53042"/>
                </a:lnTo>
                <a:lnTo>
                  <a:pt x="33913" y="53416"/>
                </a:lnTo>
                <a:lnTo>
                  <a:pt x="32858" y="53809"/>
                </a:lnTo>
                <a:lnTo>
                  <a:pt x="31823" y="54222"/>
                </a:lnTo>
                <a:lnTo>
                  <a:pt x="30808" y="54654"/>
                </a:lnTo>
                <a:lnTo>
                  <a:pt x="29812" y="55105"/>
                </a:lnTo>
                <a:lnTo>
                  <a:pt x="28836" y="55577"/>
                </a:lnTo>
                <a:lnTo>
                  <a:pt x="27880" y="56067"/>
                </a:lnTo>
                <a:lnTo>
                  <a:pt x="26943" y="56577"/>
                </a:lnTo>
                <a:lnTo>
                  <a:pt x="26026" y="57107"/>
                </a:lnTo>
                <a:lnTo>
                  <a:pt x="25128" y="57656"/>
                </a:lnTo>
                <a:lnTo>
                  <a:pt x="24251" y="58224"/>
                </a:lnTo>
                <a:lnTo>
                  <a:pt x="23392" y="58812"/>
                </a:lnTo>
                <a:lnTo>
                  <a:pt x="22554" y="59419"/>
                </a:lnTo>
                <a:lnTo>
                  <a:pt x="21735" y="60046"/>
                </a:lnTo>
                <a:lnTo>
                  <a:pt x="20936" y="60692"/>
                </a:lnTo>
                <a:lnTo>
                  <a:pt x="20157" y="61358"/>
                </a:lnTo>
                <a:lnTo>
                  <a:pt x="19397" y="62043"/>
                </a:lnTo>
                <a:lnTo>
                  <a:pt x="18657" y="62748"/>
                </a:lnTo>
                <a:lnTo>
                  <a:pt x="17936" y="63472"/>
                </a:lnTo>
                <a:lnTo>
                  <a:pt x="17235" y="64215"/>
                </a:lnTo>
                <a:lnTo>
                  <a:pt x="16554" y="64978"/>
                </a:lnTo>
                <a:lnTo>
                  <a:pt x="15893" y="65761"/>
                </a:lnTo>
                <a:lnTo>
                  <a:pt x="15251" y="66563"/>
                </a:lnTo>
                <a:lnTo>
                  <a:pt x="14629" y="67384"/>
                </a:lnTo>
                <a:lnTo>
                  <a:pt x="14029" y="68227"/>
                </a:lnTo>
                <a:lnTo>
                  <a:pt x="13455" y="69095"/>
                </a:lnTo>
                <a:lnTo>
                  <a:pt x="12907" y="69987"/>
                </a:lnTo>
                <a:lnTo>
                  <a:pt x="12383" y="70904"/>
                </a:lnTo>
                <a:lnTo>
                  <a:pt x="11886" y="71846"/>
                </a:lnTo>
                <a:lnTo>
                  <a:pt x="11414" y="72812"/>
                </a:lnTo>
                <a:lnTo>
                  <a:pt x="10967" y="73803"/>
                </a:lnTo>
                <a:lnTo>
                  <a:pt x="10546" y="74819"/>
                </a:lnTo>
                <a:lnTo>
                  <a:pt x="10151" y="75859"/>
                </a:lnTo>
                <a:lnTo>
                  <a:pt x="9781" y="76924"/>
                </a:lnTo>
                <a:lnTo>
                  <a:pt x="9437" y="78013"/>
                </a:lnTo>
                <a:lnTo>
                  <a:pt x="9118" y="79128"/>
                </a:lnTo>
                <a:lnTo>
                  <a:pt x="8824" y="80266"/>
                </a:lnTo>
                <a:lnTo>
                  <a:pt x="8556" y="81430"/>
                </a:lnTo>
                <a:lnTo>
                  <a:pt x="8314" y="82618"/>
                </a:lnTo>
                <a:lnTo>
                  <a:pt x="8097" y="83831"/>
                </a:lnTo>
                <a:lnTo>
                  <a:pt x="7906" y="85068"/>
                </a:lnTo>
                <a:lnTo>
                  <a:pt x="7740" y="86330"/>
                </a:lnTo>
                <a:lnTo>
                  <a:pt x="7600" y="87617"/>
                </a:lnTo>
                <a:lnTo>
                  <a:pt x="7485" y="88929"/>
                </a:lnTo>
                <a:lnTo>
                  <a:pt x="7395" y="90265"/>
                </a:lnTo>
                <a:lnTo>
                  <a:pt x="7332" y="91625"/>
                </a:lnTo>
                <a:lnTo>
                  <a:pt x="7293" y="93011"/>
                </a:lnTo>
                <a:lnTo>
                  <a:pt x="7281" y="94421"/>
                </a:lnTo>
                <a:lnTo>
                  <a:pt x="40718" y="94421"/>
                </a:lnTo>
                <a:lnTo>
                  <a:pt x="40730" y="93463"/>
                </a:lnTo>
                <a:lnTo>
                  <a:pt x="40765" y="92527"/>
                </a:lnTo>
                <a:lnTo>
                  <a:pt x="40825" y="91613"/>
                </a:lnTo>
                <a:lnTo>
                  <a:pt x="40909" y="90722"/>
                </a:lnTo>
                <a:lnTo>
                  <a:pt x="41016" y="89853"/>
                </a:lnTo>
                <a:lnTo>
                  <a:pt x="41147" y="89007"/>
                </a:lnTo>
                <a:lnTo>
                  <a:pt x="41303" y="88183"/>
                </a:lnTo>
                <a:lnTo>
                  <a:pt x="41482" y="87381"/>
                </a:lnTo>
                <a:lnTo>
                  <a:pt x="41685" y="86602"/>
                </a:lnTo>
                <a:lnTo>
                  <a:pt x="41911" y="85845"/>
                </a:lnTo>
                <a:lnTo>
                  <a:pt x="42162" y="85111"/>
                </a:lnTo>
                <a:lnTo>
                  <a:pt x="42437" y="84398"/>
                </a:lnTo>
                <a:lnTo>
                  <a:pt x="42735" y="83709"/>
                </a:lnTo>
                <a:lnTo>
                  <a:pt x="43057" y="83041"/>
                </a:lnTo>
                <a:lnTo>
                  <a:pt x="43404" y="82396"/>
                </a:lnTo>
                <a:lnTo>
                  <a:pt x="43774" y="81773"/>
                </a:lnTo>
                <a:lnTo>
                  <a:pt x="44168" y="81173"/>
                </a:lnTo>
                <a:lnTo>
                  <a:pt x="44586" y="80595"/>
                </a:lnTo>
                <a:lnTo>
                  <a:pt x="45027" y="80039"/>
                </a:lnTo>
                <a:lnTo>
                  <a:pt x="45493" y="79506"/>
                </a:lnTo>
                <a:lnTo>
                  <a:pt x="45982" y="78995"/>
                </a:lnTo>
                <a:lnTo>
                  <a:pt x="46496" y="78507"/>
                </a:lnTo>
                <a:lnTo>
                  <a:pt x="47033" y="78041"/>
                </a:lnTo>
                <a:lnTo>
                  <a:pt x="47594" y="77597"/>
                </a:lnTo>
                <a:lnTo>
                  <a:pt x="48173" y="77173"/>
                </a:lnTo>
                <a:lnTo>
                  <a:pt x="48766" y="76767"/>
                </a:lnTo>
                <a:lnTo>
                  <a:pt x="49372" y="76379"/>
                </a:lnTo>
                <a:lnTo>
                  <a:pt x="49991" y="76010"/>
                </a:lnTo>
                <a:lnTo>
                  <a:pt x="50623" y="75658"/>
                </a:lnTo>
                <a:lnTo>
                  <a:pt x="51268" y="75324"/>
                </a:lnTo>
                <a:lnTo>
                  <a:pt x="51926" y="75009"/>
                </a:lnTo>
                <a:lnTo>
                  <a:pt x="52597" y="74711"/>
                </a:lnTo>
                <a:lnTo>
                  <a:pt x="53282" y="74431"/>
                </a:lnTo>
                <a:lnTo>
                  <a:pt x="53979" y="74170"/>
                </a:lnTo>
                <a:lnTo>
                  <a:pt x="54690" y="73926"/>
                </a:lnTo>
                <a:lnTo>
                  <a:pt x="55414" y="73701"/>
                </a:lnTo>
                <a:lnTo>
                  <a:pt x="56151" y="73493"/>
                </a:lnTo>
                <a:lnTo>
                  <a:pt x="56901" y="73304"/>
                </a:lnTo>
                <a:lnTo>
                  <a:pt x="57664" y="73133"/>
                </a:lnTo>
                <a:lnTo>
                  <a:pt x="58440" y="72979"/>
                </a:lnTo>
                <a:lnTo>
                  <a:pt x="59229" y="72844"/>
                </a:lnTo>
                <a:lnTo>
                  <a:pt x="60032" y="72727"/>
                </a:lnTo>
                <a:lnTo>
                  <a:pt x="60847" y="72627"/>
                </a:lnTo>
                <a:lnTo>
                  <a:pt x="61676" y="72546"/>
                </a:lnTo>
                <a:lnTo>
                  <a:pt x="62517" y="72483"/>
                </a:lnTo>
                <a:lnTo>
                  <a:pt x="63372" y="72438"/>
                </a:lnTo>
                <a:lnTo>
                  <a:pt x="64240" y="72411"/>
                </a:lnTo>
                <a:lnTo>
                  <a:pt x="65121" y="72402"/>
                </a:lnTo>
                <a:lnTo>
                  <a:pt x="65924" y="72410"/>
                </a:lnTo>
                <a:lnTo>
                  <a:pt x="66714" y="72436"/>
                </a:lnTo>
                <a:lnTo>
                  <a:pt x="67492" y="72478"/>
                </a:lnTo>
                <a:lnTo>
                  <a:pt x="68258" y="72537"/>
                </a:lnTo>
                <a:lnTo>
                  <a:pt x="69011" y="72613"/>
                </a:lnTo>
                <a:lnTo>
                  <a:pt x="69752" y="72706"/>
                </a:lnTo>
                <a:lnTo>
                  <a:pt x="70480" y="72816"/>
                </a:lnTo>
                <a:lnTo>
                  <a:pt x="71196" y="72943"/>
                </a:lnTo>
                <a:lnTo>
                  <a:pt x="71900" y="73087"/>
                </a:lnTo>
                <a:lnTo>
                  <a:pt x="72591" y="73248"/>
                </a:lnTo>
                <a:lnTo>
                  <a:pt x="73269" y="73425"/>
                </a:lnTo>
                <a:lnTo>
                  <a:pt x="73936" y="73620"/>
                </a:lnTo>
                <a:lnTo>
                  <a:pt x="74590" y="73831"/>
                </a:lnTo>
                <a:lnTo>
                  <a:pt x="75231" y="74059"/>
                </a:lnTo>
                <a:lnTo>
                  <a:pt x="75860" y="74305"/>
                </a:lnTo>
                <a:lnTo>
                  <a:pt x="76477" y="74567"/>
                </a:lnTo>
                <a:lnTo>
                  <a:pt x="77081" y="74846"/>
                </a:lnTo>
                <a:lnTo>
                  <a:pt x="77673" y="75142"/>
                </a:lnTo>
                <a:lnTo>
                  <a:pt x="78252" y="75455"/>
                </a:lnTo>
                <a:lnTo>
                  <a:pt x="78819" y="75784"/>
                </a:lnTo>
                <a:lnTo>
                  <a:pt x="79374" y="76131"/>
                </a:lnTo>
                <a:lnTo>
                  <a:pt x="79916" y="76495"/>
                </a:lnTo>
                <a:lnTo>
                  <a:pt x="80446" y="76875"/>
                </a:lnTo>
                <a:lnTo>
                  <a:pt x="80963" y="77273"/>
                </a:lnTo>
                <a:lnTo>
                  <a:pt x="81464" y="77693"/>
                </a:lnTo>
                <a:lnTo>
                  <a:pt x="81943" y="78142"/>
                </a:lnTo>
                <a:lnTo>
                  <a:pt x="82401" y="78621"/>
                </a:lnTo>
                <a:lnTo>
                  <a:pt x="82838" y="79128"/>
                </a:lnTo>
                <a:lnTo>
                  <a:pt x="83253" y="79664"/>
                </a:lnTo>
                <a:lnTo>
                  <a:pt x="83647" y="80230"/>
                </a:lnTo>
                <a:lnTo>
                  <a:pt x="84020" y="80824"/>
                </a:lnTo>
                <a:lnTo>
                  <a:pt x="84372" y="81448"/>
                </a:lnTo>
                <a:lnTo>
                  <a:pt x="84702" y="82100"/>
                </a:lnTo>
                <a:lnTo>
                  <a:pt x="85011" y="82781"/>
                </a:lnTo>
                <a:lnTo>
                  <a:pt x="85298" y="83492"/>
                </a:lnTo>
                <a:lnTo>
                  <a:pt x="85564" y="84231"/>
                </a:lnTo>
                <a:lnTo>
                  <a:pt x="85809" y="84999"/>
                </a:lnTo>
                <a:lnTo>
                  <a:pt x="86033" y="85797"/>
                </a:lnTo>
                <a:lnTo>
                  <a:pt x="86235" y="86623"/>
                </a:lnTo>
                <a:lnTo>
                  <a:pt x="86416" y="87478"/>
                </a:lnTo>
                <a:lnTo>
                  <a:pt x="86576" y="88363"/>
                </a:lnTo>
                <a:lnTo>
                  <a:pt x="86715" y="89276"/>
                </a:lnTo>
                <a:lnTo>
                  <a:pt x="86832" y="90218"/>
                </a:lnTo>
                <a:lnTo>
                  <a:pt x="86928" y="91189"/>
                </a:lnTo>
                <a:lnTo>
                  <a:pt x="87002" y="92190"/>
                </a:lnTo>
                <a:lnTo>
                  <a:pt x="87055" y="93219"/>
                </a:lnTo>
                <a:lnTo>
                  <a:pt x="87087" y="94277"/>
                </a:lnTo>
                <a:lnTo>
                  <a:pt x="87098" y="95365"/>
                </a:lnTo>
                <a:lnTo>
                  <a:pt x="87098" y="102599"/>
                </a:lnTo>
                <a:lnTo>
                  <a:pt x="84941" y="102649"/>
                </a:lnTo>
                <a:lnTo>
                  <a:pt x="82806" y="102709"/>
                </a:lnTo>
                <a:lnTo>
                  <a:pt x="80693" y="102778"/>
                </a:lnTo>
                <a:lnTo>
                  <a:pt x="78602" y="102858"/>
                </a:lnTo>
                <a:lnTo>
                  <a:pt x="76534" y="102947"/>
                </a:lnTo>
                <a:lnTo>
                  <a:pt x="74488" y="103045"/>
                </a:lnTo>
                <a:lnTo>
                  <a:pt x="72464" y="103154"/>
                </a:lnTo>
                <a:lnTo>
                  <a:pt x="70462" y="103272"/>
                </a:lnTo>
                <a:lnTo>
                  <a:pt x="68483" y="103399"/>
                </a:lnTo>
                <a:lnTo>
                  <a:pt x="66525" y="103537"/>
                </a:lnTo>
                <a:lnTo>
                  <a:pt x="64590" y="103684"/>
                </a:lnTo>
                <a:lnTo>
                  <a:pt x="62678" y="103841"/>
                </a:lnTo>
                <a:lnTo>
                  <a:pt x="60787" y="104007"/>
                </a:lnTo>
                <a:lnTo>
                  <a:pt x="58919" y="104184"/>
                </a:lnTo>
                <a:lnTo>
                  <a:pt x="57073" y="104370"/>
                </a:lnTo>
                <a:lnTo>
                  <a:pt x="55249" y="104565"/>
                </a:lnTo>
                <a:lnTo>
                  <a:pt x="53447" y="104770"/>
                </a:lnTo>
                <a:lnTo>
                  <a:pt x="51668" y="104986"/>
                </a:lnTo>
                <a:lnTo>
                  <a:pt x="49911" y="105210"/>
                </a:lnTo>
                <a:lnTo>
                  <a:pt x="48176" y="105445"/>
                </a:lnTo>
                <a:lnTo>
                  <a:pt x="46464" y="105689"/>
                </a:lnTo>
                <a:lnTo>
                  <a:pt x="44773" y="105943"/>
                </a:lnTo>
                <a:lnTo>
                  <a:pt x="43105" y="106206"/>
                </a:lnTo>
                <a:lnTo>
                  <a:pt x="41459" y="106479"/>
                </a:lnTo>
                <a:lnTo>
                  <a:pt x="39840" y="106768"/>
                </a:lnTo>
                <a:lnTo>
                  <a:pt x="38250" y="107077"/>
                </a:lnTo>
                <a:lnTo>
                  <a:pt x="36691" y="107407"/>
                </a:lnTo>
                <a:lnTo>
                  <a:pt x="35162" y="107758"/>
                </a:lnTo>
                <a:lnTo>
                  <a:pt x="33663" y="108130"/>
                </a:lnTo>
                <a:lnTo>
                  <a:pt x="32194" y="108522"/>
                </a:lnTo>
                <a:lnTo>
                  <a:pt x="30756" y="108936"/>
                </a:lnTo>
                <a:lnTo>
                  <a:pt x="29347" y="109370"/>
                </a:lnTo>
                <a:lnTo>
                  <a:pt x="27969" y="109825"/>
                </a:lnTo>
                <a:lnTo>
                  <a:pt x="26621" y="110300"/>
                </a:lnTo>
                <a:lnTo>
                  <a:pt x="25304" y="110797"/>
                </a:lnTo>
                <a:lnTo>
                  <a:pt x="24016" y="111314"/>
                </a:lnTo>
                <a:lnTo>
                  <a:pt x="22759" y="111852"/>
                </a:lnTo>
                <a:lnTo>
                  <a:pt x="21532" y="112411"/>
                </a:lnTo>
                <a:lnTo>
                  <a:pt x="20335" y="112991"/>
                </a:lnTo>
                <a:lnTo>
                  <a:pt x="19168" y="113592"/>
                </a:lnTo>
                <a:lnTo>
                  <a:pt x="18031" y="114213"/>
                </a:lnTo>
                <a:lnTo>
                  <a:pt x="16925" y="114855"/>
                </a:lnTo>
                <a:lnTo>
                  <a:pt x="15849" y="115518"/>
                </a:lnTo>
                <a:lnTo>
                  <a:pt x="14803" y="116202"/>
                </a:lnTo>
                <a:lnTo>
                  <a:pt x="13787" y="116906"/>
                </a:lnTo>
                <a:lnTo>
                  <a:pt x="12802" y="117632"/>
                </a:lnTo>
                <a:lnTo>
                  <a:pt x="11846" y="118378"/>
                </a:lnTo>
                <a:lnTo>
                  <a:pt x="10921" y="119145"/>
                </a:lnTo>
                <a:lnTo>
                  <a:pt x="10030" y="119937"/>
                </a:lnTo>
                <a:lnTo>
                  <a:pt x="9177" y="120762"/>
                </a:lnTo>
                <a:lnTo>
                  <a:pt x="8361" y="121617"/>
                </a:lnTo>
                <a:lnTo>
                  <a:pt x="7584" y="122504"/>
                </a:lnTo>
                <a:lnTo>
                  <a:pt x="6845" y="123423"/>
                </a:lnTo>
                <a:lnTo>
                  <a:pt x="6143" y="124373"/>
                </a:lnTo>
                <a:lnTo>
                  <a:pt x="5479" y="125354"/>
                </a:lnTo>
                <a:lnTo>
                  <a:pt x="4854" y="126367"/>
                </a:lnTo>
                <a:lnTo>
                  <a:pt x="4266" y="127411"/>
                </a:lnTo>
                <a:lnTo>
                  <a:pt x="3716" y="128487"/>
                </a:lnTo>
                <a:lnTo>
                  <a:pt x="3204" y="129594"/>
                </a:lnTo>
                <a:lnTo>
                  <a:pt x="2730" y="130732"/>
                </a:lnTo>
                <a:lnTo>
                  <a:pt x="2294" y="131902"/>
                </a:lnTo>
                <a:lnTo>
                  <a:pt x="1896" y="133104"/>
                </a:lnTo>
                <a:lnTo>
                  <a:pt x="1536" y="134337"/>
                </a:lnTo>
                <a:lnTo>
                  <a:pt x="1213" y="135601"/>
                </a:lnTo>
                <a:lnTo>
                  <a:pt x="929" y="136897"/>
                </a:lnTo>
                <a:lnTo>
                  <a:pt x="683" y="138224"/>
                </a:lnTo>
                <a:lnTo>
                  <a:pt x="474" y="139583"/>
                </a:lnTo>
                <a:lnTo>
                  <a:pt x="303" y="140973"/>
                </a:lnTo>
                <a:lnTo>
                  <a:pt x="171" y="142394"/>
                </a:lnTo>
                <a:lnTo>
                  <a:pt x="76" y="143847"/>
                </a:lnTo>
                <a:lnTo>
                  <a:pt x="19" y="145332"/>
                </a:lnTo>
                <a:lnTo>
                  <a:pt x="0" y="146847"/>
                </a:lnTo>
                <a:lnTo>
                  <a:pt x="10" y="147940"/>
                </a:lnTo>
                <a:lnTo>
                  <a:pt x="42" y="149017"/>
                </a:lnTo>
                <a:lnTo>
                  <a:pt x="94" y="150079"/>
                </a:lnTo>
                <a:lnTo>
                  <a:pt x="167" y="151126"/>
                </a:lnTo>
                <a:lnTo>
                  <a:pt x="260" y="152157"/>
                </a:lnTo>
                <a:lnTo>
                  <a:pt x="375" y="153173"/>
                </a:lnTo>
                <a:lnTo>
                  <a:pt x="510" y="154174"/>
                </a:lnTo>
                <a:lnTo>
                  <a:pt x="667" y="155159"/>
                </a:lnTo>
                <a:lnTo>
                  <a:pt x="844" y="156129"/>
                </a:lnTo>
                <a:lnTo>
                  <a:pt x="1042" y="157084"/>
                </a:lnTo>
                <a:lnTo>
                  <a:pt x="1260" y="158023"/>
                </a:lnTo>
                <a:lnTo>
                  <a:pt x="1500" y="158947"/>
                </a:lnTo>
                <a:lnTo>
                  <a:pt x="1760" y="159856"/>
                </a:lnTo>
                <a:lnTo>
                  <a:pt x="2042" y="160749"/>
                </a:lnTo>
                <a:lnTo>
                  <a:pt x="2344" y="161627"/>
                </a:lnTo>
                <a:lnTo>
                  <a:pt x="2667" y="162489"/>
                </a:lnTo>
                <a:lnTo>
                  <a:pt x="3010" y="163336"/>
                </a:lnTo>
                <a:lnTo>
                  <a:pt x="3375" y="164168"/>
                </a:lnTo>
                <a:lnTo>
                  <a:pt x="3760" y="164985"/>
                </a:lnTo>
                <a:lnTo>
                  <a:pt x="4167" y="165786"/>
                </a:lnTo>
                <a:lnTo>
                  <a:pt x="4594" y="166572"/>
                </a:lnTo>
                <a:lnTo>
                  <a:pt x="5041" y="167342"/>
                </a:lnTo>
                <a:lnTo>
                  <a:pt x="5510" y="168097"/>
                </a:lnTo>
                <a:lnTo>
                  <a:pt x="6000" y="168837"/>
                </a:lnTo>
                <a:lnTo>
                  <a:pt x="6506" y="169561"/>
                </a:lnTo>
                <a:lnTo>
                  <a:pt x="7026" y="170270"/>
                </a:lnTo>
                <a:lnTo>
                  <a:pt x="7558" y="170963"/>
                </a:lnTo>
                <a:lnTo>
                  <a:pt x="8103" y="171641"/>
                </a:lnTo>
                <a:lnTo>
                  <a:pt x="8661" y="172303"/>
                </a:lnTo>
                <a:lnTo>
                  <a:pt x="9231" y="172951"/>
                </a:lnTo>
                <a:lnTo>
                  <a:pt x="9815" y="173582"/>
                </a:lnTo>
                <a:lnTo>
                  <a:pt x="10412" y="174199"/>
                </a:lnTo>
                <a:lnTo>
                  <a:pt x="11021" y="174800"/>
                </a:lnTo>
                <a:lnTo>
                  <a:pt x="11643" y="175386"/>
                </a:lnTo>
                <a:lnTo>
                  <a:pt x="12278" y="175956"/>
                </a:lnTo>
                <a:lnTo>
                  <a:pt x="12927" y="176511"/>
                </a:lnTo>
                <a:lnTo>
                  <a:pt x="13587" y="177051"/>
                </a:lnTo>
                <a:lnTo>
                  <a:pt x="14261" y="177575"/>
                </a:lnTo>
                <a:lnTo>
                  <a:pt x="14948" y="178084"/>
                </a:lnTo>
                <a:lnTo>
                  <a:pt x="15647" y="178578"/>
                </a:lnTo>
                <a:lnTo>
                  <a:pt x="16360" y="179056"/>
                </a:lnTo>
                <a:lnTo>
                  <a:pt x="17085" y="179519"/>
                </a:lnTo>
                <a:lnTo>
                  <a:pt x="17823" y="179967"/>
                </a:lnTo>
                <a:lnTo>
                  <a:pt x="18574" y="180399"/>
                </a:lnTo>
                <a:lnTo>
                  <a:pt x="19338" y="180816"/>
                </a:lnTo>
                <a:lnTo>
                  <a:pt x="20115" y="181217"/>
                </a:lnTo>
                <a:lnTo>
                  <a:pt x="20905" y="181603"/>
                </a:lnTo>
                <a:lnTo>
                  <a:pt x="21707" y="181974"/>
                </a:lnTo>
                <a:lnTo>
                  <a:pt x="22519" y="182329"/>
                </a:lnTo>
                <a:lnTo>
                  <a:pt x="23335" y="182670"/>
                </a:lnTo>
                <a:lnTo>
                  <a:pt x="24157" y="182995"/>
                </a:lnTo>
                <a:lnTo>
                  <a:pt x="24984" y="183305"/>
                </a:lnTo>
                <a:lnTo>
                  <a:pt x="25816" y="183600"/>
                </a:lnTo>
                <a:lnTo>
                  <a:pt x="26654" y="183880"/>
                </a:lnTo>
                <a:lnTo>
                  <a:pt x="27496" y="184145"/>
                </a:lnTo>
                <a:lnTo>
                  <a:pt x="28344" y="184394"/>
                </a:lnTo>
                <a:lnTo>
                  <a:pt x="29196" y="184629"/>
                </a:lnTo>
                <a:lnTo>
                  <a:pt x="30054" y="184848"/>
                </a:lnTo>
                <a:lnTo>
                  <a:pt x="30917" y="185052"/>
                </a:lnTo>
                <a:lnTo>
                  <a:pt x="31785" y="185241"/>
                </a:lnTo>
                <a:lnTo>
                  <a:pt x="32659" y="185415"/>
                </a:lnTo>
                <a:lnTo>
                  <a:pt x="33537" y="185574"/>
                </a:lnTo>
                <a:lnTo>
                  <a:pt x="34421" y="185718"/>
                </a:lnTo>
                <a:lnTo>
                  <a:pt x="35310" y="185847"/>
                </a:lnTo>
                <a:lnTo>
                  <a:pt x="36204" y="185960"/>
                </a:lnTo>
                <a:lnTo>
                  <a:pt x="37103" y="186058"/>
                </a:lnTo>
                <a:lnTo>
                  <a:pt x="38007" y="186141"/>
                </a:lnTo>
                <a:lnTo>
                  <a:pt x="38916" y="186210"/>
                </a:lnTo>
                <a:lnTo>
                  <a:pt x="39831" y="186262"/>
                </a:lnTo>
                <a:lnTo>
                  <a:pt x="40750" y="186300"/>
                </a:lnTo>
                <a:lnTo>
                  <a:pt x="41675" y="186323"/>
                </a:lnTo>
                <a:lnTo>
                  <a:pt x="42605" y="186331"/>
                </a:lnTo>
                <a:lnTo>
                  <a:pt x="43802" y="186322"/>
                </a:lnTo>
                <a:lnTo>
                  <a:pt x="44986" y="186296"/>
                </a:lnTo>
                <a:lnTo>
                  <a:pt x="46159" y="186254"/>
                </a:lnTo>
                <a:lnTo>
                  <a:pt x="47320" y="186194"/>
                </a:lnTo>
                <a:close/>
                <a:moveTo>
                  <a:pt x="51678" y="161677"/>
                </a:moveTo>
                <a:lnTo>
                  <a:pt x="51040" y="161613"/>
                </a:lnTo>
                <a:lnTo>
                  <a:pt x="50413" y="161534"/>
                </a:lnTo>
                <a:lnTo>
                  <a:pt x="49796" y="161441"/>
                </a:lnTo>
                <a:lnTo>
                  <a:pt x="49189" y="161333"/>
                </a:lnTo>
                <a:lnTo>
                  <a:pt x="48593" y="161211"/>
                </a:lnTo>
                <a:lnTo>
                  <a:pt x="48008" y="161075"/>
                </a:lnTo>
                <a:lnTo>
                  <a:pt x="47433" y="160925"/>
                </a:lnTo>
                <a:lnTo>
                  <a:pt x="46869" y="160760"/>
                </a:lnTo>
                <a:lnTo>
                  <a:pt x="46315" y="160581"/>
                </a:lnTo>
                <a:lnTo>
                  <a:pt x="45772" y="160387"/>
                </a:lnTo>
                <a:lnTo>
                  <a:pt x="45240" y="160179"/>
                </a:lnTo>
                <a:lnTo>
                  <a:pt x="44718" y="159957"/>
                </a:lnTo>
                <a:lnTo>
                  <a:pt x="44206" y="159720"/>
                </a:lnTo>
                <a:lnTo>
                  <a:pt x="43705" y="159469"/>
                </a:lnTo>
                <a:lnTo>
                  <a:pt x="43214" y="159204"/>
                </a:lnTo>
                <a:lnTo>
                  <a:pt x="42734" y="158925"/>
                </a:lnTo>
                <a:lnTo>
                  <a:pt x="42265" y="158631"/>
                </a:lnTo>
                <a:lnTo>
                  <a:pt x="41806" y="158323"/>
                </a:lnTo>
                <a:lnTo>
                  <a:pt x="41358" y="158000"/>
                </a:lnTo>
                <a:lnTo>
                  <a:pt x="40920" y="157663"/>
                </a:lnTo>
                <a:lnTo>
                  <a:pt x="40496" y="157311"/>
                </a:lnTo>
                <a:lnTo>
                  <a:pt x="40091" y="156944"/>
                </a:lnTo>
                <a:lnTo>
                  <a:pt x="39703" y="156562"/>
                </a:lnTo>
                <a:lnTo>
                  <a:pt x="39334" y="156164"/>
                </a:lnTo>
                <a:lnTo>
                  <a:pt x="38982" y="155751"/>
                </a:lnTo>
                <a:lnTo>
                  <a:pt x="38649" y="155323"/>
                </a:lnTo>
                <a:lnTo>
                  <a:pt x="38334" y="154879"/>
                </a:lnTo>
                <a:lnTo>
                  <a:pt x="38036" y="154421"/>
                </a:lnTo>
                <a:lnTo>
                  <a:pt x="37757" y="153946"/>
                </a:lnTo>
                <a:lnTo>
                  <a:pt x="37495" y="153457"/>
                </a:lnTo>
                <a:lnTo>
                  <a:pt x="37252" y="152952"/>
                </a:lnTo>
                <a:lnTo>
                  <a:pt x="37027" y="152432"/>
                </a:lnTo>
                <a:lnTo>
                  <a:pt x="36820" y="151897"/>
                </a:lnTo>
                <a:lnTo>
                  <a:pt x="36630" y="151346"/>
                </a:lnTo>
                <a:lnTo>
                  <a:pt x="36459" y="150780"/>
                </a:lnTo>
                <a:lnTo>
                  <a:pt x="36306" y="150199"/>
                </a:lnTo>
                <a:lnTo>
                  <a:pt x="36171" y="149602"/>
                </a:lnTo>
                <a:lnTo>
                  <a:pt x="36054" y="148990"/>
                </a:lnTo>
                <a:lnTo>
                  <a:pt x="35954" y="148363"/>
                </a:lnTo>
                <a:lnTo>
                  <a:pt x="35873" y="147721"/>
                </a:lnTo>
                <a:lnTo>
                  <a:pt x="35810" y="147063"/>
                </a:lnTo>
                <a:lnTo>
                  <a:pt x="35765" y="146390"/>
                </a:lnTo>
                <a:lnTo>
                  <a:pt x="35738" y="145701"/>
                </a:lnTo>
                <a:lnTo>
                  <a:pt x="35729" y="144998"/>
                </a:lnTo>
                <a:lnTo>
                  <a:pt x="35749" y="144022"/>
                </a:lnTo>
                <a:lnTo>
                  <a:pt x="35808" y="143070"/>
                </a:lnTo>
                <a:lnTo>
                  <a:pt x="35906" y="142140"/>
                </a:lnTo>
                <a:lnTo>
                  <a:pt x="36044" y="141233"/>
                </a:lnTo>
                <a:lnTo>
                  <a:pt x="36221" y="140348"/>
                </a:lnTo>
                <a:lnTo>
                  <a:pt x="36437" y="139487"/>
                </a:lnTo>
                <a:lnTo>
                  <a:pt x="36693" y="138648"/>
                </a:lnTo>
                <a:lnTo>
                  <a:pt x="36987" y="137831"/>
                </a:lnTo>
                <a:lnTo>
                  <a:pt x="37322" y="137038"/>
                </a:lnTo>
                <a:lnTo>
                  <a:pt x="37695" y="136267"/>
                </a:lnTo>
                <a:lnTo>
                  <a:pt x="38108" y="135519"/>
                </a:lnTo>
                <a:lnTo>
                  <a:pt x="38560" y="134793"/>
                </a:lnTo>
                <a:lnTo>
                  <a:pt x="39052" y="134090"/>
                </a:lnTo>
                <a:lnTo>
                  <a:pt x="39583" y="133410"/>
                </a:lnTo>
                <a:lnTo>
                  <a:pt x="40153" y="132753"/>
                </a:lnTo>
                <a:lnTo>
                  <a:pt x="40763" y="132118"/>
                </a:lnTo>
                <a:lnTo>
                  <a:pt x="41411" y="131506"/>
                </a:lnTo>
                <a:lnTo>
                  <a:pt x="42100" y="130917"/>
                </a:lnTo>
                <a:lnTo>
                  <a:pt x="42827" y="130350"/>
                </a:lnTo>
                <a:lnTo>
                  <a:pt x="43594" y="129806"/>
                </a:lnTo>
                <a:lnTo>
                  <a:pt x="44400" y="129285"/>
                </a:lnTo>
                <a:lnTo>
                  <a:pt x="45246" y="128787"/>
                </a:lnTo>
                <a:lnTo>
                  <a:pt x="46130" y="128311"/>
                </a:lnTo>
                <a:lnTo>
                  <a:pt x="47055" y="127858"/>
                </a:lnTo>
                <a:lnTo>
                  <a:pt x="48028" y="127425"/>
                </a:lnTo>
                <a:lnTo>
                  <a:pt x="49060" y="127010"/>
                </a:lnTo>
                <a:lnTo>
                  <a:pt x="50151" y="126613"/>
                </a:lnTo>
                <a:lnTo>
                  <a:pt x="51302" y="126234"/>
                </a:lnTo>
                <a:lnTo>
                  <a:pt x="52511" y="125873"/>
                </a:lnTo>
                <a:lnTo>
                  <a:pt x="53779" y="125530"/>
                </a:lnTo>
                <a:lnTo>
                  <a:pt x="55106" y="125205"/>
                </a:lnTo>
                <a:lnTo>
                  <a:pt x="56492" y="124898"/>
                </a:lnTo>
                <a:lnTo>
                  <a:pt x="57938" y="124608"/>
                </a:lnTo>
                <a:lnTo>
                  <a:pt x="59442" y="124337"/>
                </a:lnTo>
                <a:lnTo>
                  <a:pt x="61005" y="124083"/>
                </a:lnTo>
                <a:lnTo>
                  <a:pt x="62627" y="123848"/>
                </a:lnTo>
                <a:lnTo>
                  <a:pt x="64308" y="123630"/>
                </a:lnTo>
                <a:lnTo>
                  <a:pt x="66048" y="123430"/>
                </a:lnTo>
                <a:lnTo>
                  <a:pt x="67847" y="123249"/>
                </a:lnTo>
                <a:lnTo>
                  <a:pt x="69705" y="123085"/>
                </a:lnTo>
                <a:lnTo>
                  <a:pt x="71623" y="122939"/>
                </a:lnTo>
                <a:lnTo>
                  <a:pt x="73599" y="122811"/>
                </a:lnTo>
                <a:lnTo>
                  <a:pt x="75634" y="122700"/>
                </a:lnTo>
                <a:lnTo>
                  <a:pt x="77728" y="122608"/>
                </a:lnTo>
                <a:lnTo>
                  <a:pt x="79881" y="122534"/>
                </a:lnTo>
                <a:lnTo>
                  <a:pt x="82093" y="122477"/>
                </a:lnTo>
                <a:lnTo>
                  <a:pt x="84364" y="122439"/>
                </a:lnTo>
                <a:lnTo>
                  <a:pt x="86694" y="122418"/>
                </a:lnTo>
                <a:lnTo>
                  <a:pt x="86694" y="144172"/>
                </a:lnTo>
                <a:lnTo>
                  <a:pt x="86261" y="144743"/>
                </a:lnTo>
                <a:lnTo>
                  <a:pt x="85816" y="145308"/>
                </a:lnTo>
                <a:lnTo>
                  <a:pt x="85359" y="145868"/>
                </a:lnTo>
                <a:lnTo>
                  <a:pt x="84890" y="146423"/>
                </a:lnTo>
                <a:lnTo>
                  <a:pt x="84410" y="146973"/>
                </a:lnTo>
                <a:lnTo>
                  <a:pt x="83917" y="147518"/>
                </a:lnTo>
                <a:lnTo>
                  <a:pt x="83412" y="148057"/>
                </a:lnTo>
                <a:lnTo>
                  <a:pt x="82896" y="148591"/>
                </a:lnTo>
                <a:lnTo>
                  <a:pt x="82368" y="149120"/>
                </a:lnTo>
                <a:lnTo>
                  <a:pt x="81827" y="149644"/>
                </a:lnTo>
                <a:lnTo>
                  <a:pt x="81275" y="150162"/>
                </a:lnTo>
                <a:lnTo>
                  <a:pt x="80711" y="150675"/>
                </a:lnTo>
                <a:lnTo>
                  <a:pt x="80134" y="151183"/>
                </a:lnTo>
                <a:lnTo>
                  <a:pt x="79546" y="151686"/>
                </a:lnTo>
                <a:lnTo>
                  <a:pt x="78946" y="152183"/>
                </a:lnTo>
                <a:lnTo>
                  <a:pt x="78334" y="152675"/>
                </a:lnTo>
                <a:lnTo>
                  <a:pt x="77710" y="153162"/>
                </a:lnTo>
                <a:lnTo>
                  <a:pt x="77075" y="153644"/>
                </a:lnTo>
                <a:lnTo>
                  <a:pt x="76427" y="154121"/>
                </a:lnTo>
                <a:lnTo>
                  <a:pt x="75767" y="154592"/>
                </a:lnTo>
                <a:lnTo>
                  <a:pt x="75095" y="155058"/>
                </a:lnTo>
                <a:lnTo>
                  <a:pt x="74412" y="155519"/>
                </a:lnTo>
                <a:lnTo>
                  <a:pt x="73716" y="155974"/>
                </a:lnTo>
                <a:lnTo>
                  <a:pt x="73009" y="156424"/>
                </a:lnTo>
                <a:lnTo>
                  <a:pt x="72293" y="156862"/>
                </a:lnTo>
                <a:lnTo>
                  <a:pt x="71571" y="157282"/>
                </a:lnTo>
                <a:lnTo>
                  <a:pt x="70844" y="157682"/>
                </a:lnTo>
                <a:lnTo>
                  <a:pt x="70112" y="158064"/>
                </a:lnTo>
                <a:lnTo>
                  <a:pt x="69374" y="158428"/>
                </a:lnTo>
                <a:lnTo>
                  <a:pt x="68631" y="158773"/>
                </a:lnTo>
                <a:lnTo>
                  <a:pt x="67883" y="159099"/>
                </a:lnTo>
                <a:lnTo>
                  <a:pt x="67129" y="159406"/>
                </a:lnTo>
                <a:lnTo>
                  <a:pt x="66370" y="159695"/>
                </a:lnTo>
                <a:lnTo>
                  <a:pt x="65605" y="159966"/>
                </a:lnTo>
                <a:lnTo>
                  <a:pt x="64835" y="160217"/>
                </a:lnTo>
                <a:lnTo>
                  <a:pt x="64060" y="160450"/>
                </a:lnTo>
                <a:lnTo>
                  <a:pt x="63279" y="160664"/>
                </a:lnTo>
                <a:lnTo>
                  <a:pt x="62493" y="160860"/>
                </a:lnTo>
                <a:lnTo>
                  <a:pt x="61701" y="161037"/>
                </a:lnTo>
                <a:lnTo>
                  <a:pt x="60904" y="161196"/>
                </a:lnTo>
                <a:lnTo>
                  <a:pt x="60102" y="161335"/>
                </a:lnTo>
                <a:lnTo>
                  <a:pt x="59294" y="161457"/>
                </a:lnTo>
                <a:lnTo>
                  <a:pt x="58481" y="161559"/>
                </a:lnTo>
                <a:lnTo>
                  <a:pt x="57663" y="161643"/>
                </a:lnTo>
                <a:lnTo>
                  <a:pt x="56839" y="161708"/>
                </a:lnTo>
                <a:lnTo>
                  <a:pt x="56010" y="161755"/>
                </a:lnTo>
                <a:lnTo>
                  <a:pt x="55175" y="161783"/>
                </a:lnTo>
                <a:lnTo>
                  <a:pt x="54335" y="161792"/>
                </a:lnTo>
                <a:lnTo>
                  <a:pt x="53655" y="161785"/>
                </a:lnTo>
                <a:lnTo>
                  <a:pt x="52986" y="161763"/>
                </a:lnTo>
                <a:lnTo>
                  <a:pt x="52326" y="161728"/>
                </a:lnTo>
                <a:lnTo>
                  <a:pt x="51678" y="161677"/>
                </a:lnTo>
                <a:close/>
                <a:moveTo>
                  <a:pt x="459706" y="186188"/>
                </a:moveTo>
                <a:lnTo>
                  <a:pt x="461130" y="186108"/>
                </a:lnTo>
                <a:lnTo>
                  <a:pt x="462538" y="186010"/>
                </a:lnTo>
                <a:lnTo>
                  <a:pt x="463931" y="185895"/>
                </a:lnTo>
                <a:lnTo>
                  <a:pt x="465307" y="185761"/>
                </a:lnTo>
                <a:lnTo>
                  <a:pt x="466668" y="185610"/>
                </a:lnTo>
                <a:lnTo>
                  <a:pt x="468014" y="185441"/>
                </a:lnTo>
                <a:lnTo>
                  <a:pt x="469343" y="185254"/>
                </a:lnTo>
                <a:lnTo>
                  <a:pt x="470657" y="185050"/>
                </a:lnTo>
                <a:lnTo>
                  <a:pt x="471956" y="184827"/>
                </a:lnTo>
                <a:lnTo>
                  <a:pt x="473238" y="184587"/>
                </a:lnTo>
                <a:lnTo>
                  <a:pt x="474505" y="184329"/>
                </a:lnTo>
                <a:lnTo>
                  <a:pt x="475756" y="184053"/>
                </a:lnTo>
                <a:lnTo>
                  <a:pt x="476992" y="183760"/>
                </a:lnTo>
                <a:lnTo>
                  <a:pt x="478212" y="183449"/>
                </a:lnTo>
                <a:lnTo>
                  <a:pt x="479416" y="183120"/>
                </a:lnTo>
                <a:lnTo>
                  <a:pt x="480605" y="182773"/>
                </a:lnTo>
                <a:lnTo>
                  <a:pt x="481777" y="182408"/>
                </a:lnTo>
                <a:lnTo>
                  <a:pt x="482935" y="182025"/>
                </a:lnTo>
                <a:lnTo>
                  <a:pt x="484076" y="181625"/>
                </a:lnTo>
                <a:lnTo>
                  <a:pt x="485202" y="181207"/>
                </a:lnTo>
                <a:lnTo>
                  <a:pt x="486310" y="180771"/>
                </a:lnTo>
                <a:lnTo>
                  <a:pt x="487398" y="180317"/>
                </a:lnTo>
                <a:lnTo>
                  <a:pt x="488467" y="179844"/>
                </a:lnTo>
                <a:lnTo>
                  <a:pt x="489516" y="179353"/>
                </a:lnTo>
                <a:lnTo>
                  <a:pt x="490546" y="178844"/>
                </a:lnTo>
                <a:lnTo>
                  <a:pt x="491556" y="178317"/>
                </a:lnTo>
                <a:lnTo>
                  <a:pt x="492546" y="177771"/>
                </a:lnTo>
                <a:lnTo>
                  <a:pt x="493516" y="177207"/>
                </a:lnTo>
                <a:lnTo>
                  <a:pt x="494467" y="176625"/>
                </a:lnTo>
                <a:lnTo>
                  <a:pt x="495398" y="176025"/>
                </a:lnTo>
                <a:lnTo>
                  <a:pt x="496310" y="175406"/>
                </a:lnTo>
                <a:lnTo>
                  <a:pt x="497201" y="174769"/>
                </a:lnTo>
                <a:lnTo>
                  <a:pt x="498074" y="174114"/>
                </a:lnTo>
                <a:lnTo>
                  <a:pt x="498926" y="173441"/>
                </a:lnTo>
                <a:lnTo>
                  <a:pt x="499759" y="172749"/>
                </a:lnTo>
                <a:lnTo>
                  <a:pt x="500572" y="172039"/>
                </a:lnTo>
                <a:lnTo>
                  <a:pt x="501366" y="171311"/>
                </a:lnTo>
                <a:lnTo>
                  <a:pt x="502139" y="170564"/>
                </a:lnTo>
                <a:lnTo>
                  <a:pt x="502894" y="169800"/>
                </a:lnTo>
                <a:lnTo>
                  <a:pt x="503628" y="169017"/>
                </a:lnTo>
                <a:lnTo>
                  <a:pt x="504343" y="168215"/>
                </a:lnTo>
                <a:lnTo>
                  <a:pt x="505038" y="167396"/>
                </a:lnTo>
                <a:lnTo>
                  <a:pt x="505714" y="166558"/>
                </a:lnTo>
                <a:lnTo>
                  <a:pt x="506370" y="165702"/>
                </a:lnTo>
                <a:lnTo>
                  <a:pt x="507003" y="164828"/>
                </a:lnTo>
                <a:lnTo>
                  <a:pt x="507613" y="163936"/>
                </a:lnTo>
                <a:lnTo>
                  <a:pt x="508197" y="163026"/>
                </a:lnTo>
                <a:lnTo>
                  <a:pt x="508757" y="162097"/>
                </a:lnTo>
                <a:lnTo>
                  <a:pt x="509293" y="161151"/>
                </a:lnTo>
                <a:lnTo>
                  <a:pt x="509803" y="160187"/>
                </a:lnTo>
                <a:lnTo>
                  <a:pt x="510290" y="159205"/>
                </a:lnTo>
                <a:lnTo>
                  <a:pt x="510751" y="158204"/>
                </a:lnTo>
                <a:lnTo>
                  <a:pt x="511189" y="157186"/>
                </a:lnTo>
                <a:lnTo>
                  <a:pt x="511601" y="156150"/>
                </a:lnTo>
                <a:lnTo>
                  <a:pt x="511989" y="155095"/>
                </a:lnTo>
                <a:lnTo>
                  <a:pt x="512353" y="154023"/>
                </a:lnTo>
                <a:lnTo>
                  <a:pt x="512691" y="152932"/>
                </a:lnTo>
                <a:lnTo>
                  <a:pt x="513006" y="151824"/>
                </a:lnTo>
                <a:lnTo>
                  <a:pt x="513295" y="150697"/>
                </a:lnTo>
                <a:lnTo>
                  <a:pt x="513560" y="149553"/>
                </a:lnTo>
                <a:lnTo>
                  <a:pt x="513801" y="148390"/>
                </a:lnTo>
                <a:lnTo>
                  <a:pt x="514017" y="147210"/>
                </a:lnTo>
                <a:lnTo>
                  <a:pt x="514208" y="146011"/>
                </a:lnTo>
                <a:lnTo>
                  <a:pt x="514375" y="144795"/>
                </a:lnTo>
                <a:lnTo>
                  <a:pt x="514517" y="143560"/>
                </a:lnTo>
                <a:lnTo>
                  <a:pt x="514635" y="142307"/>
                </a:lnTo>
                <a:lnTo>
                  <a:pt x="514728" y="141037"/>
                </a:lnTo>
                <a:lnTo>
                  <a:pt x="514796" y="139748"/>
                </a:lnTo>
                <a:lnTo>
                  <a:pt x="479606" y="139748"/>
                </a:lnTo>
                <a:lnTo>
                  <a:pt x="479583" y="140596"/>
                </a:lnTo>
                <a:lnTo>
                  <a:pt x="479536" y="141426"/>
                </a:lnTo>
                <a:lnTo>
                  <a:pt x="479465" y="142239"/>
                </a:lnTo>
                <a:lnTo>
                  <a:pt x="479371" y="143034"/>
                </a:lnTo>
                <a:lnTo>
                  <a:pt x="479252" y="143811"/>
                </a:lnTo>
                <a:lnTo>
                  <a:pt x="479109" y="144571"/>
                </a:lnTo>
                <a:lnTo>
                  <a:pt x="478943" y="145313"/>
                </a:lnTo>
                <a:lnTo>
                  <a:pt x="478753" y="146038"/>
                </a:lnTo>
                <a:lnTo>
                  <a:pt x="478538" y="146745"/>
                </a:lnTo>
                <a:lnTo>
                  <a:pt x="478300" y="147434"/>
                </a:lnTo>
                <a:lnTo>
                  <a:pt x="478038" y="148106"/>
                </a:lnTo>
                <a:lnTo>
                  <a:pt x="477753" y="148760"/>
                </a:lnTo>
                <a:lnTo>
                  <a:pt x="477443" y="149397"/>
                </a:lnTo>
                <a:lnTo>
                  <a:pt x="477109" y="150016"/>
                </a:lnTo>
                <a:lnTo>
                  <a:pt x="476752" y="150617"/>
                </a:lnTo>
                <a:lnTo>
                  <a:pt x="476371" y="151201"/>
                </a:lnTo>
                <a:lnTo>
                  <a:pt x="475965" y="151767"/>
                </a:lnTo>
                <a:lnTo>
                  <a:pt x="475536" y="152315"/>
                </a:lnTo>
                <a:lnTo>
                  <a:pt x="475083" y="152846"/>
                </a:lnTo>
                <a:lnTo>
                  <a:pt x="474607" y="153359"/>
                </a:lnTo>
                <a:lnTo>
                  <a:pt x="474106" y="153855"/>
                </a:lnTo>
                <a:lnTo>
                  <a:pt x="473581" y="154333"/>
                </a:lnTo>
                <a:lnTo>
                  <a:pt x="473033" y="154793"/>
                </a:lnTo>
                <a:lnTo>
                  <a:pt x="472461" y="155236"/>
                </a:lnTo>
                <a:lnTo>
                  <a:pt x="471868" y="155661"/>
                </a:lnTo>
                <a:lnTo>
                  <a:pt x="471260" y="156068"/>
                </a:lnTo>
                <a:lnTo>
                  <a:pt x="470636" y="156457"/>
                </a:lnTo>
                <a:lnTo>
                  <a:pt x="469996" y="156827"/>
                </a:lnTo>
                <a:lnTo>
                  <a:pt x="469340" y="157180"/>
                </a:lnTo>
                <a:lnTo>
                  <a:pt x="468669" y="157515"/>
                </a:lnTo>
                <a:lnTo>
                  <a:pt x="467981" y="157831"/>
                </a:lnTo>
                <a:lnTo>
                  <a:pt x="467277" y="158129"/>
                </a:lnTo>
                <a:lnTo>
                  <a:pt x="466558" y="158410"/>
                </a:lnTo>
                <a:lnTo>
                  <a:pt x="465822" y="158672"/>
                </a:lnTo>
                <a:lnTo>
                  <a:pt x="465071" y="158916"/>
                </a:lnTo>
                <a:lnTo>
                  <a:pt x="464304" y="159142"/>
                </a:lnTo>
                <a:lnTo>
                  <a:pt x="463520" y="159350"/>
                </a:lnTo>
                <a:lnTo>
                  <a:pt x="462721" y="159540"/>
                </a:lnTo>
                <a:lnTo>
                  <a:pt x="461906" y="159712"/>
                </a:lnTo>
                <a:lnTo>
                  <a:pt x="461075" y="159865"/>
                </a:lnTo>
                <a:lnTo>
                  <a:pt x="460228" y="160001"/>
                </a:lnTo>
                <a:lnTo>
                  <a:pt x="459366" y="160118"/>
                </a:lnTo>
                <a:lnTo>
                  <a:pt x="458487" y="160218"/>
                </a:lnTo>
                <a:lnTo>
                  <a:pt x="457592" y="160299"/>
                </a:lnTo>
                <a:lnTo>
                  <a:pt x="456682" y="160362"/>
                </a:lnTo>
                <a:lnTo>
                  <a:pt x="455755" y="160408"/>
                </a:lnTo>
                <a:lnTo>
                  <a:pt x="454813" y="160435"/>
                </a:lnTo>
                <a:lnTo>
                  <a:pt x="453855" y="160444"/>
                </a:lnTo>
                <a:lnTo>
                  <a:pt x="452930" y="160435"/>
                </a:lnTo>
                <a:lnTo>
                  <a:pt x="452019" y="160409"/>
                </a:lnTo>
                <a:lnTo>
                  <a:pt x="451124" y="160365"/>
                </a:lnTo>
                <a:lnTo>
                  <a:pt x="450244" y="160304"/>
                </a:lnTo>
                <a:lnTo>
                  <a:pt x="449379" y="160225"/>
                </a:lnTo>
                <a:lnTo>
                  <a:pt x="448529" y="160129"/>
                </a:lnTo>
                <a:lnTo>
                  <a:pt x="447694" y="160016"/>
                </a:lnTo>
                <a:lnTo>
                  <a:pt x="446874" y="159885"/>
                </a:lnTo>
                <a:lnTo>
                  <a:pt x="446068" y="159736"/>
                </a:lnTo>
                <a:lnTo>
                  <a:pt x="445278" y="159570"/>
                </a:lnTo>
                <a:lnTo>
                  <a:pt x="444503" y="159387"/>
                </a:lnTo>
                <a:lnTo>
                  <a:pt x="443743" y="159186"/>
                </a:lnTo>
                <a:lnTo>
                  <a:pt x="442997" y="158968"/>
                </a:lnTo>
                <a:lnTo>
                  <a:pt x="442267" y="158732"/>
                </a:lnTo>
                <a:lnTo>
                  <a:pt x="441552" y="158479"/>
                </a:lnTo>
                <a:lnTo>
                  <a:pt x="440851" y="158208"/>
                </a:lnTo>
                <a:lnTo>
                  <a:pt x="440166" y="157920"/>
                </a:lnTo>
                <a:lnTo>
                  <a:pt x="439496" y="157614"/>
                </a:lnTo>
                <a:lnTo>
                  <a:pt x="438840" y="157291"/>
                </a:lnTo>
                <a:lnTo>
                  <a:pt x="438200" y="156950"/>
                </a:lnTo>
                <a:lnTo>
                  <a:pt x="437574" y="156592"/>
                </a:lnTo>
                <a:lnTo>
                  <a:pt x="436964" y="156217"/>
                </a:lnTo>
                <a:lnTo>
                  <a:pt x="436368" y="155824"/>
                </a:lnTo>
                <a:lnTo>
                  <a:pt x="435788" y="155413"/>
                </a:lnTo>
                <a:lnTo>
                  <a:pt x="435221" y="154988"/>
                </a:lnTo>
                <a:lnTo>
                  <a:pt x="434668" y="154551"/>
                </a:lnTo>
                <a:lnTo>
                  <a:pt x="434127" y="154104"/>
                </a:lnTo>
                <a:lnTo>
                  <a:pt x="433599" y="153645"/>
                </a:lnTo>
                <a:lnTo>
                  <a:pt x="433084" y="153175"/>
                </a:lnTo>
                <a:lnTo>
                  <a:pt x="432581" y="152693"/>
                </a:lnTo>
                <a:lnTo>
                  <a:pt x="432092" y="152200"/>
                </a:lnTo>
                <a:lnTo>
                  <a:pt x="431616" y="151696"/>
                </a:lnTo>
                <a:lnTo>
                  <a:pt x="431152" y="151181"/>
                </a:lnTo>
                <a:lnTo>
                  <a:pt x="430701" y="150655"/>
                </a:lnTo>
                <a:lnTo>
                  <a:pt x="430264" y="150117"/>
                </a:lnTo>
                <a:lnTo>
                  <a:pt x="429839" y="149568"/>
                </a:lnTo>
                <a:lnTo>
                  <a:pt x="429426" y="149008"/>
                </a:lnTo>
                <a:lnTo>
                  <a:pt x="429027" y="148436"/>
                </a:lnTo>
                <a:lnTo>
                  <a:pt x="428641" y="147854"/>
                </a:lnTo>
                <a:lnTo>
                  <a:pt x="428267" y="147260"/>
                </a:lnTo>
                <a:lnTo>
                  <a:pt x="427907" y="146655"/>
                </a:lnTo>
                <a:lnTo>
                  <a:pt x="427559" y="146038"/>
                </a:lnTo>
                <a:lnTo>
                  <a:pt x="427224" y="145410"/>
                </a:lnTo>
                <a:lnTo>
                  <a:pt x="426902" y="144772"/>
                </a:lnTo>
                <a:lnTo>
                  <a:pt x="426593" y="144121"/>
                </a:lnTo>
                <a:lnTo>
                  <a:pt x="426297" y="143460"/>
                </a:lnTo>
                <a:lnTo>
                  <a:pt x="426014" y="142787"/>
                </a:lnTo>
                <a:lnTo>
                  <a:pt x="425743" y="142103"/>
                </a:lnTo>
                <a:lnTo>
                  <a:pt x="425484" y="141411"/>
                </a:lnTo>
                <a:lnTo>
                  <a:pt x="425235" y="140715"/>
                </a:lnTo>
                <a:lnTo>
                  <a:pt x="424996" y="140015"/>
                </a:lnTo>
                <a:lnTo>
                  <a:pt x="424768" y="139310"/>
                </a:lnTo>
                <a:lnTo>
                  <a:pt x="424549" y="138601"/>
                </a:lnTo>
                <a:lnTo>
                  <a:pt x="424340" y="137888"/>
                </a:lnTo>
                <a:lnTo>
                  <a:pt x="424142" y="137170"/>
                </a:lnTo>
                <a:lnTo>
                  <a:pt x="423953" y="136448"/>
                </a:lnTo>
                <a:lnTo>
                  <a:pt x="423775" y="135722"/>
                </a:lnTo>
                <a:lnTo>
                  <a:pt x="423606" y="134992"/>
                </a:lnTo>
                <a:lnTo>
                  <a:pt x="423448" y="134257"/>
                </a:lnTo>
                <a:lnTo>
                  <a:pt x="423299" y="133517"/>
                </a:lnTo>
                <a:lnTo>
                  <a:pt x="423161" y="132774"/>
                </a:lnTo>
                <a:lnTo>
                  <a:pt x="423033" y="132026"/>
                </a:lnTo>
                <a:lnTo>
                  <a:pt x="422915" y="131274"/>
                </a:lnTo>
                <a:lnTo>
                  <a:pt x="422807" y="130517"/>
                </a:lnTo>
                <a:lnTo>
                  <a:pt x="422709" y="129757"/>
                </a:lnTo>
                <a:lnTo>
                  <a:pt x="422621" y="128992"/>
                </a:lnTo>
                <a:lnTo>
                  <a:pt x="422543" y="128222"/>
                </a:lnTo>
                <a:lnTo>
                  <a:pt x="422476" y="127448"/>
                </a:lnTo>
                <a:lnTo>
                  <a:pt x="422418" y="126670"/>
                </a:lnTo>
                <a:lnTo>
                  <a:pt x="422370" y="125888"/>
                </a:lnTo>
                <a:lnTo>
                  <a:pt x="422333" y="125101"/>
                </a:lnTo>
                <a:lnTo>
                  <a:pt x="422305" y="124310"/>
                </a:lnTo>
                <a:lnTo>
                  <a:pt x="514661" y="124310"/>
                </a:lnTo>
                <a:lnTo>
                  <a:pt x="514684" y="124183"/>
                </a:lnTo>
                <a:lnTo>
                  <a:pt x="514705" y="124051"/>
                </a:lnTo>
                <a:lnTo>
                  <a:pt x="514727" y="123915"/>
                </a:lnTo>
                <a:lnTo>
                  <a:pt x="514748" y="123774"/>
                </a:lnTo>
                <a:lnTo>
                  <a:pt x="514768" y="123629"/>
                </a:lnTo>
                <a:lnTo>
                  <a:pt x="514788" y="123479"/>
                </a:lnTo>
                <a:lnTo>
                  <a:pt x="514807" y="123325"/>
                </a:lnTo>
                <a:lnTo>
                  <a:pt x="514826" y="123167"/>
                </a:lnTo>
                <a:lnTo>
                  <a:pt x="514845" y="123003"/>
                </a:lnTo>
                <a:lnTo>
                  <a:pt x="514863" y="122836"/>
                </a:lnTo>
                <a:lnTo>
                  <a:pt x="514880" y="122664"/>
                </a:lnTo>
                <a:lnTo>
                  <a:pt x="514897" y="122487"/>
                </a:lnTo>
                <a:lnTo>
                  <a:pt x="514914" y="122306"/>
                </a:lnTo>
                <a:lnTo>
                  <a:pt x="514930" y="122120"/>
                </a:lnTo>
                <a:lnTo>
                  <a:pt x="514946" y="121930"/>
                </a:lnTo>
                <a:lnTo>
                  <a:pt x="514961" y="121735"/>
                </a:lnTo>
                <a:lnTo>
                  <a:pt x="514976" y="121536"/>
                </a:lnTo>
                <a:lnTo>
                  <a:pt x="514990" y="121333"/>
                </a:lnTo>
                <a:lnTo>
                  <a:pt x="515004" y="121125"/>
                </a:lnTo>
                <a:lnTo>
                  <a:pt x="515017" y="120912"/>
                </a:lnTo>
                <a:lnTo>
                  <a:pt x="515030" y="120695"/>
                </a:lnTo>
                <a:lnTo>
                  <a:pt x="515043" y="120473"/>
                </a:lnTo>
                <a:lnTo>
                  <a:pt x="515054" y="120247"/>
                </a:lnTo>
                <a:lnTo>
                  <a:pt x="515066" y="120017"/>
                </a:lnTo>
                <a:lnTo>
                  <a:pt x="515077" y="119786"/>
                </a:lnTo>
                <a:lnTo>
                  <a:pt x="515087" y="119559"/>
                </a:lnTo>
                <a:lnTo>
                  <a:pt x="515098" y="119337"/>
                </a:lnTo>
                <a:lnTo>
                  <a:pt x="515107" y="119118"/>
                </a:lnTo>
                <a:lnTo>
                  <a:pt x="515116" y="118903"/>
                </a:lnTo>
                <a:lnTo>
                  <a:pt x="515125" y="118693"/>
                </a:lnTo>
                <a:lnTo>
                  <a:pt x="515133" y="118486"/>
                </a:lnTo>
                <a:lnTo>
                  <a:pt x="515141" y="118283"/>
                </a:lnTo>
                <a:lnTo>
                  <a:pt x="515148" y="118085"/>
                </a:lnTo>
                <a:lnTo>
                  <a:pt x="515155" y="117890"/>
                </a:lnTo>
                <a:lnTo>
                  <a:pt x="515161" y="117700"/>
                </a:lnTo>
                <a:lnTo>
                  <a:pt x="515167" y="117513"/>
                </a:lnTo>
                <a:lnTo>
                  <a:pt x="515172" y="117331"/>
                </a:lnTo>
                <a:lnTo>
                  <a:pt x="515177" y="117152"/>
                </a:lnTo>
                <a:lnTo>
                  <a:pt x="515182" y="116978"/>
                </a:lnTo>
                <a:lnTo>
                  <a:pt x="515186" y="116807"/>
                </a:lnTo>
                <a:lnTo>
                  <a:pt x="515189" y="116641"/>
                </a:lnTo>
                <a:lnTo>
                  <a:pt x="515192" y="116478"/>
                </a:lnTo>
                <a:lnTo>
                  <a:pt x="515195" y="116320"/>
                </a:lnTo>
                <a:lnTo>
                  <a:pt x="515197" y="116166"/>
                </a:lnTo>
                <a:lnTo>
                  <a:pt x="515199" y="116015"/>
                </a:lnTo>
                <a:lnTo>
                  <a:pt x="515200" y="115869"/>
                </a:lnTo>
                <a:lnTo>
                  <a:pt x="515201" y="115727"/>
                </a:lnTo>
                <a:lnTo>
                  <a:pt x="515201" y="115589"/>
                </a:lnTo>
                <a:lnTo>
                  <a:pt x="515171" y="112934"/>
                </a:lnTo>
                <a:lnTo>
                  <a:pt x="515082" y="110331"/>
                </a:lnTo>
                <a:lnTo>
                  <a:pt x="514934" y="107779"/>
                </a:lnTo>
                <a:lnTo>
                  <a:pt x="514727" y="105278"/>
                </a:lnTo>
                <a:lnTo>
                  <a:pt x="514460" y="102829"/>
                </a:lnTo>
                <a:lnTo>
                  <a:pt x="514135" y="100431"/>
                </a:lnTo>
                <a:lnTo>
                  <a:pt x="513750" y="98084"/>
                </a:lnTo>
                <a:lnTo>
                  <a:pt x="513306" y="95789"/>
                </a:lnTo>
                <a:lnTo>
                  <a:pt x="512802" y="93545"/>
                </a:lnTo>
                <a:lnTo>
                  <a:pt x="512240" y="91352"/>
                </a:lnTo>
                <a:lnTo>
                  <a:pt x="511618" y="89211"/>
                </a:lnTo>
                <a:lnTo>
                  <a:pt x="510937" y="87121"/>
                </a:lnTo>
                <a:lnTo>
                  <a:pt x="510197" y="85083"/>
                </a:lnTo>
                <a:lnTo>
                  <a:pt x="509397" y="83096"/>
                </a:lnTo>
                <a:lnTo>
                  <a:pt x="508538" y="81160"/>
                </a:lnTo>
                <a:lnTo>
                  <a:pt x="507620" y="79275"/>
                </a:lnTo>
                <a:lnTo>
                  <a:pt x="506643" y="77442"/>
                </a:lnTo>
                <a:lnTo>
                  <a:pt x="505607" y="75660"/>
                </a:lnTo>
                <a:lnTo>
                  <a:pt x="504511" y="73930"/>
                </a:lnTo>
                <a:lnTo>
                  <a:pt x="503357" y="72251"/>
                </a:lnTo>
                <a:lnTo>
                  <a:pt x="502143" y="70623"/>
                </a:lnTo>
                <a:lnTo>
                  <a:pt x="500869" y="69047"/>
                </a:lnTo>
                <a:lnTo>
                  <a:pt x="499537" y="67522"/>
                </a:lnTo>
                <a:lnTo>
                  <a:pt x="498145" y="66048"/>
                </a:lnTo>
                <a:lnTo>
                  <a:pt x="496702" y="64630"/>
                </a:lnTo>
                <a:lnTo>
                  <a:pt x="495217" y="63273"/>
                </a:lnTo>
                <a:lnTo>
                  <a:pt x="493689" y="61976"/>
                </a:lnTo>
                <a:lnTo>
                  <a:pt x="492117" y="60739"/>
                </a:lnTo>
                <a:lnTo>
                  <a:pt x="490503" y="59562"/>
                </a:lnTo>
                <a:lnTo>
                  <a:pt x="488846" y="58446"/>
                </a:lnTo>
                <a:lnTo>
                  <a:pt x="487147" y="57391"/>
                </a:lnTo>
                <a:lnTo>
                  <a:pt x="485404" y="56395"/>
                </a:lnTo>
                <a:lnTo>
                  <a:pt x="483619" y="55460"/>
                </a:lnTo>
                <a:lnTo>
                  <a:pt x="481790" y="54585"/>
                </a:lnTo>
                <a:lnTo>
                  <a:pt x="479919" y="53771"/>
                </a:lnTo>
                <a:lnTo>
                  <a:pt x="478005" y="53016"/>
                </a:lnTo>
                <a:lnTo>
                  <a:pt x="476049" y="52323"/>
                </a:lnTo>
                <a:lnTo>
                  <a:pt x="474049" y="51689"/>
                </a:lnTo>
                <a:lnTo>
                  <a:pt x="472007" y="51116"/>
                </a:lnTo>
                <a:lnTo>
                  <a:pt x="469921" y="50603"/>
                </a:lnTo>
                <a:lnTo>
                  <a:pt x="467793" y="50151"/>
                </a:lnTo>
                <a:lnTo>
                  <a:pt x="465622" y="49758"/>
                </a:lnTo>
                <a:lnTo>
                  <a:pt x="463409" y="49427"/>
                </a:lnTo>
                <a:lnTo>
                  <a:pt x="461152" y="49155"/>
                </a:lnTo>
                <a:lnTo>
                  <a:pt x="458853" y="48944"/>
                </a:lnTo>
                <a:lnTo>
                  <a:pt x="456510" y="48793"/>
                </a:lnTo>
                <a:lnTo>
                  <a:pt x="454125" y="48703"/>
                </a:lnTo>
                <a:lnTo>
                  <a:pt x="451697" y="48672"/>
                </a:lnTo>
                <a:lnTo>
                  <a:pt x="449945" y="48687"/>
                </a:lnTo>
                <a:lnTo>
                  <a:pt x="448216" y="48730"/>
                </a:lnTo>
                <a:lnTo>
                  <a:pt x="446510" y="48801"/>
                </a:lnTo>
                <a:lnTo>
                  <a:pt x="444827" y="48902"/>
                </a:lnTo>
                <a:lnTo>
                  <a:pt x="443167" y="49031"/>
                </a:lnTo>
                <a:lnTo>
                  <a:pt x="441531" y="49188"/>
                </a:lnTo>
                <a:lnTo>
                  <a:pt x="439917" y="49375"/>
                </a:lnTo>
                <a:lnTo>
                  <a:pt x="438327" y="49590"/>
                </a:lnTo>
                <a:lnTo>
                  <a:pt x="436760" y="49833"/>
                </a:lnTo>
                <a:lnTo>
                  <a:pt x="435216" y="50105"/>
                </a:lnTo>
                <a:lnTo>
                  <a:pt x="433696" y="50406"/>
                </a:lnTo>
                <a:lnTo>
                  <a:pt x="432198" y="50736"/>
                </a:lnTo>
                <a:lnTo>
                  <a:pt x="430724" y="51094"/>
                </a:lnTo>
                <a:lnTo>
                  <a:pt x="429273" y="51481"/>
                </a:lnTo>
                <a:lnTo>
                  <a:pt x="427845" y="51897"/>
                </a:lnTo>
                <a:lnTo>
                  <a:pt x="426440" y="52341"/>
                </a:lnTo>
                <a:lnTo>
                  <a:pt x="425058" y="52814"/>
                </a:lnTo>
                <a:lnTo>
                  <a:pt x="423700" y="53315"/>
                </a:lnTo>
                <a:lnTo>
                  <a:pt x="422364" y="53845"/>
                </a:lnTo>
                <a:lnTo>
                  <a:pt x="421052" y="54404"/>
                </a:lnTo>
                <a:lnTo>
                  <a:pt x="419763" y="54992"/>
                </a:lnTo>
                <a:lnTo>
                  <a:pt x="418498" y="55608"/>
                </a:lnTo>
                <a:lnTo>
                  <a:pt x="417255" y="56253"/>
                </a:lnTo>
                <a:lnTo>
                  <a:pt x="416036" y="56926"/>
                </a:lnTo>
                <a:lnTo>
                  <a:pt x="414840" y="57626"/>
                </a:lnTo>
                <a:lnTo>
                  <a:pt x="413669" y="58351"/>
                </a:lnTo>
                <a:lnTo>
                  <a:pt x="412522" y="59100"/>
                </a:lnTo>
                <a:lnTo>
                  <a:pt x="411399" y="59873"/>
                </a:lnTo>
                <a:lnTo>
                  <a:pt x="410301" y="60671"/>
                </a:lnTo>
                <a:lnTo>
                  <a:pt x="409227" y="61493"/>
                </a:lnTo>
                <a:lnTo>
                  <a:pt x="408177" y="62339"/>
                </a:lnTo>
                <a:lnTo>
                  <a:pt x="407152" y="63210"/>
                </a:lnTo>
                <a:lnTo>
                  <a:pt x="406151" y="64105"/>
                </a:lnTo>
                <a:lnTo>
                  <a:pt x="405175" y="65025"/>
                </a:lnTo>
                <a:lnTo>
                  <a:pt x="404222" y="65969"/>
                </a:lnTo>
                <a:lnTo>
                  <a:pt x="403295" y="66937"/>
                </a:lnTo>
                <a:lnTo>
                  <a:pt x="402391" y="67930"/>
                </a:lnTo>
                <a:lnTo>
                  <a:pt x="401512" y="68947"/>
                </a:lnTo>
                <a:lnTo>
                  <a:pt x="400657" y="69989"/>
                </a:lnTo>
                <a:lnTo>
                  <a:pt x="399827" y="71055"/>
                </a:lnTo>
                <a:lnTo>
                  <a:pt x="399020" y="72146"/>
                </a:lnTo>
                <a:lnTo>
                  <a:pt x="398239" y="73260"/>
                </a:lnTo>
                <a:lnTo>
                  <a:pt x="397481" y="74400"/>
                </a:lnTo>
                <a:lnTo>
                  <a:pt x="396748" y="75563"/>
                </a:lnTo>
                <a:lnTo>
                  <a:pt x="396039" y="76751"/>
                </a:lnTo>
                <a:lnTo>
                  <a:pt x="395355" y="77964"/>
                </a:lnTo>
                <a:lnTo>
                  <a:pt x="394695" y="79201"/>
                </a:lnTo>
                <a:lnTo>
                  <a:pt x="394059" y="80462"/>
                </a:lnTo>
                <a:lnTo>
                  <a:pt x="393448" y="81745"/>
                </a:lnTo>
                <a:lnTo>
                  <a:pt x="392864" y="83049"/>
                </a:lnTo>
                <a:lnTo>
                  <a:pt x="392305" y="84373"/>
                </a:lnTo>
                <a:lnTo>
                  <a:pt x="391772" y="85718"/>
                </a:lnTo>
                <a:lnTo>
                  <a:pt x="391266" y="87082"/>
                </a:lnTo>
                <a:lnTo>
                  <a:pt x="390785" y="88468"/>
                </a:lnTo>
                <a:lnTo>
                  <a:pt x="390330" y="89873"/>
                </a:lnTo>
                <a:lnTo>
                  <a:pt x="389902" y="91299"/>
                </a:lnTo>
                <a:lnTo>
                  <a:pt x="389499" y="92746"/>
                </a:lnTo>
                <a:lnTo>
                  <a:pt x="389122" y="94212"/>
                </a:lnTo>
                <a:lnTo>
                  <a:pt x="388772" y="95699"/>
                </a:lnTo>
                <a:lnTo>
                  <a:pt x="388447" y="97207"/>
                </a:lnTo>
                <a:lnTo>
                  <a:pt x="388148" y="98735"/>
                </a:lnTo>
                <a:lnTo>
                  <a:pt x="387875" y="100283"/>
                </a:lnTo>
                <a:lnTo>
                  <a:pt x="387628" y="101852"/>
                </a:lnTo>
                <a:lnTo>
                  <a:pt x="387407" y="103441"/>
                </a:lnTo>
                <a:lnTo>
                  <a:pt x="387213" y="105050"/>
                </a:lnTo>
                <a:lnTo>
                  <a:pt x="387044" y="106680"/>
                </a:lnTo>
                <a:lnTo>
                  <a:pt x="386901" y="108330"/>
                </a:lnTo>
                <a:lnTo>
                  <a:pt x="386784" y="110000"/>
                </a:lnTo>
                <a:lnTo>
                  <a:pt x="386693" y="111691"/>
                </a:lnTo>
                <a:lnTo>
                  <a:pt x="386628" y="113403"/>
                </a:lnTo>
                <a:lnTo>
                  <a:pt x="386589" y="115134"/>
                </a:lnTo>
                <a:lnTo>
                  <a:pt x="386576" y="116886"/>
                </a:lnTo>
                <a:lnTo>
                  <a:pt x="386589" y="118695"/>
                </a:lnTo>
                <a:lnTo>
                  <a:pt x="386629" y="120481"/>
                </a:lnTo>
                <a:lnTo>
                  <a:pt x="386696" y="122246"/>
                </a:lnTo>
                <a:lnTo>
                  <a:pt x="386790" y="123989"/>
                </a:lnTo>
                <a:lnTo>
                  <a:pt x="386910" y="125710"/>
                </a:lnTo>
                <a:lnTo>
                  <a:pt x="387056" y="127409"/>
                </a:lnTo>
                <a:lnTo>
                  <a:pt x="387230" y="129086"/>
                </a:lnTo>
                <a:lnTo>
                  <a:pt x="387430" y="130742"/>
                </a:lnTo>
                <a:lnTo>
                  <a:pt x="387657" y="132376"/>
                </a:lnTo>
                <a:lnTo>
                  <a:pt x="387910" y="133988"/>
                </a:lnTo>
                <a:lnTo>
                  <a:pt x="388190" y="135579"/>
                </a:lnTo>
                <a:lnTo>
                  <a:pt x="388497" y="137147"/>
                </a:lnTo>
                <a:lnTo>
                  <a:pt x="388831" y="138694"/>
                </a:lnTo>
                <a:lnTo>
                  <a:pt x="389191" y="140219"/>
                </a:lnTo>
                <a:lnTo>
                  <a:pt x="389578" y="141722"/>
                </a:lnTo>
                <a:lnTo>
                  <a:pt x="389992" y="143204"/>
                </a:lnTo>
                <a:lnTo>
                  <a:pt x="390432" y="144663"/>
                </a:lnTo>
                <a:lnTo>
                  <a:pt x="390899" y="146101"/>
                </a:lnTo>
                <a:lnTo>
                  <a:pt x="391393" y="147517"/>
                </a:lnTo>
                <a:lnTo>
                  <a:pt x="391913" y="148912"/>
                </a:lnTo>
                <a:lnTo>
                  <a:pt x="392460" y="150284"/>
                </a:lnTo>
                <a:lnTo>
                  <a:pt x="393034" y="151635"/>
                </a:lnTo>
                <a:lnTo>
                  <a:pt x="393634" y="152964"/>
                </a:lnTo>
                <a:lnTo>
                  <a:pt x="394261" y="154271"/>
                </a:lnTo>
                <a:lnTo>
                  <a:pt x="394914" y="155555"/>
                </a:lnTo>
                <a:lnTo>
                  <a:pt x="395593" y="156813"/>
                </a:lnTo>
                <a:lnTo>
                  <a:pt x="396296" y="158045"/>
                </a:lnTo>
                <a:lnTo>
                  <a:pt x="397025" y="159252"/>
                </a:lnTo>
                <a:lnTo>
                  <a:pt x="397779" y="160434"/>
                </a:lnTo>
                <a:lnTo>
                  <a:pt x="398559" y="161591"/>
                </a:lnTo>
                <a:lnTo>
                  <a:pt x="399364" y="162722"/>
                </a:lnTo>
                <a:lnTo>
                  <a:pt x="400194" y="163828"/>
                </a:lnTo>
                <a:lnTo>
                  <a:pt x="401049" y="164909"/>
                </a:lnTo>
                <a:lnTo>
                  <a:pt x="401929" y="165964"/>
                </a:lnTo>
                <a:lnTo>
                  <a:pt x="402835" y="166994"/>
                </a:lnTo>
                <a:lnTo>
                  <a:pt x="403766" y="167998"/>
                </a:lnTo>
                <a:lnTo>
                  <a:pt x="404723" y="168978"/>
                </a:lnTo>
                <a:lnTo>
                  <a:pt x="405705" y="169931"/>
                </a:lnTo>
                <a:lnTo>
                  <a:pt x="406712" y="170860"/>
                </a:lnTo>
                <a:lnTo>
                  <a:pt x="407744" y="171763"/>
                </a:lnTo>
                <a:lnTo>
                  <a:pt x="408801" y="172641"/>
                </a:lnTo>
                <a:lnTo>
                  <a:pt x="409884" y="173494"/>
                </a:lnTo>
                <a:lnTo>
                  <a:pt x="410992" y="174321"/>
                </a:lnTo>
                <a:lnTo>
                  <a:pt x="412126" y="175123"/>
                </a:lnTo>
                <a:lnTo>
                  <a:pt x="413284" y="175899"/>
                </a:lnTo>
                <a:lnTo>
                  <a:pt x="414468" y="176650"/>
                </a:lnTo>
                <a:lnTo>
                  <a:pt x="415678" y="177376"/>
                </a:lnTo>
                <a:lnTo>
                  <a:pt x="416912" y="178077"/>
                </a:lnTo>
                <a:lnTo>
                  <a:pt x="418171" y="178750"/>
                </a:lnTo>
                <a:lnTo>
                  <a:pt x="419455" y="179395"/>
                </a:lnTo>
                <a:lnTo>
                  <a:pt x="420763" y="180011"/>
                </a:lnTo>
                <a:lnTo>
                  <a:pt x="422095" y="180599"/>
                </a:lnTo>
                <a:lnTo>
                  <a:pt x="423452" y="181158"/>
                </a:lnTo>
                <a:lnTo>
                  <a:pt x="424833" y="181688"/>
                </a:lnTo>
                <a:lnTo>
                  <a:pt x="426239" y="182189"/>
                </a:lnTo>
                <a:lnTo>
                  <a:pt x="427668" y="182662"/>
                </a:lnTo>
                <a:lnTo>
                  <a:pt x="429122" y="183106"/>
                </a:lnTo>
                <a:lnTo>
                  <a:pt x="430601" y="183522"/>
                </a:lnTo>
                <a:lnTo>
                  <a:pt x="432103" y="183909"/>
                </a:lnTo>
                <a:lnTo>
                  <a:pt x="433631" y="184267"/>
                </a:lnTo>
                <a:lnTo>
                  <a:pt x="435182" y="184597"/>
                </a:lnTo>
                <a:lnTo>
                  <a:pt x="436758" y="184898"/>
                </a:lnTo>
                <a:lnTo>
                  <a:pt x="438358" y="185170"/>
                </a:lnTo>
                <a:lnTo>
                  <a:pt x="439982" y="185413"/>
                </a:lnTo>
                <a:lnTo>
                  <a:pt x="441631" y="185628"/>
                </a:lnTo>
                <a:lnTo>
                  <a:pt x="443304" y="185815"/>
                </a:lnTo>
                <a:lnTo>
                  <a:pt x="445002" y="185972"/>
                </a:lnTo>
                <a:lnTo>
                  <a:pt x="446724" y="186101"/>
                </a:lnTo>
                <a:lnTo>
                  <a:pt x="448470" y="186202"/>
                </a:lnTo>
                <a:lnTo>
                  <a:pt x="450240" y="186273"/>
                </a:lnTo>
                <a:lnTo>
                  <a:pt x="452035" y="186316"/>
                </a:lnTo>
                <a:lnTo>
                  <a:pt x="453855" y="186331"/>
                </a:lnTo>
                <a:lnTo>
                  <a:pt x="455341" y="186322"/>
                </a:lnTo>
                <a:lnTo>
                  <a:pt x="456812" y="186295"/>
                </a:lnTo>
                <a:lnTo>
                  <a:pt x="458267" y="186251"/>
                </a:lnTo>
                <a:lnTo>
                  <a:pt x="459706" y="186188"/>
                </a:lnTo>
                <a:close/>
                <a:moveTo>
                  <a:pt x="423176" y="97259"/>
                </a:moveTo>
                <a:lnTo>
                  <a:pt x="423354" y="96216"/>
                </a:lnTo>
                <a:lnTo>
                  <a:pt x="423556" y="95195"/>
                </a:lnTo>
                <a:lnTo>
                  <a:pt x="423784" y="94197"/>
                </a:lnTo>
                <a:lnTo>
                  <a:pt x="424035" y="93222"/>
                </a:lnTo>
                <a:lnTo>
                  <a:pt x="424312" y="92269"/>
                </a:lnTo>
                <a:lnTo>
                  <a:pt x="424613" y="91339"/>
                </a:lnTo>
                <a:lnTo>
                  <a:pt x="424938" y="90432"/>
                </a:lnTo>
                <a:lnTo>
                  <a:pt x="425288" y="89547"/>
                </a:lnTo>
                <a:lnTo>
                  <a:pt x="425663" y="88685"/>
                </a:lnTo>
                <a:lnTo>
                  <a:pt x="426062" y="87846"/>
                </a:lnTo>
                <a:lnTo>
                  <a:pt x="426486" y="87029"/>
                </a:lnTo>
                <a:lnTo>
                  <a:pt x="426934" y="86235"/>
                </a:lnTo>
                <a:lnTo>
                  <a:pt x="427407" y="85463"/>
                </a:lnTo>
                <a:lnTo>
                  <a:pt x="427905" y="84715"/>
                </a:lnTo>
                <a:lnTo>
                  <a:pt x="428427" y="83989"/>
                </a:lnTo>
                <a:lnTo>
                  <a:pt x="428973" y="83285"/>
                </a:lnTo>
                <a:lnTo>
                  <a:pt x="429545" y="82604"/>
                </a:lnTo>
                <a:lnTo>
                  <a:pt x="430141" y="81946"/>
                </a:lnTo>
                <a:lnTo>
                  <a:pt x="430761" y="81311"/>
                </a:lnTo>
                <a:lnTo>
                  <a:pt x="431406" y="80698"/>
                </a:lnTo>
                <a:lnTo>
                  <a:pt x="432071" y="80109"/>
                </a:lnTo>
                <a:lnTo>
                  <a:pt x="432752" y="79545"/>
                </a:lnTo>
                <a:lnTo>
                  <a:pt x="433448" y="79006"/>
                </a:lnTo>
                <a:lnTo>
                  <a:pt x="434161" y="78493"/>
                </a:lnTo>
                <a:lnTo>
                  <a:pt x="434888" y="78004"/>
                </a:lnTo>
                <a:lnTo>
                  <a:pt x="435632" y="77540"/>
                </a:lnTo>
                <a:lnTo>
                  <a:pt x="436391" y="77102"/>
                </a:lnTo>
                <a:lnTo>
                  <a:pt x="437166" y="76688"/>
                </a:lnTo>
                <a:lnTo>
                  <a:pt x="437957" y="76300"/>
                </a:lnTo>
                <a:lnTo>
                  <a:pt x="438763" y="75937"/>
                </a:lnTo>
                <a:lnTo>
                  <a:pt x="439585" y="75598"/>
                </a:lnTo>
                <a:lnTo>
                  <a:pt x="440422" y="75285"/>
                </a:lnTo>
                <a:lnTo>
                  <a:pt x="441276" y="74997"/>
                </a:lnTo>
                <a:lnTo>
                  <a:pt x="442145" y="74734"/>
                </a:lnTo>
                <a:lnTo>
                  <a:pt x="443029" y="74496"/>
                </a:lnTo>
                <a:lnTo>
                  <a:pt x="443930" y="74283"/>
                </a:lnTo>
                <a:lnTo>
                  <a:pt x="444846" y="74095"/>
                </a:lnTo>
                <a:lnTo>
                  <a:pt x="445778" y="73932"/>
                </a:lnTo>
                <a:lnTo>
                  <a:pt x="446725" y="73794"/>
                </a:lnTo>
                <a:lnTo>
                  <a:pt x="447688" y="73681"/>
                </a:lnTo>
                <a:lnTo>
                  <a:pt x="448667" y="73593"/>
                </a:lnTo>
                <a:lnTo>
                  <a:pt x="449661" y="73531"/>
                </a:lnTo>
                <a:lnTo>
                  <a:pt x="450672" y="73493"/>
                </a:lnTo>
                <a:lnTo>
                  <a:pt x="451697" y="73481"/>
                </a:lnTo>
                <a:lnTo>
                  <a:pt x="452701" y="73493"/>
                </a:lnTo>
                <a:lnTo>
                  <a:pt x="453689" y="73529"/>
                </a:lnTo>
                <a:lnTo>
                  <a:pt x="454662" y="73590"/>
                </a:lnTo>
                <a:lnTo>
                  <a:pt x="455620" y="73675"/>
                </a:lnTo>
                <a:lnTo>
                  <a:pt x="456563" y="73785"/>
                </a:lnTo>
                <a:lnTo>
                  <a:pt x="457491" y="73919"/>
                </a:lnTo>
                <a:lnTo>
                  <a:pt x="458403" y="74077"/>
                </a:lnTo>
                <a:lnTo>
                  <a:pt x="459300" y="74260"/>
                </a:lnTo>
                <a:lnTo>
                  <a:pt x="460182" y="74466"/>
                </a:lnTo>
                <a:lnTo>
                  <a:pt x="461049" y="74698"/>
                </a:lnTo>
                <a:lnTo>
                  <a:pt x="461900" y="74953"/>
                </a:lnTo>
                <a:lnTo>
                  <a:pt x="462736" y="75233"/>
                </a:lnTo>
                <a:lnTo>
                  <a:pt x="463557" y="75538"/>
                </a:lnTo>
                <a:lnTo>
                  <a:pt x="464363" y="75866"/>
                </a:lnTo>
                <a:lnTo>
                  <a:pt x="465154" y="76219"/>
                </a:lnTo>
                <a:lnTo>
                  <a:pt x="465929" y="76597"/>
                </a:lnTo>
                <a:lnTo>
                  <a:pt x="466689" y="76998"/>
                </a:lnTo>
                <a:lnTo>
                  <a:pt x="467434" y="77424"/>
                </a:lnTo>
                <a:lnTo>
                  <a:pt x="468164" y="77875"/>
                </a:lnTo>
                <a:lnTo>
                  <a:pt x="468878" y="78349"/>
                </a:lnTo>
                <a:lnTo>
                  <a:pt x="469578" y="78848"/>
                </a:lnTo>
                <a:lnTo>
                  <a:pt x="470262" y="79372"/>
                </a:lnTo>
                <a:lnTo>
                  <a:pt x="470931" y="79919"/>
                </a:lnTo>
                <a:lnTo>
                  <a:pt x="471584" y="80492"/>
                </a:lnTo>
                <a:lnTo>
                  <a:pt x="472218" y="81088"/>
                </a:lnTo>
                <a:lnTo>
                  <a:pt x="472825" y="81710"/>
                </a:lnTo>
                <a:lnTo>
                  <a:pt x="473408" y="82356"/>
                </a:lnTo>
                <a:lnTo>
                  <a:pt x="473964" y="83027"/>
                </a:lnTo>
                <a:lnTo>
                  <a:pt x="474496" y="83723"/>
                </a:lnTo>
                <a:lnTo>
                  <a:pt x="475001" y="84444"/>
                </a:lnTo>
                <a:lnTo>
                  <a:pt x="475482" y="85189"/>
                </a:lnTo>
                <a:lnTo>
                  <a:pt x="475936" y="85960"/>
                </a:lnTo>
                <a:lnTo>
                  <a:pt x="476365" y="86755"/>
                </a:lnTo>
                <a:lnTo>
                  <a:pt x="476769" y="87575"/>
                </a:lnTo>
                <a:lnTo>
                  <a:pt x="477147" y="88419"/>
                </a:lnTo>
                <a:lnTo>
                  <a:pt x="477500" y="89289"/>
                </a:lnTo>
                <a:lnTo>
                  <a:pt x="477827" y="90183"/>
                </a:lnTo>
                <a:lnTo>
                  <a:pt x="478129" y="91103"/>
                </a:lnTo>
                <a:lnTo>
                  <a:pt x="478405" y="92047"/>
                </a:lnTo>
                <a:lnTo>
                  <a:pt x="478655" y="93015"/>
                </a:lnTo>
                <a:lnTo>
                  <a:pt x="478880" y="94009"/>
                </a:lnTo>
                <a:lnTo>
                  <a:pt x="479080" y="95028"/>
                </a:lnTo>
                <a:lnTo>
                  <a:pt x="479254" y="96071"/>
                </a:lnTo>
                <a:lnTo>
                  <a:pt x="479402" y="97139"/>
                </a:lnTo>
                <a:lnTo>
                  <a:pt x="479525" y="98232"/>
                </a:lnTo>
                <a:lnTo>
                  <a:pt x="479623" y="99350"/>
                </a:lnTo>
                <a:lnTo>
                  <a:pt x="479695" y="100492"/>
                </a:lnTo>
                <a:lnTo>
                  <a:pt x="479741" y="101659"/>
                </a:lnTo>
                <a:lnTo>
                  <a:pt x="422710" y="101659"/>
                </a:lnTo>
                <a:lnTo>
                  <a:pt x="422789" y="100525"/>
                </a:lnTo>
                <a:lnTo>
                  <a:pt x="422894" y="99414"/>
                </a:lnTo>
                <a:lnTo>
                  <a:pt x="423022" y="98325"/>
                </a:lnTo>
                <a:lnTo>
                  <a:pt x="423176" y="97259"/>
                </a:lnTo>
                <a:close/>
                <a:moveTo>
                  <a:pt x="770706" y="186177"/>
                </a:moveTo>
                <a:lnTo>
                  <a:pt x="772348" y="186090"/>
                </a:lnTo>
                <a:lnTo>
                  <a:pt x="773975" y="185985"/>
                </a:lnTo>
                <a:lnTo>
                  <a:pt x="775587" y="185860"/>
                </a:lnTo>
                <a:lnTo>
                  <a:pt x="777184" y="185716"/>
                </a:lnTo>
                <a:lnTo>
                  <a:pt x="778766" y="185553"/>
                </a:lnTo>
                <a:lnTo>
                  <a:pt x="780334" y="185370"/>
                </a:lnTo>
                <a:lnTo>
                  <a:pt x="781887" y="185168"/>
                </a:lnTo>
                <a:lnTo>
                  <a:pt x="783425" y="184948"/>
                </a:lnTo>
                <a:lnTo>
                  <a:pt x="784949" y="184707"/>
                </a:lnTo>
                <a:lnTo>
                  <a:pt x="786457" y="184448"/>
                </a:lnTo>
                <a:lnTo>
                  <a:pt x="787951" y="184170"/>
                </a:lnTo>
                <a:lnTo>
                  <a:pt x="789431" y="183872"/>
                </a:lnTo>
                <a:lnTo>
                  <a:pt x="790895" y="183555"/>
                </a:lnTo>
                <a:lnTo>
                  <a:pt x="792345" y="183219"/>
                </a:lnTo>
                <a:lnTo>
                  <a:pt x="793780" y="182863"/>
                </a:lnTo>
                <a:lnTo>
                  <a:pt x="795200" y="182489"/>
                </a:lnTo>
                <a:lnTo>
                  <a:pt x="796605" y="182095"/>
                </a:lnTo>
                <a:lnTo>
                  <a:pt x="797996" y="181682"/>
                </a:lnTo>
                <a:lnTo>
                  <a:pt x="799372" y="181250"/>
                </a:lnTo>
                <a:lnTo>
                  <a:pt x="800734" y="180798"/>
                </a:lnTo>
                <a:lnTo>
                  <a:pt x="802076" y="180326"/>
                </a:lnTo>
                <a:lnTo>
                  <a:pt x="803394" y="179832"/>
                </a:lnTo>
                <a:lnTo>
                  <a:pt x="804689" y="179316"/>
                </a:lnTo>
                <a:lnTo>
                  <a:pt x="805960" y="178778"/>
                </a:lnTo>
                <a:lnTo>
                  <a:pt x="807207" y="178218"/>
                </a:lnTo>
                <a:lnTo>
                  <a:pt x="808431" y="177636"/>
                </a:lnTo>
                <a:lnTo>
                  <a:pt x="809631" y="177032"/>
                </a:lnTo>
                <a:lnTo>
                  <a:pt x="810808" y="176406"/>
                </a:lnTo>
                <a:lnTo>
                  <a:pt x="811961" y="175758"/>
                </a:lnTo>
                <a:lnTo>
                  <a:pt x="813090" y="175087"/>
                </a:lnTo>
                <a:lnTo>
                  <a:pt x="814196" y="174395"/>
                </a:lnTo>
                <a:lnTo>
                  <a:pt x="815278" y="173681"/>
                </a:lnTo>
                <a:lnTo>
                  <a:pt x="816336" y="172945"/>
                </a:lnTo>
                <a:lnTo>
                  <a:pt x="817371" y="172187"/>
                </a:lnTo>
                <a:lnTo>
                  <a:pt x="818382" y="171406"/>
                </a:lnTo>
                <a:lnTo>
                  <a:pt x="819370" y="170604"/>
                </a:lnTo>
                <a:lnTo>
                  <a:pt x="820333" y="169780"/>
                </a:lnTo>
                <a:lnTo>
                  <a:pt x="821274" y="168933"/>
                </a:lnTo>
                <a:lnTo>
                  <a:pt x="822190" y="168065"/>
                </a:lnTo>
                <a:lnTo>
                  <a:pt x="823083" y="167175"/>
                </a:lnTo>
                <a:lnTo>
                  <a:pt x="823952" y="166262"/>
                </a:lnTo>
                <a:lnTo>
                  <a:pt x="824798" y="165328"/>
                </a:lnTo>
                <a:lnTo>
                  <a:pt x="825620" y="164372"/>
                </a:lnTo>
                <a:lnTo>
                  <a:pt x="826418" y="163393"/>
                </a:lnTo>
                <a:lnTo>
                  <a:pt x="827188" y="162391"/>
                </a:lnTo>
                <a:lnTo>
                  <a:pt x="827925" y="161363"/>
                </a:lnTo>
                <a:lnTo>
                  <a:pt x="828630" y="160309"/>
                </a:lnTo>
                <a:lnTo>
                  <a:pt x="829302" y="159229"/>
                </a:lnTo>
                <a:lnTo>
                  <a:pt x="829941" y="158124"/>
                </a:lnTo>
                <a:lnTo>
                  <a:pt x="830547" y="156993"/>
                </a:lnTo>
                <a:lnTo>
                  <a:pt x="831121" y="155836"/>
                </a:lnTo>
                <a:lnTo>
                  <a:pt x="831661" y="154653"/>
                </a:lnTo>
                <a:lnTo>
                  <a:pt x="832169" y="153445"/>
                </a:lnTo>
                <a:lnTo>
                  <a:pt x="832644" y="152211"/>
                </a:lnTo>
                <a:lnTo>
                  <a:pt x="833087" y="150951"/>
                </a:lnTo>
                <a:lnTo>
                  <a:pt x="833496" y="149665"/>
                </a:lnTo>
                <a:lnTo>
                  <a:pt x="833873" y="148354"/>
                </a:lnTo>
                <a:lnTo>
                  <a:pt x="834217" y="147016"/>
                </a:lnTo>
                <a:lnTo>
                  <a:pt x="834529" y="145653"/>
                </a:lnTo>
                <a:lnTo>
                  <a:pt x="834807" y="144265"/>
                </a:lnTo>
                <a:lnTo>
                  <a:pt x="835053" y="142850"/>
                </a:lnTo>
                <a:lnTo>
                  <a:pt x="835266" y="141410"/>
                </a:lnTo>
                <a:lnTo>
                  <a:pt x="835446" y="139944"/>
                </a:lnTo>
                <a:lnTo>
                  <a:pt x="835594" y="138452"/>
                </a:lnTo>
                <a:lnTo>
                  <a:pt x="835708" y="136934"/>
                </a:lnTo>
                <a:lnTo>
                  <a:pt x="835790" y="135391"/>
                </a:lnTo>
                <a:lnTo>
                  <a:pt x="835839" y="133822"/>
                </a:lnTo>
                <a:lnTo>
                  <a:pt x="835856" y="132227"/>
                </a:lnTo>
                <a:lnTo>
                  <a:pt x="835845" y="130800"/>
                </a:lnTo>
                <a:lnTo>
                  <a:pt x="835811" y="129395"/>
                </a:lnTo>
                <a:lnTo>
                  <a:pt x="835756" y="128014"/>
                </a:lnTo>
                <a:lnTo>
                  <a:pt x="835678" y="126656"/>
                </a:lnTo>
                <a:lnTo>
                  <a:pt x="835578" y="125321"/>
                </a:lnTo>
                <a:lnTo>
                  <a:pt x="835456" y="124009"/>
                </a:lnTo>
                <a:lnTo>
                  <a:pt x="835311" y="122721"/>
                </a:lnTo>
                <a:lnTo>
                  <a:pt x="835144" y="121455"/>
                </a:lnTo>
                <a:lnTo>
                  <a:pt x="834955" y="120213"/>
                </a:lnTo>
                <a:lnTo>
                  <a:pt x="834744" y="118994"/>
                </a:lnTo>
                <a:lnTo>
                  <a:pt x="834511" y="117799"/>
                </a:lnTo>
                <a:lnTo>
                  <a:pt x="834255" y="116626"/>
                </a:lnTo>
                <a:lnTo>
                  <a:pt x="833977" y="115477"/>
                </a:lnTo>
                <a:lnTo>
                  <a:pt x="833677" y="114351"/>
                </a:lnTo>
                <a:lnTo>
                  <a:pt x="833354" y="113248"/>
                </a:lnTo>
                <a:lnTo>
                  <a:pt x="833010" y="112168"/>
                </a:lnTo>
                <a:lnTo>
                  <a:pt x="832643" y="111111"/>
                </a:lnTo>
                <a:lnTo>
                  <a:pt x="832253" y="110078"/>
                </a:lnTo>
                <a:lnTo>
                  <a:pt x="831842" y="109068"/>
                </a:lnTo>
                <a:lnTo>
                  <a:pt x="831408" y="108081"/>
                </a:lnTo>
                <a:lnTo>
                  <a:pt x="830953" y="107117"/>
                </a:lnTo>
                <a:lnTo>
                  <a:pt x="830475" y="106176"/>
                </a:lnTo>
                <a:lnTo>
                  <a:pt x="829974" y="105259"/>
                </a:lnTo>
                <a:lnTo>
                  <a:pt x="829452" y="104364"/>
                </a:lnTo>
                <a:lnTo>
                  <a:pt x="828906" y="103488"/>
                </a:lnTo>
                <a:lnTo>
                  <a:pt x="828337" y="102626"/>
                </a:lnTo>
                <a:lnTo>
                  <a:pt x="827744" y="101777"/>
                </a:lnTo>
                <a:lnTo>
                  <a:pt x="827128" y="100942"/>
                </a:lnTo>
                <a:lnTo>
                  <a:pt x="826488" y="100121"/>
                </a:lnTo>
                <a:lnTo>
                  <a:pt x="825824" y="99313"/>
                </a:lnTo>
                <a:lnTo>
                  <a:pt x="825137" y="98518"/>
                </a:lnTo>
                <a:lnTo>
                  <a:pt x="824426" y="97738"/>
                </a:lnTo>
                <a:lnTo>
                  <a:pt x="823691" y="96971"/>
                </a:lnTo>
                <a:lnTo>
                  <a:pt x="822933" y="96217"/>
                </a:lnTo>
                <a:lnTo>
                  <a:pt x="822151" y="95477"/>
                </a:lnTo>
                <a:lnTo>
                  <a:pt x="821345" y="94751"/>
                </a:lnTo>
                <a:lnTo>
                  <a:pt x="820516" y="94038"/>
                </a:lnTo>
                <a:lnTo>
                  <a:pt x="819663" y="93339"/>
                </a:lnTo>
                <a:lnTo>
                  <a:pt x="818787" y="92653"/>
                </a:lnTo>
                <a:lnTo>
                  <a:pt x="817886" y="91981"/>
                </a:lnTo>
                <a:lnTo>
                  <a:pt x="816963" y="91322"/>
                </a:lnTo>
                <a:lnTo>
                  <a:pt x="816015" y="90678"/>
                </a:lnTo>
                <a:lnTo>
                  <a:pt x="815044" y="90046"/>
                </a:lnTo>
                <a:lnTo>
                  <a:pt x="814050" y="89429"/>
                </a:lnTo>
                <a:lnTo>
                  <a:pt x="813031" y="88825"/>
                </a:lnTo>
                <a:lnTo>
                  <a:pt x="811989" y="88234"/>
                </a:lnTo>
                <a:lnTo>
                  <a:pt x="810924" y="87657"/>
                </a:lnTo>
                <a:lnTo>
                  <a:pt x="809834" y="87094"/>
                </a:lnTo>
                <a:lnTo>
                  <a:pt x="808720" y="86538"/>
                </a:lnTo>
                <a:lnTo>
                  <a:pt x="807581" y="85985"/>
                </a:lnTo>
                <a:lnTo>
                  <a:pt x="806415" y="85434"/>
                </a:lnTo>
                <a:lnTo>
                  <a:pt x="805224" y="84885"/>
                </a:lnTo>
                <a:lnTo>
                  <a:pt x="804007" y="84338"/>
                </a:lnTo>
                <a:lnTo>
                  <a:pt x="802764" y="83793"/>
                </a:lnTo>
                <a:lnTo>
                  <a:pt x="801496" y="83250"/>
                </a:lnTo>
                <a:lnTo>
                  <a:pt x="800202" y="82709"/>
                </a:lnTo>
                <a:lnTo>
                  <a:pt x="798882" y="82171"/>
                </a:lnTo>
                <a:lnTo>
                  <a:pt x="797536" y="81634"/>
                </a:lnTo>
                <a:lnTo>
                  <a:pt x="796165" y="81100"/>
                </a:lnTo>
                <a:lnTo>
                  <a:pt x="794767" y="80567"/>
                </a:lnTo>
                <a:lnTo>
                  <a:pt x="793344" y="80037"/>
                </a:lnTo>
                <a:lnTo>
                  <a:pt x="791896" y="79509"/>
                </a:lnTo>
                <a:lnTo>
                  <a:pt x="790421" y="78983"/>
                </a:lnTo>
                <a:lnTo>
                  <a:pt x="788921" y="78459"/>
                </a:lnTo>
                <a:lnTo>
                  <a:pt x="787395" y="77938"/>
                </a:lnTo>
                <a:lnTo>
                  <a:pt x="785844" y="77418"/>
                </a:lnTo>
                <a:lnTo>
                  <a:pt x="784266" y="76900"/>
                </a:lnTo>
                <a:lnTo>
                  <a:pt x="782663" y="76385"/>
                </a:lnTo>
                <a:lnTo>
                  <a:pt x="781034" y="75872"/>
                </a:lnTo>
                <a:lnTo>
                  <a:pt x="779379" y="75360"/>
                </a:lnTo>
                <a:lnTo>
                  <a:pt x="777699" y="74851"/>
                </a:lnTo>
                <a:lnTo>
                  <a:pt x="775993" y="74344"/>
                </a:lnTo>
                <a:lnTo>
                  <a:pt x="774569" y="73930"/>
                </a:lnTo>
                <a:lnTo>
                  <a:pt x="773173" y="73520"/>
                </a:lnTo>
                <a:lnTo>
                  <a:pt x="771806" y="73113"/>
                </a:lnTo>
                <a:lnTo>
                  <a:pt x="770467" y="72710"/>
                </a:lnTo>
                <a:lnTo>
                  <a:pt x="769156" y="72311"/>
                </a:lnTo>
                <a:lnTo>
                  <a:pt x="767874" y="71916"/>
                </a:lnTo>
                <a:lnTo>
                  <a:pt x="766620" y="71524"/>
                </a:lnTo>
                <a:lnTo>
                  <a:pt x="765394" y="71136"/>
                </a:lnTo>
                <a:lnTo>
                  <a:pt x="764197" y="70752"/>
                </a:lnTo>
                <a:lnTo>
                  <a:pt x="763027" y="70372"/>
                </a:lnTo>
                <a:lnTo>
                  <a:pt x="761887" y="69995"/>
                </a:lnTo>
                <a:lnTo>
                  <a:pt x="760774" y="69622"/>
                </a:lnTo>
                <a:lnTo>
                  <a:pt x="759690" y="69253"/>
                </a:lnTo>
                <a:lnTo>
                  <a:pt x="758634" y="68888"/>
                </a:lnTo>
                <a:lnTo>
                  <a:pt x="757607" y="68526"/>
                </a:lnTo>
                <a:lnTo>
                  <a:pt x="756608" y="68168"/>
                </a:lnTo>
                <a:lnTo>
                  <a:pt x="755637" y="67814"/>
                </a:lnTo>
                <a:lnTo>
                  <a:pt x="754694" y="67464"/>
                </a:lnTo>
                <a:lnTo>
                  <a:pt x="753780" y="67118"/>
                </a:lnTo>
                <a:lnTo>
                  <a:pt x="752894" y="66775"/>
                </a:lnTo>
                <a:lnTo>
                  <a:pt x="752037" y="66436"/>
                </a:lnTo>
                <a:lnTo>
                  <a:pt x="751208" y="66101"/>
                </a:lnTo>
                <a:lnTo>
                  <a:pt x="750407" y="65769"/>
                </a:lnTo>
                <a:lnTo>
                  <a:pt x="749634" y="65442"/>
                </a:lnTo>
                <a:lnTo>
                  <a:pt x="748886" y="65115"/>
                </a:lnTo>
                <a:lnTo>
                  <a:pt x="748157" y="64788"/>
                </a:lnTo>
                <a:lnTo>
                  <a:pt x="747448" y="64460"/>
                </a:lnTo>
                <a:lnTo>
                  <a:pt x="746760" y="64131"/>
                </a:lnTo>
                <a:lnTo>
                  <a:pt x="746091" y="63802"/>
                </a:lnTo>
                <a:lnTo>
                  <a:pt x="745442" y="63472"/>
                </a:lnTo>
                <a:lnTo>
                  <a:pt x="744813" y="63141"/>
                </a:lnTo>
                <a:lnTo>
                  <a:pt x="744204" y="62810"/>
                </a:lnTo>
                <a:lnTo>
                  <a:pt x="743614" y="62477"/>
                </a:lnTo>
                <a:lnTo>
                  <a:pt x="743045" y="62145"/>
                </a:lnTo>
                <a:lnTo>
                  <a:pt x="742495" y="61811"/>
                </a:lnTo>
                <a:lnTo>
                  <a:pt x="741966" y="61477"/>
                </a:lnTo>
                <a:lnTo>
                  <a:pt x="741456" y="61142"/>
                </a:lnTo>
                <a:lnTo>
                  <a:pt x="740966" y="60806"/>
                </a:lnTo>
                <a:lnTo>
                  <a:pt x="740496" y="60470"/>
                </a:lnTo>
                <a:lnTo>
                  <a:pt x="740046" y="60133"/>
                </a:lnTo>
                <a:lnTo>
                  <a:pt x="739616" y="59795"/>
                </a:lnTo>
                <a:lnTo>
                  <a:pt x="739206" y="59456"/>
                </a:lnTo>
                <a:lnTo>
                  <a:pt x="738816" y="59117"/>
                </a:lnTo>
                <a:lnTo>
                  <a:pt x="738445" y="58777"/>
                </a:lnTo>
                <a:lnTo>
                  <a:pt x="738095" y="58437"/>
                </a:lnTo>
                <a:lnTo>
                  <a:pt x="737764" y="58096"/>
                </a:lnTo>
                <a:lnTo>
                  <a:pt x="737454" y="57754"/>
                </a:lnTo>
                <a:lnTo>
                  <a:pt x="737163" y="57411"/>
                </a:lnTo>
                <a:lnTo>
                  <a:pt x="736888" y="57066"/>
                </a:lnTo>
                <a:lnTo>
                  <a:pt x="736624" y="56716"/>
                </a:lnTo>
                <a:lnTo>
                  <a:pt x="736373" y="56362"/>
                </a:lnTo>
                <a:lnTo>
                  <a:pt x="736133" y="56003"/>
                </a:lnTo>
                <a:lnTo>
                  <a:pt x="735905" y="55640"/>
                </a:lnTo>
                <a:lnTo>
                  <a:pt x="735688" y="55273"/>
                </a:lnTo>
                <a:lnTo>
                  <a:pt x="735483" y="54901"/>
                </a:lnTo>
                <a:lnTo>
                  <a:pt x="735290" y="54524"/>
                </a:lnTo>
                <a:lnTo>
                  <a:pt x="735109" y="54143"/>
                </a:lnTo>
                <a:lnTo>
                  <a:pt x="734939" y="53758"/>
                </a:lnTo>
                <a:lnTo>
                  <a:pt x="734781" y="53368"/>
                </a:lnTo>
                <a:lnTo>
                  <a:pt x="734635" y="52974"/>
                </a:lnTo>
                <a:lnTo>
                  <a:pt x="734500" y="52576"/>
                </a:lnTo>
                <a:lnTo>
                  <a:pt x="734377" y="52173"/>
                </a:lnTo>
                <a:lnTo>
                  <a:pt x="734266" y="51765"/>
                </a:lnTo>
                <a:lnTo>
                  <a:pt x="734167" y="51353"/>
                </a:lnTo>
                <a:lnTo>
                  <a:pt x="734079" y="50937"/>
                </a:lnTo>
                <a:lnTo>
                  <a:pt x="734003" y="50516"/>
                </a:lnTo>
                <a:lnTo>
                  <a:pt x="733938" y="50090"/>
                </a:lnTo>
                <a:lnTo>
                  <a:pt x="733886" y="49661"/>
                </a:lnTo>
                <a:lnTo>
                  <a:pt x="733845" y="49227"/>
                </a:lnTo>
                <a:lnTo>
                  <a:pt x="733815" y="48788"/>
                </a:lnTo>
                <a:lnTo>
                  <a:pt x="733798" y="48345"/>
                </a:lnTo>
                <a:lnTo>
                  <a:pt x="733792" y="47897"/>
                </a:lnTo>
                <a:lnTo>
                  <a:pt x="733806" y="47118"/>
                </a:lnTo>
                <a:lnTo>
                  <a:pt x="733847" y="46356"/>
                </a:lnTo>
                <a:lnTo>
                  <a:pt x="733916" y="45611"/>
                </a:lnTo>
                <a:lnTo>
                  <a:pt x="734013" y="44883"/>
                </a:lnTo>
                <a:lnTo>
                  <a:pt x="734137" y="44172"/>
                </a:lnTo>
                <a:lnTo>
                  <a:pt x="734289" y="43478"/>
                </a:lnTo>
                <a:lnTo>
                  <a:pt x="734469" y="42801"/>
                </a:lnTo>
                <a:lnTo>
                  <a:pt x="734676" y="42142"/>
                </a:lnTo>
                <a:lnTo>
                  <a:pt x="734911" y="41499"/>
                </a:lnTo>
                <a:lnTo>
                  <a:pt x="735173" y="40874"/>
                </a:lnTo>
                <a:lnTo>
                  <a:pt x="735463" y="40266"/>
                </a:lnTo>
                <a:lnTo>
                  <a:pt x="735781" y="39675"/>
                </a:lnTo>
                <a:lnTo>
                  <a:pt x="736126" y="39101"/>
                </a:lnTo>
                <a:lnTo>
                  <a:pt x="736499" y="38544"/>
                </a:lnTo>
                <a:lnTo>
                  <a:pt x="736899" y="38004"/>
                </a:lnTo>
                <a:lnTo>
                  <a:pt x="737327" y="37482"/>
                </a:lnTo>
                <a:lnTo>
                  <a:pt x="737783" y="36976"/>
                </a:lnTo>
                <a:lnTo>
                  <a:pt x="738267" y="36488"/>
                </a:lnTo>
                <a:lnTo>
                  <a:pt x="738778" y="36017"/>
                </a:lnTo>
                <a:lnTo>
                  <a:pt x="739316" y="35563"/>
                </a:lnTo>
                <a:lnTo>
                  <a:pt x="739882" y="35126"/>
                </a:lnTo>
                <a:lnTo>
                  <a:pt x="740476" y="34706"/>
                </a:lnTo>
                <a:lnTo>
                  <a:pt x="741098" y="34303"/>
                </a:lnTo>
                <a:lnTo>
                  <a:pt x="741747" y="33917"/>
                </a:lnTo>
                <a:lnTo>
                  <a:pt x="742417" y="33548"/>
                </a:lnTo>
                <a:lnTo>
                  <a:pt x="743102" y="33195"/>
                </a:lnTo>
                <a:lnTo>
                  <a:pt x="743801" y="32857"/>
                </a:lnTo>
                <a:lnTo>
                  <a:pt x="744514" y="32535"/>
                </a:lnTo>
                <a:lnTo>
                  <a:pt x="745243" y="32228"/>
                </a:lnTo>
                <a:lnTo>
                  <a:pt x="745985" y="31938"/>
                </a:lnTo>
                <a:lnTo>
                  <a:pt x="746743" y="31663"/>
                </a:lnTo>
                <a:lnTo>
                  <a:pt x="747514" y="31403"/>
                </a:lnTo>
                <a:lnTo>
                  <a:pt x="748301" y="31160"/>
                </a:lnTo>
                <a:lnTo>
                  <a:pt x="749101" y="30932"/>
                </a:lnTo>
                <a:lnTo>
                  <a:pt x="749917" y="30720"/>
                </a:lnTo>
                <a:lnTo>
                  <a:pt x="750746" y="30524"/>
                </a:lnTo>
                <a:lnTo>
                  <a:pt x="751591" y="30343"/>
                </a:lnTo>
                <a:lnTo>
                  <a:pt x="752450" y="30178"/>
                </a:lnTo>
                <a:lnTo>
                  <a:pt x="753323" y="30029"/>
                </a:lnTo>
                <a:lnTo>
                  <a:pt x="754211" y="29895"/>
                </a:lnTo>
                <a:lnTo>
                  <a:pt x="755113" y="29777"/>
                </a:lnTo>
                <a:lnTo>
                  <a:pt x="756030" y="29675"/>
                </a:lnTo>
                <a:lnTo>
                  <a:pt x="756961" y="29589"/>
                </a:lnTo>
                <a:lnTo>
                  <a:pt x="757907" y="29518"/>
                </a:lnTo>
                <a:lnTo>
                  <a:pt x="758868" y="29463"/>
                </a:lnTo>
                <a:lnTo>
                  <a:pt x="759843" y="29424"/>
                </a:lnTo>
                <a:lnTo>
                  <a:pt x="760832" y="29400"/>
                </a:lnTo>
                <a:lnTo>
                  <a:pt x="761836" y="29392"/>
                </a:lnTo>
                <a:lnTo>
                  <a:pt x="762852" y="29402"/>
                </a:lnTo>
                <a:lnTo>
                  <a:pt x="763857" y="29432"/>
                </a:lnTo>
                <a:lnTo>
                  <a:pt x="764849" y="29482"/>
                </a:lnTo>
                <a:lnTo>
                  <a:pt x="765828" y="29552"/>
                </a:lnTo>
                <a:lnTo>
                  <a:pt x="766796" y="29641"/>
                </a:lnTo>
                <a:lnTo>
                  <a:pt x="767752" y="29751"/>
                </a:lnTo>
                <a:lnTo>
                  <a:pt x="768695" y="29880"/>
                </a:lnTo>
                <a:lnTo>
                  <a:pt x="769626" y="30030"/>
                </a:lnTo>
                <a:lnTo>
                  <a:pt x="770545" y="30199"/>
                </a:lnTo>
                <a:lnTo>
                  <a:pt x="771452" y="30389"/>
                </a:lnTo>
                <a:lnTo>
                  <a:pt x="772346" y="30598"/>
                </a:lnTo>
                <a:lnTo>
                  <a:pt x="773229" y="30827"/>
                </a:lnTo>
                <a:lnTo>
                  <a:pt x="774099" y="31076"/>
                </a:lnTo>
                <a:lnTo>
                  <a:pt x="774957" y="31345"/>
                </a:lnTo>
                <a:lnTo>
                  <a:pt x="775803" y="31634"/>
                </a:lnTo>
                <a:lnTo>
                  <a:pt x="776637" y="31943"/>
                </a:lnTo>
                <a:lnTo>
                  <a:pt x="777459" y="32271"/>
                </a:lnTo>
                <a:lnTo>
                  <a:pt x="778268" y="32620"/>
                </a:lnTo>
                <a:lnTo>
                  <a:pt x="779065" y="32989"/>
                </a:lnTo>
                <a:lnTo>
                  <a:pt x="779850" y="33377"/>
                </a:lnTo>
                <a:lnTo>
                  <a:pt x="780623" y="33786"/>
                </a:lnTo>
                <a:lnTo>
                  <a:pt x="781384" y="34214"/>
                </a:lnTo>
                <a:lnTo>
                  <a:pt x="782133" y="34663"/>
                </a:lnTo>
                <a:lnTo>
                  <a:pt x="782869" y="35131"/>
                </a:lnTo>
                <a:lnTo>
                  <a:pt x="783584" y="35619"/>
                </a:lnTo>
                <a:lnTo>
                  <a:pt x="784268" y="36128"/>
                </a:lnTo>
                <a:lnTo>
                  <a:pt x="784921" y="36657"/>
                </a:lnTo>
                <a:lnTo>
                  <a:pt x="785543" y="37207"/>
                </a:lnTo>
                <a:lnTo>
                  <a:pt x="786134" y="37777"/>
                </a:lnTo>
                <a:lnTo>
                  <a:pt x="786695" y="38367"/>
                </a:lnTo>
                <a:lnTo>
                  <a:pt x="787224" y="38978"/>
                </a:lnTo>
                <a:lnTo>
                  <a:pt x="787723" y="39610"/>
                </a:lnTo>
                <a:lnTo>
                  <a:pt x="788190" y="40261"/>
                </a:lnTo>
                <a:lnTo>
                  <a:pt x="788627" y="40933"/>
                </a:lnTo>
                <a:lnTo>
                  <a:pt x="789033" y="41626"/>
                </a:lnTo>
                <a:lnTo>
                  <a:pt x="789408" y="42339"/>
                </a:lnTo>
                <a:lnTo>
                  <a:pt x="789752" y="43072"/>
                </a:lnTo>
                <a:lnTo>
                  <a:pt x="790065" y="43826"/>
                </a:lnTo>
                <a:lnTo>
                  <a:pt x="790348" y="44600"/>
                </a:lnTo>
                <a:lnTo>
                  <a:pt x="790599" y="45394"/>
                </a:lnTo>
                <a:lnTo>
                  <a:pt x="790820" y="46209"/>
                </a:lnTo>
                <a:lnTo>
                  <a:pt x="791009" y="47045"/>
                </a:lnTo>
                <a:lnTo>
                  <a:pt x="791168" y="47901"/>
                </a:lnTo>
                <a:lnTo>
                  <a:pt x="791296" y="48777"/>
                </a:lnTo>
                <a:lnTo>
                  <a:pt x="791393" y="49673"/>
                </a:lnTo>
                <a:lnTo>
                  <a:pt x="791459" y="50590"/>
                </a:lnTo>
                <a:lnTo>
                  <a:pt x="791494" y="51528"/>
                </a:lnTo>
                <a:lnTo>
                  <a:pt x="791498" y="52486"/>
                </a:lnTo>
                <a:lnTo>
                  <a:pt x="830328" y="52486"/>
                </a:lnTo>
                <a:lnTo>
                  <a:pt x="830312" y="51001"/>
                </a:lnTo>
                <a:lnTo>
                  <a:pt x="830263" y="49539"/>
                </a:lnTo>
                <a:lnTo>
                  <a:pt x="830183" y="48098"/>
                </a:lnTo>
                <a:lnTo>
                  <a:pt x="830070" y="46680"/>
                </a:lnTo>
                <a:lnTo>
                  <a:pt x="829924" y="45284"/>
                </a:lnTo>
                <a:lnTo>
                  <a:pt x="829747" y="43910"/>
                </a:lnTo>
                <a:lnTo>
                  <a:pt x="829537" y="42557"/>
                </a:lnTo>
                <a:lnTo>
                  <a:pt x="829294" y="41227"/>
                </a:lnTo>
                <a:lnTo>
                  <a:pt x="829020" y="39919"/>
                </a:lnTo>
                <a:lnTo>
                  <a:pt x="828713" y="38633"/>
                </a:lnTo>
                <a:lnTo>
                  <a:pt x="828374" y="37368"/>
                </a:lnTo>
                <a:lnTo>
                  <a:pt x="828002" y="36126"/>
                </a:lnTo>
                <a:lnTo>
                  <a:pt x="827598" y="34906"/>
                </a:lnTo>
                <a:lnTo>
                  <a:pt x="827162" y="33708"/>
                </a:lnTo>
                <a:lnTo>
                  <a:pt x="826694" y="32532"/>
                </a:lnTo>
                <a:lnTo>
                  <a:pt x="826193" y="31378"/>
                </a:lnTo>
                <a:lnTo>
                  <a:pt x="825660" y="30246"/>
                </a:lnTo>
                <a:lnTo>
                  <a:pt x="825095" y="29135"/>
                </a:lnTo>
                <a:lnTo>
                  <a:pt x="824497" y="28047"/>
                </a:lnTo>
                <a:lnTo>
                  <a:pt x="823868" y="26981"/>
                </a:lnTo>
                <a:lnTo>
                  <a:pt x="823205" y="25937"/>
                </a:lnTo>
                <a:lnTo>
                  <a:pt x="822511" y="24915"/>
                </a:lnTo>
                <a:lnTo>
                  <a:pt x="821784" y="23915"/>
                </a:lnTo>
                <a:lnTo>
                  <a:pt x="821025" y="22937"/>
                </a:lnTo>
                <a:lnTo>
                  <a:pt x="820239" y="21981"/>
                </a:lnTo>
                <a:lnTo>
                  <a:pt x="819431" y="21045"/>
                </a:lnTo>
                <a:lnTo>
                  <a:pt x="818601" y="20129"/>
                </a:lnTo>
                <a:lnTo>
                  <a:pt x="817750" y="19234"/>
                </a:lnTo>
                <a:lnTo>
                  <a:pt x="816877" y="18360"/>
                </a:lnTo>
                <a:lnTo>
                  <a:pt x="815982" y="17507"/>
                </a:lnTo>
                <a:lnTo>
                  <a:pt x="815065" y="16674"/>
                </a:lnTo>
                <a:lnTo>
                  <a:pt x="814126" y="15861"/>
                </a:lnTo>
                <a:lnTo>
                  <a:pt x="813166" y="15070"/>
                </a:lnTo>
                <a:lnTo>
                  <a:pt x="812184" y="14298"/>
                </a:lnTo>
                <a:lnTo>
                  <a:pt x="811180" y="13548"/>
                </a:lnTo>
                <a:lnTo>
                  <a:pt x="810155" y="12818"/>
                </a:lnTo>
                <a:lnTo>
                  <a:pt x="809107" y="12109"/>
                </a:lnTo>
                <a:lnTo>
                  <a:pt x="808038" y="11420"/>
                </a:lnTo>
                <a:lnTo>
                  <a:pt x="806947" y="10752"/>
                </a:lnTo>
                <a:lnTo>
                  <a:pt x="805834" y="10105"/>
                </a:lnTo>
                <a:lnTo>
                  <a:pt x="804700" y="9478"/>
                </a:lnTo>
                <a:lnTo>
                  <a:pt x="803544" y="8871"/>
                </a:lnTo>
                <a:lnTo>
                  <a:pt x="802366" y="8286"/>
                </a:lnTo>
                <a:lnTo>
                  <a:pt x="801166" y="7721"/>
                </a:lnTo>
                <a:lnTo>
                  <a:pt x="799945" y="7176"/>
                </a:lnTo>
                <a:lnTo>
                  <a:pt x="798701" y="6653"/>
                </a:lnTo>
                <a:lnTo>
                  <a:pt x="797436" y="6149"/>
                </a:lnTo>
                <a:lnTo>
                  <a:pt x="796149" y="5667"/>
                </a:lnTo>
                <a:lnTo>
                  <a:pt x="794846" y="5205"/>
                </a:lnTo>
                <a:lnTo>
                  <a:pt x="793533" y="4762"/>
                </a:lnTo>
                <a:lnTo>
                  <a:pt x="792209" y="4339"/>
                </a:lnTo>
                <a:lnTo>
                  <a:pt x="790874" y="3935"/>
                </a:lnTo>
                <a:lnTo>
                  <a:pt x="789529" y="3552"/>
                </a:lnTo>
                <a:lnTo>
                  <a:pt x="788174" y="3188"/>
                </a:lnTo>
                <a:lnTo>
                  <a:pt x="786807" y="2843"/>
                </a:lnTo>
                <a:lnTo>
                  <a:pt x="785431" y="2519"/>
                </a:lnTo>
                <a:lnTo>
                  <a:pt x="784043" y="2214"/>
                </a:lnTo>
                <a:lnTo>
                  <a:pt x="782646" y="1928"/>
                </a:lnTo>
                <a:lnTo>
                  <a:pt x="781237" y="1663"/>
                </a:lnTo>
                <a:lnTo>
                  <a:pt x="779819" y="1417"/>
                </a:lnTo>
                <a:lnTo>
                  <a:pt x="778389" y="1190"/>
                </a:lnTo>
                <a:lnTo>
                  <a:pt x="776949" y="984"/>
                </a:lnTo>
                <a:lnTo>
                  <a:pt x="775499" y="797"/>
                </a:lnTo>
                <a:lnTo>
                  <a:pt x="774038" y="630"/>
                </a:lnTo>
                <a:lnTo>
                  <a:pt x="772566" y="482"/>
                </a:lnTo>
                <a:lnTo>
                  <a:pt x="771084" y="354"/>
                </a:lnTo>
                <a:lnTo>
                  <a:pt x="769592" y="246"/>
                </a:lnTo>
                <a:lnTo>
                  <a:pt x="768089" y="157"/>
                </a:lnTo>
                <a:lnTo>
                  <a:pt x="766575" y="89"/>
                </a:lnTo>
                <a:lnTo>
                  <a:pt x="765051" y="39"/>
                </a:lnTo>
                <a:lnTo>
                  <a:pt x="763516" y="10"/>
                </a:lnTo>
                <a:lnTo>
                  <a:pt x="761971" y="0"/>
                </a:lnTo>
                <a:lnTo>
                  <a:pt x="760349" y="9"/>
                </a:lnTo>
                <a:lnTo>
                  <a:pt x="758743" y="37"/>
                </a:lnTo>
                <a:lnTo>
                  <a:pt x="757153" y="82"/>
                </a:lnTo>
                <a:lnTo>
                  <a:pt x="755578" y="146"/>
                </a:lnTo>
                <a:lnTo>
                  <a:pt x="754018" y="228"/>
                </a:lnTo>
                <a:lnTo>
                  <a:pt x="752474" y="329"/>
                </a:lnTo>
                <a:lnTo>
                  <a:pt x="750945" y="448"/>
                </a:lnTo>
                <a:lnTo>
                  <a:pt x="749432" y="585"/>
                </a:lnTo>
                <a:lnTo>
                  <a:pt x="747934" y="740"/>
                </a:lnTo>
                <a:lnTo>
                  <a:pt x="746452" y="914"/>
                </a:lnTo>
                <a:lnTo>
                  <a:pt x="744985" y="1105"/>
                </a:lnTo>
                <a:lnTo>
                  <a:pt x="743533" y="1316"/>
                </a:lnTo>
                <a:lnTo>
                  <a:pt x="742097" y="1544"/>
                </a:lnTo>
                <a:lnTo>
                  <a:pt x="740677" y="1791"/>
                </a:lnTo>
                <a:lnTo>
                  <a:pt x="739271" y="2056"/>
                </a:lnTo>
                <a:lnTo>
                  <a:pt x="737882" y="2339"/>
                </a:lnTo>
                <a:lnTo>
                  <a:pt x="736508" y="2640"/>
                </a:lnTo>
                <a:lnTo>
                  <a:pt x="735149" y="2960"/>
                </a:lnTo>
                <a:lnTo>
                  <a:pt x="733805" y="3298"/>
                </a:lnTo>
                <a:lnTo>
                  <a:pt x="732477" y="3654"/>
                </a:lnTo>
                <a:lnTo>
                  <a:pt x="731165" y="4029"/>
                </a:lnTo>
                <a:lnTo>
                  <a:pt x="729868" y="4422"/>
                </a:lnTo>
                <a:lnTo>
                  <a:pt x="728586" y="4833"/>
                </a:lnTo>
                <a:lnTo>
                  <a:pt x="727320" y="5262"/>
                </a:lnTo>
                <a:lnTo>
                  <a:pt x="726073" y="5711"/>
                </a:lnTo>
                <a:lnTo>
                  <a:pt x="724849" y="6180"/>
                </a:lnTo>
                <a:lnTo>
                  <a:pt x="723647" y="6670"/>
                </a:lnTo>
                <a:lnTo>
                  <a:pt x="722468" y="7180"/>
                </a:lnTo>
                <a:lnTo>
                  <a:pt x="721312" y="7710"/>
                </a:lnTo>
                <a:lnTo>
                  <a:pt x="720179" y="8261"/>
                </a:lnTo>
                <a:lnTo>
                  <a:pt x="719068" y="8832"/>
                </a:lnTo>
                <a:lnTo>
                  <a:pt x="717980" y="9423"/>
                </a:lnTo>
                <a:lnTo>
                  <a:pt x="716914" y="10035"/>
                </a:lnTo>
                <a:lnTo>
                  <a:pt x="715872" y="10667"/>
                </a:lnTo>
                <a:lnTo>
                  <a:pt x="714852" y="11319"/>
                </a:lnTo>
                <a:lnTo>
                  <a:pt x="713855" y="11992"/>
                </a:lnTo>
                <a:lnTo>
                  <a:pt x="712880" y="12685"/>
                </a:lnTo>
                <a:lnTo>
                  <a:pt x="711928" y="13399"/>
                </a:lnTo>
                <a:lnTo>
                  <a:pt x="710999" y="14133"/>
                </a:lnTo>
                <a:lnTo>
                  <a:pt x="710092" y="14888"/>
                </a:lnTo>
                <a:lnTo>
                  <a:pt x="709209" y="15662"/>
                </a:lnTo>
                <a:lnTo>
                  <a:pt x="708348" y="16458"/>
                </a:lnTo>
                <a:lnTo>
                  <a:pt x="707509" y="17273"/>
                </a:lnTo>
                <a:lnTo>
                  <a:pt x="706694" y="18109"/>
                </a:lnTo>
                <a:lnTo>
                  <a:pt x="705901" y="18965"/>
                </a:lnTo>
                <a:lnTo>
                  <a:pt x="705131" y="19842"/>
                </a:lnTo>
                <a:lnTo>
                  <a:pt x="704383" y="20739"/>
                </a:lnTo>
                <a:lnTo>
                  <a:pt x="703658" y="21657"/>
                </a:lnTo>
                <a:lnTo>
                  <a:pt x="702960" y="22596"/>
                </a:lnTo>
                <a:lnTo>
                  <a:pt x="702291" y="23557"/>
                </a:lnTo>
                <a:lnTo>
                  <a:pt x="701652" y="24542"/>
                </a:lnTo>
                <a:lnTo>
                  <a:pt x="701042" y="25549"/>
                </a:lnTo>
                <a:lnTo>
                  <a:pt x="700463" y="26579"/>
                </a:lnTo>
                <a:lnTo>
                  <a:pt x="699913" y="27631"/>
                </a:lnTo>
                <a:lnTo>
                  <a:pt x="699392" y="28707"/>
                </a:lnTo>
                <a:lnTo>
                  <a:pt x="698902" y="29805"/>
                </a:lnTo>
                <a:lnTo>
                  <a:pt x="698441" y="30925"/>
                </a:lnTo>
                <a:lnTo>
                  <a:pt x="698010" y="32069"/>
                </a:lnTo>
                <a:lnTo>
                  <a:pt x="697609" y="33235"/>
                </a:lnTo>
                <a:lnTo>
                  <a:pt x="697237" y="34424"/>
                </a:lnTo>
                <a:lnTo>
                  <a:pt x="696895" y="35636"/>
                </a:lnTo>
                <a:lnTo>
                  <a:pt x="696583" y="36870"/>
                </a:lnTo>
                <a:lnTo>
                  <a:pt x="696301" y="38127"/>
                </a:lnTo>
                <a:lnTo>
                  <a:pt x="696048" y="39407"/>
                </a:lnTo>
                <a:lnTo>
                  <a:pt x="695825" y="40709"/>
                </a:lnTo>
                <a:lnTo>
                  <a:pt x="695632" y="42035"/>
                </a:lnTo>
                <a:lnTo>
                  <a:pt x="695468" y="43383"/>
                </a:lnTo>
                <a:lnTo>
                  <a:pt x="695335" y="44753"/>
                </a:lnTo>
                <a:lnTo>
                  <a:pt x="695231" y="46147"/>
                </a:lnTo>
                <a:lnTo>
                  <a:pt x="695156" y="47563"/>
                </a:lnTo>
                <a:lnTo>
                  <a:pt x="695112" y="49002"/>
                </a:lnTo>
                <a:lnTo>
                  <a:pt x="695097" y="50463"/>
                </a:lnTo>
                <a:lnTo>
                  <a:pt x="695110" y="51824"/>
                </a:lnTo>
                <a:lnTo>
                  <a:pt x="695149" y="53164"/>
                </a:lnTo>
                <a:lnTo>
                  <a:pt x="695214" y="54482"/>
                </a:lnTo>
                <a:lnTo>
                  <a:pt x="695305" y="55778"/>
                </a:lnTo>
                <a:lnTo>
                  <a:pt x="695422" y="57053"/>
                </a:lnTo>
                <a:lnTo>
                  <a:pt x="695564" y="58306"/>
                </a:lnTo>
                <a:lnTo>
                  <a:pt x="695733" y="59538"/>
                </a:lnTo>
                <a:lnTo>
                  <a:pt x="695928" y="60748"/>
                </a:lnTo>
                <a:lnTo>
                  <a:pt x="696149" y="61936"/>
                </a:lnTo>
                <a:lnTo>
                  <a:pt x="696396" y="63104"/>
                </a:lnTo>
                <a:lnTo>
                  <a:pt x="696669" y="64249"/>
                </a:lnTo>
                <a:lnTo>
                  <a:pt x="696967" y="65373"/>
                </a:lnTo>
                <a:lnTo>
                  <a:pt x="697292" y="66475"/>
                </a:lnTo>
                <a:lnTo>
                  <a:pt x="697643" y="67556"/>
                </a:lnTo>
                <a:lnTo>
                  <a:pt x="698020" y="68616"/>
                </a:lnTo>
                <a:lnTo>
                  <a:pt x="698422" y="69653"/>
                </a:lnTo>
                <a:lnTo>
                  <a:pt x="698851" y="70670"/>
                </a:lnTo>
                <a:lnTo>
                  <a:pt x="699306" y="71664"/>
                </a:lnTo>
                <a:lnTo>
                  <a:pt x="699787" y="72637"/>
                </a:lnTo>
                <a:lnTo>
                  <a:pt x="700293" y="73589"/>
                </a:lnTo>
                <a:lnTo>
                  <a:pt x="700826" y="74519"/>
                </a:lnTo>
                <a:lnTo>
                  <a:pt x="701384" y="75428"/>
                </a:lnTo>
                <a:lnTo>
                  <a:pt x="701969" y="76315"/>
                </a:lnTo>
                <a:lnTo>
                  <a:pt x="702580" y="77180"/>
                </a:lnTo>
                <a:lnTo>
                  <a:pt x="703214" y="78028"/>
                </a:lnTo>
                <a:lnTo>
                  <a:pt x="703870" y="78862"/>
                </a:lnTo>
                <a:lnTo>
                  <a:pt x="704547" y="79684"/>
                </a:lnTo>
                <a:lnTo>
                  <a:pt x="705246" y="80492"/>
                </a:lnTo>
                <a:lnTo>
                  <a:pt x="705967" y="81287"/>
                </a:lnTo>
                <a:lnTo>
                  <a:pt x="706709" y="82069"/>
                </a:lnTo>
                <a:lnTo>
                  <a:pt x="707472" y="82839"/>
                </a:lnTo>
                <a:lnTo>
                  <a:pt x="708257" y="83594"/>
                </a:lnTo>
                <a:lnTo>
                  <a:pt x="709064" y="84337"/>
                </a:lnTo>
                <a:lnTo>
                  <a:pt x="709892" y="85067"/>
                </a:lnTo>
                <a:lnTo>
                  <a:pt x="710742" y="85784"/>
                </a:lnTo>
                <a:lnTo>
                  <a:pt x="711613" y="86487"/>
                </a:lnTo>
                <a:lnTo>
                  <a:pt x="712506" y="87178"/>
                </a:lnTo>
                <a:lnTo>
                  <a:pt x="713420" y="87855"/>
                </a:lnTo>
                <a:lnTo>
                  <a:pt x="714356" y="88519"/>
                </a:lnTo>
                <a:lnTo>
                  <a:pt x="715313" y="89170"/>
                </a:lnTo>
                <a:lnTo>
                  <a:pt x="716292" y="89808"/>
                </a:lnTo>
                <a:lnTo>
                  <a:pt x="717293" y="90433"/>
                </a:lnTo>
                <a:lnTo>
                  <a:pt x="718315" y="91045"/>
                </a:lnTo>
                <a:lnTo>
                  <a:pt x="719358" y="91643"/>
                </a:lnTo>
                <a:lnTo>
                  <a:pt x="720423" y="92229"/>
                </a:lnTo>
                <a:lnTo>
                  <a:pt x="721510" y="92801"/>
                </a:lnTo>
                <a:lnTo>
                  <a:pt x="722618" y="93361"/>
                </a:lnTo>
                <a:lnTo>
                  <a:pt x="723747" y="93907"/>
                </a:lnTo>
                <a:lnTo>
                  <a:pt x="724897" y="94445"/>
                </a:lnTo>
                <a:lnTo>
                  <a:pt x="726063" y="94979"/>
                </a:lnTo>
                <a:lnTo>
                  <a:pt x="727248" y="95509"/>
                </a:lnTo>
                <a:lnTo>
                  <a:pt x="728450" y="96035"/>
                </a:lnTo>
                <a:lnTo>
                  <a:pt x="729669" y="96558"/>
                </a:lnTo>
                <a:lnTo>
                  <a:pt x="730906" y="97077"/>
                </a:lnTo>
                <a:lnTo>
                  <a:pt x="732160" y="97593"/>
                </a:lnTo>
                <a:lnTo>
                  <a:pt x="733432" y="98104"/>
                </a:lnTo>
                <a:lnTo>
                  <a:pt x="734722" y="98612"/>
                </a:lnTo>
                <a:lnTo>
                  <a:pt x="736029" y="99116"/>
                </a:lnTo>
                <a:lnTo>
                  <a:pt x="737354" y="99616"/>
                </a:lnTo>
                <a:lnTo>
                  <a:pt x="738696" y="100113"/>
                </a:lnTo>
                <a:lnTo>
                  <a:pt x="740056" y="100606"/>
                </a:lnTo>
                <a:lnTo>
                  <a:pt x="741434" y="101095"/>
                </a:lnTo>
                <a:lnTo>
                  <a:pt x="742829" y="101580"/>
                </a:lnTo>
                <a:lnTo>
                  <a:pt x="744241" y="102062"/>
                </a:lnTo>
                <a:lnTo>
                  <a:pt x="745671" y="102540"/>
                </a:lnTo>
                <a:lnTo>
                  <a:pt x="747119" y="103014"/>
                </a:lnTo>
                <a:lnTo>
                  <a:pt x="748584" y="103484"/>
                </a:lnTo>
                <a:lnTo>
                  <a:pt x="750067" y="103951"/>
                </a:lnTo>
                <a:lnTo>
                  <a:pt x="751567" y="104414"/>
                </a:lnTo>
                <a:lnTo>
                  <a:pt x="753085" y="104873"/>
                </a:lnTo>
                <a:lnTo>
                  <a:pt x="754620" y="105328"/>
                </a:lnTo>
                <a:lnTo>
                  <a:pt x="756173" y="105780"/>
                </a:lnTo>
                <a:lnTo>
                  <a:pt x="757498" y="106150"/>
                </a:lnTo>
                <a:lnTo>
                  <a:pt x="758798" y="106518"/>
                </a:lnTo>
                <a:lnTo>
                  <a:pt x="760073" y="106884"/>
                </a:lnTo>
                <a:lnTo>
                  <a:pt x="761323" y="107248"/>
                </a:lnTo>
                <a:lnTo>
                  <a:pt x="762548" y="107609"/>
                </a:lnTo>
                <a:lnTo>
                  <a:pt x="763749" y="107969"/>
                </a:lnTo>
                <a:lnTo>
                  <a:pt x="764925" y="108326"/>
                </a:lnTo>
                <a:lnTo>
                  <a:pt x="766076" y="108682"/>
                </a:lnTo>
                <a:lnTo>
                  <a:pt x="767202" y="109035"/>
                </a:lnTo>
                <a:lnTo>
                  <a:pt x="768303" y="109386"/>
                </a:lnTo>
                <a:lnTo>
                  <a:pt x="769379" y="109735"/>
                </a:lnTo>
                <a:lnTo>
                  <a:pt x="770431" y="110082"/>
                </a:lnTo>
                <a:lnTo>
                  <a:pt x="771458" y="110427"/>
                </a:lnTo>
                <a:lnTo>
                  <a:pt x="772460" y="110769"/>
                </a:lnTo>
                <a:lnTo>
                  <a:pt x="773437" y="111110"/>
                </a:lnTo>
                <a:lnTo>
                  <a:pt x="774390" y="111448"/>
                </a:lnTo>
                <a:lnTo>
                  <a:pt x="775317" y="111785"/>
                </a:lnTo>
                <a:lnTo>
                  <a:pt x="776220" y="112119"/>
                </a:lnTo>
                <a:lnTo>
                  <a:pt x="777098" y="112451"/>
                </a:lnTo>
                <a:lnTo>
                  <a:pt x="777952" y="112781"/>
                </a:lnTo>
                <a:lnTo>
                  <a:pt x="778780" y="113109"/>
                </a:lnTo>
                <a:lnTo>
                  <a:pt x="779583" y="113435"/>
                </a:lnTo>
                <a:lnTo>
                  <a:pt x="780362" y="113759"/>
                </a:lnTo>
                <a:lnTo>
                  <a:pt x="781116" y="114080"/>
                </a:lnTo>
                <a:lnTo>
                  <a:pt x="781848" y="114402"/>
                </a:lnTo>
                <a:lnTo>
                  <a:pt x="782562" y="114726"/>
                </a:lnTo>
                <a:lnTo>
                  <a:pt x="783257" y="115054"/>
                </a:lnTo>
                <a:lnTo>
                  <a:pt x="783933" y="115384"/>
                </a:lnTo>
                <a:lnTo>
                  <a:pt x="784590" y="115717"/>
                </a:lnTo>
                <a:lnTo>
                  <a:pt x="785228" y="116052"/>
                </a:lnTo>
                <a:lnTo>
                  <a:pt x="785848" y="116391"/>
                </a:lnTo>
                <a:lnTo>
                  <a:pt x="786449" y="116732"/>
                </a:lnTo>
                <a:lnTo>
                  <a:pt x="787032" y="117077"/>
                </a:lnTo>
                <a:lnTo>
                  <a:pt x="787595" y="117424"/>
                </a:lnTo>
                <a:lnTo>
                  <a:pt x="788140" y="117773"/>
                </a:lnTo>
                <a:lnTo>
                  <a:pt x="788667" y="118126"/>
                </a:lnTo>
                <a:lnTo>
                  <a:pt x="789174" y="118482"/>
                </a:lnTo>
                <a:lnTo>
                  <a:pt x="789663" y="118840"/>
                </a:lnTo>
                <a:lnTo>
                  <a:pt x="790133" y="119201"/>
                </a:lnTo>
                <a:lnTo>
                  <a:pt x="790584" y="119565"/>
                </a:lnTo>
                <a:lnTo>
                  <a:pt x="791017" y="119932"/>
                </a:lnTo>
                <a:lnTo>
                  <a:pt x="791430" y="120302"/>
                </a:lnTo>
                <a:lnTo>
                  <a:pt x="791826" y="120674"/>
                </a:lnTo>
                <a:lnTo>
                  <a:pt x="792202" y="121049"/>
                </a:lnTo>
                <a:lnTo>
                  <a:pt x="792560" y="121427"/>
                </a:lnTo>
                <a:lnTo>
                  <a:pt x="792899" y="121808"/>
                </a:lnTo>
                <a:lnTo>
                  <a:pt x="793219" y="122192"/>
                </a:lnTo>
                <a:lnTo>
                  <a:pt x="793520" y="122579"/>
                </a:lnTo>
                <a:lnTo>
                  <a:pt x="793806" y="122971"/>
                </a:lnTo>
                <a:lnTo>
                  <a:pt x="794080" y="123372"/>
                </a:lnTo>
                <a:lnTo>
                  <a:pt x="794342" y="123781"/>
                </a:lnTo>
                <a:lnTo>
                  <a:pt x="794591" y="124200"/>
                </a:lnTo>
                <a:lnTo>
                  <a:pt x="794829" y="124627"/>
                </a:lnTo>
                <a:lnTo>
                  <a:pt x="795054" y="125062"/>
                </a:lnTo>
                <a:lnTo>
                  <a:pt x="795267" y="125507"/>
                </a:lnTo>
                <a:lnTo>
                  <a:pt x="795468" y="125960"/>
                </a:lnTo>
                <a:lnTo>
                  <a:pt x="795656" y="126421"/>
                </a:lnTo>
                <a:lnTo>
                  <a:pt x="795833" y="126891"/>
                </a:lnTo>
                <a:lnTo>
                  <a:pt x="795997" y="127370"/>
                </a:lnTo>
                <a:lnTo>
                  <a:pt x="796149" y="127858"/>
                </a:lnTo>
                <a:lnTo>
                  <a:pt x="796289" y="128354"/>
                </a:lnTo>
                <a:lnTo>
                  <a:pt x="796417" y="128859"/>
                </a:lnTo>
                <a:lnTo>
                  <a:pt x="796533" y="129373"/>
                </a:lnTo>
                <a:lnTo>
                  <a:pt x="796636" y="129895"/>
                </a:lnTo>
                <a:lnTo>
                  <a:pt x="796728" y="130426"/>
                </a:lnTo>
                <a:lnTo>
                  <a:pt x="796807" y="130965"/>
                </a:lnTo>
                <a:lnTo>
                  <a:pt x="796874" y="131513"/>
                </a:lnTo>
                <a:lnTo>
                  <a:pt x="796928" y="132070"/>
                </a:lnTo>
                <a:lnTo>
                  <a:pt x="796971" y="132636"/>
                </a:lnTo>
                <a:lnTo>
                  <a:pt x="797001" y="133210"/>
                </a:lnTo>
                <a:lnTo>
                  <a:pt x="797020" y="133793"/>
                </a:lnTo>
                <a:lnTo>
                  <a:pt x="797026" y="134384"/>
                </a:lnTo>
                <a:lnTo>
                  <a:pt x="797019" y="134999"/>
                </a:lnTo>
                <a:lnTo>
                  <a:pt x="796997" y="135604"/>
                </a:lnTo>
                <a:lnTo>
                  <a:pt x="796962" y="136200"/>
                </a:lnTo>
                <a:lnTo>
                  <a:pt x="796912" y="136787"/>
                </a:lnTo>
                <a:lnTo>
                  <a:pt x="796847" y="137365"/>
                </a:lnTo>
                <a:lnTo>
                  <a:pt x="796769" y="137934"/>
                </a:lnTo>
                <a:lnTo>
                  <a:pt x="796676" y="138493"/>
                </a:lnTo>
                <a:lnTo>
                  <a:pt x="796569" y="139044"/>
                </a:lnTo>
                <a:lnTo>
                  <a:pt x="796447" y="139585"/>
                </a:lnTo>
                <a:lnTo>
                  <a:pt x="796312" y="140117"/>
                </a:lnTo>
                <a:lnTo>
                  <a:pt x="796162" y="140640"/>
                </a:lnTo>
                <a:lnTo>
                  <a:pt x="795998" y="141154"/>
                </a:lnTo>
                <a:lnTo>
                  <a:pt x="795819" y="141659"/>
                </a:lnTo>
                <a:lnTo>
                  <a:pt x="795626" y="142154"/>
                </a:lnTo>
                <a:lnTo>
                  <a:pt x="795419" y="142641"/>
                </a:lnTo>
                <a:lnTo>
                  <a:pt x="795198" y="143118"/>
                </a:lnTo>
                <a:lnTo>
                  <a:pt x="794963" y="143586"/>
                </a:lnTo>
                <a:lnTo>
                  <a:pt x="794713" y="144045"/>
                </a:lnTo>
                <a:lnTo>
                  <a:pt x="794448" y="144495"/>
                </a:lnTo>
                <a:lnTo>
                  <a:pt x="794170" y="144936"/>
                </a:lnTo>
                <a:lnTo>
                  <a:pt x="793877" y="145367"/>
                </a:lnTo>
                <a:lnTo>
                  <a:pt x="793570" y="145790"/>
                </a:lnTo>
                <a:lnTo>
                  <a:pt x="793249" y="146203"/>
                </a:lnTo>
                <a:lnTo>
                  <a:pt x="792914" y="146607"/>
                </a:lnTo>
                <a:lnTo>
                  <a:pt x="792565" y="147002"/>
                </a:lnTo>
                <a:lnTo>
                  <a:pt x="792206" y="147389"/>
                </a:lnTo>
                <a:lnTo>
                  <a:pt x="791836" y="147767"/>
                </a:lnTo>
                <a:lnTo>
                  <a:pt x="791455" y="148136"/>
                </a:lnTo>
                <a:lnTo>
                  <a:pt x="791063" y="148497"/>
                </a:lnTo>
                <a:lnTo>
                  <a:pt x="790659" y="148848"/>
                </a:lnTo>
                <a:lnTo>
                  <a:pt x="790245" y="149192"/>
                </a:lnTo>
                <a:lnTo>
                  <a:pt x="789820" y="149526"/>
                </a:lnTo>
                <a:lnTo>
                  <a:pt x="789384" y="149852"/>
                </a:lnTo>
                <a:lnTo>
                  <a:pt x="788937" y="150169"/>
                </a:lnTo>
                <a:lnTo>
                  <a:pt x="788478" y="150478"/>
                </a:lnTo>
                <a:lnTo>
                  <a:pt x="788009" y="150777"/>
                </a:lnTo>
                <a:lnTo>
                  <a:pt x="787529" y="151069"/>
                </a:lnTo>
                <a:lnTo>
                  <a:pt x="787038" y="151351"/>
                </a:lnTo>
                <a:lnTo>
                  <a:pt x="786536" y="151625"/>
                </a:lnTo>
                <a:lnTo>
                  <a:pt x="786022" y="151890"/>
                </a:lnTo>
                <a:lnTo>
                  <a:pt x="785498" y="152146"/>
                </a:lnTo>
                <a:lnTo>
                  <a:pt x="784963" y="152394"/>
                </a:lnTo>
                <a:lnTo>
                  <a:pt x="784417" y="152633"/>
                </a:lnTo>
                <a:lnTo>
                  <a:pt x="783860" y="152863"/>
                </a:lnTo>
                <a:lnTo>
                  <a:pt x="783291" y="153085"/>
                </a:lnTo>
                <a:lnTo>
                  <a:pt x="782712" y="153298"/>
                </a:lnTo>
                <a:lnTo>
                  <a:pt x="782122" y="153503"/>
                </a:lnTo>
                <a:lnTo>
                  <a:pt x="781521" y="153698"/>
                </a:lnTo>
                <a:lnTo>
                  <a:pt x="780910" y="153886"/>
                </a:lnTo>
                <a:lnTo>
                  <a:pt x="780291" y="154065"/>
                </a:lnTo>
                <a:lnTo>
                  <a:pt x="779665" y="154236"/>
                </a:lnTo>
                <a:lnTo>
                  <a:pt x="779030" y="154400"/>
                </a:lnTo>
                <a:lnTo>
                  <a:pt x="778388" y="154555"/>
                </a:lnTo>
                <a:lnTo>
                  <a:pt x="777737" y="154703"/>
                </a:lnTo>
                <a:lnTo>
                  <a:pt x="777079" y="154842"/>
                </a:lnTo>
                <a:lnTo>
                  <a:pt x="776412" y="154974"/>
                </a:lnTo>
                <a:lnTo>
                  <a:pt x="775738" y="155098"/>
                </a:lnTo>
                <a:lnTo>
                  <a:pt x="775056" y="155213"/>
                </a:lnTo>
                <a:lnTo>
                  <a:pt x="774365" y="155321"/>
                </a:lnTo>
                <a:lnTo>
                  <a:pt x="773667" y="155420"/>
                </a:lnTo>
                <a:lnTo>
                  <a:pt x="772961" y="155512"/>
                </a:lnTo>
                <a:lnTo>
                  <a:pt x="772247" y="155596"/>
                </a:lnTo>
                <a:lnTo>
                  <a:pt x="771525" y="155672"/>
                </a:lnTo>
                <a:lnTo>
                  <a:pt x="770794" y="155739"/>
                </a:lnTo>
                <a:lnTo>
                  <a:pt x="770056" y="155799"/>
                </a:lnTo>
                <a:lnTo>
                  <a:pt x="769310" y="155851"/>
                </a:lnTo>
                <a:lnTo>
                  <a:pt x="768556" y="155895"/>
                </a:lnTo>
                <a:lnTo>
                  <a:pt x="767795" y="155931"/>
                </a:lnTo>
                <a:lnTo>
                  <a:pt x="767025" y="155959"/>
                </a:lnTo>
                <a:lnTo>
                  <a:pt x="766247" y="155979"/>
                </a:lnTo>
                <a:lnTo>
                  <a:pt x="765461" y="155991"/>
                </a:lnTo>
                <a:lnTo>
                  <a:pt x="764667" y="155995"/>
                </a:lnTo>
                <a:lnTo>
                  <a:pt x="763840" y="155990"/>
                </a:lnTo>
                <a:lnTo>
                  <a:pt x="763020" y="155977"/>
                </a:lnTo>
                <a:lnTo>
                  <a:pt x="762208" y="155954"/>
                </a:lnTo>
                <a:lnTo>
                  <a:pt x="761403" y="155923"/>
                </a:lnTo>
                <a:lnTo>
                  <a:pt x="760607" y="155883"/>
                </a:lnTo>
                <a:lnTo>
                  <a:pt x="759818" y="155834"/>
                </a:lnTo>
                <a:lnTo>
                  <a:pt x="759037" y="155776"/>
                </a:lnTo>
                <a:lnTo>
                  <a:pt x="758263" y="155709"/>
                </a:lnTo>
                <a:lnTo>
                  <a:pt x="757497" y="155634"/>
                </a:lnTo>
                <a:lnTo>
                  <a:pt x="756739" y="155549"/>
                </a:lnTo>
                <a:lnTo>
                  <a:pt x="755989" y="155456"/>
                </a:lnTo>
                <a:lnTo>
                  <a:pt x="755246" y="155353"/>
                </a:lnTo>
                <a:lnTo>
                  <a:pt x="754511" y="155242"/>
                </a:lnTo>
                <a:lnTo>
                  <a:pt x="753784" y="155121"/>
                </a:lnTo>
                <a:lnTo>
                  <a:pt x="753065" y="154992"/>
                </a:lnTo>
                <a:lnTo>
                  <a:pt x="752353" y="154854"/>
                </a:lnTo>
                <a:lnTo>
                  <a:pt x="751649" y="154707"/>
                </a:lnTo>
                <a:lnTo>
                  <a:pt x="750953" y="154551"/>
                </a:lnTo>
                <a:lnTo>
                  <a:pt x="750264" y="154386"/>
                </a:lnTo>
                <a:lnTo>
                  <a:pt x="749584" y="154213"/>
                </a:lnTo>
                <a:lnTo>
                  <a:pt x="748911" y="154030"/>
                </a:lnTo>
                <a:lnTo>
                  <a:pt x="748245" y="153838"/>
                </a:lnTo>
                <a:lnTo>
                  <a:pt x="747588" y="153638"/>
                </a:lnTo>
                <a:lnTo>
                  <a:pt x="746938" y="153429"/>
                </a:lnTo>
                <a:lnTo>
                  <a:pt x="746297" y="153209"/>
                </a:lnTo>
                <a:lnTo>
                  <a:pt x="745668" y="152977"/>
                </a:lnTo>
                <a:lnTo>
                  <a:pt x="745049" y="152733"/>
                </a:lnTo>
                <a:lnTo>
                  <a:pt x="744441" y="152478"/>
                </a:lnTo>
                <a:lnTo>
                  <a:pt x="743845" y="152210"/>
                </a:lnTo>
                <a:lnTo>
                  <a:pt x="743259" y="151931"/>
                </a:lnTo>
                <a:lnTo>
                  <a:pt x="742685" y="151639"/>
                </a:lnTo>
                <a:lnTo>
                  <a:pt x="742121" y="151336"/>
                </a:lnTo>
                <a:lnTo>
                  <a:pt x="741569" y="151020"/>
                </a:lnTo>
                <a:lnTo>
                  <a:pt x="741027" y="150693"/>
                </a:lnTo>
                <a:lnTo>
                  <a:pt x="740497" y="150353"/>
                </a:lnTo>
                <a:lnTo>
                  <a:pt x="739977" y="150002"/>
                </a:lnTo>
                <a:lnTo>
                  <a:pt x="739469" y="149639"/>
                </a:lnTo>
                <a:lnTo>
                  <a:pt x="738971" y="149264"/>
                </a:lnTo>
                <a:lnTo>
                  <a:pt x="738485" y="148877"/>
                </a:lnTo>
                <a:lnTo>
                  <a:pt x="738009" y="148477"/>
                </a:lnTo>
                <a:lnTo>
                  <a:pt x="737545" y="148066"/>
                </a:lnTo>
                <a:lnTo>
                  <a:pt x="737091" y="147643"/>
                </a:lnTo>
                <a:lnTo>
                  <a:pt x="736649" y="147209"/>
                </a:lnTo>
                <a:lnTo>
                  <a:pt x="736217" y="146762"/>
                </a:lnTo>
                <a:lnTo>
                  <a:pt x="735797" y="146303"/>
                </a:lnTo>
                <a:lnTo>
                  <a:pt x="735387" y="145832"/>
                </a:lnTo>
                <a:lnTo>
                  <a:pt x="734988" y="145349"/>
                </a:lnTo>
                <a:lnTo>
                  <a:pt x="734601" y="144854"/>
                </a:lnTo>
                <a:lnTo>
                  <a:pt x="734226" y="144346"/>
                </a:lnTo>
                <a:lnTo>
                  <a:pt x="733867" y="143822"/>
                </a:lnTo>
                <a:lnTo>
                  <a:pt x="733522" y="143282"/>
                </a:lnTo>
                <a:lnTo>
                  <a:pt x="733193" y="142726"/>
                </a:lnTo>
                <a:lnTo>
                  <a:pt x="732878" y="142155"/>
                </a:lnTo>
                <a:lnTo>
                  <a:pt x="732579" y="141568"/>
                </a:lnTo>
                <a:lnTo>
                  <a:pt x="732294" y="140965"/>
                </a:lnTo>
                <a:lnTo>
                  <a:pt x="732024" y="140346"/>
                </a:lnTo>
                <a:lnTo>
                  <a:pt x="731770" y="139712"/>
                </a:lnTo>
                <a:lnTo>
                  <a:pt x="731530" y="139062"/>
                </a:lnTo>
                <a:lnTo>
                  <a:pt x="731305" y="138396"/>
                </a:lnTo>
                <a:lnTo>
                  <a:pt x="731095" y="137715"/>
                </a:lnTo>
                <a:lnTo>
                  <a:pt x="730901" y="137018"/>
                </a:lnTo>
                <a:lnTo>
                  <a:pt x="730721" y="136305"/>
                </a:lnTo>
                <a:lnTo>
                  <a:pt x="730556" y="135577"/>
                </a:lnTo>
                <a:lnTo>
                  <a:pt x="730406" y="134832"/>
                </a:lnTo>
                <a:lnTo>
                  <a:pt x="730272" y="134072"/>
                </a:lnTo>
                <a:lnTo>
                  <a:pt x="730152" y="133297"/>
                </a:lnTo>
                <a:lnTo>
                  <a:pt x="730047" y="132505"/>
                </a:lnTo>
                <a:lnTo>
                  <a:pt x="729957" y="131698"/>
                </a:lnTo>
                <a:lnTo>
                  <a:pt x="729882" y="130876"/>
                </a:lnTo>
                <a:lnTo>
                  <a:pt x="729822" y="130037"/>
                </a:lnTo>
                <a:lnTo>
                  <a:pt x="729777" y="129183"/>
                </a:lnTo>
                <a:lnTo>
                  <a:pt x="729747" y="128313"/>
                </a:lnTo>
                <a:lnTo>
                  <a:pt x="690917" y="128313"/>
                </a:lnTo>
                <a:lnTo>
                  <a:pt x="690934" y="130020"/>
                </a:lnTo>
                <a:lnTo>
                  <a:pt x="690985" y="131699"/>
                </a:lnTo>
                <a:lnTo>
                  <a:pt x="691069" y="133352"/>
                </a:lnTo>
                <a:lnTo>
                  <a:pt x="691187" y="134977"/>
                </a:lnTo>
                <a:lnTo>
                  <a:pt x="691338" y="136575"/>
                </a:lnTo>
                <a:lnTo>
                  <a:pt x="691524" y="138146"/>
                </a:lnTo>
                <a:lnTo>
                  <a:pt x="691743" y="139690"/>
                </a:lnTo>
                <a:lnTo>
                  <a:pt x="691996" y="141207"/>
                </a:lnTo>
                <a:lnTo>
                  <a:pt x="692282" y="142696"/>
                </a:lnTo>
                <a:lnTo>
                  <a:pt x="692602" y="144158"/>
                </a:lnTo>
                <a:lnTo>
                  <a:pt x="692956" y="145593"/>
                </a:lnTo>
                <a:lnTo>
                  <a:pt x="693344" y="147001"/>
                </a:lnTo>
                <a:lnTo>
                  <a:pt x="693765" y="148382"/>
                </a:lnTo>
                <a:lnTo>
                  <a:pt x="694220" y="149735"/>
                </a:lnTo>
                <a:lnTo>
                  <a:pt x="694709" y="151062"/>
                </a:lnTo>
                <a:lnTo>
                  <a:pt x="695232" y="152361"/>
                </a:lnTo>
                <a:lnTo>
                  <a:pt x="695788" y="153633"/>
                </a:lnTo>
                <a:lnTo>
                  <a:pt x="696378" y="154877"/>
                </a:lnTo>
                <a:lnTo>
                  <a:pt x="697001" y="156095"/>
                </a:lnTo>
                <a:lnTo>
                  <a:pt x="697658" y="157285"/>
                </a:lnTo>
                <a:lnTo>
                  <a:pt x="698349" y="158449"/>
                </a:lnTo>
                <a:lnTo>
                  <a:pt x="699074" y="159585"/>
                </a:lnTo>
                <a:lnTo>
                  <a:pt x="699833" y="160694"/>
                </a:lnTo>
                <a:lnTo>
                  <a:pt x="700625" y="161775"/>
                </a:lnTo>
                <a:lnTo>
                  <a:pt x="701445" y="162831"/>
                </a:lnTo>
                <a:lnTo>
                  <a:pt x="702290" y="163863"/>
                </a:lnTo>
                <a:lnTo>
                  <a:pt x="703158" y="164871"/>
                </a:lnTo>
                <a:lnTo>
                  <a:pt x="704050" y="165855"/>
                </a:lnTo>
                <a:lnTo>
                  <a:pt x="704965" y="166814"/>
                </a:lnTo>
                <a:lnTo>
                  <a:pt x="705904" y="167749"/>
                </a:lnTo>
                <a:lnTo>
                  <a:pt x="706867" y="168661"/>
                </a:lnTo>
                <a:lnTo>
                  <a:pt x="707853" y="169548"/>
                </a:lnTo>
                <a:lnTo>
                  <a:pt x="708863" y="170411"/>
                </a:lnTo>
                <a:lnTo>
                  <a:pt x="709896" y="171250"/>
                </a:lnTo>
                <a:lnTo>
                  <a:pt x="710954" y="172065"/>
                </a:lnTo>
                <a:lnTo>
                  <a:pt x="712034" y="172855"/>
                </a:lnTo>
                <a:lnTo>
                  <a:pt x="713139" y="173622"/>
                </a:lnTo>
                <a:lnTo>
                  <a:pt x="714267" y="174364"/>
                </a:lnTo>
                <a:lnTo>
                  <a:pt x="715419" y="175082"/>
                </a:lnTo>
                <a:lnTo>
                  <a:pt x="716594" y="175777"/>
                </a:lnTo>
                <a:lnTo>
                  <a:pt x="717793" y="176447"/>
                </a:lnTo>
                <a:lnTo>
                  <a:pt x="719016" y="177093"/>
                </a:lnTo>
                <a:lnTo>
                  <a:pt x="720262" y="177714"/>
                </a:lnTo>
                <a:lnTo>
                  <a:pt x="721532" y="178312"/>
                </a:lnTo>
                <a:lnTo>
                  <a:pt x="722826" y="178886"/>
                </a:lnTo>
                <a:lnTo>
                  <a:pt x="724143" y="179435"/>
                </a:lnTo>
                <a:lnTo>
                  <a:pt x="725484" y="179960"/>
                </a:lnTo>
                <a:lnTo>
                  <a:pt x="726848" y="180461"/>
                </a:lnTo>
                <a:lnTo>
                  <a:pt x="728232" y="180940"/>
                </a:lnTo>
                <a:lnTo>
                  <a:pt x="729630" y="181399"/>
                </a:lnTo>
                <a:lnTo>
                  <a:pt x="731042" y="181837"/>
                </a:lnTo>
                <a:lnTo>
                  <a:pt x="732468" y="182255"/>
                </a:lnTo>
                <a:lnTo>
                  <a:pt x="733909" y="182652"/>
                </a:lnTo>
                <a:lnTo>
                  <a:pt x="735364" y="183029"/>
                </a:lnTo>
                <a:lnTo>
                  <a:pt x="736833" y="183386"/>
                </a:lnTo>
                <a:lnTo>
                  <a:pt x="738316" y="183722"/>
                </a:lnTo>
                <a:lnTo>
                  <a:pt x="739814" y="184038"/>
                </a:lnTo>
                <a:lnTo>
                  <a:pt x="741326" y="184333"/>
                </a:lnTo>
                <a:lnTo>
                  <a:pt x="742852" y="184609"/>
                </a:lnTo>
                <a:lnTo>
                  <a:pt x="744393" y="184863"/>
                </a:lnTo>
                <a:lnTo>
                  <a:pt x="745948" y="185098"/>
                </a:lnTo>
                <a:lnTo>
                  <a:pt x="747517" y="185312"/>
                </a:lnTo>
                <a:lnTo>
                  <a:pt x="749100" y="185505"/>
                </a:lnTo>
                <a:lnTo>
                  <a:pt x="750698" y="185678"/>
                </a:lnTo>
                <a:lnTo>
                  <a:pt x="752310" y="185831"/>
                </a:lnTo>
                <a:lnTo>
                  <a:pt x="753936" y="185964"/>
                </a:lnTo>
                <a:lnTo>
                  <a:pt x="755576" y="186076"/>
                </a:lnTo>
                <a:lnTo>
                  <a:pt x="757231" y="186168"/>
                </a:lnTo>
                <a:lnTo>
                  <a:pt x="758900" y="186239"/>
                </a:lnTo>
                <a:lnTo>
                  <a:pt x="760584" y="186290"/>
                </a:lnTo>
                <a:lnTo>
                  <a:pt x="762281" y="186320"/>
                </a:lnTo>
                <a:lnTo>
                  <a:pt x="763993" y="186331"/>
                </a:lnTo>
                <a:lnTo>
                  <a:pt x="765694" y="186321"/>
                </a:lnTo>
                <a:lnTo>
                  <a:pt x="767379" y="186292"/>
                </a:lnTo>
                <a:lnTo>
                  <a:pt x="769050" y="186244"/>
                </a:lnTo>
                <a:lnTo>
                  <a:pt x="770706" y="186177"/>
                </a:lnTo>
                <a:close/>
                <a:moveTo>
                  <a:pt x="600965" y="156229"/>
                </a:moveTo>
                <a:lnTo>
                  <a:pt x="600175" y="156185"/>
                </a:lnTo>
                <a:lnTo>
                  <a:pt x="599411" y="156123"/>
                </a:lnTo>
                <a:lnTo>
                  <a:pt x="598672" y="156043"/>
                </a:lnTo>
                <a:lnTo>
                  <a:pt x="597958" y="155946"/>
                </a:lnTo>
                <a:lnTo>
                  <a:pt x="597270" y="155831"/>
                </a:lnTo>
                <a:lnTo>
                  <a:pt x="596607" y="155698"/>
                </a:lnTo>
                <a:lnTo>
                  <a:pt x="595970" y="155548"/>
                </a:lnTo>
                <a:lnTo>
                  <a:pt x="595359" y="155380"/>
                </a:lnTo>
                <a:lnTo>
                  <a:pt x="594773" y="155194"/>
                </a:lnTo>
                <a:lnTo>
                  <a:pt x="594212" y="154991"/>
                </a:lnTo>
                <a:lnTo>
                  <a:pt x="593677" y="154770"/>
                </a:lnTo>
                <a:lnTo>
                  <a:pt x="593168" y="154531"/>
                </a:lnTo>
                <a:lnTo>
                  <a:pt x="592684" y="154274"/>
                </a:lnTo>
                <a:lnTo>
                  <a:pt x="592226" y="154000"/>
                </a:lnTo>
                <a:lnTo>
                  <a:pt x="591793" y="153708"/>
                </a:lnTo>
                <a:lnTo>
                  <a:pt x="591385" y="153399"/>
                </a:lnTo>
                <a:lnTo>
                  <a:pt x="591003" y="153072"/>
                </a:lnTo>
                <a:lnTo>
                  <a:pt x="590647" y="152727"/>
                </a:lnTo>
                <a:lnTo>
                  <a:pt x="590316" y="152364"/>
                </a:lnTo>
                <a:lnTo>
                  <a:pt x="590011" y="151984"/>
                </a:lnTo>
                <a:lnTo>
                  <a:pt x="589731" y="151586"/>
                </a:lnTo>
                <a:lnTo>
                  <a:pt x="589477" y="151170"/>
                </a:lnTo>
                <a:lnTo>
                  <a:pt x="589240" y="150736"/>
                </a:lnTo>
                <a:lnTo>
                  <a:pt x="589014" y="150283"/>
                </a:lnTo>
                <a:lnTo>
                  <a:pt x="588797" y="149811"/>
                </a:lnTo>
                <a:lnTo>
                  <a:pt x="588591" y="149319"/>
                </a:lnTo>
                <a:lnTo>
                  <a:pt x="588395" y="148809"/>
                </a:lnTo>
                <a:lnTo>
                  <a:pt x="588208" y="148279"/>
                </a:lnTo>
                <a:lnTo>
                  <a:pt x="588032" y="147730"/>
                </a:lnTo>
                <a:lnTo>
                  <a:pt x="587866" y="147162"/>
                </a:lnTo>
                <a:lnTo>
                  <a:pt x="587710" y="146575"/>
                </a:lnTo>
                <a:lnTo>
                  <a:pt x="587564" y="145969"/>
                </a:lnTo>
                <a:lnTo>
                  <a:pt x="587428" y="145344"/>
                </a:lnTo>
                <a:lnTo>
                  <a:pt x="587303" y="144700"/>
                </a:lnTo>
                <a:lnTo>
                  <a:pt x="587187" y="144036"/>
                </a:lnTo>
                <a:lnTo>
                  <a:pt x="587081" y="143354"/>
                </a:lnTo>
                <a:lnTo>
                  <a:pt x="586986" y="142652"/>
                </a:lnTo>
                <a:lnTo>
                  <a:pt x="586900" y="141931"/>
                </a:lnTo>
                <a:lnTo>
                  <a:pt x="586824" y="141191"/>
                </a:lnTo>
                <a:lnTo>
                  <a:pt x="586759" y="140432"/>
                </a:lnTo>
                <a:lnTo>
                  <a:pt x="586704" y="139654"/>
                </a:lnTo>
                <a:lnTo>
                  <a:pt x="586658" y="138856"/>
                </a:lnTo>
                <a:lnTo>
                  <a:pt x="586623" y="138040"/>
                </a:lnTo>
                <a:lnTo>
                  <a:pt x="586598" y="137204"/>
                </a:lnTo>
                <a:lnTo>
                  <a:pt x="586583" y="136349"/>
                </a:lnTo>
                <a:lnTo>
                  <a:pt x="586578" y="135476"/>
                </a:lnTo>
                <a:lnTo>
                  <a:pt x="586578" y="78200"/>
                </a:lnTo>
                <a:lnTo>
                  <a:pt x="615296" y="78200"/>
                </a:lnTo>
                <a:lnTo>
                  <a:pt x="615296" y="50695"/>
                </a:lnTo>
                <a:lnTo>
                  <a:pt x="586578" y="50695"/>
                </a:lnTo>
                <a:lnTo>
                  <a:pt x="586578" y="19685"/>
                </a:lnTo>
                <a:lnTo>
                  <a:pt x="550849" y="19685"/>
                </a:lnTo>
                <a:lnTo>
                  <a:pt x="550849" y="50695"/>
                </a:lnTo>
                <a:lnTo>
                  <a:pt x="529007" y="50695"/>
                </a:lnTo>
                <a:lnTo>
                  <a:pt x="529007" y="78200"/>
                </a:lnTo>
                <a:lnTo>
                  <a:pt x="550849" y="78200"/>
                </a:lnTo>
                <a:lnTo>
                  <a:pt x="550849" y="137351"/>
                </a:lnTo>
                <a:lnTo>
                  <a:pt x="550856" y="138709"/>
                </a:lnTo>
                <a:lnTo>
                  <a:pt x="550879" y="140046"/>
                </a:lnTo>
                <a:lnTo>
                  <a:pt x="550916" y="141361"/>
                </a:lnTo>
                <a:lnTo>
                  <a:pt x="550969" y="142655"/>
                </a:lnTo>
                <a:lnTo>
                  <a:pt x="551036" y="143927"/>
                </a:lnTo>
                <a:lnTo>
                  <a:pt x="551118" y="145177"/>
                </a:lnTo>
                <a:lnTo>
                  <a:pt x="551216" y="146406"/>
                </a:lnTo>
                <a:lnTo>
                  <a:pt x="551328" y="147613"/>
                </a:lnTo>
                <a:lnTo>
                  <a:pt x="551456" y="148798"/>
                </a:lnTo>
                <a:lnTo>
                  <a:pt x="551598" y="149962"/>
                </a:lnTo>
                <a:lnTo>
                  <a:pt x="551755" y="151104"/>
                </a:lnTo>
                <a:lnTo>
                  <a:pt x="551927" y="152225"/>
                </a:lnTo>
                <a:lnTo>
                  <a:pt x="552115" y="153324"/>
                </a:lnTo>
                <a:lnTo>
                  <a:pt x="552317" y="154401"/>
                </a:lnTo>
                <a:lnTo>
                  <a:pt x="552534" y="155456"/>
                </a:lnTo>
                <a:lnTo>
                  <a:pt x="552766" y="156490"/>
                </a:lnTo>
                <a:lnTo>
                  <a:pt x="553014" y="157503"/>
                </a:lnTo>
                <a:lnTo>
                  <a:pt x="553276" y="158493"/>
                </a:lnTo>
                <a:lnTo>
                  <a:pt x="553553" y="159462"/>
                </a:lnTo>
                <a:lnTo>
                  <a:pt x="553845" y="160410"/>
                </a:lnTo>
                <a:lnTo>
                  <a:pt x="554152" y="161336"/>
                </a:lnTo>
                <a:lnTo>
                  <a:pt x="554474" y="162240"/>
                </a:lnTo>
                <a:lnTo>
                  <a:pt x="554811" y="163122"/>
                </a:lnTo>
                <a:lnTo>
                  <a:pt x="555163" y="163983"/>
                </a:lnTo>
                <a:lnTo>
                  <a:pt x="555534" y="164824"/>
                </a:lnTo>
                <a:lnTo>
                  <a:pt x="555929" y="165646"/>
                </a:lnTo>
                <a:lnTo>
                  <a:pt x="556346" y="166450"/>
                </a:lnTo>
                <a:lnTo>
                  <a:pt x="556787" y="167235"/>
                </a:lnTo>
                <a:lnTo>
                  <a:pt x="557251" y="168002"/>
                </a:lnTo>
                <a:lnTo>
                  <a:pt x="557738" y="168750"/>
                </a:lnTo>
                <a:lnTo>
                  <a:pt x="558248" y="169479"/>
                </a:lnTo>
                <a:lnTo>
                  <a:pt x="558781" y="170190"/>
                </a:lnTo>
                <a:lnTo>
                  <a:pt x="559338" y="170883"/>
                </a:lnTo>
                <a:lnTo>
                  <a:pt x="559917" y="171557"/>
                </a:lnTo>
                <a:lnTo>
                  <a:pt x="560520" y="172212"/>
                </a:lnTo>
                <a:lnTo>
                  <a:pt x="561146" y="172849"/>
                </a:lnTo>
                <a:lnTo>
                  <a:pt x="561795" y="173467"/>
                </a:lnTo>
                <a:lnTo>
                  <a:pt x="562468" y="174067"/>
                </a:lnTo>
                <a:lnTo>
                  <a:pt x="563163" y="174648"/>
                </a:lnTo>
                <a:lnTo>
                  <a:pt x="563882" y="175211"/>
                </a:lnTo>
                <a:lnTo>
                  <a:pt x="564624" y="175755"/>
                </a:lnTo>
                <a:lnTo>
                  <a:pt x="565389" y="176281"/>
                </a:lnTo>
                <a:lnTo>
                  <a:pt x="566177" y="176788"/>
                </a:lnTo>
                <a:lnTo>
                  <a:pt x="566989" y="177277"/>
                </a:lnTo>
                <a:lnTo>
                  <a:pt x="567823" y="177747"/>
                </a:lnTo>
                <a:lnTo>
                  <a:pt x="568681" y="178198"/>
                </a:lnTo>
                <a:lnTo>
                  <a:pt x="569562" y="178631"/>
                </a:lnTo>
                <a:lnTo>
                  <a:pt x="570466" y="179046"/>
                </a:lnTo>
                <a:lnTo>
                  <a:pt x="571397" y="179442"/>
                </a:lnTo>
                <a:lnTo>
                  <a:pt x="572360" y="179822"/>
                </a:lnTo>
                <a:lnTo>
                  <a:pt x="573353" y="180184"/>
                </a:lnTo>
                <a:lnTo>
                  <a:pt x="574378" y="180530"/>
                </a:lnTo>
                <a:lnTo>
                  <a:pt x="575434" y="180859"/>
                </a:lnTo>
                <a:lnTo>
                  <a:pt x="576521" y="181171"/>
                </a:lnTo>
                <a:lnTo>
                  <a:pt x="577639" y="181466"/>
                </a:lnTo>
                <a:lnTo>
                  <a:pt x="578788" y="181745"/>
                </a:lnTo>
                <a:lnTo>
                  <a:pt x="579968" y="182006"/>
                </a:lnTo>
                <a:lnTo>
                  <a:pt x="581180" y="182251"/>
                </a:lnTo>
                <a:lnTo>
                  <a:pt x="582422" y="182478"/>
                </a:lnTo>
                <a:lnTo>
                  <a:pt x="583696" y="182689"/>
                </a:lnTo>
                <a:lnTo>
                  <a:pt x="585001" y="182883"/>
                </a:lnTo>
                <a:lnTo>
                  <a:pt x="586337" y="183060"/>
                </a:lnTo>
                <a:lnTo>
                  <a:pt x="587704" y="183221"/>
                </a:lnTo>
                <a:lnTo>
                  <a:pt x="589102" y="183364"/>
                </a:lnTo>
                <a:lnTo>
                  <a:pt x="590532" y="183490"/>
                </a:lnTo>
                <a:lnTo>
                  <a:pt x="591992" y="183600"/>
                </a:lnTo>
                <a:lnTo>
                  <a:pt x="593484" y="183693"/>
                </a:lnTo>
                <a:lnTo>
                  <a:pt x="595006" y="183769"/>
                </a:lnTo>
                <a:lnTo>
                  <a:pt x="596560" y="183828"/>
                </a:lnTo>
                <a:lnTo>
                  <a:pt x="598145" y="183870"/>
                </a:lnTo>
                <a:lnTo>
                  <a:pt x="599762" y="183895"/>
                </a:lnTo>
                <a:lnTo>
                  <a:pt x="601409" y="183904"/>
                </a:lnTo>
                <a:lnTo>
                  <a:pt x="615296" y="183904"/>
                </a:lnTo>
                <a:lnTo>
                  <a:pt x="615296" y="156264"/>
                </a:lnTo>
                <a:lnTo>
                  <a:pt x="602622" y="156264"/>
                </a:lnTo>
                <a:lnTo>
                  <a:pt x="601781" y="156255"/>
                </a:lnTo>
                <a:lnTo>
                  <a:pt x="600965" y="156229"/>
                </a:lnTo>
                <a:close/>
                <a:moveTo>
                  <a:pt x="1194634" y="156229"/>
                </a:moveTo>
                <a:lnTo>
                  <a:pt x="1193844" y="156185"/>
                </a:lnTo>
                <a:lnTo>
                  <a:pt x="1193079" y="156123"/>
                </a:lnTo>
                <a:lnTo>
                  <a:pt x="1192340" y="156043"/>
                </a:lnTo>
                <a:lnTo>
                  <a:pt x="1191627" y="155946"/>
                </a:lnTo>
                <a:lnTo>
                  <a:pt x="1190939" y="155831"/>
                </a:lnTo>
                <a:lnTo>
                  <a:pt x="1190276" y="155698"/>
                </a:lnTo>
                <a:lnTo>
                  <a:pt x="1189639" y="155548"/>
                </a:lnTo>
                <a:lnTo>
                  <a:pt x="1189027" y="155380"/>
                </a:lnTo>
                <a:lnTo>
                  <a:pt x="1188441" y="155194"/>
                </a:lnTo>
                <a:lnTo>
                  <a:pt x="1187881" y="154991"/>
                </a:lnTo>
                <a:lnTo>
                  <a:pt x="1187346" y="154770"/>
                </a:lnTo>
                <a:lnTo>
                  <a:pt x="1186836" y="154531"/>
                </a:lnTo>
                <a:lnTo>
                  <a:pt x="1186353" y="154274"/>
                </a:lnTo>
                <a:lnTo>
                  <a:pt x="1185894" y="154000"/>
                </a:lnTo>
                <a:lnTo>
                  <a:pt x="1185461" y="153708"/>
                </a:lnTo>
                <a:lnTo>
                  <a:pt x="1185054" y="153399"/>
                </a:lnTo>
                <a:lnTo>
                  <a:pt x="1184672" y="153072"/>
                </a:lnTo>
                <a:lnTo>
                  <a:pt x="1184316" y="152727"/>
                </a:lnTo>
                <a:lnTo>
                  <a:pt x="1183985" y="152364"/>
                </a:lnTo>
                <a:lnTo>
                  <a:pt x="1183679" y="151984"/>
                </a:lnTo>
                <a:lnTo>
                  <a:pt x="1183399" y="151586"/>
                </a:lnTo>
                <a:lnTo>
                  <a:pt x="1183145" y="151170"/>
                </a:lnTo>
                <a:lnTo>
                  <a:pt x="1182909" y="150736"/>
                </a:lnTo>
                <a:lnTo>
                  <a:pt x="1182682" y="150283"/>
                </a:lnTo>
                <a:lnTo>
                  <a:pt x="1182466" y="149811"/>
                </a:lnTo>
                <a:lnTo>
                  <a:pt x="1182259" y="149319"/>
                </a:lnTo>
                <a:lnTo>
                  <a:pt x="1182063" y="148809"/>
                </a:lnTo>
                <a:lnTo>
                  <a:pt x="1181877" y="148279"/>
                </a:lnTo>
                <a:lnTo>
                  <a:pt x="1181701" y="147730"/>
                </a:lnTo>
                <a:lnTo>
                  <a:pt x="1181535" y="147162"/>
                </a:lnTo>
                <a:lnTo>
                  <a:pt x="1181379" y="146575"/>
                </a:lnTo>
                <a:lnTo>
                  <a:pt x="1181233" y="145969"/>
                </a:lnTo>
                <a:lnTo>
                  <a:pt x="1181097" y="145344"/>
                </a:lnTo>
                <a:lnTo>
                  <a:pt x="1180971" y="144700"/>
                </a:lnTo>
                <a:lnTo>
                  <a:pt x="1180855" y="144036"/>
                </a:lnTo>
                <a:lnTo>
                  <a:pt x="1180750" y="143354"/>
                </a:lnTo>
                <a:lnTo>
                  <a:pt x="1180654" y="142652"/>
                </a:lnTo>
                <a:lnTo>
                  <a:pt x="1180568" y="141931"/>
                </a:lnTo>
                <a:lnTo>
                  <a:pt x="1180493" y="141191"/>
                </a:lnTo>
                <a:lnTo>
                  <a:pt x="1180428" y="140432"/>
                </a:lnTo>
                <a:lnTo>
                  <a:pt x="1180372" y="139654"/>
                </a:lnTo>
                <a:lnTo>
                  <a:pt x="1180327" y="138856"/>
                </a:lnTo>
                <a:lnTo>
                  <a:pt x="1180292" y="138040"/>
                </a:lnTo>
                <a:lnTo>
                  <a:pt x="1180266" y="137204"/>
                </a:lnTo>
                <a:lnTo>
                  <a:pt x="1180251" y="136349"/>
                </a:lnTo>
                <a:lnTo>
                  <a:pt x="1180246" y="135476"/>
                </a:lnTo>
                <a:lnTo>
                  <a:pt x="1180246" y="78200"/>
                </a:lnTo>
                <a:lnTo>
                  <a:pt x="1208964" y="78200"/>
                </a:lnTo>
                <a:lnTo>
                  <a:pt x="1208964" y="50695"/>
                </a:lnTo>
                <a:lnTo>
                  <a:pt x="1180246" y="50695"/>
                </a:lnTo>
                <a:lnTo>
                  <a:pt x="1180246" y="19685"/>
                </a:lnTo>
                <a:lnTo>
                  <a:pt x="1144517" y="19685"/>
                </a:lnTo>
                <a:lnTo>
                  <a:pt x="1144517" y="50695"/>
                </a:lnTo>
                <a:lnTo>
                  <a:pt x="1122675" y="50695"/>
                </a:lnTo>
                <a:lnTo>
                  <a:pt x="1122675" y="78200"/>
                </a:lnTo>
                <a:lnTo>
                  <a:pt x="1144517" y="78200"/>
                </a:lnTo>
                <a:lnTo>
                  <a:pt x="1144517" y="137351"/>
                </a:lnTo>
                <a:lnTo>
                  <a:pt x="1144525" y="138709"/>
                </a:lnTo>
                <a:lnTo>
                  <a:pt x="1144547" y="140046"/>
                </a:lnTo>
                <a:lnTo>
                  <a:pt x="1144585" y="141361"/>
                </a:lnTo>
                <a:lnTo>
                  <a:pt x="1144637" y="142655"/>
                </a:lnTo>
                <a:lnTo>
                  <a:pt x="1144705" y="143927"/>
                </a:lnTo>
                <a:lnTo>
                  <a:pt x="1144787" y="145177"/>
                </a:lnTo>
                <a:lnTo>
                  <a:pt x="1144884" y="146406"/>
                </a:lnTo>
                <a:lnTo>
                  <a:pt x="1144997" y="147613"/>
                </a:lnTo>
                <a:lnTo>
                  <a:pt x="1145124" y="148798"/>
                </a:lnTo>
                <a:lnTo>
                  <a:pt x="1145266" y="149962"/>
                </a:lnTo>
                <a:lnTo>
                  <a:pt x="1145424" y="151104"/>
                </a:lnTo>
                <a:lnTo>
                  <a:pt x="1145596" y="152225"/>
                </a:lnTo>
                <a:lnTo>
                  <a:pt x="1145783" y="153324"/>
                </a:lnTo>
                <a:lnTo>
                  <a:pt x="1145985" y="154401"/>
                </a:lnTo>
                <a:lnTo>
                  <a:pt x="1146203" y="155456"/>
                </a:lnTo>
                <a:lnTo>
                  <a:pt x="1146435" y="156490"/>
                </a:lnTo>
                <a:lnTo>
                  <a:pt x="1146682" y="157503"/>
                </a:lnTo>
                <a:lnTo>
                  <a:pt x="1146944" y="158493"/>
                </a:lnTo>
                <a:lnTo>
                  <a:pt x="1147221" y="159462"/>
                </a:lnTo>
                <a:lnTo>
                  <a:pt x="1147513" y="160410"/>
                </a:lnTo>
                <a:lnTo>
                  <a:pt x="1147821" y="161336"/>
                </a:lnTo>
                <a:lnTo>
                  <a:pt x="1148143" y="162240"/>
                </a:lnTo>
                <a:lnTo>
                  <a:pt x="1148480" y="163122"/>
                </a:lnTo>
                <a:lnTo>
                  <a:pt x="1148832" y="163983"/>
                </a:lnTo>
                <a:lnTo>
                  <a:pt x="1149203" y="164824"/>
                </a:lnTo>
                <a:lnTo>
                  <a:pt x="1149597" y="165646"/>
                </a:lnTo>
                <a:lnTo>
                  <a:pt x="1150015" y="166450"/>
                </a:lnTo>
                <a:lnTo>
                  <a:pt x="1150455" y="167235"/>
                </a:lnTo>
                <a:lnTo>
                  <a:pt x="1150919" y="168002"/>
                </a:lnTo>
                <a:lnTo>
                  <a:pt x="1151406" y="168750"/>
                </a:lnTo>
                <a:lnTo>
                  <a:pt x="1151916" y="169479"/>
                </a:lnTo>
                <a:lnTo>
                  <a:pt x="1152450" y="170190"/>
                </a:lnTo>
                <a:lnTo>
                  <a:pt x="1153006" y="170883"/>
                </a:lnTo>
                <a:lnTo>
                  <a:pt x="1153586" y="171557"/>
                </a:lnTo>
                <a:lnTo>
                  <a:pt x="1154189" y="172212"/>
                </a:lnTo>
                <a:lnTo>
                  <a:pt x="1154815" y="172849"/>
                </a:lnTo>
                <a:lnTo>
                  <a:pt x="1155464" y="173467"/>
                </a:lnTo>
                <a:lnTo>
                  <a:pt x="1156136" y="174067"/>
                </a:lnTo>
                <a:lnTo>
                  <a:pt x="1156832" y="174648"/>
                </a:lnTo>
                <a:lnTo>
                  <a:pt x="1157551" y="175211"/>
                </a:lnTo>
                <a:lnTo>
                  <a:pt x="1158292" y="175755"/>
                </a:lnTo>
                <a:lnTo>
                  <a:pt x="1159057" y="176281"/>
                </a:lnTo>
                <a:lnTo>
                  <a:pt x="1159846" y="176788"/>
                </a:lnTo>
                <a:lnTo>
                  <a:pt x="1160657" y="177277"/>
                </a:lnTo>
                <a:lnTo>
                  <a:pt x="1161492" y="177747"/>
                </a:lnTo>
                <a:lnTo>
                  <a:pt x="1162350" y="178198"/>
                </a:lnTo>
                <a:lnTo>
                  <a:pt x="1163230" y="178631"/>
                </a:lnTo>
                <a:lnTo>
                  <a:pt x="1164135" y="179046"/>
                </a:lnTo>
                <a:lnTo>
                  <a:pt x="1165066" y="179442"/>
                </a:lnTo>
                <a:lnTo>
                  <a:pt x="1166028" y="179822"/>
                </a:lnTo>
                <a:lnTo>
                  <a:pt x="1167022" y="180184"/>
                </a:lnTo>
                <a:lnTo>
                  <a:pt x="1168046" y="180530"/>
                </a:lnTo>
                <a:lnTo>
                  <a:pt x="1169102" y="180859"/>
                </a:lnTo>
                <a:lnTo>
                  <a:pt x="1170189" y="181171"/>
                </a:lnTo>
                <a:lnTo>
                  <a:pt x="1171307" y="181466"/>
                </a:lnTo>
                <a:lnTo>
                  <a:pt x="1172456" y="181745"/>
                </a:lnTo>
                <a:lnTo>
                  <a:pt x="1173637" y="182006"/>
                </a:lnTo>
                <a:lnTo>
                  <a:pt x="1174848" y="182251"/>
                </a:lnTo>
                <a:lnTo>
                  <a:pt x="1176091" y="182478"/>
                </a:lnTo>
                <a:lnTo>
                  <a:pt x="1177364" y="182689"/>
                </a:lnTo>
                <a:lnTo>
                  <a:pt x="1178669" y="182883"/>
                </a:lnTo>
                <a:lnTo>
                  <a:pt x="1180005" y="183060"/>
                </a:lnTo>
                <a:lnTo>
                  <a:pt x="1181372" y="183221"/>
                </a:lnTo>
                <a:lnTo>
                  <a:pt x="1182771" y="183364"/>
                </a:lnTo>
                <a:lnTo>
                  <a:pt x="1184200" y="183490"/>
                </a:lnTo>
                <a:lnTo>
                  <a:pt x="1185661" y="183600"/>
                </a:lnTo>
                <a:lnTo>
                  <a:pt x="1187152" y="183693"/>
                </a:lnTo>
                <a:lnTo>
                  <a:pt x="1188675" y="183769"/>
                </a:lnTo>
                <a:lnTo>
                  <a:pt x="1190229" y="183828"/>
                </a:lnTo>
                <a:lnTo>
                  <a:pt x="1191814" y="183870"/>
                </a:lnTo>
                <a:lnTo>
                  <a:pt x="1193430" y="183895"/>
                </a:lnTo>
                <a:lnTo>
                  <a:pt x="1195077" y="183904"/>
                </a:lnTo>
                <a:lnTo>
                  <a:pt x="1208964" y="183904"/>
                </a:lnTo>
                <a:lnTo>
                  <a:pt x="1208964" y="156264"/>
                </a:lnTo>
                <a:lnTo>
                  <a:pt x="1196291" y="156264"/>
                </a:lnTo>
                <a:lnTo>
                  <a:pt x="1195450" y="156255"/>
                </a:lnTo>
                <a:lnTo>
                  <a:pt x="1194634" y="156229"/>
                </a:lnTo>
                <a:close/>
                <a:moveTo>
                  <a:pt x="1502752" y="67033"/>
                </a:moveTo>
                <a:lnTo>
                  <a:pt x="1502035" y="65814"/>
                </a:lnTo>
                <a:lnTo>
                  <a:pt x="1501282" y="64633"/>
                </a:lnTo>
                <a:lnTo>
                  <a:pt x="1500492" y="63488"/>
                </a:lnTo>
                <a:lnTo>
                  <a:pt x="1499665" y="62380"/>
                </a:lnTo>
                <a:lnTo>
                  <a:pt x="1498801" y="61308"/>
                </a:lnTo>
                <a:lnTo>
                  <a:pt x="1497903" y="60277"/>
                </a:lnTo>
                <a:lnTo>
                  <a:pt x="1496973" y="59290"/>
                </a:lnTo>
                <a:lnTo>
                  <a:pt x="1496011" y="58347"/>
                </a:lnTo>
                <a:lnTo>
                  <a:pt x="1495017" y="57447"/>
                </a:lnTo>
                <a:lnTo>
                  <a:pt x="1493990" y="56592"/>
                </a:lnTo>
                <a:lnTo>
                  <a:pt x="1492932" y="55780"/>
                </a:lnTo>
                <a:lnTo>
                  <a:pt x="1491841" y="55012"/>
                </a:lnTo>
                <a:lnTo>
                  <a:pt x="1490719" y="54288"/>
                </a:lnTo>
                <a:lnTo>
                  <a:pt x="1489564" y="53608"/>
                </a:lnTo>
                <a:lnTo>
                  <a:pt x="1488378" y="52972"/>
                </a:lnTo>
                <a:lnTo>
                  <a:pt x="1487159" y="52380"/>
                </a:lnTo>
                <a:lnTo>
                  <a:pt x="1485908" y="51831"/>
                </a:lnTo>
                <a:lnTo>
                  <a:pt x="1484625" y="51327"/>
                </a:lnTo>
                <a:lnTo>
                  <a:pt x="1483311" y="50866"/>
                </a:lnTo>
                <a:lnTo>
                  <a:pt x="1481964" y="50449"/>
                </a:lnTo>
                <a:lnTo>
                  <a:pt x="1480584" y="50076"/>
                </a:lnTo>
                <a:lnTo>
                  <a:pt x="1479173" y="49747"/>
                </a:lnTo>
                <a:lnTo>
                  <a:pt x="1477730" y="49462"/>
                </a:lnTo>
                <a:lnTo>
                  <a:pt x="1476255" y="49221"/>
                </a:lnTo>
                <a:lnTo>
                  <a:pt x="1474748" y="49023"/>
                </a:lnTo>
                <a:lnTo>
                  <a:pt x="1473208" y="48870"/>
                </a:lnTo>
                <a:lnTo>
                  <a:pt x="1471637" y="48760"/>
                </a:lnTo>
                <a:lnTo>
                  <a:pt x="1470033" y="48694"/>
                </a:lnTo>
                <a:lnTo>
                  <a:pt x="1468398" y="48672"/>
                </a:lnTo>
                <a:lnTo>
                  <a:pt x="1467014" y="48684"/>
                </a:lnTo>
                <a:lnTo>
                  <a:pt x="1465648" y="48718"/>
                </a:lnTo>
                <a:lnTo>
                  <a:pt x="1464301" y="48775"/>
                </a:lnTo>
                <a:lnTo>
                  <a:pt x="1462973" y="48854"/>
                </a:lnTo>
                <a:lnTo>
                  <a:pt x="1461663" y="48956"/>
                </a:lnTo>
                <a:lnTo>
                  <a:pt x="1460371" y="49081"/>
                </a:lnTo>
                <a:lnTo>
                  <a:pt x="1459098" y="49229"/>
                </a:lnTo>
                <a:lnTo>
                  <a:pt x="1457844" y="49399"/>
                </a:lnTo>
                <a:lnTo>
                  <a:pt x="1456608" y="49592"/>
                </a:lnTo>
                <a:lnTo>
                  <a:pt x="1455390" y="49808"/>
                </a:lnTo>
                <a:lnTo>
                  <a:pt x="1454191" y="50046"/>
                </a:lnTo>
                <a:lnTo>
                  <a:pt x="1453011" y="50307"/>
                </a:lnTo>
                <a:lnTo>
                  <a:pt x="1451848" y="50591"/>
                </a:lnTo>
                <a:lnTo>
                  <a:pt x="1450705" y="50898"/>
                </a:lnTo>
                <a:lnTo>
                  <a:pt x="1449580" y="51227"/>
                </a:lnTo>
                <a:lnTo>
                  <a:pt x="1448473" y="51579"/>
                </a:lnTo>
                <a:lnTo>
                  <a:pt x="1447385" y="51953"/>
                </a:lnTo>
                <a:lnTo>
                  <a:pt x="1446316" y="52351"/>
                </a:lnTo>
                <a:lnTo>
                  <a:pt x="1445264" y="52771"/>
                </a:lnTo>
                <a:lnTo>
                  <a:pt x="1444232" y="53213"/>
                </a:lnTo>
                <a:lnTo>
                  <a:pt x="1443218" y="53679"/>
                </a:lnTo>
                <a:lnTo>
                  <a:pt x="1442222" y="54167"/>
                </a:lnTo>
                <a:lnTo>
                  <a:pt x="1441245" y="54678"/>
                </a:lnTo>
                <a:lnTo>
                  <a:pt x="1440286" y="55212"/>
                </a:lnTo>
                <a:lnTo>
                  <a:pt x="1439345" y="55760"/>
                </a:lnTo>
                <a:lnTo>
                  <a:pt x="1438422" y="56315"/>
                </a:lnTo>
                <a:lnTo>
                  <a:pt x="1437515" y="56877"/>
                </a:lnTo>
                <a:lnTo>
                  <a:pt x="1436625" y="57446"/>
                </a:lnTo>
                <a:lnTo>
                  <a:pt x="1435753" y="58021"/>
                </a:lnTo>
                <a:lnTo>
                  <a:pt x="1434897" y="58603"/>
                </a:lnTo>
                <a:lnTo>
                  <a:pt x="1434059" y="59192"/>
                </a:lnTo>
                <a:lnTo>
                  <a:pt x="1433238" y="59788"/>
                </a:lnTo>
                <a:lnTo>
                  <a:pt x="1432434" y="60391"/>
                </a:lnTo>
                <a:lnTo>
                  <a:pt x="1431647" y="61000"/>
                </a:lnTo>
                <a:lnTo>
                  <a:pt x="1430877" y="61616"/>
                </a:lnTo>
                <a:lnTo>
                  <a:pt x="1430124" y="62239"/>
                </a:lnTo>
                <a:lnTo>
                  <a:pt x="1429388" y="62869"/>
                </a:lnTo>
                <a:lnTo>
                  <a:pt x="1428669" y="63506"/>
                </a:lnTo>
                <a:lnTo>
                  <a:pt x="1427968" y="64149"/>
                </a:lnTo>
                <a:lnTo>
                  <a:pt x="1427283" y="64799"/>
                </a:lnTo>
                <a:lnTo>
                  <a:pt x="1426615" y="65456"/>
                </a:lnTo>
                <a:lnTo>
                  <a:pt x="1425965" y="66120"/>
                </a:lnTo>
                <a:lnTo>
                  <a:pt x="1425332" y="66790"/>
                </a:lnTo>
                <a:lnTo>
                  <a:pt x="1424716" y="67468"/>
                </a:lnTo>
                <a:lnTo>
                  <a:pt x="1424117" y="68152"/>
                </a:lnTo>
                <a:lnTo>
                  <a:pt x="1423534" y="68843"/>
                </a:lnTo>
                <a:lnTo>
                  <a:pt x="1422970" y="69540"/>
                </a:lnTo>
                <a:lnTo>
                  <a:pt x="1422422" y="70245"/>
                </a:lnTo>
                <a:lnTo>
                  <a:pt x="1421748" y="50695"/>
                </a:lnTo>
                <a:lnTo>
                  <a:pt x="1387367" y="50695"/>
                </a:lnTo>
                <a:lnTo>
                  <a:pt x="1387367" y="183904"/>
                </a:lnTo>
                <a:lnTo>
                  <a:pt x="1423096" y="183904"/>
                </a:lnTo>
                <a:lnTo>
                  <a:pt x="1423096" y="94665"/>
                </a:lnTo>
                <a:lnTo>
                  <a:pt x="1423571" y="94064"/>
                </a:lnTo>
                <a:lnTo>
                  <a:pt x="1424052" y="93470"/>
                </a:lnTo>
                <a:lnTo>
                  <a:pt x="1424539" y="92884"/>
                </a:lnTo>
                <a:lnTo>
                  <a:pt x="1425032" y="92305"/>
                </a:lnTo>
                <a:lnTo>
                  <a:pt x="1425531" y="91734"/>
                </a:lnTo>
                <a:lnTo>
                  <a:pt x="1426037" y="91170"/>
                </a:lnTo>
                <a:lnTo>
                  <a:pt x="1426548" y="90614"/>
                </a:lnTo>
                <a:lnTo>
                  <a:pt x="1427066" y="90066"/>
                </a:lnTo>
                <a:lnTo>
                  <a:pt x="1427589" y="89525"/>
                </a:lnTo>
                <a:lnTo>
                  <a:pt x="1428119" y="88992"/>
                </a:lnTo>
                <a:lnTo>
                  <a:pt x="1428655" y="88467"/>
                </a:lnTo>
                <a:lnTo>
                  <a:pt x="1429197" y="87949"/>
                </a:lnTo>
                <a:lnTo>
                  <a:pt x="1429745" y="87439"/>
                </a:lnTo>
                <a:lnTo>
                  <a:pt x="1430299" y="86936"/>
                </a:lnTo>
                <a:lnTo>
                  <a:pt x="1430859" y="86441"/>
                </a:lnTo>
                <a:lnTo>
                  <a:pt x="1431425" y="85954"/>
                </a:lnTo>
                <a:lnTo>
                  <a:pt x="1431997" y="85474"/>
                </a:lnTo>
                <a:lnTo>
                  <a:pt x="1432576" y="85002"/>
                </a:lnTo>
                <a:lnTo>
                  <a:pt x="1433160" y="84537"/>
                </a:lnTo>
                <a:lnTo>
                  <a:pt x="1433751" y="84080"/>
                </a:lnTo>
                <a:lnTo>
                  <a:pt x="1434348" y="83631"/>
                </a:lnTo>
                <a:lnTo>
                  <a:pt x="1434950" y="83189"/>
                </a:lnTo>
                <a:lnTo>
                  <a:pt x="1435559" y="82755"/>
                </a:lnTo>
                <a:lnTo>
                  <a:pt x="1436174" y="82329"/>
                </a:lnTo>
                <a:lnTo>
                  <a:pt x="1436797" y="81915"/>
                </a:lnTo>
                <a:lnTo>
                  <a:pt x="1437431" y="81518"/>
                </a:lnTo>
                <a:lnTo>
                  <a:pt x="1438074" y="81140"/>
                </a:lnTo>
                <a:lnTo>
                  <a:pt x="1438728" y="80779"/>
                </a:lnTo>
                <a:lnTo>
                  <a:pt x="1439393" y="80435"/>
                </a:lnTo>
                <a:lnTo>
                  <a:pt x="1440067" y="80109"/>
                </a:lnTo>
                <a:lnTo>
                  <a:pt x="1440752" y="79801"/>
                </a:lnTo>
                <a:lnTo>
                  <a:pt x="1441447" y="79510"/>
                </a:lnTo>
                <a:lnTo>
                  <a:pt x="1442153" y="79237"/>
                </a:lnTo>
                <a:lnTo>
                  <a:pt x="1442869" y="78982"/>
                </a:lnTo>
                <a:lnTo>
                  <a:pt x="1443595" y="78744"/>
                </a:lnTo>
                <a:lnTo>
                  <a:pt x="1444331" y="78524"/>
                </a:lnTo>
                <a:lnTo>
                  <a:pt x="1445078" y="78321"/>
                </a:lnTo>
                <a:lnTo>
                  <a:pt x="1445835" y="78136"/>
                </a:lnTo>
                <a:lnTo>
                  <a:pt x="1446602" y="77969"/>
                </a:lnTo>
                <a:lnTo>
                  <a:pt x="1447380" y="77819"/>
                </a:lnTo>
                <a:lnTo>
                  <a:pt x="1448168" y="77687"/>
                </a:lnTo>
                <a:lnTo>
                  <a:pt x="1448966" y="77573"/>
                </a:lnTo>
                <a:lnTo>
                  <a:pt x="1449774" y="77476"/>
                </a:lnTo>
                <a:lnTo>
                  <a:pt x="1450593" y="77397"/>
                </a:lnTo>
                <a:lnTo>
                  <a:pt x="1451422" y="77335"/>
                </a:lnTo>
                <a:lnTo>
                  <a:pt x="1452261" y="77291"/>
                </a:lnTo>
                <a:lnTo>
                  <a:pt x="1453111" y="77265"/>
                </a:lnTo>
                <a:lnTo>
                  <a:pt x="1453971" y="77256"/>
                </a:lnTo>
                <a:lnTo>
                  <a:pt x="1454551" y="77261"/>
                </a:lnTo>
                <a:lnTo>
                  <a:pt x="1455121" y="77277"/>
                </a:lnTo>
                <a:lnTo>
                  <a:pt x="1455683" y="77303"/>
                </a:lnTo>
                <a:lnTo>
                  <a:pt x="1456235" y="77340"/>
                </a:lnTo>
                <a:lnTo>
                  <a:pt x="1456778" y="77387"/>
                </a:lnTo>
                <a:lnTo>
                  <a:pt x="1457312" y="77444"/>
                </a:lnTo>
                <a:lnTo>
                  <a:pt x="1457837" y="77512"/>
                </a:lnTo>
                <a:lnTo>
                  <a:pt x="1458353" y="77591"/>
                </a:lnTo>
                <a:lnTo>
                  <a:pt x="1458860" y="77680"/>
                </a:lnTo>
                <a:lnTo>
                  <a:pt x="1459357" y="77779"/>
                </a:lnTo>
                <a:lnTo>
                  <a:pt x="1459846" y="77889"/>
                </a:lnTo>
                <a:lnTo>
                  <a:pt x="1460325" y="78010"/>
                </a:lnTo>
                <a:lnTo>
                  <a:pt x="1460795" y="78141"/>
                </a:lnTo>
                <a:lnTo>
                  <a:pt x="1461256" y="78282"/>
                </a:lnTo>
                <a:lnTo>
                  <a:pt x="1461708" y="78434"/>
                </a:lnTo>
                <a:lnTo>
                  <a:pt x="1462151" y="78597"/>
                </a:lnTo>
                <a:lnTo>
                  <a:pt x="1462584" y="78769"/>
                </a:lnTo>
                <a:lnTo>
                  <a:pt x="1463009" y="78953"/>
                </a:lnTo>
                <a:lnTo>
                  <a:pt x="1463424" y="79146"/>
                </a:lnTo>
                <a:lnTo>
                  <a:pt x="1463830" y="79351"/>
                </a:lnTo>
                <a:lnTo>
                  <a:pt x="1464227" y="79565"/>
                </a:lnTo>
                <a:lnTo>
                  <a:pt x="1464615" y="79791"/>
                </a:lnTo>
                <a:lnTo>
                  <a:pt x="1464994" y="80026"/>
                </a:lnTo>
                <a:lnTo>
                  <a:pt x="1465364" y="80272"/>
                </a:lnTo>
                <a:lnTo>
                  <a:pt x="1465725" y="80528"/>
                </a:lnTo>
                <a:lnTo>
                  <a:pt x="1466077" y="80792"/>
                </a:lnTo>
                <a:lnTo>
                  <a:pt x="1466422" y="81065"/>
                </a:lnTo>
                <a:lnTo>
                  <a:pt x="1466757" y="81347"/>
                </a:lnTo>
                <a:lnTo>
                  <a:pt x="1467084" y="81636"/>
                </a:lnTo>
                <a:lnTo>
                  <a:pt x="1467403" y="81935"/>
                </a:lnTo>
                <a:lnTo>
                  <a:pt x="1467714" y="82242"/>
                </a:lnTo>
                <a:lnTo>
                  <a:pt x="1468016" y="82558"/>
                </a:lnTo>
                <a:lnTo>
                  <a:pt x="1468309" y="82882"/>
                </a:lnTo>
                <a:lnTo>
                  <a:pt x="1468594" y="83214"/>
                </a:lnTo>
                <a:lnTo>
                  <a:pt x="1468871" y="83556"/>
                </a:lnTo>
                <a:lnTo>
                  <a:pt x="1469139" y="83905"/>
                </a:lnTo>
                <a:lnTo>
                  <a:pt x="1469399" y="84264"/>
                </a:lnTo>
                <a:lnTo>
                  <a:pt x="1469650" y="84631"/>
                </a:lnTo>
                <a:lnTo>
                  <a:pt x="1469893" y="85006"/>
                </a:lnTo>
                <a:lnTo>
                  <a:pt x="1470128" y="85390"/>
                </a:lnTo>
                <a:lnTo>
                  <a:pt x="1470354" y="85783"/>
                </a:lnTo>
                <a:lnTo>
                  <a:pt x="1470572" y="86184"/>
                </a:lnTo>
                <a:lnTo>
                  <a:pt x="1470781" y="86594"/>
                </a:lnTo>
                <a:lnTo>
                  <a:pt x="1470982" y="87012"/>
                </a:lnTo>
                <a:lnTo>
                  <a:pt x="1471174" y="87439"/>
                </a:lnTo>
                <a:lnTo>
                  <a:pt x="1471358" y="87874"/>
                </a:lnTo>
                <a:lnTo>
                  <a:pt x="1471534" y="88318"/>
                </a:lnTo>
                <a:lnTo>
                  <a:pt x="1471701" y="88771"/>
                </a:lnTo>
                <a:lnTo>
                  <a:pt x="1471860" y="89231"/>
                </a:lnTo>
                <a:lnTo>
                  <a:pt x="1472013" y="89697"/>
                </a:lnTo>
                <a:lnTo>
                  <a:pt x="1472159" y="90169"/>
                </a:lnTo>
                <a:lnTo>
                  <a:pt x="1472298" y="90648"/>
                </a:lnTo>
                <a:lnTo>
                  <a:pt x="1472431" y="91132"/>
                </a:lnTo>
                <a:lnTo>
                  <a:pt x="1472556" y="91623"/>
                </a:lnTo>
                <a:lnTo>
                  <a:pt x="1472675" y="92120"/>
                </a:lnTo>
                <a:lnTo>
                  <a:pt x="1472787" y="92624"/>
                </a:lnTo>
                <a:lnTo>
                  <a:pt x="1472892" y="93133"/>
                </a:lnTo>
                <a:lnTo>
                  <a:pt x="1472991" y="93649"/>
                </a:lnTo>
                <a:lnTo>
                  <a:pt x="1473082" y="94171"/>
                </a:lnTo>
                <a:lnTo>
                  <a:pt x="1473167" y="94699"/>
                </a:lnTo>
                <a:lnTo>
                  <a:pt x="1473245" y="95233"/>
                </a:lnTo>
                <a:lnTo>
                  <a:pt x="1473316" y="95774"/>
                </a:lnTo>
                <a:lnTo>
                  <a:pt x="1473381" y="96321"/>
                </a:lnTo>
                <a:lnTo>
                  <a:pt x="1473439" y="96873"/>
                </a:lnTo>
                <a:lnTo>
                  <a:pt x="1473490" y="97433"/>
                </a:lnTo>
                <a:lnTo>
                  <a:pt x="1473534" y="97998"/>
                </a:lnTo>
                <a:lnTo>
                  <a:pt x="1473571" y="98570"/>
                </a:lnTo>
                <a:lnTo>
                  <a:pt x="1473602" y="99147"/>
                </a:lnTo>
                <a:lnTo>
                  <a:pt x="1473625" y="99731"/>
                </a:lnTo>
                <a:lnTo>
                  <a:pt x="1473642" y="100321"/>
                </a:lnTo>
                <a:lnTo>
                  <a:pt x="1473652" y="100918"/>
                </a:lnTo>
                <a:lnTo>
                  <a:pt x="1473656" y="101520"/>
                </a:lnTo>
                <a:lnTo>
                  <a:pt x="1473656" y="183904"/>
                </a:lnTo>
                <a:lnTo>
                  <a:pt x="1509385" y="183904"/>
                </a:lnTo>
                <a:lnTo>
                  <a:pt x="1509385" y="97164"/>
                </a:lnTo>
                <a:lnTo>
                  <a:pt x="1509367" y="95247"/>
                </a:lnTo>
                <a:lnTo>
                  <a:pt x="1509311" y="93367"/>
                </a:lnTo>
                <a:lnTo>
                  <a:pt x="1509298" y="93091"/>
                </a:lnTo>
                <a:lnTo>
                  <a:pt x="1509612" y="92731"/>
                </a:lnTo>
                <a:lnTo>
                  <a:pt x="1510115" y="92170"/>
                </a:lnTo>
                <a:lnTo>
                  <a:pt x="1510623" y="91617"/>
                </a:lnTo>
                <a:lnTo>
                  <a:pt x="1511136" y="91072"/>
                </a:lnTo>
                <a:lnTo>
                  <a:pt x="1511654" y="90535"/>
                </a:lnTo>
                <a:lnTo>
                  <a:pt x="1512178" y="90005"/>
                </a:lnTo>
                <a:lnTo>
                  <a:pt x="1512708" y="89484"/>
                </a:lnTo>
                <a:lnTo>
                  <a:pt x="1513243" y="88971"/>
                </a:lnTo>
                <a:lnTo>
                  <a:pt x="1513783" y="88465"/>
                </a:lnTo>
                <a:lnTo>
                  <a:pt x="1514328" y="87968"/>
                </a:lnTo>
                <a:lnTo>
                  <a:pt x="1514879" y="87478"/>
                </a:lnTo>
                <a:lnTo>
                  <a:pt x="1515435" y="86997"/>
                </a:lnTo>
                <a:lnTo>
                  <a:pt x="1515997" y="86523"/>
                </a:lnTo>
                <a:lnTo>
                  <a:pt x="1516564" y="86058"/>
                </a:lnTo>
                <a:lnTo>
                  <a:pt x="1517136" y="85600"/>
                </a:lnTo>
                <a:lnTo>
                  <a:pt x="1517714" y="85151"/>
                </a:lnTo>
                <a:lnTo>
                  <a:pt x="1518297" y="84709"/>
                </a:lnTo>
                <a:lnTo>
                  <a:pt x="1518886" y="84275"/>
                </a:lnTo>
                <a:lnTo>
                  <a:pt x="1519480" y="83849"/>
                </a:lnTo>
                <a:lnTo>
                  <a:pt x="1520079" y="83432"/>
                </a:lnTo>
                <a:lnTo>
                  <a:pt x="1520684" y="83022"/>
                </a:lnTo>
                <a:lnTo>
                  <a:pt x="1521294" y="82620"/>
                </a:lnTo>
                <a:lnTo>
                  <a:pt x="1521910" y="82226"/>
                </a:lnTo>
                <a:lnTo>
                  <a:pt x="1522531" y="81840"/>
                </a:lnTo>
                <a:lnTo>
                  <a:pt x="1523159" y="81466"/>
                </a:lnTo>
                <a:lnTo>
                  <a:pt x="1523798" y="81108"/>
                </a:lnTo>
                <a:lnTo>
                  <a:pt x="1524447" y="80765"/>
                </a:lnTo>
                <a:lnTo>
                  <a:pt x="1525105" y="80439"/>
                </a:lnTo>
                <a:lnTo>
                  <a:pt x="1525774" y="80129"/>
                </a:lnTo>
                <a:lnTo>
                  <a:pt x="1526453" y="79834"/>
                </a:lnTo>
                <a:lnTo>
                  <a:pt x="1527142" y="79556"/>
                </a:lnTo>
                <a:lnTo>
                  <a:pt x="1527841" y="79293"/>
                </a:lnTo>
                <a:lnTo>
                  <a:pt x="1528550" y="79046"/>
                </a:lnTo>
                <a:lnTo>
                  <a:pt x="1529270" y="78816"/>
                </a:lnTo>
                <a:lnTo>
                  <a:pt x="1529999" y="78601"/>
                </a:lnTo>
                <a:lnTo>
                  <a:pt x="1530738" y="78402"/>
                </a:lnTo>
                <a:lnTo>
                  <a:pt x="1531488" y="78219"/>
                </a:lnTo>
                <a:lnTo>
                  <a:pt x="1532247" y="78052"/>
                </a:lnTo>
                <a:lnTo>
                  <a:pt x="1533017" y="77900"/>
                </a:lnTo>
                <a:lnTo>
                  <a:pt x="1533796" y="77765"/>
                </a:lnTo>
                <a:lnTo>
                  <a:pt x="1534586" y="77646"/>
                </a:lnTo>
                <a:lnTo>
                  <a:pt x="1535385" y="77542"/>
                </a:lnTo>
                <a:lnTo>
                  <a:pt x="1536195" y="77455"/>
                </a:lnTo>
                <a:lnTo>
                  <a:pt x="1537015" y="77383"/>
                </a:lnTo>
                <a:lnTo>
                  <a:pt x="1537845" y="77327"/>
                </a:lnTo>
                <a:lnTo>
                  <a:pt x="1538685" y="77288"/>
                </a:lnTo>
                <a:lnTo>
                  <a:pt x="1539535" y="77264"/>
                </a:lnTo>
                <a:lnTo>
                  <a:pt x="1540395" y="77256"/>
                </a:lnTo>
                <a:lnTo>
                  <a:pt x="1540975" y="77261"/>
                </a:lnTo>
                <a:lnTo>
                  <a:pt x="1541545" y="77277"/>
                </a:lnTo>
                <a:lnTo>
                  <a:pt x="1542107" y="77303"/>
                </a:lnTo>
                <a:lnTo>
                  <a:pt x="1542659" y="77340"/>
                </a:lnTo>
                <a:lnTo>
                  <a:pt x="1543202" y="77387"/>
                </a:lnTo>
                <a:lnTo>
                  <a:pt x="1543736" y="77444"/>
                </a:lnTo>
                <a:lnTo>
                  <a:pt x="1544261" y="77512"/>
                </a:lnTo>
                <a:lnTo>
                  <a:pt x="1544777" y="77591"/>
                </a:lnTo>
                <a:lnTo>
                  <a:pt x="1545284" y="77680"/>
                </a:lnTo>
                <a:lnTo>
                  <a:pt x="1545781" y="77779"/>
                </a:lnTo>
                <a:lnTo>
                  <a:pt x="1546270" y="77889"/>
                </a:lnTo>
                <a:lnTo>
                  <a:pt x="1546749" y="78010"/>
                </a:lnTo>
                <a:lnTo>
                  <a:pt x="1547219" y="78141"/>
                </a:lnTo>
                <a:lnTo>
                  <a:pt x="1547680" y="78282"/>
                </a:lnTo>
                <a:lnTo>
                  <a:pt x="1548132" y="78434"/>
                </a:lnTo>
                <a:lnTo>
                  <a:pt x="1548575" y="78597"/>
                </a:lnTo>
                <a:lnTo>
                  <a:pt x="1549008" y="78769"/>
                </a:lnTo>
                <a:lnTo>
                  <a:pt x="1549433" y="78953"/>
                </a:lnTo>
                <a:lnTo>
                  <a:pt x="1549848" y="79146"/>
                </a:lnTo>
                <a:lnTo>
                  <a:pt x="1550254" y="79351"/>
                </a:lnTo>
                <a:lnTo>
                  <a:pt x="1550651" y="79565"/>
                </a:lnTo>
                <a:lnTo>
                  <a:pt x="1551039" y="79791"/>
                </a:lnTo>
                <a:lnTo>
                  <a:pt x="1551418" y="80026"/>
                </a:lnTo>
                <a:lnTo>
                  <a:pt x="1551788" y="80272"/>
                </a:lnTo>
                <a:lnTo>
                  <a:pt x="1552149" y="80528"/>
                </a:lnTo>
                <a:lnTo>
                  <a:pt x="1552501" y="80792"/>
                </a:lnTo>
                <a:lnTo>
                  <a:pt x="1552846" y="81065"/>
                </a:lnTo>
                <a:lnTo>
                  <a:pt x="1553181" y="81347"/>
                </a:lnTo>
                <a:lnTo>
                  <a:pt x="1553508" y="81636"/>
                </a:lnTo>
                <a:lnTo>
                  <a:pt x="1553827" y="81935"/>
                </a:lnTo>
                <a:lnTo>
                  <a:pt x="1554138" y="82242"/>
                </a:lnTo>
                <a:lnTo>
                  <a:pt x="1554440" y="82558"/>
                </a:lnTo>
                <a:lnTo>
                  <a:pt x="1554733" y="82882"/>
                </a:lnTo>
                <a:lnTo>
                  <a:pt x="1555018" y="83214"/>
                </a:lnTo>
                <a:lnTo>
                  <a:pt x="1555295" y="83556"/>
                </a:lnTo>
                <a:lnTo>
                  <a:pt x="1555563" y="83905"/>
                </a:lnTo>
                <a:lnTo>
                  <a:pt x="1555823" y="84264"/>
                </a:lnTo>
                <a:lnTo>
                  <a:pt x="1556074" y="84631"/>
                </a:lnTo>
                <a:lnTo>
                  <a:pt x="1556317" y="85006"/>
                </a:lnTo>
                <a:lnTo>
                  <a:pt x="1556552" y="85390"/>
                </a:lnTo>
                <a:lnTo>
                  <a:pt x="1556778" y="85783"/>
                </a:lnTo>
                <a:lnTo>
                  <a:pt x="1556996" y="86184"/>
                </a:lnTo>
                <a:lnTo>
                  <a:pt x="1557205" y="86594"/>
                </a:lnTo>
                <a:lnTo>
                  <a:pt x="1557406" y="87012"/>
                </a:lnTo>
                <a:lnTo>
                  <a:pt x="1557598" y="87439"/>
                </a:lnTo>
                <a:lnTo>
                  <a:pt x="1557782" y="87874"/>
                </a:lnTo>
                <a:lnTo>
                  <a:pt x="1557958" y="88318"/>
                </a:lnTo>
                <a:lnTo>
                  <a:pt x="1558125" y="88771"/>
                </a:lnTo>
                <a:lnTo>
                  <a:pt x="1558284" y="89231"/>
                </a:lnTo>
                <a:lnTo>
                  <a:pt x="1558437" y="89697"/>
                </a:lnTo>
                <a:lnTo>
                  <a:pt x="1558583" y="90169"/>
                </a:lnTo>
                <a:lnTo>
                  <a:pt x="1558722" y="90648"/>
                </a:lnTo>
                <a:lnTo>
                  <a:pt x="1558855" y="91132"/>
                </a:lnTo>
                <a:lnTo>
                  <a:pt x="1558980" y="91623"/>
                </a:lnTo>
                <a:lnTo>
                  <a:pt x="1559099" y="92120"/>
                </a:lnTo>
                <a:lnTo>
                  <a:pt x="1559211" y="92624"/>
                </a:lnTo>
                <a:lnTo>
                  <a:pt x="1559316" y="93133"/>
                </a:lnTo>
                <a:lnTo>
                  <a:pt x="1559415" y="93649"/>
                </a:lnTo>
                <a:lnTo>
                  <a:pt x="1559506" y="94171"/>
                </a:lnTo>
                <a:lnTo>
                  <a:pt x="1559591" y="94699"/>
                </a:lnTo>
                <a:lnTo>
                  <a:pt x="1559669" y="95233"/>
                </a:lnTo>
                <a:lnTo>
                  <a:pt x="1559740" y="95774"/>
                </a:lnTo>
                <a:lnTo>
                  <a:pt x="1559805" y="96321"/>
                </a:lnTo>
                <a:lnTo>
                  <a:pt x="1559863" y="96873"/>
                </a:lnTo>
                <a:lnTo>
                  <a:pt x="1559914" y="97433"/>
                </a:lnTo>
                <a:lnTo>
                  <a:pt x="1559958" y="97998"/>
                </a:lnTo>
                <a:lnTo>
                  <a:pt x="1559995" y="98570"/>
                </a:lnTo>
                <a:lnTo>
                  <a:pt x="1560026" y="99147"/>
                </a:lnTo>
                <a:lnTo>
                  <a:pt x="1560049" y="99731"/>
                </a:lnTo>
                <a:lnTo>
                  <a:pt x="1560066" y="100321"/>
                </a:lnTo>
                <a:lnTo>
                  <a:pt x="1560076" y="100918"/>
                </a:lnTo>
                <a:lnTo>
                  <a:pt x="1560080" y="101520"/>
                </a:lnTo>
                <a:lnTo>
                  <a:pt x="1560080" y="183904"/>
                </a:lnTo>
                <a:lnTo>
                  <a:pt x="1595809" y="183904"/>
                </a:lnTo>
                <a:lnTo>
                  <a:pt x="1595809" y="97164"/>
                </a:lnTo>
                <a:lnTo>
                  <a:pt x="1595790" y="95247"/>
                </a:lnTo>
                <a:lnTo>
                  <a:pt x="1595734" y="93367"/>
                </a:lnTo>
                <a:lnTo>
                  <a:pt x="1595641" y="91524"/>
                </a:lnTo>
                <a:lnTo>
                  <a:pt x="1595511" y="89718"/>
                </a:lnTo>
                <a:lnTo>
                  <a:pt x="1595344" y="87948"/>
                </a:lnTo>
                <a:lnTo>
                  <a:pt x="1595139" y="86215"/>
                </a:lnTo>
                <a:lnTo>
                  <a:pt x="1594897" y="84519"/>
                </a:lnTo>
                <a:lnTo>
                  <a:pt x="1594618" y="82860"/>
                </a:lnTo>
                <a:lnTo>
                  <a:pt x="1594302" y="81237"/>
                </a:lnTo>
                <a:lnTo>
                  <a:pt x="1593948" y="79651"/>
                </a:lnTo>
                <a:lnTo>
                  <a:pt x="1593557" y="78102"/>
                </a:lnTo>
                <a:lnTo>
                  <a:pt x="1593129" y="76590"/>
                </a:lnTo>
                <a:lnTo>
                  <a:pt x="1592664" y="75114"/>
                </a:lnTo>
                <a:lnTo>
                  <a:pt x="1592162" y="73676"/>
                </a:lnTo>
                <a:lnTo>
                  <a:pt x="1591622" y="72273"/>
                </a:lnTo>
                <a:lnTo>
                  <a:pt x="1591045" y="70908"/>
                </a:lnTo>
                <a:lnTo>
                  <a:pt x="1590431" y="69579"/>
                </a:lnTo>
                <a:lnTo>
                  <a:pt x="1589780" y="68288"/>
                </a:lnTo>
                <a:lnTo>
                  <a:pt x="1589091" y="67033"/>
                </a:lnTo>
                <a:lnTo>
                  <a:pt x="1588365" y="65814"/>
                </a:lnTo>
                <a:lnTo>
                  <a:pt x="1587602" y="64633"/>
                </a:lnTo>
                <a:lnTo>
                  <a:pt x="1586802" y="63488"/>
                </a:lnTo>
                <a:lnTo>
                  <a:pt x="1585965" y="62380"/>
                </a:lnTo>
                <a:lnTo>
                  <a:pt x="1585090" y="61308"/>
                </a:lnTo>
                <a:lnTo>
                  <a:pt x="1584181" y="60277"/>
                </a:lnTo>
                <a:lnTo>
                  <a:pt x="1583241" y="59290"/>
                </a:lnTo>
                <a:lnTo>
                  <a:pt x="1582270" y="58347"/>
                </a:lnTo>
                <a:lnTo>
                  <a:pt x="1581268" y="57447"/>
                </a:lnTo>
                <a:lnTo>
                  <a:pt x="1580235" y="56592"/>
                </a:lnTo>
                <a:lnTo>
                  <a:pt x="1579170" y="55780"/>
                </a:lnTo>
                <a:lnTo>
                  <a:pt x="1578075" y="55012"/>
                </a:lnTo>
                <a:lnTo>
                  <a:pt x="1576948" y="54288"/>
                </a:lnTo>
                <a:lnTo>
                  <a:pt x="1575790" y="53608"/>
                </a:lnTo>
                <a:lnTo>
                  <a:pt x="1574601" y="52972"/>
                </a:lnTo>
                <a:lnTo>
                  <a:pt x="1573381" y="52380"/>
                </a:lnTo>
                <a:lnTo>
                  <a:pt x="1572130" y="51831"/>
                </a:lnTo>
                <a:lnTo>
                  <a:pt x="1570848" y="51327"/>
                </a:lnTo>
                <a:lnTo>
                  <a:pt x="1569534" y="50866"/>
                </a:lnTo>
                <a:lnTo>
                  <a:pt x="1568189" y="50449"/>
                </a:lnTo>
                <a:lnTo>
                  <a:pt x="1566814" y="50076"/>
                </a:lnTo>
                <a:lnTo>
                  <a:pt x="1565407" y="49747"/>
                </a:lnTo>
                <a:lnTo>
                  <a:pt x="1563969" y="49462"/>
                </a:lnTo>
                <a:lnTo>
                  <a:pt x="1562500" y="49221"/>
                </a:lnTo>
                <a:lnTo>
                  <a:pt x="1560999" y="49023"/>
                </a:lnTo>
                <a:lnTo>
                  <a:pt x="1559468" y="48870"/>
                </a:lnTo>
                <a:lnTo>
                  <a:pt x="1557905" y="48760"/>
                </a:lnTo>
                <a:lnTo>
                  <a:pt x="1556312" y="48694"/>
                </a:lnTo>
                <a:lnTo>
                  <a:pt x="1554687" y="48672"/>
                </a:lnTo>
                <a:lnTo>
                  <a:pt x="1553301" y="48684"/>
                </a:lnTo>
                <a:lnTo>
                  <a:pt x="1551931" y="48719"/>
                </a:lnTo>
                <a:lnTo>
                  <a:pt x="1550576" y="48778"/>
                </a:lnTo>
                <a:lnTo>
                  <a:pt x="1549236" y="48860"/>
                </a:lnTo>
                <a:lnTo>
                  <a:pt x="1547911" y="48965"/>
                </a:lnTo>
                <a:lnTo>
                  <a:pt x="1546601" y="49094"/>
                </a:lnTo>
                <a:lnTo>
                  <a:pt x="1545307" y="49246"/>
                </a:lnTo>
                <a:lnTo>
                  <a:pt x="1544028" y="49421"/>
                </a:lnTo>
                <a:lnTo>
                  <a:pt x="1542764" y="49620"/>
                </a:lnTo>
                <a:lnTo>
                  <a:pt x="1541515" y="49843"/>
                </a:lnTo>
                <a:lnTo>
                  <a:pt x="1540282" y="50089"/>
                </a:lnTo>
                <a:lnTo>
                  <a:pt x="1539064" y="50358"/>
                </a:lnTo>
                <a:lnTo>
                  <a:pt x="1537861" y="50650"/>
                </a:lnTo>
                <a:lnTo>
                  <a:pt x="1536673" y="50966"/>
                </a:lnTo>
                <a:lnTo>
                  <a:pt x="1535500" y="51306"/>
                </a:lnTo>
                <a:lnTo>
                  <a:pt x="1534343" y="51669"/>
                </a:lnTo>
                <a:lnTo>
                  <a:pt x="1533201" y="52055"/>
                </a:lnTo>
                <a:lnTo>
                  <a:pt x="1532074" y="52464"/>
                </a:lnTo>
                <a:lnTo>
                  <a:pt x="1530962" y="52897"/>
                </a:lnTo>
                <a:lnTo>
                  <a:pt x="1529866" y="53354"/>
                </a:lnTo>
                <a:lnTo>
                  <a:pt x="1528784" y="53834"/>
                </a:lnTo>
                <a:lnTo>
                  <a:pt x="1527718" y="54337"/>
                </a:lnTo>
                <a:lnTo>
                  <a:pt x="1526667" y="54864"/>
                </a:lnTo>
                <a:lnTo>
                  <a:pt x="1525632" y="55414"/>
                </a:lnTo>
                <a:lnTo>
                  <a:pt x="1524610" y="55980"/>
                </a:lnTo>
                <a:lnTo>
                  <a:pt x="1523602" y="56553"/>
                </a:lnTo>
                <a:lnTo>
                  <a:pt x="1522607" y="57135"/>
                </a:lnTo>
                <a:lnTo>
                  <a:pt x="1521626" y="57725"/>
                </a:lnTo>
                <a:lnTo>
                  <a:pt x="1520658" y="58322"/>
                </a:lnTo>
                <a:lnTo>
                  <a:pt x="1519703" y="58928"/>
                </a:lnTo>
                <a:lnTo>
                  <a:pt x="1518762" y="59541"/>
                </a:lnTo>
                <a:lnTo>
                  <a:pt x="1517834" y="60163"/>
                </a:lnTo>
                <a:lnTo>
                  <a:pt x="1516919" y="60792"/>
                </a:lnTo>
                <a:lnTo>
                  <a:pt x="1516018" y="61429"/>
                </a:lnTo>
                <a:lnTo>
                  <a:pt x="1515130" y="62075"/>
                </a:lnTo>
                <a:lnTo>
                  <a:pt x="1514256" y="62728"/>
                </a:lnTo>
                <a:lnTo>
                  <a:pt x="1513394" y="63389"/>
                </a:lnTo>
                <a:lnTo>
                  <a:pt x="1512546" y="64059"/>
                </a:lnTo>
                <a:lnTo>
                  <a:pt x="1511712" y="64736"/>
                </a:lnTo>
                <a:lnTo>
                  <a:pt x="1510891" y="65421"/>
                </a:lnTo>
                <a:lnTo>
                  <a:pt x="1510083" y="66114"/>
                </a:lnTo>
                <a:lnTo>
                  <a:pt x="1509288" y="66815"/>
                </a:lnTo>
                <a:lnTo>
                  <a:pt x="1508507" y="67524"/>
                </a:lnTo>
                <a:lnTo>
                  <a:pt x="1507739" y="68241"/>
                </a:lnTo>
                <a:lnTo>
                  <a:pt x="1506984" y="68966"/>
                </a:lnTo>
                <a:lnTo>
                  <a:pt x="1506243" y="69699"/>
                </a:lnTo>
                <a:lnTo>
                  <a:pt x="1505515" y="70440"/>
                </a:lnTo>
                <a:lnTo>
                  <a:pt x="1504801" y="71189"/>
                </a:lnTo>
                <a:lnTo>
                  <a:pt x="1504803" y="71201"/>
                </a:lnTo>
                <a:lnTo>
                  <a:pt x="1504681" y="70908"/>
                </a:lnTo>
                <a:lnTo>
                  <a:pt x="1504075" y="69579"/>
                </a:lnTo>
                <a:lnTo>
                  <a:pt x="1503432" y="68288"/>
                </a:lnTo>
                <a:lnTo>
                  <a:pt x="1502752" y="67033"/>
                </a:lnTo>
                <a:close/>
                <a:moveTo>
                  <a:pt x="1054547" y="186266"/>
                </a:moveTo>
                <a:lnTo>
                  <a:pt x="1055457" y="186230"/>
                </a:lnTo>
                <a:lnTo>
                  <a:pt x="1056364" y="186186"/>
                </a:lnTo>
                <a:lnTo>
                  <a:pt x="1057269" y="186133"/>
                </a:lnTo>
                <a:lnTo>
                  <a:pt x="1058171" y="186073"/>
                </a:lnTo>
                <a:lnTo>
                  <a:pt x="1059070" y="186005"/>
                </a:lnTo>
                <a:lnTo>
                  <a:pt x="1059967" y="185928"/>
                </a:lnTo>
                <a:lnTo>
                  <a:pt x="1060861" y="185844"/>
                </a:lnTo>
                <a:lnTo>
                  <a:pt x="1061753" y="185751"/>
                </a:lnTo>
                <a:lnTo>
                  <a:pt x="1062642" y="185651"/>
                </a:lnTo>
                <a:lnTo>
                  <a:pt x="1063529" y="185542"/>
                </a:lnTo>
                <a:lnTo>
                  <a:pt x="1064413" y="185425"/>
                </a:lnTo>
                <a:lnTo>
                  <a:pt x="1065294" y="185301"/>
                </a:lnTo>
                <a:lnTo>
                  <a:pt x="1066173" y="185168"/>
                </a:lnTo>
                <a:lnTo>
                  <a:pt x="1067049" y="185027"/>
                </a:lnTo>
                <a:lnTo>
                  <a:pt x="1067923" y="184878"/>
                </a:lnTo>
                <a:lnTo>
                  <a:pt x="1068794" y="184721"/>
                </a:lnTo>
                <a:lnTo>
                  <a:pt x="1069663" y="184556"/>
                </a:lnTo>
                <a:lnTo>
                  <a:pt x="1070529" y="184383"/>
                </a:lnTo>
                <a:lnTo>
                  <a:pt x="1071392" y="184202"/>
                </a:lnTo>
                <a:lnTo>
                  <a:pt x="1072253" y="184013"/>
                </a:lnTo>
                <a:lnTo>
                  <a:pt x="1073108" y="183815"/>
                </a:lnTo>
                <a:lnTo>
                  <a:pt x="1073956" y="183608"/>
                </a:lnTo>
                <a:lnTo>
                  <a:pt x="1074796" y="183390"/>
                </a:lnTo>
                <a:lnTo>
                  <a:pt x="1075627" y="183163"/>
                </a:lnTo>
                <a:lnTo>
                  <a:pt x="1076451" y="182926"/>
                </a:lnTo>
                <a:lnTo>
                  <a:pt x="1077267" y="182680"/>
                </a:lnTo>
                <a:lnTo>
                  <a:pt x="1078074" y="182424"/>
                </a:lnTo>
                <a:lnTo>
                  <a:pt x="1078874" y="182158"/>
                </a:lnTo>
                <a:lnTo>
                  <a:pt x="1079666" y="181882"/>
                </a:lnTo>
                <a:lnTo>
                  <a:pt x="1080450" y="181597"/>
                </a:lnTo>
                <a:lnTo>
                  <a:pt x="1081226" y="181302"/>
                </a:lnTo>
                <a:lnTo>
                  <a:pt x="1081994" y="180998"/>
                </a:lnTo>
                <a:lnTo>
                  <a:pt x="1082754" y="180683"/>
                </a:lnTo>
                <a:lnTo>
                  <a:pt x="1083506" y="180359"/>
                </a:lnTo>
                <a:lnTo>
                  <a:pt x="1084250" y="180025"/>
                </a:lnTo>
                <a:lnTo>
                  <a:pt x="1084986" y="179682"/>
                </a:lnTo>
                <a:lnTo>
                  <a:pt x="1085715" y="179329"/>
                </a:lnTo>
                <a:lnTo>
                  <a:pt x="1086435" y="178966"/>
                </a:lnTo>
                <a:lnTo>
                  <a:pt x="1087147" y="178593"/>
                </a:lnTo>
                <a:lnTo>
                  <a:pt x="1087852" y="178211"/>
                </a:lnTo>
                <a:lnTo>
                  <a:pt x="1088548" y="177819"/>
                </a:lnTo>
                <a:lnTo>
                  <a:pt x="1089236" y="177418"/>
                </a:lnTo>
                <a:lnTo>
                  <a:pt x="1089917" y="177006"/>
                </a:lnTo>
                <a:lnTo>
                  <a:pt x="1090589" y="176585"/>
                </a:lnTo>
                <a:lnTo>
                  <a:pt x="1091252" y="176154"/>
                </a:lnTo>
                <a:lnTo>
                  <a:pt x="1091904" y="175711"/>
                </a:lnTo>
                <a:lnTo>
                  <a:pt x="1092544" y="175257"/>
                </a:lnTo>
                <a:lnTo>
                  <a:pt x="1093173" y="174793"/>
                </a:lnTo>
                <a:lnTo>
                  <a:pt x="1093791" y="174317"/>
                </a:lnTo>
                <a:lnTo>
                  <a:pt x="1094398" y="173830"/>
                </a:lnTo>
                <a:lnTo>
                  <a:pt x="1094994" y="173331"/>
                </a:lnTo>
                <a:lnTo>
                  <a:pt x="1095578" y="172822"/>
                </a:lnTo>
                <a:lnTo>
                  <a:pt x="1096151" y="172302"/>
                </a:lnTo>
                <a:lnTo>
                  <a:pt x="1096713" y="171770"/>
                </a:lnTo>
                <a:lnTo>
                  <a:pt x="1097263" y="171228"/>
                </a:lnTo>
                <a:lnTo>
                  <a:pt x="1097802" y="170674"/>
                </a:lnTo>
                <a:lnTo>
                  <a:pt x="1098331" y="170109"/>
                </a:lnTo>
                <a:lnTo>
                  <a:pt x="1098847" y="169533"/>
                </a:lnTo>
                <a:lnTo>
                  <a:pt x="1099353" y="168946"/>
                </a:lnTo>
                <a:lnTo>
                  <a:pt x="1099847" y="168348"/>
                </a:lnTo>
                <a:lnTo>
                  <a:pt x="1100330" y="167738"/>
                </a:lnTo>
                <a:lnTo>
                  <a:pt x="1100802" y="167118"/>
                </a:lnTo>
                <a:lnTo>
                  <a:pt x="1101263" y="166486"/>
                </a:lnTo>
                <a:lnTo>
                  <a:pt x="1101712" y="165843"/>
                </a:lnTo>
                <a:lnTo>
                  <a:pt x="1102151" y="165190"/>
                </a:lnTo>
                <a:lnTo>
                  <a:pt x="1102578" y="164525"/>
                </a:lnTo>
                <a:lnTo>
                  <a:pt x="1102993" y="163849"/>
                </a:lnTo>
                <a:lnTo>
                  <a:pt x="1103398" y="163161"/>
                </a:lnTo>
                <a:lnTo>
                  <a:pt x="1103788" y="162462"/>
                </a:lnTo>
                <a:lnTo>
                  <a:pt x="1104162" y="161750"/>
                </a:lnTo>
                <a:lnTo>
                  <a:pt x="1104520" y="161026"/>
                </a:lnTo>
                <a:lnTo>
                  <a:pt x="1104860" y="160288"/>
                </a:lnTo>
                <a:lnTo>
                  <a:pt x="1105184" y="159538"/>
                </a:lnTo>
                <a:lnTo>
                  <a:pt x="1105492" y="158775"/>
                </a:lnTo>
                <a:lnTo>
                  <a:pt x="1105783" y="157999"/>
                </a:lnTo>
                <a:lnTo>
                  <a:pt x="1106057" y="157210"/>
                </a:lnTo>
                <a:lnTo>
                  <a:pt x="1106314" y="156409"/>
                </a:lnTo>
                <a:lnTo>
                  <a:pt x="1106555" y="155595"/>
                </a:lnTo>
                <a:lnTo>
                  <a:pt x="1106780" y="154768"/>
                </a:lnTo>
                <a:lnTo>
                  <a:pt x="1106988" y="153928"/>
                </a:lnTo>
                <a:lnTo>
                  <a:pt x="1107179" y="153075"/>
                </a:lnTo>
                <a:lnTo>
                  <a:pt x="1107353" y="152210"/>
                </a:lnTo>
                <a:lnTo>
                  <a:pt x="1107511" y="151332"/>
                </a:lnTo>
                <a:lnTo>
                  <a:pt x="1107652" y="150441"/>
                </a:lnTo>
                <a:lnTo>
                  <a:pt x="1107777" y="149537"/>
                </a:lnTo>
                <a:lnTo>
                  <a:pt x="1107885" y="148621"/>
                </a:lnTo>
                <a:lnTo>
                  <a:pt x="1107976" y="147691"/>
                </a:lnTo>
                <a:lnTo>
                  <a:pt x="1108051" y="146749"/>
                </a:lnTo>
                <a:lnTo>
                  <a:pt x="1108109" y="145794"/>
                </a:lnTo>
                <a:lnTo>
                  <a:pt x="1108151" y="144827"/>
                </a:lnTo>
                <a:lnTo>
                  <a:pt x="1108176" y="143846"/>
                </a:lnTo>
                <a:lnTo>
                  <a:pt x="1108184" y="142853"/>
                </a:lnTo>
                <a:lnTo>
                  <a:pt x="1108174" y="141794"/>
                </a:lnTo>
                <a:lnTo>
                  <a:pt x="1108143" y="140751"/>
                </a:lnTo>
                <a:lnTo>
                  <a:pt x="1108091" y="139725"/>
                </a:lnTo>
                <a:lnTo>
                  <a:pt x="1108019" y="138715"/>
                </a:lnTo>
                <a:lnTo>
                  <a:pt x="1107927" y="137722"/>
                </a:lnTo>
                <a:lnTo>
                  <a:pt x="1107813" y="136745"/>
                </a:lnTo>
                <a:lnTo>
                  <a:pt x="1107679" y="135785"/>
                </a:lnTo>
                <a:lnTo>
                  <a:pt x="1107525" y="134842"/>
                </a:lnTo>
                <a:lnTo>
                  <a:pt x="1107350" y="133915"/>
                </a:lnTo>
                <a:lnTo>
                  <a:pt x="1107154" y="133005"/>
                </a:lnTo>
                <a:lnTo>
                  <a:pt x="1106938" y="132111"/>
                </a:lnTo>
                <a:lnTo>
                  <a:pt x="1106701" y="131234"/>
                </a:lnTo>
                <a:lnTo>
                  <a:pt x="1106444" y="130373"/>
                </a:lnTo>
                <a:lnTo>
                  <a:pt x="1106165" y="129529"/>
                </a:lnTo>
                <a:lnTo>
                  <a:pt x="1105867" y="128702"/>
                </a:lnTo>
                <a:lnTo>
                  <a:pt x="1105548" y="127891"/>
                </a:lnTo>
                <a:lnTo>
                  <a:pt x="1105208" y="127097"/>
                </a:lnTo>
                <a:lnTo>
                  <a:pt x="1104847" y="126319"/>
                </a:lnTo>
                <a:lnTo>
                  <a:pt x="1104466" y="125558"/>
                </a:lnTo>
                <a:lnTo>
                  <a:pt x="1104064" y="124814"/>
                </a:lnTo>
                <a:lnTo>
                  <a:pt x="1103642" y="124086"/>
                </a:lnTo>
                <a:lnTo>
                  <a:pt x="1103199" y="123374"/>
                </a:lnTo>
                <a:lnTo>
                  <a:pt x="1102736" y="122680"/>
                </a:lnTo>
                <a:lnTo>
                  <a:pt x="1102252" y="122001"/>
                </a:lnTo>
                <a:lnTo>
                  <a:pt x="1101750" y="121337"/>
                </a:lnTo>
                <a:lnTo>
                  <a:pt x="1101234" y="120684"/>
                </a:lnTo>
                <a:lnTo>
                  <a:pt x="1100703" y="120042"/>
                </a:lnTo>
                <a:lnTo>
                  <a:pt x="1100158" y="119411"/>
                </a:lnTo>
                <a:lnTo>
                  <a:pt x="1099599" y="118792"/>
                </a:lnTo>
                <a:lnTo>
                  <a:pt x="1099024" y="118184"/>
                </a:lnTo>
                <a:lnTo>
                  <a:pt x="1098436" y="117588"/>
                </a:lnTo>
                <a:lnTo>
                  <a:pt x="1097832" y="117003"/>
                </a:lnTo>
                <a:lnTo>
                  <a:pt x="1097215" y="116429"/>
                </a:lnTo>
                <a:lnTo>
                  <a:pt x="1096582" y="115867"/>
                </a:lnTo>
                <a:lnTo>
                  <a:pt x="1095936" y="115316"/>
                </a:lnTo>
                <a:lnTo>
                  <a:pt x="1095274" y="114777"/>
                </a:lnTo>
                <a:lnTo>
                  <a:pt x="1094599" y="114248"/>
                </a:lnTo>
                <a:lnTo>
                  <a:pt x="1093908" y="113732"/>
                </a:lnTo>
                <a:lnTo>
                  <a:pt x="1093204" y="113226"/>
                </a:lnTo>
                <a:lnTo>
                  <a:pt x="1092484" y="112732"/>
                </a:lnTo>
                <a:lnTo>
                  <a:pt x="1091750" y="112249"/>
                </a:lnTo>
                <a:lnTo>
                  <a:pt x="1091002" y="111778"/>
                </a:lnTo>
                <a:lnTo>
                  <a:pt x="1090239" y="111318"/>
                </a:lnTo>
                <a:lnTo>
                  <a:pt x="1089462" y="110869"/>
                </a:lnTo>
                <a:lnTo>
                  <a:pt x="1088670" y="110432"/>
                </a:lnTo>
                <a:lnTo>
                  <a:pt x="1087864" y="110006"/>
                </a:lnTo>
                <a:lnTo>
                  <a:pt x="1087043" y="109592"/>
                </a:lnTo>
                <a:lnTo>
                  <a:pt x="1086207" y="109189"/>
                </a:lnTo>
                <a:lnTo>
                  <a:pt x="1085360" y="108794"/>
                </a:lnTo>
                <a:lnTo>
                  <a:pt x="1084503" y="108406"/>
                </a:lnTo>
                <a:lnTo>
                  <a:pt x="1083637" y="108024"/>
                </a:lnTo>
                <a:lnTo>
                  <a:pt x="1082762" y="107648"/>
                </a:lnTo>
                <a:lnTo>
                  <a:pt x="1081877" y="107278"/>
                </a:lnTo>
                <a:lnTo>
                  <a:pt x="1080983" y="106914"/>
                </a:lnTo>
                <a:lnTo>
                  <a:pt x="1080079" y="106557"/>
                </a:lnTo>
                <a:lnTo>
                  <a:pt x="1079166" y="106206"/>
                </a:lnTo>
                <a:lnTo>
                  <a:pt x="1078244" y="105860"/>
                </a:lnTo>
                <a:lnTo>
                  <a:pt x="1077313" y="105521"/>
                </a:lnTo>
                <a:lnTo>
                  <a:pt x="1076372" y="105188"/>
                </a:lnTo>
                <a:lnTo>
                  <a:pt x="1075421" y="104862"/>
                </a:lnTo>
                <a:lnTo>
                  <a:pt x="1074462" y="104541"/>
                </a:lnTo>
                <a:lnTo>
                  <a:pt x="1073492" y="104226"/>
                </a:lnTo>
                <a:lnTo>
                  <a:pt x="1072514" y="103918"/>
                </a:lnTo>
                <a:lnTo>
                  <a:pt x="1071526" y="103616"/>
                </a:lnTo>
                <a:lnTo>
                  <a:pt x="1070529" y="103320"/>
                </a:lnTo>
                <a:lnTo>
                  <a:pt x="1069523" y="103030"/>
                </a:lnTo>
                <a:lnTo>
                  <a:pt x="1068507" y="102746"/>
                </a:lnTo>
                <a:lnTo>
                  <a:pt x="1067481" y="102468"/>
                </a:lnTo>
                <a:lnTo>
                  <a:pt x="1066447" y="102197"/>
                </a:lnTo>
                <a:lnTo>
                  <a:pt x="1065403" y="101931"/>
                </a:lnTo>
                <a:lnTo>
                  <a:pt x="1064350" y="101672"/>
                </a:lnTo>
                <a:lnTo>
                  <a:pt x="1063287" y="101419"/>
                </a:lnTo>
                <a:lnTo>
                  <a:pt x="1062284" y="101193"/>
                </a:lnTo>
                <a:lnTo>
                  <a:pt x="1061297" y="100967"/>
                </a:lnTo>
                <a:lnTo>
                  <a:pt x="1060327" y="100743"/>
                </a:lnTo>
                <a:lnTo>
                  <a:pt x="1059373" y="100520"/>
                </a:lnTo>
                <a:lnTo>
                  <a:pt x="1058436" y="100298"/>
                </a:lnTo>
                <a:lnTo>
                  <a:pt x="1057515" y="100078"/>
                </a:lnTo>
                <a:lnTo>
                  <a:pt x="1056610" y="99858"/>
                </a:lnTo>
                <a:lnTo>
                  <a:pt x="1055722" y="99640"/>
                </a:lnTo>
                <a:lnTo>
                  <a:pt x="1054850" y="99423"/>
                </a:lnTo>
                <a:lnTo>
                  <a:pt x="1053994" y="99207"/>
                </a:lnTo>
                <a:lnTo>
                  <a:pt x="1053155" y="98992"/>
                </a:lnTo>
                <a:lnTo>
                  <a:pt x="1052332" y="98778"/>
                </a:lnTo>
                <a:lnTo>
                  <a:pt x="1051526" y="98566"/>
                </a:lnTo>
                <a:lnTo>
                  <a:pt x="1050736" y="98355"/>
                </a:lnTo>
                <a:lnTo>
                  <a:pt x="1049962" y="98145"/>
                </a:lnTo>
                <a:lnTo>
                  <a:pt x="1049205" y="97936"/>
                </a:lnTo>
                <a:lnTo>
                  <a:pt x="1048464" y="97729"/>
                </a:lnTo>
                <a:lnTo>
                  <a:pt x="1047740" y="97522"/>
                </a:lnTo>
                <a:lnTo>
                  <a:pt x="1047032" y="97317"/>
                </a:lnTo>
                <a:lnTo>
                  <a:pt x="1046340" y="97113"/>
                </a:lnTo>
                <a:lnTo>
                  <a:pt x="1045665" y="96910"/>
                </a:lnTo>
                <a:lnTo>
                  <a:pt x="1045006" y="96708"/>
                </a:lnTo>
                <a:lnTo>
                  <a:pt x="1044363" y="96508"/>
                </a:lnTo>
                <a:lnTo>
                  <a:pt x="1043737" y="96308"/>
                </a:lnTo>
                <a:lnTo>
                  <a:pt x="1043126" y="96109"/>
                </a:lnTo>
                <a:lnTo>
                  <a:pt x="1042529" y="95908"/>
                </a:lnTo>
                <a:lnTo>
                  <a:pt x="1041946" y="95706"/>
                </a:lnTo>
                <a:lnTo>
                  <a:pt x="1041377" y="95502"/>
                </a:lnTo>
                <a:lnTo>
                  <a:pt x="1040823" y="95297"/>
                </a:lnTo>
                <a:lnTo>
                  <a:pt x="1040282" y="95091"/>
                </a:lnTo>
                <a:lnTo>
                  <a:pt x="1039755" y="94883"/>
                </a:lnTo>
                <a:lnTo>
                  <a:pt x="1039243" y="94673"/>
                </a:lnTo>
                <a:lnTo>
                  <a:pt x="1038744" y="94462"/>
                </a:lnTo>
                <a:lnTo>
                  <a:pt x="1038260" y="94250"/>
                </a:lnTo>
                <a:lnTo>
                  <a:pt x="1037789" y="94037"/>
                </a:lnTo>
                <a:lnTo>
                  <a:pt x="1037333" y="93822"/>
                </a:lnTo>
                <a:lnTo>
                  <a:pt x="1036890" y="93605"/>
                </a:lnTo>
                <a:lnTo>
                  <a:pt x="1036462" y="93387"/>
                </a:lnTo>
                <a:lnTo>
                  <a:pt x="1036048" y="93168"/>
                </a:lnTo>
                <a:lnTo>
                  <a:pt x="1035647" y="92947"/>
                </a:lnTo>
                <a:lnTo>
                  <a:pt x="1035261" y="92725"/>
                </a:lnTo>
                <a:lnTo>
                  <a:pt x="1034889" y="92501"/>
                </a:lnTo>
                <a:lnTo>
                  <a:pt x="1034531" y="92276"/>
                </a:lnTo>
                <a:lnTo>
                  <a:pt x="1034187" y="92050"/>
                </a:lnTo>
                <a:lnTo>
                  <a:pt x="1033857" y="91822"/>
                </a:lnTo>
                <a:lnTo>
                  <a:pt x="1033541" y="91593"/>
                </a:lnTo>
                <a:lnTo>
                  <a:pt x="1033239" y="91362"/>
                </a:lnTo>
                <a:lnTo>
                  <a:pt x="1032951" y="91130"/>
                </a:lnTo>
                <a:lnTo>
                  <a:pt x="1032676" y="90896"/>
                </a:lnTo>
                <a:lnTo>
                  <a:pt x="1032412" y="90658"/>
                </a:lnTo>
                <a:lnTo>
                  <a:pt x="1032161" y="90417"/>
                </a:lnTo>
                <a:lnTo>
                  <a:pt x="1031921" y="90173"/>
                </a:lnTo>
                <a:lnTo>
                  <a:pt x="1031693" y="89926"/>
                </a:lnTo>
                <a:lnTo>
                  <a:pt x="1031476" y="89676"/>
                </a:lnTo>
                <a:lnTo>
                  <a:pt x="1031271" y="89423"/>
                </a:lnTo>
                <a:lnTo>
                  <a:pt x="1031078" y="89167"/>
                </a:lnTo>
                <a:lnTo>
                  <a:pt x="1030897" y="88908"/>
                </a:lnTo>
                <a:lnTo>
                  <a:pt x="1030727" y="88646"/>
                </a:lnTo>
                <a:lnTo>
                  <a:pt x="1030569" y="88381"/>
                </a:lnTo>
                <a:lnTo>
                  <a:pt x="1030423" y="88112"/>
                </a:lnTo>
                <a:lnTo>
                  <a:pt x="1030288" y="87841"/>
                </a:lnTo>
                <a:lnTo>
                  <a:pt x="1030165" y="87567"/>
                </a:lnTo>
                <a:lnTo>
                  <a:pt x="1030054" y="87289"/>
                </a:lnTo>
                <a:lnTo>
                  <a:pt x="1029955" y="87009"/>
                </a:lnTo>
                <a:lnTo>
                  <a:pt x="1029867" y="86725"/>
                </a:lnTo>
                <a:lnTo>
                  <a:pt x="1029791" y="86438"/>
                </a:lnTo>
                <a:lnTo>
                  <a:pt x="1029726" y="86149"/>
                </a:lnTo>
                <a:lnTo>
                  <a:pt x="1029674" y="85856"/>
                </a:lnTo>
                <a:lnTo>
                  <a:pt x="1029633" y="85560"/>
                </a:lnTo>
                <a:lnTo>
                  <a:pt x="1029604" y="85261"/>
                </a:lnTo>
                <a:lnTo>
                  <a:pt x="1029586" y="84959"/>
                </a:lnTo>
                <a:lnTo>
                  <a:pt x="1029580" y="84654"/>
                </a:lnTo>
                <a:lnTo>
                  <a:pt x="1029589" y="84127"/>
                </a:lnTo>
                <a:lnTo>
                  <a:pt x="1029617" y="83611"/>
                </a:lnTo>
                <a:lnTo>
                  <a:pt x="1029663" y="83109"/>
                </a:lnTo>
                <a:lnTo>
                  <a:pt x="1029728" y="82619"/>
                </a:lnTo>
                <a:lnTo>
                  <a:pt x="1029811" y="82141"/>
                </a:lnTo>
                <a:lnTo>
                  <a:pt x="1029913" y="81677"/>
                </a:lnTo>
                <a:lnTo>
                  <a:pt x="1030033" y="81224"/>
                </a:lnTo>
                <a:lnTo>
                  <a:pt x="1030172" y="80785"/>
                </a:lnTo>
                <a:lnTo>
                  <a:pt x="1030329" y="80358"/>
                </a:lnTo>
                <a:lnTo>
                  <a:pt x="1030505" y="79943"/>
                </a:lnTo>
                <a:lnTo>
                  <a:pt x="1030699" y="79541"/>
                </a:lnTo>
                <a:lnTo>
                  <a:pt x="1030912" y="79152"/>
                </a:lnTo>
                <a:lnTo>
                  <a:pt x="1031143" y="78775"/>
                </a:lnTo>
                <a:lnTo>
                  <a:pt x="1031392" y="78411"/>
                </a:lnTo>
                <a:lnTo>
                  <a:pt x="1031660" y="78059"/>
                </a:lnTo>
                <a:lnTo>
                  <a:pt x="1031947" y="77720"/>
                </a:lnTo>
                <a:lnTo>
                  <a:pt x="1032252" y="77394"/>
                </a:lnTo>
                <a:lnTo>
                  <a:pt x="1032576" y="77080"/>
                </a:lnTo>
                <a:lnTo>
                  <a:pt x="1032918" y="76779"/>
                </a:lnTo>
                <a:lnTo>
                  <a:pt x="1033278" y="76490"/>
                </a:lnTo>
                <a:lnTo>
                  <a:pt x="1033658" y="76214"/>
                </a:lnTo>
                <a:lnTo>
                  <a:pt x="1034055" y="75950"/>
                </a:lnTo>
                <a:lnTo>
                  <a:pt x="1034471" y="75699"/>
                </a:lnTo>
                <a:lnTo>
                  <a:pt x="1034906" y="75461"/>
                </a:lnTo>
                <a:lnTo>
                  <a:pt x="1035356" y="75233"/>
                </a:lnTo>
                <a:lnTo>
                  <a:pt x="1035821" y="75015"/>
                </a:lnTo>
                <a:lnTo>
                  <a:pt x="1036299" y="74807"/>
                </a:lnTo>
                <a:lnTo>
                  <a:pt x="1036791" y="74609"/>
                </a:lnTo>
                <a:lnTo>
                  <a:pt x="1037297" y="74420"/>
                </a:lnTo>
                <a:lnTo>
                  <a:pt x="1037817" y="74241"/>
                </a:lnTo>
                <a:lnTo>
                  <a:pt x="1038351" y="74071"/>
                </a:lnTo>
                <a:lnTo>
                  <a:pt x="1038898" y="73911"/>
                </a:lnTo>
                <a:lnTo>
                  <a:pt x="1039459" y="73761"/>
                </a:lnTo>
                <a:lnTo>
                  <a:pt x="1040034" y="73621"/>
                </a:lnTo>
                <a:lnTo>
                  <a:pt x="1040623" y="73490"/>
                </a:lnTo>
                <a:lnTo>
                  <a:pt x="1041226" y="73369"/>
                </a:lnTo>
                <a:lnTo>
                  <a:pt x="1041842" y="73258"/>
                </a:lnTo>
                <a:lnTo>
                  <a:pt x="1042472" y="73156"/>
                </a:lnTo>
                <a:lnTo>
                  <a:pt x="1043117" y="73064"/>
                </a:lnTo>
                <a:lnTo>
                  <a:pt x="1043774" y="72982"/>
                </a:lnTo>
                <a:lnTo>
                  <a:pt x="1044446" y="72909"/>
                </a:lnTo>
                <a:lnTo>
                  <a:pt x="1045132" y="72846"/>
                </a:lnTo>
                <a:lnTo>
                  <a:pt x="1045831" y="72793"/>
                </a:lnTo>
                <a:lnTo>
                  <a:pt x="1046544" y="72749"/>
                </a:lnTo>
                <a:lnTo>
                  <a:pt x="1047271" y="72715"/>
                </a:lnTo>
                <a:lnTo>
                  <a:pt x="1048012" y="72691"/>
                </a:lnTo>
                <a:lnTo>
                  <a:pt x="1048766" y="72676"/>
                </a:lnTo>
                <a:lnTo>
                  <a:pt x="1049534" y="72672"/>
                </a:lnTo>
                <a:lnTo>
                  <a:pt x="1050250" y="72679"/>
                </a:lnTo>
                <a:lnTo>
                  <a:pt x="1050957" y="72699"/>
                </a:lnTo>
                <a:lnTo>
                  <a:pt x="1051657" y="72734"/>
                </a:lnTo>
                <a:lnTo>
                  <a:pt x="1052349" y="72783"/>
                </a:lnTo>
                <a:lnTo>
                  <a:pt x="1053033" y="72846"/>
                </a:lnTo>
                <a:lnTo>
                  <a:pt x="1053710" y="72922"/>
                </a:lnTo>
                <a:lnTo>
                  <a:pt x="1054379" y="73013"/>
                </a:lnTo>
                <a:lnTo>
                  <a:pt x="1055040" y="73117"/>
                </a:lnTo>
                <a:lnTo>
                  <a:pt x="1055693" y="73236"/>
                </a:lnTo>
                <a:lnTo>
                  <a:pt x="1056339" y="73368"/>
                </a:lnTo>
                <a:lnTo>
                  <a:pt x="1056977" y="73514"/>
                </a:lnTo>
                <a:lnTo>
                  <a:pt x="1057607" y="73674"/>
                </a:lnTo>
                <a:lnTo>
                  <a:pt x="1058230" y="73848"/>
                </a:lnTo>
                <a:lnTo>
                  <a:pt x="1058845" y="74037"/>
                </a:lnTo>
                <a:lnTo>
                  <a:pt x="1059452" y="74238"/>
                </a:lnTo>
                <a:lnTo>
                  <a:pt x="1060051" y="74454"/>
                </a:lnTo>
                <a:lnTo>
                  <a:pt x="1060643" y="74684"/>
                </a:lnTo>
                <a:lnTo>
                  <a:pt x="1061226" y="74928"/>
                </a:lnTo>
                <a:lnTo>
                  <a:pt x="1061803" y="75186"/>
                </a:lnTo>
                <a:lnTo>
                  <a:pt x="1062371" y="75457"/>
                </a:lnTo>
                <a:lnTo>
                  <a:pt x="1062932" y="75743"/>
                </a:lnTo>
                <a:lnTo>
                  <a:pt x="1063485" y="76042"/>
                </a:lnTo>
                <a:lnTo>
                  <a:pt x="1064030" y="76355"/>
                </a:lnTo>
                <a:lnTo>
                  <a:pt x="1064568" y="76683"/>
                </a:lnTo>
                <a:lnTo>
                  <a:pt x="1065090" y="77028"/>
                </a:lnTo>
                <a:lnTo>
                  <a:pt x="1065591" y="77395"/>
                </a:lnTo>
                <a:lnTo>
                  <a:pt x="1066069" y="77784"/>
                </a:lnTo>
                <a:lnTo>
                  <a:pt x="1066525" y="78195"/>
                </a:lnTo>
                <a:lnTo>
                  <a:pt x="1066958" y="78628"/>
                </a:lnTo>
                <a:lnTo>
                  <a:pt x="1067370" y="79084"/>
                </a:lnTo>
                <a:lnTo>
                  <a:pt x="1067759" y="79561"/>
                </a:lnTo>
                <a:lnTo>
                  <a:pt x="1068126" y="80061"/>
                </a:lnTo>
                <a:lnTo>
                  <a:pt x="1068470" y="80583"/>
                </a:lnTo>
                <a:lnTo>
                  <a:pt x="1068793" y="81126"/>
                </a:lnTo>
                <a:lnTo>
                  <a:pt x="1069093" y="81692"/>
                </a:lnTo>
                <a:lnTo>
                  <a:pt x="1069371" y="82280"/>
                </a:lnTo>
                <a:lnTo>
                  <a:pt x="1069627" y="82890"/>
                </a:lnTo>
                <a:lnTo>
                  <a:pt x="1069860" y="83522"/>
                </a:lnTo>
                <a:lnTo>
                  <a:pt x="1070071" y="84177"/>
                </a:lnTo>
                <a:lnTo>
                  <a:pt x="1070260" y="84853"/>
                </a:lnTo>
                <a:lnTo>
                  <a:pt x="1070427" y="85551"/>
                </a:lnTo>
                <a:lnTo>
                  <a:pt x="1070572" y="86272"/>
                </a:lnTo>
                <a:lnTo>
                  <a:pt x="1070694" y="87014"/>
                </a:lnTo>
                <a:lnTo>
                  <a:pt x="1070794" y="87779"/>
                </a:lnTo>
                <a:lnTo>
                  <a:pt x="1070872" y="88566"/>
                </a:lnTo>
                <a:lnTo>
                  <a:pt x="1070927" y="89375"/>
                </a:lnTo>
                <a:lnTo>
                  <a:pt x="1070961" y="90206"/>
                </a:lnTo>
                <a:lnTo>
                  <a:pt x="1070972" y="91059"/>
                </a:lnTo>
                <a:lnTo>
                  <a:pt x="1104139" y="91059"/>
                </a:lnTo>
                <a:lnTo>
                  <a:pt x="1104131" y="90044"/>
                </a:lnTo>
                <a:lnTo>
                  <a:pt x="1104107" y="89043"/>
                </a:lnTo>
                <a:lnTo>
                  <a:pt x="1104066" y="88056"/>
                </a:lnTo>
                <a:lnTo>
                  <a:pt x="1104008" y="87084"/>
                </a:lnTo>
                <a:lnTo>
                  <a:pt x="1103935" y="86126"/>
                </a:lnTo>
                <a:lnTo>
                  <a:pt x="1103844" y="85182"/>
                </a:lnTo>
                <a:lnTo>
                  <a:pt x="1103738" y="84252"/>
                </a:lnTo>
                <a:lnTo>
                  <a:pt x="1103615" y="83336"/>
                </a:lnTo>
                <a:lnTo>
                  <a:pt x="1103476" y="82435"/>
                </a:lnTo>
                <a:lnTo>
                  <a:pt x="1103320" y="81547"/>
                </a:lnTo>
                <a:lnTo>
                  <a:pt x="1103148" y="80674"/>
                </a:lnTo>
                <a:lnTo>
                  <a:pt x="1102960" y="79815"/>
                </a:lnTo>
                <a:lnTo>
                  <a:pt x="1102755" y="78971"/>
                </a:lnTo>
                <a:lnTo>
                  <a:pt x="1102534" y="78140"/>
                </a:lnTo>
                <a:lnTo>
                  <a:pt x="1102296" y="77324"/>
                </a:lnTo>
                <a:lnTo>
                  <a:pt x="1102042" y="76522"/>
                </a:lnTo>
                <a:lnTo>
                  <a:pt x="1101772" y="75734"/>
                </a:lnTo>
                <a:lnTo>
                  <a:pt x="1101485" y="74960"/>
                </a:lnTo>
                <a:lnTo>
                  <a:pt x="1101182" y="74200"/>
                </a:lnTo>
                <a:lnTo>
                  <a:pt x="1100862" y="73455"/>
                </a:lnTo>
                <a:lnTo>
                  <a:pt x="1100526" y="72724"/>
                </a:lnTo>
                <a:lnTo>
                  <a:pt x="1100174" y="72007"/>
                </a:lnTo>
                <a:lnTo>
                  <a:pt x="1099805" y="71304"/>
                </a:lnTo>
                <a:lnTo>
                  <a:pt x="1099420" y="70616"/>
                </a:lnTo>
                <a:lnTo>
                  <a:pt x="1099022" y="69940"/>
                </a:lnTo>
                <a:lnTo>
                  <a:pt x="1098612" y="69276"/>
                </a:lnTo>
                <a:lnTo>
                  <a:pt x="1098192" y="68623"/>
                </a:lnTo>
                <a:lnTo>
                  <a:pt x="1097761" y="67982"/>
                </a:lnTo>
                <a:lnTo>
                  <a:pt x="1097320" y="67353"/>
                </a:lnTo>
                <a:lnTo>
                  <a:pt x="1096867" y="66735"/>
                </a:lnTo>
                <a:lnTo>
                  <a:pt x="1096404" y="66129"/>
                </a:lnTo>
                <a:lnTo>
                  <a:pt x="1095930" y="65535"/>
                </a:lnTo>
                <a:lnTo>
                  <a:pt x="1095445" y="64952"/>
                </a:lnTo>
                <a:lnTo>
                  <a:pt x="1094950" y="64380"/>
                </a:lnTo>
                <a:lnTo>
                  <a:pt x="1094443" y="63821"/>
                </a:lnTo>
                <a:lnTo>
                  <a:pt x="1093926" y="63273"/>
                </a:lnTo>
                <a:lnTo>
                  <a:pt x="1093398" y="62736"/>
                </a:lnTo>
                <a:lnTo>
                  <a:pt x="1092860" y="62211"/>
                </a:lnTo>
                <a:lnTo>
                  <a:pt x="1092310" y="61698"/>
                </a:lnTo>
                <a:lnTo>
                  <a:pt x="1091750" y="61196"/>
                </a:lnTo>
                <a:lnTo>
                  <a:pt x="1091179" y="60706"/>
                </a:lnTo>
                <a:lnTo>
                  <a:pt x="1090598" y="60228"/>
                </a:lnTo>
                <a:lnTo>
                  <a:pt x="1090005" y="59761"/>
                </a:lnTo>
                <a:lnTo>
                  <a:pt x="1089402" y="59306"/>
                </a:lnTo>
                <a:lnTo>
                  <a:pt x="1088788" y="58862"/>
                </a:lnTo>
                <a:lnTo>
                  <a:pt x="1088163" y="58430"/>
                </a:lnTo>
                <a:lnTo>
                  <a:pt x="1087528" y="58009"/>
                </a:lnTo>
                <a:lnTo>
                  <a:pt x="1086881" y="57601"/>
                </a:lnTo>
                <a:lnTo>
                  <a:pt x="1086227" y="57202"/>
                </a:lnTo>
                <a:lnTo>
                  <a:pt x="1085565" y="56813"/>
                </a:lnTo>
                <a:lnTo>
                  <a:pt x="1084897" y="56434"/>
                </a:lnTo>
                <a:lnTo>
                  <a:pt x="1084222" y="56065"/>
                </a:lnTo>
                <a:lnTo>
                  <a:pt x="1083541" y="55705"/>
                </a:lnTo>
                <a:lnTo>
                  <a:pt x="1082854" y="55355"/>
                </a:lnTo>
                <a:lnTo>
                  <a:pt x="1082159" y="55015"/>
                </a:lnTo>
                <a:lnTo>
                  <a:pt x="1081458" y="54684"/>
                </a:lnTo>
                <a:lnTo>
                  <a:pt x="1080751" y="54363"/>
                </a:lnTo>
                <a:lnTo>
                  <a:pt x="1080037" y="54052"/>
                </a:lnTo>
                <a:lnTo>
                  <a:pt x="1079317" y="53751"/>
                </a:lnTo>
                <a:lnTo>
                  <a:pt x="1078590" y="53459"/>
                </a:lnTo>
                <a:lnTo>
                  <a:pt x="1077856" y="53177"/>
                </a:lnTo>
                <a:lnTo>
                  <a:pt x="1077116" y="52905"/>
                </a:lnTo>
                <a:lnTo>
                  <a:pt x="1076369" y="52642"/>
                </a:lnTo>
                <a:lnTo>
                  <a:pt x="1075616" y="52389"/>
                </a:lnTo>
                <a:lnTo>
                  <a:pt x="1074856" y="52146"/>
                </a:lnTo>
                <a:lnTo>
                  <a:pt x="1074090" y="51913"/>
                </a:lnTo>
                <a:lnTo>
                  <a:pt x="1073317" y="51689"/>
                </a:lnTo>
                <a:lnTo>
                  <a:pt x="1072537" y="51475"/>
                </a:lnTo>
                <a:lnTo>
                  <a:pt x="1071751" y="51270"/>
                </a:lnTo>
                <a:lnTo>
                  <a:pt x="1070959" y="51076"/>
                </a:lnTo>
                <a:lnTo>
                  <a:pt x="1070160" y="50891"/>
                </a:lnTo>
                <a:lnTo>
                  <a:pt x="1069354" y="50716"/>
                </a:lnTo>
                <a:lnTo>
                  <a:pt x="1068544" y="50549"/>
                </a:lnTo>
                <a:lnTo>
                  <a:pt x="1067733" y="50390"/>
                </a:lnTo>
                <a:lnTo>
                  <a:pt x="1066921" y="50237"/>
                </a:lnTo>
                <a:lnTo>
                  <a:pt x="1066107" y="50092"/>
                </a:lnTo>
                <a:lnTo>
                  <a:pt x="1065292" y="49953"/>
                </a:lnTo>
                <a:lnTo>
                  <a:pt x="1064475" y="49822"/>
                </a:lnTo>
                <a:lnTo>
                  <a:pt x="1063657" y="49698"/>
                </a:lnTo>
                <a:lnTo>
                  <a:pt x="1062837" y="49581"/>
                </a:lnTo>
                <a:lnTo>
                  <a:pt x="1062016" y="49471"/>
                </a:lnTo>
                <a:lnTo>
                  <a:pt x="1061194" y="49368"/>
                </a:lnTo>
                <a:lnTo>
                  <a:pt x="1060370" y="49272"/>
                </a:lnTo>
                <a:lnTo>
                  <a:pt x="1059545" y="49183"/>
                </a:lnTo>
                <a:lnTo>
                  <a:pt x="1058719" y="49102"/>
                </a:lnTo>
                <a:lnTo>
                  <a:pt x="1057891" y="49027"/>
                </a:lnTo>
                <a:lnTo>
                  <a:pt x="1057062" y="48960"/>
                </a:lnTo>
                <a:lnTo>
                  <a:pt x="1056231" y="48900"/>
                </a:lnTo>
                <a:lnTo>
                  <a:pt x="1055399" y="48846"/>
                </a:lnTo>
                <a:lnTo>
                  <a:pt x="1054565" y="48800"/>
                </a:lnTo>
                <a:lnTo>
                  <a:pt x="1053730" y="48761"/>
                </a:lnTo>
                <a:lnTo>
                  <a:pt x="1052894" y="48729"/>
                </a:lnTo>
                <a:lnTo>
                  <a:pt x="1052056" y="48704"/>
                </a:lnTo>
                <a:lnTo>
                  <a:pt x="1051217" y="48687"/>
                </a:lnTo>
                <a:lnTo>
                  <a:pt x="1050376" y="48676"/>
                </a:lnTo>
                <a:lnTo>
                  <a:pt x="1049534" y="48672"/>
                </a:lnTo>
                <a:lnTo>
                  <a:pt x="1048670" y="48676"/>
                </a:lnTo>
                <a:lnTo>
                  <a:pt x="1047807" y="48687"/>
                </a:lnTo>
                <a:lnTo>
                  <a:pt x="1046946" y="48704"/>
                </a:lnTo>
                <a:lnTo>
                  <a:pt x="1046087" y="48729"/>
                </a:lnTo>
                <a:lnTo>
                  <a:pt x="1045229" y="48761"/>
                </a:lnTo>
                <a:lnTo>
                  <a:pt x="1044373" y="48800"/>
                </a:lnTo>
                <a:lnTo>
                  <a:pt x="1043519" y="48847"/>
                </a:lnTo>
                <a:lnTo>
                  <a:pt x="1042666" y="48900"/>
                </a:lnTo>
                <a:lnTo>
                  <a:pt x="1041815" y="48960"/>
                </a:lnTo>
                <a:lnTo>
                  <a:pt x="1040965" y="49028"/>
                </a:lnTo>
                <a:lnTo>
                  <a:pt x="1040117" y="49103"/>
                </a:lnTo>
                <a:lnTo>
                  <a:pt x="1039271" y="49184"/>
                </a:lnTo>
                <a:lnTo>
                  <a:pt x="1038426" y="49273"/>
                </a:lnTo>
                <a:lnTo>
                  <a:pt x="1037583" y="49369"/>
                </a:lnTo>
                <a:lnTo>
                  <a:pt x="1036742" y="49472"/>
                </a:lnTo>
                <a:lnTo>
                  <a:pt x="1035902" y="49583"/>
                </a:lnTo>
                <a:lnTo>
                  <a:pt x="1035064" y="49700"/>
                </a:lnTo>
                <a:lnTo>
                  <a:pt x="1034227" y="49824"/>
                </a:lnTo>
                <a:lnTo>
                  <a:pt x="1033393" y="49956"/>
                </a:lnTo>
                <a:lnTo>
                  <a:pt x="1032559" y="50094"/>
                </a:lnTo>
                <a:lnTo>
                  <a:pt x="1031728" y="50240"/>
                </a:lnTo>
                <a:lnTo>
                  <a:pt x="1030898" y="50393"/>
                </a:lnTo>
                <a:lnTo>
                  <a:pt x="1030070" y="50553"/>
                </a:lnTo>
                <a:lnTo>
                  <a:pt x="1029243" y="50720"/>
                </a:lnTo>
                <a:lnTo>
                  <a:pt x="1028421" y="50895"/>
                </a:lnTo>
                <a:lnTo>
                  <a:pt x="1027605" y="51077"/>
                </a:lnTo>
                <a:lnTo>
                  <a:pt x="1026797" y="51268"/>
                </a:lnTo>
                <a:lnTo>
                  <a:pt x="1025996" y="51468"/>
                </a:lnTo>
                <a:lnTo>
                  <a:pt x="1025202" y="51675"/>
                </a:lnTo>
                <a:lnTo>
                  <a:pt x="1024415" y="51891"/>
                </a:lnTo>
                <a:lnTo>
                  <a:pt x="1023634" y="52115"/>
                </a:lnTo>
                <a:lnTo>
                  <a:pt x="1022861" y="52347"/>
                </a:lnTo>
                <a:lnTo>
                  <a:pt x="1022095" y="52588"/>
                </a:lnTo>
                <a:lnTo>
                  <a:pt x="1021336" y="52837"/>
                </a:lnTo>
                <a:lnTo>
                  <a:pt x="1020584" y="53094"/>
                </a:lnTo>
                <a:lnTo>
                  <a:pt x="1019839" y="53360"/>
                </a:lnTo>
                <a:lnTo>
                  <a:pt x="1019101" y="53634"/>
                </a:lnTo>
                <a:lnTo>
                  <a:pt x="1018370" y="53916"/>
                </a:lnTo>
                <a:lnTo>
                  <a:pt x="1017646" y="54206"/>
                </a:lnTo>
                <a:lnTo>
                  <a:pt x="1016929" y="54505"/>
                </a:lnTo>
                <a:lnTo>
                  <a:pt x="1016219" y="54812"/>
                </a:lnTo>
                <a:lnTo>
                  <a:pt x="1015516" y="55127"/>
                </a:lnTo>
                <a:lnTo>
                  <a:pt x="1014820" y="55450"/>
                </a:lnTo>
                <a:lnTo>
                  <a:pt x="1014131" y="55782"/>
                </a:lnTo>
                <a:lnTo>
                  <a:pt x="1013449" y="56122"/>
                </a:lnTo>
                <a:lnTo>
                  <a:pt x="1012775" y="56470"/>
                </a:lnTo>
                <a:lnTo>
                  <a:pt x="1012107" y="56827"/>
                </a:lnTo>
                <a:lnTo>
                  <a:pt x="1011446" y="57192"/>
                </a:lnTo>
                <a:lnTo>
                  <a:pt x="1010794" y="57566"/>
                </a:lnTo>
                <a:lnTo>
                  <a:pt x="1010153" y="57949"/>
                </a:lnTo>
                <a:lnTo>
                  <a:pt x="1009524" y="58343"/>
                </a:lnTo>
                <a:lnTo>
                  <a:pt x="1008905" y="58746"/>
                </a:lnTo>
                <a:lnTo>
                  <a:pt x="1008297" y="59158"/>
                </a:lnTo>
                <a:lnTo>
                  <a:pt x="1007700" y="59581"/>
                </a:lnTo>
                <a:lnTo>
                  <a:pt x="1007114" y="60013"/>
                </a:lnTo>
                <a:lnTo>
                  <a:pt x="1006540" y="60455"/>
                </a:lnTo>
                <a:lnTo>
                  <a:pt x="1005976" y="60906"/>
                </a:lnTo>
                <a:lnTo>
                  <a:pt x="1005423" y="61368"/>
                </a:lnTo>
                <a:lnTo>
                  <a:pt x="1004881" y="61839"/>
                </a:lnTo>
                <a:lnTo>
                  <a:pt x="1004351" y="62319"/>
                </a:lnTo>
                <a:lnTo>
                  <a:pt x="1003831" y="62810"/>
                </a:lnTo>
                <a:lnTo>
                  <a:pt x="1003322" y="63310"/>
                </a:lnTo>
                <a:lnTo>
                  <a:pt x="1002824" y="63820"/>
                </a:lnTo>
                <a:lnTo>
                  <a:pt x="1002338" y="64340"/>
                </a:lnTo>
                <a:lnTo>
                  <a:pt x="1001862" y="64869"/>
                </a:lnTo>
                <a:lnTo>
                  <a:pt x="1001397" y="65408"/>
                </a:lnTo>
                <a:lnTo>
                  <a:pt x="1000943" y="65957"/>
                </a:lnTo>
                <a:lnTo>
                  <a:pt x="1000501" y="66515"/>
                </a:lnTo>
                <a:lnTo>
                  <a:pt x="1000069" y="67083"/>
                </a:lnTo>
                <a:lnTo>
                  <a:pt x="999648" y="67661"/>
                </a:lnTo>
                <a:lnTo>
                  <a:pt x="999238" y="68249"/>
                </a:lnTo>
                <a:lnTo>
                  <a:pt x="998840" y="68846"/>
                </a:lnTo>
                <a:lnTo>
                  <a:pt x="998455" y="69453"/>
                </a:lnTo>
                <a:lnTo>
                  <a:pt x="998086" y="70071"/>
                </a:lnTo>
                <a:lnTo>
                  <a:pt x="997734" y="70700"/>
                </a:lnTo>
                <a:lnTo>
                  <a:pt x="997398" y="71340"/>
                </a:lnTo>
                <a:lnTo>
                  <a:pt x="997078" y="71991"/>
                </a:lnTo>
                <a:lnTo>
                  <a:pt x="996775" y="72653"/>
                </a:lnTo>
                <a:lnTo>
                  <a:pt x="996488" y="73326"/>
                </a:lnTo>
                <a:lnTo>
                  <a:pt x="996218" y="74009"/>
                </a:lnTo>
                <a:lnTo>
                  <a:pt x="995964" y="74704"/>
                </a:lnTo>
                <a:lnTo>
                  <a:pt x="995726" y="75409"/>
                </a:lnTo>
                <a:lnTo>
                  <a:pt x="995505" y="76125"/>
                </a:lnTo>
                <a:lnTo>
                  <a:pt x="995300" y="76852"/>
                </a:lnTo>
                <a:lnTo>
                  <a:pt x="995112" y="77590"/>
                </a:lnTo>
                <a:lnTo>
                  <a:pt x="994940" y="78339"/>
                </a:lnTo>
                <a:lnTo>
                  <a:pt x="994784" y="79099"/>
                </a:lnTo>
                <a:lnTo>
                  <a:pt x="994645" y="79870"/>
                </a:lnTo>
                <a:lnTo>
                  <a:pt x="994522" y="80652"/>
                </a:lnTo>
                <a:lnTo>
                  <a:pt x="994416" y="81444"/>
                </a:lnTo>
                <a:lnTo>
                  <a:pt x="994326" y="82247"/>
                </a:lnTo>
                <a:lnTo>
                  <a:pt x="994252" y="83062"/>
                </a:lnTo>
                <a:lnTo>
                  <a:pt x="994194" y="83887"/>
                </a:lnTo>
                <a:lnTo>
                  <a:pt x="994153" y="84723"/>
                </a:lnTo>
                <a:lnTo>
                  <a:pt x="994129" y="85570"/>
                </a:lnTo>
                <a:lnTo>
                  <a:pt x="994121" y="86428"/>
                </a:lnTo>
                <a:lnTo>
                  <a:pt x="994131" y="87521"/>
                </a:lnTo>
                <a:lnTo>
                  <a:pt x="994164" y="88596"/>
                </a:lnTo>
                <a:lnTo>
                  <a:pt x="994218" y="89654"/>
                </a:lnTo>
                <a:lnTo>
                  <a:pt x="994293" y="90693"/>
                </a:lnTo>
                <a:lnTo>
                  <a:pt x="994390" y="91715"/>
                </a:lnTo>
                <a:lnTo>
                  <a:pt x="994508" y="92719"/>
                </a:lnTo>
                <a:lnTo>
                  <a:pt x="994648" y="93706"/>
                </a:lnTo>
                <a:lnTo>
                  <a:pt x="994810" y="94675"/>
                </a:lnTo>
                <a:lnTo>
                  <a:pt x="994993" y="95626"/>
                </a:lnTo>
                <a:lnTo>
                  <a:pt x="995197" y="96559"/>
                </a:lnTo>
                <a:lnTo>
                  <a:pt x="995424" y="97474"/>
                </a:lnTo>
                <a:lnTo>
                  <a:pt x="995671" y="98372"/>
                </a:lnTo>
                <a:lnTo>
                  <a:pt x="995940" y="99252"/>
                </a:lnTo>
                <a:lnTo>
                  <a:pt x="996231" y="100114"/>
                </a:lnTo>
                <a:lnTo>
                  <a:pt x="996543" y="100959"/>
                </a:lnTo>
                <a:lnTo>
                  <a:pt x="996877" y="101785"/>
                </a:lnTo>
                <a:lnTo>
                  <a:pt x="997232" y="102594"/>
                </a:lnTo>
                <a:lnTo>
                  <a:pt x="997609" y="103386"/>
                </a:lnTo>
                <a:lnTo>
                  <a:pt x="998008" y="104159"/>
                </a:lnTo>
                <a:lnTo>
                  <a:pt x="998428" y="104915"/>
                </a:lnTo>
                <a:lnTo>
                  <a:pt x="998869" y="105653"/>
                </a:lnTo>
                <a:lnTo>
                  <a:pt x="999332" y="106373"/>
                </a:lnTo>
                <a:lnTo>
                  <a:pt x="999817" y="107076"/>
                </a:lnTo>
                <a:lnTo>
                  <a:pt x="1000323" y="107760"/>
                </a:lnTo>
                <a:lnTo>
                  <a:pt x="1000848" y="108430"/>
                </a:lnTo>
                <a:lnTo>
                  <a:pt x="1001390" y="109089"/>
                </a:lnTo>
                <a:lnTo>
                  <a:pt x="1001948" y="109736"/>
                </a:lnTo>
                <a:lnTo>
                  <a:pt x="1002523" y="110372"/>
                </a:lnTo>
                <a:lnTo>
                  <a:pt x="1003115" y="110996"/>
                </a:lnTo>
                <a:lnTo>
                  <a:pt x="1003723" y="111609"/>
                </a:lnTo>
                <a:lnTo>
                  <a:pt x="1004348" y="112211"/>
                </a:lnTo>
                <a:lnTo>
                  <a:pt x="1004989" y="112801"/>
                </a:lnTo>
                <a:lnTo>
                  <a:pt x="1005647" y="113380"/>
                </a:lnTo>
                <a:lnTo>
                  <a:pt x="1006322" y="113948"/>
                </a:lnTo>
                <a:lnTo>
                  <a:pt x="1007013" y="114504"/>
                </a:lnTo>
                <a:lnTo>
                  <a:pt x="1007721" y="115049"/>
                </a:lnTo>
                <a:lnTo>
                  <a:pt x="1008446" y="115583"/>
                </a:lnTo>
                <a:lnTo>
                  <a:pt x="1009187" y="116105"/>
                </a:lnTo>
                <a:lnTo>
                  <a:pt x="1009945" y="116616"/>
                </a:lnTo>
                <a:lnTo>
                  <a:pt x="1010719" y="117116"/>
                </a:lnTo>
                <a:lnTo>
                  <a:pt x="1011510" y="117604"/>
                </a:lnTo>
                <a:lnTo>
                  <a:pt x="1012318" y="118081"/>
                </a:lnTo>
                <a:lnTo>
                  <a:pt x="1013142" y="118546"/>
                </a:lnTo>
                <a:lnTo>
                  <a:pt x="1013983" y="119001"/>
                </a:lnTo>
                <a:lnTo>
                  <a:pt x="1014841" y="119443"/>
                </a:lnTo>
                <a:lnTo>
                  <a:pt x="1015715" y="119875"/>
                </a:lnTo>
                <a:lnTo>
                  <a:pt x="1016606" y="120295"/>
                </a:lnTo>
                <a:lnTo>
                  <a:pt x="1017513" y="120704"/>
                </a:lnTo>
                <a:lnTo>
                  <a:pt x="1018434" y="121104"/>
                </a:lnTo>
                <a:lnTo>
                  <a:pt x="1019366" y="121500"/>
                </a:lnTo>
                <a:lnTo>
                  <a:pt x="1020308" y="121891"/>
                </a:lnTo>
                <a:lnTo>
                  <a:pt x="1021260" y="122276"/>
                </a:lnTo>
                <a:lnTo>
                  <a:pt x="1022223" y="122657"/>
                </a:lnTo>
                <a:lnTo>
                  <a:pt x="1023197" y="123033"/>
                </a:lnTo>
                <a:lnTo>
                  <a:pt x="1024181" y="123404"/>
                </a:lnTo>
                <a:lnTo>
                  <a:pt x="1025176" y="123770"/>
                </a:lnTo>
                <a:lnTo>
                  <a:pt x="1026181" y="124130"/>
                </a:lnTo>
                <a:lnTo>
                  <a:pt x="1027197" y="124486"/>
                </a:lnTo>
                <a:lnTo>
                  <a:pt x="1028223" y="124837"/>
                </a:lnTo>
                <a:lnTo>
                  <a:pt x="1029260" y="125183"/>
                </a:lnTo>
                <a:lnTo>
                  <a:pt x="1030307" y="125525"/>
                </a:lnTo>
                <a:lnTo>
                  <a:pt x="1031365" y="125861"/>
                </a:lnTo>
                <a:lnTo>
                  <a:pt x="1032434" y="126192"/>
                </a:lnTo>
                <a:lnTo>
                  <a:pt x="1033513" y="126518"/>
                </a:lnTo>
                <a:lnTo>
                  <a:pt x="1034602" y="126839"/>
                </a:lnTo>
                <a:lnTo>
                  <a:pt x="1035702" y="127156"/>
                </a:lnTo>
                <a:lnTo>
                  <a:pt x="1036813" y="127467"/>
                </a:lnTo>
                <a:lnTo>
                  <a:pt x="1037934" y="127773"/>
                </a:lnTo>
                <a:lnTo>
                  <a:pt x="1039065" y="128075"/>
                </a:lnTo>
                <a:lnTo>
                  <a:pt x="1040208" y="128371"/>
                </a:lnTo>
                <a:lnTo>
                  <a:pt x="1041360" y="128663"/>
                </a:lnTo>
                <a:lnTo>
                  <a:pt x="1042523" y="128949"/>
                </a:lnTo>
                <a:lnTo>
                  <a:pt x="1043899" y="129267"/>
                </a:lnTo>
                <a:lnTo>
                  <a:pt x="1045240" y="129584"/>
                </a:lnTo>
                <a:lnTo>
                  <a:pt x="1046546" y="129901"/>
                </a:lnTo>
                <a:lnTo>
                  <a:pt x="1047817" y="130218"/>
                </a:lnTo>
                <a:lnTo>
                  <a:pt x="1049054" y="130534"/>
                </a:lnTo>
                <a:lnTo>
                  <a:pt x="1050255" y="130849"/>
                </a:lnTo>
                <a:lnTo>
                  <a:pt x="1051421" y="131164"/>
                </a:lnTo>
                <a:lnTo>
                  <a:pt x="1052553" y="131479"/>
                </a:lnTo>
                <a:lnTo>
                  <a:pt x="1053650" y="131793"/>
                </a:lnTo>
                <a:lnTo>
                  <a:pt x="1054712" y="132107"/>
                </a:lnTo>
                <a:lnTo>
                  <a:pt x="1055739" y="132420"/>
                </a:lnTo>
                <a:lnTo>
                  <a:pt x="1056731" y="132733"/>
                </a:lnTo>
                <a:lnTo>
                  <a:pt x="1057688" y="133045"/>
                </a:lnTo>
                <a:lnTo>
                  <a:pt x="1058610" y="133357"/>
                </a:lnTo>
                <a:lnTo>
                  <a:pt x="1059498" y="133668"/>
                </a:lnTo>
                <a:lnTo>
                  <a:pt x="1060351" y="133979"/>
                </a:lnTo>
                <a:lnTo>
                  <a:pt x="1061168" y="134289"/>
                </a:lnTo>
                <a:lnTo>
                  <a:pt x="1061951" y="134599"/>
                </a:lnTo>
                <a:lnTo>
                  <a:pt x="1062699" y="134909"/>
                </a:lnTo>
                <a:lnTo>
                  <a:pt x="1063412" y="135218"/>
                </a:lnTo>
                <a:lnTo>
                  <a:pt x="1064091" y="135526"/>
                </a:lnTo>
                <a:lnTo>
                  <a:pt x="1064734" y="135834"/>
                </a:lnTo>
                <a:lnTo>
                  <a:pt x="1065342" y="136142"/>
                </a:lnTo>
                <a:lnTo>
                  <a:pt x="1065916" y="136449"/>
                </a:lnTo>
                <a:lnTo>
                  <a:pt x="1066461" y="136762"/>
                </a:lnTo>
                <a:lnTo>
                  <a:pt x="1066982" y="137088"/>
                </a:lnTo>
                <a:lnTo>
                  <a:pt x="1067480" y="137428"/>
                </a:lnTo>
                <a:lnTo>
                  <a:pt x="1067955" y="137781"/>
                </a:lnTo>
                <a:lnTo>
                  <a:pt x="1068407" y="138147"/>
                </a:lnTo>
                <a:lnTo>
                  <a:pt x="1068836" y="138527"/>
                </a:lnTo>
                <a:lnTo>
                  <a:pt x="1069241" y="138919"/>
                </a:lnTo>
                <a:lnTo>
                  <a:pt x="1069624" y="139325"/>
                </a:lnTo>
                <a:lnTo>
                  <a:pt x="1069983" y="139744"/>
                </a:lnTo>
                <a:lnTo>
                  <a:pt x="1070319" y="140177"/>
                </a:lnTo>
                <a:lnTo>
                  <a:pt x="1070632" y="140622"/>
                </a:lnTo>
                <a:lnTo>
                  <a:pt x="1070921" y="141081"/>
                </a:lnTo>
                <a:lnTo>
                  <a:pt x="1071188" y="141554"/>
                </a:lnTo>
                <a:lnTo>
                  <a:pt x="1071431" y="142039"/>
                </a:lnTo>
                <a:lnTo>
                  <a:pt x="1071651" y="142538"/>
                </a:lnTo>
                <a:lnTo>
                  <a:pt x="1071848" y="143050"/>
                </a:lnTo>
                <a:lnTo>
                  <a:pt x="1072022" y="143575"/>
                </a:lnTo>
                <a:lnTo>
                  <a:pt x="1072173" y="144113"/>
                </a:lnTo>
                <a:lnTo>
                  <a:pt x="1072300" y="144665"/>
                </a:lnTo>
                <a:lnTo>
                  <a:pt x="1072404" y="145230"/>
                </a:lnTo>
                <a:lnTo>
                  <a:pt x="1072486" y="145808"/>
                </a:lnTo>
                <a:lnTo>
                  <a:pt x="1072544" y="146400"/>
                </a:lnTo>
                <a:lnTo>
                  <a:pt x="1072578" y="147005"/>
                </a:lnTo>
                <a:lnTo>
                  <a:pt x="1072590" y="147623"/>
                </a:lnTo>
                <a:lnTo>
                  <a:pt x="1072580" y="148285"/>
                </a:lnTo>
                <a:lnTo>
                  <a:pt x="1072551" y="148932"/>
                </a:lnTo>
                <a:lnTo>
                  <a:pt x="1072501" y="149562"/>
                </a:lnTo>
                <a:lnTo>
                  <a:pt x="1072433" y="150176"/>
                </a:lnTo>
                <a:lnTo>
                  <a:pt x="1072344" y="150774"/>
                </a:lnTo>
                <a:lnTo>
                  <a:pt x="1072236" y="151356"/>
                </a:lnTo>
                <a:lnTo>
                  <a:pt x="1072108" y="151922"/>
                </a:lnTo>
                <a:lnTo>
                  <a:pt x="1071961" y="152471"/>
                </a:lnTo>
                <a:lnTo>
                  <a:pt x="1071794" y="153005"/>
                </a:lnTo>
                <a:lnTo>
                  <a:pt x="1071607" y="153522"/>
                </a:lnTo>
                <a:lnTo>
                  <a:pt x="1071400" y="154023"/>
                </a:lnTo>
                <a:lnTo>
                  <a:pt x="1071174" y="154508"/>
                </a:lnTo>
                <a:lnTo>
                  <a:pt x="1070928" y="154977"/>
                </a:lnTo>
                <a:lnTo>
                  <a:pt x="1070663" y="155430"/>
                </a:lnTo>
                <a:lnTo>
                  <a:pt x="1070378" y="155867"/>
                </a:lnTo>
                <a:lnTo>
                  <a:pt x="1070073" y="156287"/>
                </a:lnTo>
                <a:lnTo>
                  <a:pt x="1069749" y="156692"/>
                </a:lnTo>
                <a:lnTo>
                  <a:pt x="1069405" y="157080"/>
                </a:lnTo>
                <a:lnTo>
                  <a:pt x="1069041" y="157452"/>
                </a:lnTo>
                <a:lnTo>
                  <a:pt x="1068657" y="157808"/>
                </a:lnTo>
                <a:lnTo>
                  <a:pt x="1068254" y="158148"/>
                </a:lnTo>
                <a:lnTo>
                  <a:pt x="1067832" y="158471"/>
                </a:lnTo>
                <a:lnTo>
                  <a:pt x="1067389" y="158779"/>
                </a:lnTo>
                <a:lnTo>
                  <a:pt x="1066927" y="159070"/>
                </a:lnTo>
                <a:lnTo>
                  <a:pt x="1066447" y="159347"/>
                </a:lnTo>
                <a:lnTo>
                  <a:pt x="1065952" y="159613"/>
                </a:lnTo>
                <a:lnTo>
                  <a:pt x="1065440" y="159866"/>
                </a:lnTo>
                <a:lnTo>
                  <a:pt x="1064912" y="160108"/>
                </a:lnTo>
                <a:lnTo>
                  <a:pt x="1064369" y="160338"/>
                </a:lnTo>
                <a:lnTo>
                  <a:pt x="1063809" y="160556"/>
                </a:lnTo>
                <a:lnTo>
                  <a:pt x="1063234" y="160762"/>
                </a:lnTo>
                <a:lnTo>
                  <a:pt x="1062643" y="160957"/>
                </a:lnTo>
                <a:lnTo>
                  <a:pt x="1062035" y="161140"/>
                </a:lnTo>
                <a:lnTo>
                  <a:pt x="1061412" y="161311"/>
                </a:lnTo>
                <a:lnTo>
                  <a:pt x="1060773" y="161470"/>
                </a:lnTo>
                <a:lnTo>
                  <a:pt x="1060118" y="161617"/>
                </a:lnTo>
                <a:lnTo>
                  <a:pt x="1059448" y="161753"/>
                </a:lnTo>
                <a:lnTo>
                  <a:pt x="1058761" y="161877"/>
                </a:lnTo>
                <a:lnTo>
                  <a:pt x="1058058" y="161989"/>
                </a:lnTo>
                <a:lnTo>
                  <a:pt x="1057339" y="162089"/>
                </a:lnTo>
                <a:lnTo>
                  <a:pt x="1056605" y="162177"/>
                </a:lnTo>
                <a:lnTo>
                  <a:pt x="1055854" y="162254"/>
                </a:lnTo>
                <a:lnTo>
                  <a:pt x="1055088" y="162319"/>
                </a:lnTo>
                <a:lnTo>
                  <a:pt x="1054306" y="162372"/>
                </a:lnTo>
                <a:lnTo>
                  <a:pt x="1053508" y="162413"/>
                </a:lnTo>
                <a:lnTo>
                  <a:pt x="1052694" y="162443"/>
                </a:lnTo>
                <a:lnTo>
                  <a:pt x="1051864" y="162460"/>
                </a:lnTo>
                <a:lnTo>
                  <a:pt x="1051018" y="162466"/>
                </a:lnTo>
                <a:lnTo>
                  <a:pt x="1050157" y="162459"/>
                </a:lnTo>
                <a:lnTo>
                  <a:pt x="1049306" y="162436"/>
                </a:lnTo>
                <a:lnTo>
                  <a:pt x="1048463" y="162397"/>
                </a:lnTo>
                <a:lnTo>
                  <a:pt x="1047630" y="162343"/>
                </a:lnTo>
                <a:lnTo>
                  <a:pt x="1046806" y="162274"/>
                </a:lnTo>
                <a:lnTo>
                  <a:pt x="1045991" y="162190"/>
                </a:lnTo>
                <a:lnTo>
                  <a:pt x="1045185" y="162090"/>
                </a:lnTo>
                <a:lnTo>
                  <a:pt x="1044389" y="161975"/>
                </a:lnTo>
                <a:lnTo>
                  <a:pt x="1043601" y="161845"/>
                </a:lnTo>
                <a:lnTo>
                  <a:pt x="1042823" y="161699"/>
                </a:lnTo>
                <a:lnTo>
                  <a:pt x="1042053" y="161538"/>
                </a:lnTo>
                <a:lnTo>
                  <a:pt x="1041293" y="161361"/>
                </a:lnTo>
                <a:lnTo>
                  <a:pt x="1040542" y="161169"/>
                </a:lnTo>
                <a:lnTo>
                  <a:pt x="1039800" y="160962"/>
                </a:lnTo>
                <a:lnTo>
                  <a:pt x="1039068" y="160740"/>
                </a:lnTo>
                <a:lnTo>
                  <a:pt x="1038344" y="160502"/>
                </a:lnTo>
                <a:lnTo>
                  <a:pt x="1037629" y="160249"/>
                </a:lnTo>
                <a:lnTo>
                  <a:pt x="1036924" y="159980"/>
                </a:lnTo>
                <a:lnTo>
                  <a:pt x="1036228" y="159696"/>
                </a:lnTo>
                <a:lnTo>
                  <a:pt x="1035541" y="159397"/>
                </a:lnTo>
                <a:lnTo>
                  <a:pt x="1034863" y="159082"/>
                </a:lnTo>
                <a:lnTo>
                  <a:pt x="1034194" y="158752"/>
                </a:lnTo>
                <a:lnTo>
                  <a:pt x="1033534" y="158407"/>
                </a:lnTo>
                <a:lnTo>
                  <a:pt x="1032883" y="158046"/>
                </a:lnTo>
                <a:lnTo>
                  <a:pt x="1032251" y="157666"/>
                </a:lnTo>
                <a:lnTo>
                  <a:pt x="1031645" y="157262"/>
                </a:lnTo>
                <a:lnTo>
                  <a:pt x="1031066" y="156834"/>
                </a:lnTo>
                <a:lnTo>
                  <a:pt x="1030515" y="156381"/>
                </a:lnTo>
                <a:lnTo>
                  <a:pt x="1029990" y="155905"/>
                </a:lnTo>
                <a:lnTo>
                  <a:pt x="1029492" y="155405"/>
                </a:lnTo>
                <a:lnTo>
                  <a:pt x="1029021" y="154881"/>
                </a:lnTo>
                <a:lnTo>
                  <a:pt x="1028576" y="154333"/>
                </a:lnTo>
                <a:lnTo>
                  <a:pt x="1028159" y="153761"/>
                </a:lnTo>
                <a:lnTo>
                  <a:pt x="1027769" y="153165"/>
                </a:lnTo>
                <a:lnTo>
                  <a:pt x="1027405" y="152545"/>
                </a:lnTo>
                <a:lnTo>
                  <a:pt x="1027069" y="151901"/>
                </a:lnTo>
                <a:lnTo>
                  <a:pt x="1026759" y="151233"/>
                </a:lnTo>
                <a:lnTo>
                  <a:pt x="1026477" y="150542"/>
                </a:lnTo>
                <a:lnTo>
                  <a:pt x="1026221" y="149826"/>
                </a:lnTo>
                <a:lnTo>
                  <a:pt x="1025992" y="149086"/>
                </a:lnTo>
                <a:lnTo>
                  <a:pt x="1025790" y="148322"/>
                </a:lnTo>
                <a:lnTo>
                  <a:pt x="1025615" y="147535"/>
                </a:lnTo>
                <a:lnTo>
                  <a:pt x="1025467" y="146723"/>
                </a:lnTo>
                <a:lnTo>
                  <a:pt x="1025346" y="145887"/>
                </a:lnTo>
                <a:lnTo>
                  <a:pt x="1025252" y="145028"/>
                </a:lnTo>
                <a:lnTo>
                  <a:pt x="1025185" y="144144"/>
                </a:lnTo>
                <a:lnTo>
                  <a:pt x="1025144" y="143237"/>
                </a:lnTo>
                <a:lnTo>
                  <a:pt x="1025131" y="142305"/>
                </a:lnTo>
                <a:lnTo>
                  <a:pt x="991963" y="142305"/>
                </a:lnTo>
                <a:lnTo>
                  <a:pt x="991972" y="143366"/>
                </a:lnTo>
                <a:lnTo>
                  <a:pt x="991998" y="144412"/>
                </a:lnTo>
                <a:lnTo>
                  <a:pt x="992041" y="145443"/>
                </a:lnTo>
                <a:lnTo>
                  <a:pt x="992102" y="146459"/>
                </a:lnTo>
                <a:lnTo>
                  <a:pt x="992180" y="147461"/>
                </a:lnTo>
                <a:lnTo>
                  <a:pt x="992275" y="148448"/>
                </a:lnTo>
                <a:lnTo>
                  <a:pt x="992388" y="149420"/>
                </a:lnTo>
                <a:lnTo>
                  <a:pt x="992518" y="150378"/>
                </a:lnTo>
                <a:lnTo>
                  <a:pt x="992665" y="151321"/>
                </a:lnTo>
                <a:lnTo>
                  <a:pt x="992830" y="152249"/>
                </a:lnTo>
                <a:lnTo>
                  <a:pt x="993011" y="153163"/>
                </a:lnTo>
                <a:lnTo>
                  <a:pt x="993211" y="154062"/>
                </a:lnTo>
                <a:lnTo>
                  <a:pt x="993427" y="154946"/>
                </a:lnTo>
                <a:lnTo>
                  <a:pt x="993661" y="155816"/>
                </a:lnTo>
                <a:lnTo>
                  <a:pt x="993912" y="156671"/>
                </a:lnTo>
                <a:lnTo>
                  <a:pt x="994181" y="157511"/>
                </a:lnTo>
                <a:lnTo>
                  <a:pt x="994466" y="158336"/>
                </a:lnTo>
                <a:lnTo>
                  <a:pt x="994770" y="159147"/>
                </a:lnTo>
                <a:lnTo>
                  <a:pt x="995090" y="159944"/>
                </a:lnTo>
                <a:lnTo>
                  <a:pt x="995428" y="160725"/>
                </a:lnTo>
                <a:lnTo>
                  <a:pt x="995783" y="161492"/>
                </a:lnTo>
                <a:lnTo>
                  <a:pt x="996155" y="162244"/>
                </a:lnTo>
                <a:lnTo>
                  <a:pt x="996545" y="162982"/>
                </a:lnTo>
                <a:lnTo>
                  <a:pt x="996952" y="163705"/>
                </a:lnTo>
                <a:lnTo>
                  <a:pt x="997374" y="164414"/>
                </a:lnTo>
                <a:lnTo>
                  <a:pt x="997808" y="165111"/>
                </a:lnTo>
                <a:lnTo>
                  <a:pt x="998254" y="165795"/>
                </a:lnTo>
                <a:lnTo>
                  <a:pt x="998712" y="166467"/>
                </a:lnTo>
                <a:lnTo>
                  <a:pt x="999183" y="167126"/>
                </a:lnTo>
                <a:lnTo>
                  <a:pt x="999665" y="167773"/>
                </a:lnTo>
                <a:lnTo>
                  <a:pt x="1000160" y="168407"/>
                </a:lnTo>
                <a:lnTo>
                  <a:pt x="1000667" y="169028"/>
                </a:lnTo>
                <a:lnTo>
                  <a:pt x="1001186" y="169637"/>
                </a:lnTo>
                <a:lnTo>
                  <a:pt x="1001718" y="170234"/>
                </a:lnTo>
                <a:lnTo>
                  <a:pt x="1002261" y="170818"/>
                </a:lnTo>
                <a:lnTo>
                  <a:pt x="1002817" y="171389"/>
                </a:lnTo>
                <a:lnTo>
                  <a:pt x="1003385" y="171948"/>
                </a:lnTo>
                <a:lnTo>
                  <a:pt x="1003965" y="172494"/>
                </a:lnTo>
                <a:lnTo>
                  <a:pt x="1004557" y="173028"/>
                </a:lnTo>
                <a:lnTo>
                  <a:pt x="1005161" y="173549"/>
                </a:lnTo>
                <a:lnTo>
                  <a:pt x="1005778" y="174058"/>
                </a:lnTo>
                <a:lnTo>
                  <a:pt x="1006407" y="174554"/>
                </a:lnTo>
                <a:lnTo>
                  <a:pt x="1007048" y="175038"/>
                </a:lnTo>
                <a:lnTo>
                  <a:pt x="1007701" y="175509"/>
                </a:lnTo>
                <a:lnTo>
                  <a:pt x="1008366" y="175967"/>
                </a:lnTo>
                <a:lnTo>
                  <a:pt x="1009043" y="176413"/>
                </a:lnTo>
                <a:lnTo>
                  <a:pt x="1009733" y="176847"/>
                </a:lnTo>
                <a:lnTo>
                  <a:pt x="1010435" y="177268"/>
                </a:lnTo>
                <a:lnTo>
                  <a:pt x="1011146" y="177677"/>
                </a:lnTo>
                <a:lnTo>
                  <a:pt x="1011864" y="178077"/>
                </a:lnTo>
                <a:lnTo>
                  <a:pt x="1012590" y="178466"/>
                </a:lnTo>
                <a:lnTo>
                  <a:pt x="1013322" y="178845"/>
                </a:lnTo>
                <a:lnTo>
                  <a:pt x="1014062" y="179214"/>
                </a:lnTo>
                <a:lnTo>
                  <a:pt x="1014808" y="179572"/>
                </a:lnTo>
                <a:lnTo>
                  <a:pt x="1015562" y="179921"/>
                </a:lnTo>
                <a:lnTo>
                  <a:pt x="1016322" y="180259"/>
                </a:lnTo>
                <a:lnTo>
                  <a:pt x="1017090" y="180587"/>
                </a:lnTo>
                <a:lnTo>
                  <a:pt x="1017864" y="180905"/>
                </a:lnTo>
                <a:lnTo>
                  <a:pt x="1018646" y="181213"/>
                </a:lnTo>
                <a:lnTo>
                  <a:pt x="1019434" y="181511"/>
                </a:lnTo>
                <a:lnTo>
                  <a:pt x="1020230" y="181798"/>
                </a:lnTo>
                <a:lnTo>
                  <a:pt x="1021033" y="182075"/>
                </a:lnTo>
                <a:lnTo>
                  <a:pt x="1021842" y="182342"/>
                </a:lnTo>
                <a:lnTo>
                  <a:pt x="1022659" y="182599"/>
                </a:lnTo>
                <a:lnTo>
                  <a:pt x="1023483" y="182846"/>
                </a:lnTo>
                <a:lnTo>
                  <a:pt x="1024313" y="183082"/>
                </a:lnTo>
                <a:lnTo>
                  <a:pt x="1025151" y="183308"/>
                </a:lnTo>
                <a:lnTo>
                  <a:pt x="1025996" y="183524"/>
                </a:lnTo>
                <a:lnTo>
                  <a:pt x="1026848" y="183730"/>
                </a:lnTo>
                <a:lnTo>
                  <a:pt x="1027707" y="183926"/>
                </a:lnTo>
                <a:lnTo>
                  <a:pt x="1028572" y="184112"/>
                </a:lnTo>
                <a:lnTo>
                  <a:pt x="1029445" y="184287"/>
                </a:lnTo>
                <a:lnTo>
                  <a:pt x="1030322" y="184454"/>
                </a:lnTo>
                <a:lnTo>
                  <a:pt x="1031201" y="184613"/>
                </a:lnTo>
                <a:lnTo>
                  <a:pt x="1032081" y="184766"/>
                </a:lnTo>
                <a:lnTo>
                  <a:pt x="1032962" y="184911"/>
                </a:lnTo>
                <a:lnTo>
                  <a:pt x="1033845" y="185050"/>
                </a:lnTo>
                <a:lnTo>
                  <a:pt x="1034729" y="185181"/>
                </a:lnTo>
                <a:lnTo>
                  <a:pt x="1035614" y="185305"/>
                </a:lnTo>
                <a:lnTo>
                  <a:pt x="1036501" y="185422"/>
                </a:lnTo>
                <a:lnTo>
                  <a:pt x="1037390" y="185532"/>
                </a:lnTo>
                <a:lnTo>
                  <a:pt x="1038279" y="185635"/>
                </a:lnTo>
                <a:lnTo>
                  <a:pt x="1039170" y="185731"/>
                </a:lnTo>
                <a:lnTo>
                  <a:pt x="1040063" y="185820"/>
                </a:lnTo>
                <a:lnTo>
                  <a:pt x="1040957" y="185901"/>
                </a:lnTo>
                <a:lnTo>
                  <a:pt x="1041852" y="185976"/>
                </a:lnTo>
                <a:lnTo>
                  <a:pt x="1042749" y="186043"/>
                </a:lnTo>
                <a:lnTo>
                  <a:pt x="1043647" y="186104"/>
                </a:lnTo>
                <a:lnTo>
                  <a:pt x="1044547" y="186157"/>
                </a:lnTo>
                <a:lnTo>
                  <a:pt x="1045448" y="186203"/>
                </a:lnTo>
                <a:lnTo>
                  <a:pt x="1046350" y="186242"/>
                </a:lnTo>
                <a:lnTo>
                  <a:pt x="1047254" y="186274"/>
                </a:lnTo>
                <a:lnTo>
                  <a:pt x="1048159" y="186299"/>
                </a:lnTo>
                <a:lnTo>
                  <a:pt x="1049065" y="186316"/>
                </a:lnTo>
                <a:lnTo>
                  <a:pt x="1049973" y="186327"/>
                </a:lnTo>
                <a:lnTo>
                  <a:pt x="1050883" y="186331"/>
                </a:lnTo>
                <a:lnTo>
                  <a:pt x="1051803" y="186327"/>
                </a:lnTo>
                <a:lnTo>
                  <a:pt x="1052720" y="186314"/>
                </a:lnTo>
                <a:lnTo>
                  <a:pt x="1053635" y="186294"/>
                </a:lnTo>
                <a:lnTo>
                  <a:pt x="1054547" y="186266"/>
                </a:lnTo>
                <a:close/>
                <a:moveTo>
                  <a:pt x="1303311" y="186108"/>
                </a:moveTo>
                <a:lnTo>
                  <a:pt x="1304719" y="186010"/>
                </a:lnTo>
                <a:lnTo>
                  <a:pt x="1306111" y="185895"/>
                </a:lnTo>
                <a:lnTo>
                  <a:pt x="1307488" y="185761"/>
                </a:lnTo>
                <a:lnTo>
                  <a:pt x="1308849" y="185610"/>
                </a:lnTo>
                <a:lnTo>
                  <a:pt x="1310194" y="185441"/>
                </a:lnTo>
                <a:lnTo>
                  <a:pt x="1311524" y="185254"/>
                </a:lnTo>
                <a:lnTo>
                  <a:pt x="1312838" y="185050"/>
                </a:lnTo>
                <a:lnTo>
                  <a:pt x="1314136" y="184827"/>
                </a:lnTo>
                <a:lnTo>
                  <a:pt x="1315419" y="184587"/>
                </a:lnTo>
                <a:lnTo>
                  <a:pt x="1316686" y="184329"/>
                </a:lnTo>
                <a:lnTo>
                  <a:pt x="1317937" y="184053"/>
                </a:lnTo>
                <a:lnTo>
                  <a:pt x="1319172" y="183760"/>
                </a:lnTo>
                <a:lnTo>
                  <a:pt x="1320392" y="183449"/>
                </a:lnTo>
                <a:lnTo>
                  <a:pt x="1321596" y="183120"/>
                </a:lnTo>
                <a:lnTo>
                  <a:pt x="1322785" y="182773"/>
                </a:lnTo>
                <a:lnTo>
                  <a:pt x="1323958" y="182408"/>
                </a:lnTo>
                <a:lnTo>
                  <a:pt x="1325115" y="182025"/>
                </a:lnTo>
                <a:lnTo>
                  <a:pt x="1326256" y="181625"/>
                </a:lnTo>
                <a:lnTo>
                  <a:pt x="1327382" y="181207"/>
                </a:lnTo>
                <a:lnTo>
                  <a:pt x="1328490" y="180771"/>
                </a:lnTo>
                <a:lnTo>
                  <a:pt x="1329579" y="180317"/>
                </a:lnTo>
                <a:lnTo>
                  <a:pt x="1330648" y="179844"/>
                </a:lnTo>
                <a:lnTo>
                  <a:pt x="1331697" y="179353"/>
                </a:lnTo>
                <a:lnTo>
                  <a:pt x="1332726" y="178844"/>
                </a:lnTo>
                <a:lnTo>
                  <a:pt x="1333736" y="178317"/>
                </a:lnTo>
                <a:lnTo>
                  <a:pt x="1334726" y="177771"/>
                </a:lnTo>
                <a:lnTo>
                  <a:pt x="1335697" y="177207"/>
                </a:lnTo>
                <a:lnTo>
                  <a:pt x="1336647" y="176625"/>
                </a:lnTo>
                <a:lnTo>
                  <a:pt x="1337578" y="176025"/>
                </a:lnTo>
                <a:lnTo>
                  <a:pt x="1338490" y="175406"/>
                </a:lnTo>
                <a:lnTo>
                  <a:pt x="1339382" y="174769"/>
                </a:lnTo>
                <a:lnTo>
                  <a:pt x="1340254" y="174114"/>
                </a:lnTo>
                <a:lnTo>
                  <a:pt x="1341106" y="173441"/>
                </a:lnTo>
                <a:lnTo>
                  <a:pt x="1341939" y="172749"/>
                </a:lnTo>
                <a:lnTo>
                  <a:pt x="1342752" y="172039"/>
                </a:lnTo>
                <a:lnTo>
                  <a:pt x="1343546" y="171311"/>
                </a:lnTo>
                <a:lnTo>
                  <a:pt x="1344320" y="170564"/>
                </a:lnTo>
                <a:lnTo>
                  <a:pt x="1345074" y="169800"/>
                </a:lnTo>
                <a:lnTo>
                  <a:pt x="1345809" y="169017"/>
                </a:lnTo>
                <a:lnTo>
                  <a:pt x="1346523" y="168215"/>
                </a:lnTo>
                <a:lnTo>
                  <a:pt x="1347219" y="167396"/>
                </a:lnTo>
                <a:lnTo>
                  <a:pt x="1347894" y="166558"/>
                </a:lnTo>
                <a:lnTo>
                  <a:pt x="1348550" y="165702"/>
                </a:lnTo>
                <a:lnTo>
                  <a:pt x="1349184" y="164828"/>
                </a:lnTo>
                <a:lnTo>
                  <a:pt x="1349793" y="163936"/>
                </a:lnTo>
                <a:lnTo>
                  <a:pt x="1350378" y="163026"/>
                </a:lnTo>
                <a:lnTo>
                  <a:pt x="1350938" y="162097"/>
                </a:lnTo>
                <a:lnTo>
                  <a:pt x="1351473" y="161151"/>
                </a:lnTo>
                <a:lnTo>
                  <a:pt x="1351984" y="160187"/>
                </a:lnTo>
                <a:lnTo>
                  <a:pt x="1352470" y="159205"/>
                </a:lnTo>
                <a:lnTo>
                  <a:pt x="1352932" y="158204"/>
                </a:lnTo>
                <a:lnTo>
                  <a:pt x="1353369" y="157186"/>
                </a:lnTo>
                <a:lnTo>
                  <a:pt x="1353782" y="156150"/>
                </a:lnTo>
                <a:lnTo>
                  <a:pt x="1354170" y="155095"/>
                </a:lnTo>
                <a:lnTo>
                  <a:pt x="1354533" y="154023"/>
                </a:lnTo>
                <a:lnTo>
                  <a:pt x="1354872" y="152932"/>
                </a:lnTo>
                <a:lnTo>
                  <a:pt x="1355186" y="151824"/>
                </a:lnTo>
                <a:lnTo>
                  <a:pt x="1355476" y="150697"/>
                </a:lnTo>
                <a:lnTo>
                  <a:pt x="1355741" y="149553"/>
                </a:lnTo>
                <a:lnTo>
                  <a:pt x="1355981" y="148390"/>
                </a:lnTo>
                <a:lnTo>
                  <a:pt x="1356197" y="147210"/>
                </a:lnTo>
                <a:lnTo>
                  <a:pt x="1356389" y="146011"/>
                </a:lnTo>
                <a:lnTo>
                  <a:pt x="1356555" y="144795"/>
                </a:lnTo>
                <a:lnTo>
                  <a:pt x="1356698" y="143560"/>
                </a:lnTo>
                <a:lnTo>
                  <a:pt x="1356815" y="142307"/>
                </a:lnTo>
                <a:lnTo>
                  <a:pt x="1356908" y="141037"/>
                </a:lnTo>
                <a:lnTo>
                  <a:pt x="1356977" y="139748"/>
                </a:lnTo>
                <a:lnTo>
                  <a:pt x="1321787" y="139748"/>
                </a:lnTo>
                <a:lnTo>
                  <a:pt x="1321764" y="140596"/>
                </a:lnTo>
                <a:lnTo>
                  <a:pt x="1321717" y="141426"/>
                </a:lnTo>
                <a:lnTo>
                  <a:pt x="1321646" y="142239"/>
                </a:lnTo>
                <a:lnTo>
                  <a:pt x="1321551" y="143034"/>
                </a:lnTo>
                <a:lnTo>
                  <a:pt x="1321432" y="143811"/>
                </a:lnTo>
                <a:lnTo>
                  <a:pt x="1321290" y="144571"/>
                </a:lnTo>
                <a:lnTo>
                  <a:pt x="1321123" y="145313"/>
                </a:lnTo>
                <a:lnTo>
                  <a:pt x="1320933" y="146038"/>
                </a:lnTo>
                <a:lnTo>
                  <a:pt x="1320719" y="146745"/>
                </a:lnTo>
                <a:lnTo>
                  <a:pt x="1320481" y="147434"/>
                </a:lnTo>
                <a:lnTo>
                  <a:pt x="1320219" y="148106"/>
                </a:lnTo>
                <a:lnTo>
                  <a:pt x="1319933" y="148760"/>
                </a:lnTo>
                <a:lnTo>
                  <a:pt x="1319623" y="149397"/>
                </a:lnTo>
                <a:lnTo>
                  <a:pt x="1319290" y="150016"/>
                </a:lnTo>
                <a:lnTo>
                  <a:pt x="1318932" y="150617"/>
                </a:lnTo>
                <a:lnTo>
                  <a:pt x="1318551" y="151201"/>
                </a:lnTo>
                <a:lnTo>
                  <a:pt x="1318146" y="151767"/>
                </a:lnTo>
                <a:lnTo>
                  <a:pt x="1317717" y="152315"/>
                </a:lnTo>
                <a:lnTo>
                  <a:pt x="1317264" y="152846"/>
                </a:lnTo>
                <a:lnTo>
                  <a:pt x="1316787" y="153359"/>
                </a:lnTo>
                <a:lnTo>
                  <a:pt x="1316286" y="153855"/>
                </a:lnTo>
                <a:lnTo>
                  <a:pt x="1315762" y="154333"/>
                </a:lnTo>
                <a:lnTo>
                  <a:pt x="1315213" y="154793"/>
                </a:lnTo>
                <a:lnTo>
                  <a:pt x="1314641" y="155236"/>
                </a:lnTo>
                <a:lnTo>
                  <a:pt x="1314049" y="155661"/>
                </a:lnTo>
                <a:lnTo>
                  <a:pt x="1313441" y="156068"/>
                </a:lnTo>
                <a:lnTo>
                  <a:pt x="1312817" y="156457"/>
                </a:lnTo>
                <a:lnTo>
                  <a:pt x="1312177" y="156827"/>
                </a:lnTo>
                <a:lnTo>
                  <a:pt x="1311521" y="157180"/>
                </a:lnTo>
                <a:lnTo>
                  <a:pt x="1310849" y="157515"/>
                </a:lnTo>
                <a:lnTo>
                  <a:pt x="1310161" y="157831"/>
                </a:lnTo>
                <a:lnTo>
                  <a:pt x="1309458" y="158129"/>
                </a:lnTo>
                <a:lnTo>
                  <a:pt x="1308738" y="158410"/>
                </a:lnTo>
                <a:lnTo>
                  <a:pt x="1308003" y="158672"/>
                </a:lnTo>
                <a:lnTo>
                  <a:pt x="1307251" y="158916"/>
                </a:lnTo>
                <a:lnTo>
                  <a:pt x="1306484" y="159142"/>
                </a:lnTo>
                <a:lnTo>
                  <a:pt x="1305701" y="159350"/>
                </a:lnTo>
                <a:lnTo>
                  <a:pt x="1304902" y="159540"/>
                </a:lnTo>
                <a:lnTo>
                  <a:pt x="1304087" y="159712"/>
                </a:lnTo>
                <a:lnTo>
                  <a:pt x="1303256" y="159865"/>
                </a:lnTo>
                <a:lnTo>
                  <a:pt x="1302409" y="160001"/>
                </a:lnTo>
                <a:lnTo>
                  <a:pt x="1301546" y="160118"/>
                </a:lnTo>
                <a:lnTo>
                  <a:pt x="1300667" y="160218"/>
                </a:lnTo>
                <a:lnTo>
                  <a:pt x="1299773" y="160299"/>
                </a:lnTo>
                <a:lnTo>
                  <a:pt x="1298862" y="160362"/>
                </a:lnTo>
                <a:lnTo>
                  <a:pt x="1297936" y="160408"/>
                </a:lnTo>
                <a:lnTo>
                  <a:pt x="1296993" y="160435"/>
                </a:lnTo>
                <a:lnTo>
                  <a:pt x="1296035" y="160444"/>
                </a:lnTo>
                <a:lnTo>
                  <a:pt x="1295110" y="160435"/>
                </a:lnTo>
                <a:lnTo>
                  <a:pt x="1294200" y="160409"/>
                </a:lnTo>
                <a:lnTo>
                  <a:pt x="1293305" y="160365"/>
                </a:lnTo>
                <a:lnTo>
                  <a:pt x="1292425" y="160304"/>
                </a:lnTo>
                <a:lnTo>
                  <a:pt x="1291559" y="160225"/>
                </a:lnTo>
                <a:lnTo>
                  <a:pt x="1290709" y="160129"/>
                </a:lnTo>
                <a:lnTo>
                  <a:pt x="1289874" y="160016"/>
                </a:lnTo>
                <a:lnTo>
                  <a:pt x="1289054" y="159885"/>
                </a:lnTo>
                <a:lnTo>
                  <a:pt x="1288249" y="159736"/>
                </a:lnTo>
                <a:lnTo>
                  <a:pt x="1287459" y="159570"/>
                </a:lnTo>
                <a:lnTo>
                  <a:pt x="1286683" y="159387"/>
                </a:lnTo>
                <a:lnTo>
                  <a:pt x="1285923" y="159186"/>
                </a:lnTo>
                <a:lnTo>
                  <a:pt x="1285178" y="158968"/>
                </a:lnTo>
                <a:lnTo>
                  <a:pt x="1284447" y="158732"/>
                </a:lnTo>
                <a:lnTo>
                  <a:pt x="1283732" y="158479"/>
                </a:lnTo>
                <a:lnTo>
                  <a:pt x="1283032" y="158208"/>
                </a:lnTo>
                <a:lnTo>
                  <a:pt x="1282346" y="157920"/>
                </a:lnTo>
                <a:lnTo>
                  <a:pt x="1281676" y="157614"/>
                </a:lnTo>
                <a:lnTo>
                  <a:pt x="1281021" y="157291"/>
                </a:lnTo>
                <a:lnTo>
                  <a:pt x="1280380" y="156950"/>
                </a:lnTo>
                <a:lnTo>
                  <a:pt x="1279755" y="156592"/>
                </a:lnTo>
                <a:lnTo>
                  <a:pt x="1279144" y="156217"/>
                </a:lnTo>
                <a:lnTo>
                  <a:pt x="1278549" y="155824"/>
                </a:lnTo>
                <a:lnTo>
                  <a:pt x="1277968" y="155413"/>
                </a:lnTo>
                <a:lnTo>
                  <a:pt x="1277402" y="154988"/>
                </a:lnTo>
                <a:lnTo>
                  <a:pt x="1276848" y="154551"/>
                </a:lnTo>
                <a:lnTo>
                  <a:pt x="1276307" y="154104"/>
                </a:lnTo>
                <a:lnTo>
                  <a:pt x="1275779" y="153645"/>
                </a:lnTo>
                <a:lnTo>
                  <a:pt x="1275264" y="153175"/>
                </a:lnTo>
                <a:lnTo>
                  <a:pt x="1274762" y="152693"/>
                </a:lnTo>
                <a:lnTo>
                  <a:pt x="1274273" y="152200"/>
                </a:lnTo>
                <a:lnTo>
                  <a:pt x="1273796" y="151696"/>
                </a:lnTo>
                <a:lnTo>
                  <a:pt x="1273332" y="151181"/>
                </a:lnTo>
                <a:lnTo>
                  <a:pt x="1272882" y="150655"/>
                </a:lnTo>
                <a:lnTo>
                  <a:pt x="1272444" y="150117"/>
                </a:lnTo>
                <a:lnTo>
                  <a:pt x="1272019" y="149568"/>
                </a:lnTo>
                <a:lnTo>
                  <a:pt x="1271607" y="149008"/>
                </a:lnTo>
                <a:lnTo>
                  <a:pt x="1271208" y="148436"/>
                </a:lnTo>
                <a:lnTo>
                  <a:pt x="1270821" y="147854"/>
                </a:lnTo>
                <a:lnTo>
                  <a:pt x="1270448" y="147260"/>
                </a:lnTo>
                <a:lnTo>
                  <a:pt x="1270087" y="146655"/>
                </a:lnTo>
                <a:lnTo>
                  <a:pt x="1269740" y="146038"/>
                </a:lnTo>
                <a:lnTo>
                  <a:pt x="1269405" y="145410"/>
                </a:lnTo>
                <a:lnTo>
                  <a:pt x="1269083" y="144772"/>
                </a:lnTo>
                <a:lnTo>
                  <a:pt x="1268774" y="144121"/>
                </a:lnTo>
                <a:lnTo>
                  <a:pt x="1268477" y="143460"/>
                </a:lnTo>
                <a:lnTo>
                  <a:pt x="1268194" y="142787"/>
                </a:lnTo>
                <a:lnTo>
                  <a:pt x="1267924" y="142103"/>
                </a:lnTo>
                <a:lnTo>
                  <a:pt x="1267665" y="141411"/>
                </a:lnTo>
                <a:lnTo>
                  <a:pt x="1267416" y="140715"/>
                </a:lnTo>
                <a:lnTo>
                  <a:pt x="1267177" y="140015"/>
                </a:lnTo>
                <a:lnTo>
                  <a:pt x="1266948" y="139310"/>
                </a:lnTo>
                <a:lnTo>
                  <a:pt x="1266729" y="138601"/>
                </a:lnTo>
                <a:lnTo>
                  <a:pt x="1266521" y="137888"/>
                </a:lnTo>
                <a:lnTo>
                  <a:pt x="1266322" y="137170"/>
                </a:lnTo>
                <a:lnTo>
                  <a:pt x="1266133" y="136448"/>
                </a:lnTo>
                <a:lnTo>
                  <a:pt x="1265955" y="135722"/>
                </a:lnTo>
                <a:lnTo>
                  <a:pt x="1265787" y="134992"/>
                </a:lnTo>
                <a:lnTo>
                  <a:pt x="1265628" y="134257"/>
                </a:lnTo>
                <a:lnTo>
                  <a:pt x="1265480" y="133517"/>
                </a:lnTo>
                <a:lnTo>
                  <a:pt x="1265342" y="132774"/>
                </a:lnTo>
                <a:lnTo>
                  <a:pt x="1265213" y="132026"/>
                </a:lnTo>
                <a:lnTo>
                  <a:pt x="1265095" y="131274"/>
                </a:lnTo>
                <a:lnTo>
                  <a:pt x="1264987" y="130517"/>
                </a:lnTo>
                <a:lnTo>
                  <a:pt x="1264889" y="129757"/>
                </a:lnTo>
                <a:lnTo>
                  <a:pt x="1264802" y="128992"/>
                </a:lnTo>
                <a:lnTo>
                  <a:pt x="1264724" y="128222"/>
                </a:lnTo>
                <a:lnTo>
                  <a:pt x="1264656" y="127448"/>
                </a:lnTo>
                <a:lnTo>
                  <a:pt x="1264598" y="126670"/>
                </a:lnTo>
                <a:lnTo>
                  <a:pt x="1264551" y="125888"/>
                </a:lnTo>
                <a:lnTo>
                  <a:pt x="1264513" y="125101"/>
                </a:lnTo>
                <a:lnTo>
                  <a:pt x="1264486" y="124310"/>
                </a:lnTo>
                <a:lnTo>
                  <a:pt x="1356842" y="124310"/>
                </a:lnTo>
                <a:lnTo>
                  <a:pt x="1356864" y="124183"/>
                </a:lnTo>
                <a:lnTo>
                  <a:pt x="1356886" y="124051"/>
                </a:lnTo>
                <a:lnTo>
                  <a:pt x="1356907" y="123915"/>
                </a:lnTo>
                <a:lnTo>
                  <a:pt x="1356928" y="123774"/>
                </a:lnTo>
                <a:lnTo>
                  <a:pt x="1356948" y="123629"/>
                </a:lnTo>
                <a:lnTo>
                  <a:pt x="1356968" y="123479"/>
                </a:lnTo>
                <a:lnTo>
                  <a:pt x="1356988" y="123325"/>
                </a:lnTo>
                <a:lnTo>
                  <a:pt x="1357007" y="123167"/>
                </a:lnTo>
                <a:lnTo>
                  <a:pt x="1357025" y="123003"/>
                </a:lnTo>
                <a:lnTo>
                  <a:pt x="1357043" y="122836"/>
                </a:lnTo>
                <a:lnTo>
                  <a:pt x="1357061" y="122664"/>
                </a:lnTo>
                <a:lnTo>
                  <a:pt x="1357078" y="122487"/>
                </a:lnTo>
                <a:lnTo>
                  <a:pt x="1357094" y="122306"/>
                </a:lnTo>
                <a:lnTo>
                  <a:pt x="1357111" y="122120"/>
                </a:lnTo>
                <a:lnTo>
                  <a:pt x="1357126" y="121930"/>
                </a:lnTo>
                <a:lnTo>
                  <a:pt x="1357141" y="121735"/>
                </a:lnTo>
                <a:lnTo>
                  <a:pt x="1357156" y="121536"/>
                </a:lnTo>
                <a:lnTo>
                  <a:pt x="1357170" y="121333"/>
                </a:lnTo>
                <a:lnTo>
                  <a:pt x="1357184" y="121125"/>
                </a:lnTo>
                <a:lnTo>
                  <a:pt x="1357198" y="120912"/>
                </a:lnTo>
                <a:lnTo>
                  <a:pt x="1357211" y="120695"/>
                </a:lnTo>
                <a:lnTo>
                  <a:pt x="1357223" y="120473"/>
                </a:lnTo>
                <a:lnTo>
                  <a:pt x="1357235" y="120247"/>
                </a:lnTo>
                <a:lnTo>
                  <a:pt x="1357246" y="120017"/>
                </a:lnTo>
                <a:lnTo>
                  <a:pt x="1357257" y="119786"/>
                </a:lnTo>
                <a:lnTo>
                  <a:pt x="1357268" y="119559"/>
                </a:lnTo>
                <a:lnTo>
                  <a:pt x="1357278" y="119337"/>
                </a:lnTo>
                <a:lnTo>
                  <a:pt x="1357288" y="119118"/>
                </a:lnTo>
                <a:lnTo>
                  <a:pt x="1357297" y="118903"/>
                </a:lnTo>
                <a:lnTo>
                  <a:pt x="1357305" y="118693"/>
                </a:lnTo>
                <a:lnTo>
                  <a:pt x="1357314" y="118486"/>
                </a:lnTo>
                <a:lnTo>
                  <a:pt x="1357321" y="118283"/>
                </a:lnTo>
                <a:lnTo>
                  <a:pt x="1357328" y="118085"/>
                </a:lnTo>
                <a:lnTo>
                  <a:pt x="1357335" y="117890"/>
                </a:lnTo>
                <a:lnTo>
                  <a:pt x="1357342" y="117700"/>
                </a:lnTo>
                <a:lnTo>
                  <a:pt x="1357347" y="117513"/>
                </a:lnTo>
                <a:lnTo>
                  <a:pt x="1357353" y="117331"/>
                </a:lnTo>
                <a:lnTo>
                  <a:pt x="1357358" y="117152"/>
                </a:lnTo>
                <a:lnTo>
                  <a:pt x="1357362" y="116978"/>
                </a:lnTo>
                <a:lnTo>
                  <a:pt x="1357366" y="116807"/>
                </a:lnTo>
                <a:lnTo>
                  <a:pt x="1357370" y="116641"/>
                </a:lnTo>
                <a:lnTo>
                  <a:pt x="1357373" y="116478"/>
                </a:lnTo>
                <a:lnTo>
                  <a:pt x="1357375" y="116320"/>
                </a:lnTo>
                <a:lnTo>
                  <a:pt x="1357377" y="116166"/>
                </a:lnTo>
                <a:lnTo>
                  <a:pt x="1357379" y="116015"/>
                </a:lnTo>
                <a:lnTo>
                  <a:pt x="1357380" y="115869"/>
                </a:lnTo>
                <a:lnTo>
                  <a:pt x="1357381" y="115727"/>
                </a:lnTo>
                <a:lnTo>
                  <a:pt x="1357381" y="115589"/>
                </a:lnTo>
                <a:lnTo>
                  <a:pt x="1357352" y="112934"/>
                </a:lnTo>
                <a:lnTo>
                  <a:pt x="1357263" y="110331"/>
                </a:lnTo>
                <a:lnTo>
                  <a:pt x="1357115" y="107779"/>
                </a:lnTo>
                <a:lnTo>
                  <a:pt x="1356907" y="105278"/>
                </a:lnTo>
                <a:lnTo>
                  <a:pt x="1356641" y="102829"/>
                </a:lnTo>
                <a:lnTo>
                  <a:pt x="1356315" y="100431"/>
                </a:lnTo>
                <a:lnTo>
                  <a:pt x="1355930" y="98084"/>
                </a:lnTo>
                <a:lnTo>
                  <a:pt x="1355486" y="95789"/>
                </a:lnTo>
                <a:lnTo>
                  <a:pt x="1354983" y="93545"/>
                </a:lnTo>
                <a:lnTo>
                  <a:pt x="1354420" y="91352"/>
                </a:lnTo>
                <a:lnTo>
                  <a:pt x="1353798" y="89211"/>
                </a:lnTo>
                <a:lnTo>
                  <a:pt x="1353117" y="87121"/>
                </a:lnTo>
                <a:lnTo>
                  <a:pt x="1352377" y="85083"/>
                </a:lnTo>
                <a:lnTo>
                  <a:pt x="1351578" y="83096"/>
                </a:lnTo>
                <a:lnTo>
                  <a:pt x="1350719" y="81160"/>
                </a:lnTo>
                <a:lnTo>
                  <a:pt x="1349801" y="79275"/>
                </a:lnTo>
                <a:lnTo>
                  <a:pt x="1348824" y="77442"/>
                </a:lnTo>
                <a:lnTo>
                  <a:pt x="1347787" y="75660"/>
                </a:lnTo>
                <a:lnTo>
                  <a:pt x="1346692" y="73930"/>
                </a:lnTo>
                <a:lnTo>
                  <a:pt x="1345537" y="72251"/>
                </a:lnTo>
                <a:lnTo>
                  <a:pt x="1344323" y="70623"/>
                </a:lnTo>
                <a:lnTo>
                  <a:pt x="1343050" y="69047"/>
                </a:lnTo>
                <a:lnTo>
                  <a:pt x="1341717" y="67522"/>
                </a:lnTo>
                <a:lnTo>
                  <a:pt x="1340326" y="66048"/>
                </a:lnTo>
                <a:lnTo>
                  <a:pt x="1338883" y="64630"/>
                </a:lnTo>
                <a:lnTo>
                  <a:pt x="1337397" y="63273"/>
                </a:lnTo>
                <a:lnTo>
                  <a:pt x="1335869" y="61976"/>
                </a:lnTo>
                <a:lnTo>
                  <a:pt x="1334298" y="60739"/>
                </a:lnTo>
                <a:lnTo>
                  <a:pt x="1332684" y="59562"/>
                </a:lnTo>
                <a:lnTo>
                  <a:pt x="1331027" y="58446"/>
                </a:lnTo>
                <a:lnTo>
                  <a:pt x="1329327" y="57391"/>
                </a:lnTo>
                <a:lnTo>
                  <a:pt x="1327584" y="56395"/>
                </a:lnTo>
                <a:lnTo>
                  <a:pt x="1325799" y="55460"/>
                </a:lnTo>
                <a:lnTo>
                  <a:pt x="1323971" y="54585"/>
                </a:lnTo>
                <a:lnTo>
                  <a:pt x="1322100" y="53771"/>
                </a:lnTo>
                <a:lnTo>
                  <a:pt x="1320186" y="53016"/>
                </a:lnTo>
                <a:lnTo>
                  <a:pt x="1318229" y="52323"/>
                </a:lnTo>
                <a:lnTo>
                  <a:pt x="1316230" y="51689"/>
                </a:lnTo>
                <a:lnTo>
                  <a:pt x="1314187" y="51116"/>
                </a:lnTo>
                <a:lnTo>
                  <a:pt x="1312102" y="50603"/>
                </a:lnTo>
                <a:lnTo>
                  <a:pt x="1309974" y="50151"/>
                </a:lnTo>
                <a:lnTo>
                  <a:pt x="1307803" y="49758"/>
                </a:lnTo>
                <a:lnTo>
                  <a:pt x="1305589" y="49427"/>
                </a:lnTo>
                <a:lnTo>
                  <a:pt x="1303332" y="49155"/>
                </a:lnTo>
                <a:lnTo>
                  <a:pt x="1301033" y="48944"/>
                </a:lnTo>
                <a:lnTo>
                  <a:pt x="1298691" y="48793"/>
                </a:lnTo>
                <a:lnTo>
                  <a:pt x="1296306" y="48703"/>
                </a:lnTo>
                <a:lnTo>
                  <a:pt x="1293878" y="48672"/>
                </a:lnTo>
                <a:lnTo>
                  <a:pt x="1292125" y="48687"/>
                </a:lnTo>
                <a:lnTo>
                  <a:pt x="1290396" y="48730"/>
                </a:lnTo>
                <a:lnTo>
                  <a:pt x="1288690" y="48801"/>
                </a:lnTo>
                <a:lnTo>
                  <a:pt x="1287007" y="48902"/>
                </a:lnTo>
                <a:lnTo>
                  <a:pt x="1285348" y="49031"/>
                </a:lnTo>
                <a:lnTo>
                  <a:pt x="1283711" y="49188"/>
                </a:lnTo>
                <a:lnTo>
                  <a:pt x="1282098" y="49375"/>
                </a:lnTo>
                <a:lnTo>
                  <a:pt x="1280507" y="49590"/>
                </a:lnTo>
                <a:lnTo>
                  <a:pt x="1278940" y="49833"/>
                </a:lnTo>
                <a:lnTo>
                  <a:pt x="1277397" y="50105"/>
                </a:lnTo>
                <a:lnTo>
                  <a:pt x="1275876" y="50406"/>
                </a:lnTo>
                <a:lnTo>
                  <a:pt x="1274378" y="50736"/>
                </a:lnTo>
                <a:lnTo>
                  <a:pt x="1272904" y="51094"/>
                </a:lnTo>
                <a:lnTo>
                  <a:pt x="1271453" y="51481"/>
                </a:lnTo>
                <a:lnTo>
                  <a:pt x="1270025" y="51897"/>
                </a:lnTo>
                <a:lnTo>
                  <a:pt x="1268620" y="52341"/>
                </a:lnTo>
                <a:lnTo>
                  <a:pt x="1267239" y="52814"/>
                </a:lnTo>
                <a:lnTo>
                  <a:pt x="1265880" y="53315"/>
                </a:lnTo>
                <a:lnTo>
                  <a:pt x="1264545" y="53845"/>
                </a:lnTo>
                <a:lnTo>
                  <a:pt x="1263233" y="54404"/>
                </a:lnTo>
                <a:lnTo>
                  <a:pt x="1261944" y="54992"/>
                </a:lnTo>
                <a:lnTo>
                  <a:pt x="1260678" y="55608"/>
                </a:lnTo>
                <a:lnTo>
                  <a:pt x="1259435" y="56253"/>
                </a:lnTo>
                <a:lnTo>
                  <a:pt x="1258216" y="56926"/>
                </a:lnTo>
                <a:lnTo>
                  <a:pt x="1257020" y="57626"/>
                </a:lnTo>
                <a:lnTo>
                  <a:pt x="1255849" y="58351"/>
                </a:lnTo>
                <a:lnTo>
                  <a:pt x="1254702" y="59100"/>
                </a:lnTo>
                <a:lnTo>
                  <a:pt x="1253580" y="59873"/>
                </a:lnTo>
                <a:lnTo>
                  <a:pt x="1252481" y="60671"/>
                </a:lnTo>
                <a:lnTo>
                  <a:pt x="1251407" y="61493"/>
                </a:lnTo>
                <a:lnTo>
                  <a:pt x="1250358" y="62339"/>
                </a:lnTo>
                <a:lnTo>
                  <a:pt x="1249332" y="63210"/>
                </a:lnTo>
                <a:lnTo>
                  <a:pt x="1248332" y="64105"/>
                </a:lnTo>
                <a:lnTo>
                  <a:pt x="1247355" y="65025"/>
                </a:lnTo>
                <a:lnTo>
                  <a:pt x="1246403" y="65969"/>
                </a:lnTo>
                <a:lnTo>
                  <a:pt x="1245475" y="66937"/>
                </a:lnTo>
                <a:lnTo>
                  <a:pt x="1244571" y="67930"/>
                </a:lnTo>
                <a:lnTo>
                  <a:pt x="1243692" y="68947"/>
                </a:lnTo>
                <a:lnTo>
                  <a:pt x="1242837" y="69989"/>
                </a:lnTo>
                <a:lnTo>
                  <a:pt x="1242007" y="71055"/>
                </a:lnTo>
                <a:lnTo>
                  <a:pt x="1241201" y="72146"/>
                </a:lnTo>
                <a:lnTo>
                  <a:pt x="1240419" y="73260"/>
                </a:lnTo>
                <a:lnTo>
                  <a:pt x="1239661" y="74400"/>
                </a:lnTo>
                <a:lnTo>
                  <a:pt x="1238928" y="75563"/>
                </a:lnTo>
                <a:lnTo>
                  <a:pt x="1238220" y="76751"/>
                </a:lnTo>
                <a:lnTo>
                  <a:pt x="1237535" y="77964"/>
                </a:lnTo>
                <a:lnTo>
                  <a:pt x="1236875" y="79201"/>
                </a:lnTo>
                <a:lnTo>
                  <a:pt x="1236239" y="80462"/>
                </a:lnTo>
                <a:lnTo>
                  <a:pt x="1235629" y="81745"/>
                </a:lnTo>
                <a:lnTo>
                  <a:pt x="1235044" y="83049"/>
                </a:lnTo>
                <a:lnTo>
                  <a:pt x="1234486" y="84373"/>
                </a:lnTo>
                <a:lnTo>
                  <a:pt x="1233953" y="85718"/>
                </a:lnTo>
                <a:lnTo>
                  <a:pt x="1233446" y="87082"/>
                </a:lnTo>
                <a:lnTo>
                  <a:pt x="1232966" y="88468"/>
                </a:lnTo>
                <a:lnTo>
                  <a:pt x="1232511" y="89873"/>
                </a:lnTo>
                <a:lnTo>
                  <a:pt x="1232082" y="91299"/>
                </a:lnTo>
                <a:lnTo>
                  <a:pt x="1231679" y="92746"/>
                </a:lnTo>
                <a:lnTo>
                  <a:pt x="1231303" y="94212"/>
                </a:lnTo>
                <a:lnTo>
                  <a:pt x="1230952" y="95699"/>
                </a:lnTo>
                <a:lnTo>
                  <a:pt x="1230627" y="97207"/>
                </a:lnTo>
                <a:lnTo>
                  <a:pt x="1230328" y="98735"/>
                </a:lnTo>
                <a:lnTo>
                  <a:pt x="1230056" y="100283"/>
                </a:lnTo>
                <a:lnTo>
                  <a:pt x="1229809" y="101852"/>
                </a:lnTo>
                <a:lnTo>
                  <a:pt x="1229588" y="103441"/>
                </a:lnTo>
                <a:lnTo>
                  <a:pt x="1229393" y="105050"/>
                </a:lnTo>
                <a:lnTo>
                  <a:pt x="1229224" y="106680"/>
                </a:lnTo>
                <a:lnTo>
                  <a:pt x="1229081" y="108330"/>
                </a:lnTo>
                <a:lnTo>
                  <a:pt x="1228964" y="110000"/>
                </a:lnTo>
                <a:lnTo>
                  <a:pt x="1228873" y="111691"/>
                </a:lnTo>
                <a:lnTo>
                  <a:pt x="1228808" y="113403"/>
                </a:lnTo>
                <a:lnTo>
                  <a:pt x="1228769" y="115134"/>
                </a:lnTo>
                <a:lnTo>
                  <a:pt x="1228756" y="116886"/>
                </a:lnTo>
                <a:lnTo>
                  <a:pt x="1228770" y="118695"/>
                </a:lnTo>
                <a:lnTo>
                  <a:pt x="1228810" y="120481"/>
                </a:lnTo>
                <a:lnTo>
                  <a:pt x="1228877" y="122246"/>
                </a:lnTo>
                <a:lnTo>
                  <a:pt x="1228970" y="123989"/>
                </a:lnTo>
                <a:lnTo>
                  <a:pt x="1229090" y="125710"/>
                </a:lnTo>
                <a:lnTo>
                  <a:pt x="1229237" y="127409"/>
                </a:lnTo>
                <a:lnTo>
                  <a:pt x="1229410" y="129086"/>
                </a:lnTo>
                <a:lnTo>
                  <a:pt x="1229610" y="130742"/>
                </a:lnTo>
                <a:lnTo>
                  <a:pt x="1229837" y="132376"/>
                </a:lnTo>
                <a:lnTo>
                  <a:pt x="1230091" y="133988"/>
                </a:lnTo>
                <a:lnTo>
                  <a:pt x="1230371" y="135579"/>
                </a:lnTo>
                <a:lnTo>
                  <a:pt x="1230678" y="137147"/>
                </a:lnTo>
                <a:lnTo>
                  <a:pt x="1231011" y="138694"/>
                </a:lnTo>
                <a:lnTo>
                  <a:pt x="1231372" y="140219"/>
                </a:lnTo>
                <a:lnTo>
                  <a:pt x="1231758" y="141722"/>
                </a:lnTo>
                <a:lnTo>
                  <a:pt x="1232172" y="143204"/>
                </a:lnTo>
                <a:lnTo>
                  <a:pt x="1232612" y="144663"/>
                </a:lnTo>
                <a:lnTo>
                  <a:pt x="1233079" y="146101"/>
                </a:lnTo>
                <a:lnTo>
                  <a:pt x="1233573" y="147517"/>
                </a:lnTo>
                <a:lnTo>
                  <a:pt x="1234093" y="148912"/>
                </a:lnTo>
                <a:lnTo>
                  <a:pt x="1234640" y="150284"/>
                </a:lnTo>
                <a:lnTo>
                  <a:pt x="1235214" y="151635"/>
                </a:lnTo>
                <a:lnTo>
                  <a:pt x="1235814" y="152964"/>
                </a:lnTo>
                <a:lnTo>
                  <a:pt x="1236442" y="154271"/>
                </a:lnTo>
                <a:lnTo>
                  <a:pt x="1237095" y="155555"/>
                </a:lnTo>
                <a:lnTo>
                  <a:pt x="1237773" y="156813"/>
                </a:lnTo>
                <a:lnTo>
                  <a:pt x="1238477" y="158045"/>
                </a:lnTo>
                <a:lnTo>
                  <a:pt x="1239206" y="159252"/>
                </a:lnTo>
                <a:lnTo>
                  <a:pt x="1239960" y="160434"/>
                </a:lnTo>
                <a:lnTo>
                  <a:pt x="1240739" y="161591"/>
                </a:lnTo>
                <a:lnTo>
                  <a:pt x="1241544" y="162722"/>
                </a:lnTo>
                <a:lnTo>
                  <a:pt x="1242374" y="163828"/>
                </a:lnTo>
                <a:lnTo>
                  <a:pt x="1243229" y="164909"/>
                </a:lnTo>
                <a:lnTo>
                  <a:pt x="1244110" y="165964"/>
                </a:lnTo>
                <a:lnTo>
                  <a:pt x="1245016" y="166994"/>
                </a:lnTo>
                <a:lnTo>
                  <a:pt x="1245947" y="167998"/>
                </a:lnTo>
                <a:lnTo>
                  <a:pt x="1246903" y="168978"/>
                </a:lnTo>
                <a:lnTo>
                  <a:pt x="1247885" y="169931"/>
                </a:lnTo>
                <a:lnTo>
                  <a:pt x="1248892" y="170860"/>
                </a:lnTo>
                <a:lnTo>
                  <a:pt x="1249924" y="171763"/>
                </a:lnTo>
                <a:lnTo>
                  <a:pt x="1250982" y="172641"/>
                </a:lnTo>
                <a:lnTo>
                  <a:pt x="1252065" y="173494"/>
                </a:lnTo>
                <a:lnTo>
                  <a:pt x="1253173" y="174321"/>
                </a:lnTo>
                <a:lnTo>
                  <a:pt x="1254306" y="175123"/>
                </a:lnTo>
                <a:lnTo>
                  <a:pt x="1255465" y="175899"/>
                </a:lnTo>
                <a:lnTo>
                  <a:pt x="1256649" y="176650"/>
                </a:lnTo>
                <a:lnTo>
                  <a:pt x="1257858" y="177376"/>
                </a:lnTo>
                <a:lnTo>
                  <a:pt x="1259092" y="178077"/>
                </a:lnTo>
                <a:lnTo>
                  <a:pt x="1260352" y="178750"/>
                </a:lnTo>
                <a:lnTo>
                  <a:pt x="1261635" y="179395"/>
                </a:lnTo>
                <a:lnTo>
                  <a:pt x="1262943" y="180011"/>
                </a:lnTo>
                <a:lnTo>
                  <a:pt x="1264276" y="180599"/>
                </a:lnTo>
                <a:lnTo>
                  <a:pt x="1265632" y="181158"/>
                </a:lnTo>
                <a:lnTo>
                  <a:pt x="1267014" y="181688"/>
                </a:lnTo>
                <a:lnTo>
                  <a:pt x="1268419" y="182189"/>
                </a:lnTo>
                <a:lnTo>
                  <a:pt x="1269849" y="182662"/>
                </a:lnTo>
                <a:lnTo>
                  <a:pt x="1271303" y="183106"/>
                </a:lnTo>
                <a:lnTo>
                  <a:pt x="1272781" y="183522"/>
                </a:lnTo>
                <a:lnTo>
                  <a:pt x="1274284" y="183909"/>
                </a:lnTo>
                <a:lnTo>
                  <a:pt x="1275811" y="184267"/>
                </a:lnTo>
                <a:lnTo>
                  <a:pt x="1277362" y="184597"/>
                </a:lnTo>
                <a:lnTo>
                  <a:pt x="1278938" y="184898"/>
                </a:lnTo>
                <a:lnTo>
                  <a:pt x="1280538" y="185170"/>
                </a:lnTo>
                <a:lnTo>
                  <a:pt x="1282163" y="185413"/>
                </a:lnTo>
                <a:lnTo>
                  <a:pt x="1283812" y="185628"/>
                </a:lnTo>
                <a:lnTo>
                  <a:pt x="1285485" y="185815"/>
                </a:lnTo>
                <a:lnTo>
                  <a:pt x="1287182" y="185972"/>
                </a:lnTo>
                <a:lnTo>
                  <a:pt x="1288904" y="186101"/>
                </a:lnTo>
                <a:lnTo>
                  <a:pt x="1290650" y="186202"/>
                </a:lnTo>
                <a:lnTo>
                  <a:pt x="1292421" y="186273"/>
                </a:lnTo>
                <a:lnTo>
                  <a:pt x="1294216" y="186316"/>
                </a:lnTo>
                <a:lnTo>
                  <a:pt x="1296035" y="186331"/>
                </a:lnTo>
                <a:lnTo>
                  <a:pt x="1297521" y="186322"/>
                </a:lnTo>
                <a:lnTo>
                  <a:pt x="1298992" y="186295"/>
                </a:lnTo>
                <a:lnTo>
                  <a:pt x="1300447" y="186251"/>
                </a:lnTo>
                <a:lnTo>
                  <a:pt x="1301887" y="186188"/>
                </a:lnTo>
                <a:lnTo>
                  <a:pt x="1303311" y="186108"/>
                </a:lnTo>
                <a:close/>
                <a:moveTo>
                  <a:pt x="1265534" y="96216"/>
                </a:moveTo>
                <a:lnTo>
                  <a:pt x="1265737" y="95195"/>
                </a:lnTo>
                <a:lnTo>
                  <a:pt x="1265964" y="94197"/>
                </a:lnTo>
                <a:lnTo>
                  <a:pt x="1266216" y="93222"/>
                </a:lnTo>
                <a:lnTo>
                  <a:pt x="1266492" y="92269"/>
                </a:lnTo>
                <a:lnTo>
                  <a:pt x="1266793" y="91339"/>
                </a:lnTo>
                <a:lnTo>
                  <a:pt x="1267119" y="90432"/>
                </a:lnTo>
                <a:lnTo>
                  <a:pt x="1267469" y="89547"/>
                </a:lnTo>
                <a:lnTo>
                  <a:pt x="1267843" y="88685"/>
                </a:lnTo>
                <a:lnTo>
                  <a:pt x="1268242" y="87846"/>
                </a:lnTo>
                <a:lnTo>
                  <a:pt x="1268666" y="87029"/>
                </a:lnTo>
                <a:lnTo>
                  <a:pt x="1269115" y="86235"/>
                </a:lnTo>
                <a:lnTo>
                  <a:pt x="1269588" y="85463"/>
                </a:lnTo>
                <a:lnTo>
                  <a:pt x="1270085" y="84715"/>
                </a:lnTo>
                <a:lnTo>
                  <a:pt x="1270607" y="83989"/>
                </a:lnTo>
                <a:lnTo>
                  <a:pt x="1271154" y="83285"/>
                </a:lnTo>
                <a:lnTo>
                  <a:pt x="1271725" y="82604"/>
                </a:lnTo>
                <a:lnTo>
                  <a:pt x="1272321" y="81946"/>
                </a:lnTo>
                <a:lnTo>
                  <a:pt x="1272941" y="81311"/>
                </a:lnTo>
                <a:lnTo>
                  <a:pt x="1273586" y="80698"/>
                </a:lnTo>
                <a:lnTo>
                  <a:pt x="1274251" y="80109"/>
                </a:lnTo>
                <a:lnTo>
                  <a:pt x="1274932" y="79545"/>
                </a:lnTo>
                <a:lnTo>
                  <a:pt x="1275629" y="79006"/>
                </a:lnTo>
                <a:lnTo>
                  <a:pt x="1276341" y="78493"/>
                </a:lnTo>
                <a:lnTo>
                  <a:pt x="1277069" y="78004"/>
                </a:lnTo>
                <a:lnTo>
                  <a:pt x="1277812" y="77540"/>
                </a:lnTo>
                <a:lnTo>
                  <a:pt x="1278572" y="77102"/>
                </a:lnTo>
                <a:lnTo>
                  <a:pt x="1279346" y="76688"/>
                </a:lnTo>
                <a:lnTo>
                  <a:pt x="1280137" y="76300"/>
                </a:lnTo>
                <a:lnTo>
                  <a:pt x="1280943" y="75937"/>
                </a:lnTo>
                <a:lnTo>
                  <a:pt x="1281765" y="75598"/>
                </a:lnTo>
                <a:lnTo>
                  <a:pt x="1282603" y="75285"/>
                </a:lnTo>
                <a:lnTo>
                  <a:pt x="1283456" y="74997"/>
                </a:lnTo>
                <a:lnTo>
                  <a:pt x="1284325" y="74734"/>
                </a:lnTo>
                <a:lnTo>
                  <a:pt x="1285210" y="74496"/>
                </a:lnTo>
                <a:lnTo>
                  <a:pt x="1286110" y="74283"/>
                </a:lnTo>
                <a:lnTo>
                  <a:pt x="1287026" y="74095"/>
                </a:lnTo>
                <a:lnTo>
                  <a:pt x="1287958" y="73932"/>
                </a:lnTo>
                <a:lnTo>
                  <a:pt x="1288905" y="73794"/>
                </a:lnTo>
                <a:lnTo>
                  <a:pt x="1289869" y="73681"/>
                </a:lnTo>
                <a:lnTo>
                  <a:pt x="1290847" y="73593"/>
                </a:lnTo>
                <a:lnTo>
                  <a:pt x="1291842" y="73531"/>
                </a:lnTo>
                <a:lnTo>
                  <a:pt x="1292852" y="73493"/>
                </a:lnTo>
                <a:lnTo>
                  <a:pt x="1293878" y="73481"/>
                </a:lnTo>
                <a:lnTo>
                  <a:pt x="1294881" y="73493"/>
                </a:lnTo>
                <a:lnTo>
                  <a:pt x="1295870" y="73529"/>
                </a:lnTo>
                <a:lnTo>
                  <a:pt x="1296843" y="73590"/>
                </a:lnTo>
                <a:lnTo>
                  <a:pt x="1297801" y="73675"/>
                </a:lnTo>
                <a:lnTo>
                  <a:pt x="1298744" y="73785"/>
                </a:lnTo>
                <a:lnTo>
                  <a:pt x="1299671" y="73919"/>
                </a:lnTo>
                <a:lnTo>
                  <a:pt x="1300583" y="74077"/>
                </a:lnTo>
                <a:lnTo>
                  <a:pt x="1301480" y="74260"/>
                </a:lnTo>
                <a:lnTo>
                  <a:pt x="1302362" y="74466"/>
                </a:lnTo>
                <a:lnTo>
                  <a:pt x="1303229" y="74698"/>
                </a:lnTo>
                <a:lnTo>
                  <a:pt x="1304080" y="74953"/>
                </a:lnTo>
                <a:lnTo>
                  <a:pt x="1304917" y="75233"/>
                </a:lnTo>
                <a:lnTo>
                  <a:pt x="1305738" y="75538"/>
                </a:lnTo>
                <a:lnTo>
                  <a:pt x="1306544" y="75866"/>
                </a:lnTo>
                <a:lnTo>
                  <a:pt x="1307334" y="76219"/>
                </a:lnTo>
                <a:lnTo>
                  <a:pt x="1308109" y="76597"/>
                </a:lnTo>
                <a:lnTo>
                  <a:pt x="1308870" y="76998"/>
                </a:lnTo>
                <a:lnTo>
                  <a:pt x="1309615" y="77424"/>
                </a:lnTo>
                <a:lnTo>
                  <a:pt x="1310344" y="77875"/>
                </a:lnTo>
                <a:lnTo>
                  <a:pt x="1311059" y="78349"/>
                </a:lnTo>
                <a:lnTo>
                  <a:pt x="1311758" y="78848"/>
                </a:lnTo>
                <a:lnTo>
                  <a:pt x="1312442" y="79372"/>
                </a:lnTo>
                <a:lnTo>
                  <a:pt x="1313111" y="79919"/>
                </a:lnTo>
                <a:lnTo>
                  <a:pt x="1313765" y="80492"/>
                </a:lnTo>
                <a:lnTo>
                  <a:pt x="1314398" y="81088"/>
                </a:lnTo>
                <a:lnTo>
                  <a:pt x="1315006" y="81710"/>
                </a:lnTo>
                <a:lnTo>
                  <a:pt x="1315588" y="82356"/>
                </a:lnTo>
                <a:lnTo>
                  <a:pt x="1316145" y="83027"/>
                </a:lnTo>
                <a:lnTo>
                  <a:pt x="1316676" y="83723"/>
                </a:lnTo>
                <a:lnTo>
                  <a:pt x="1317182" y="84444"/>
                </a:lnTo>
                <a:lnTo>
                  <a:pt x="1317662" y="85189"/>
                </a:lnTo>
                <a:lnTo>
                  <a:pt x="1318117" y="85960"/>
                </a:lnTo>
                <a:lnTo>
                  <a:pt x="1318546" y="86755"/>
                </a:lnTo>
                <a:lnTo>
                  <a:pt x="1318949" y="87575"/>
                </a:lnTo>
                <a:lnTo>
                  <a:pt x="1319328" y="88419"/>
                </a:lnTo>
                <a:lnTo>
                  <a:pt x="1319680" y="89289"/>
                </a:lnTo>
                <a:lnTo>
                  <a:pt x="1320007" y="90183"/>
                </a:lnTo>
                <a:lnTo>
                  <a:pt x="1320309" y="91103"/>
                </a:lnTo>
                <a:lnTo>
                  <a:pt x="1320585" y="92047"/>
                </a:lnTo>
                <a:lnTo>
                  <a:pt x="1320836" y="93015"/>
                </a:lnTo>
                <a:lnTo>
                  <a:pt x="1321061" y="94009"/>
                </a:lnTo>
                <a:lnTo>
                  <a:pt x="1321260" y="95028"/>
                </a:lnTo>
                <a:lnTo>
                  <a:pt x="1321434" y="96071"/>
                </a:lnTo>
                <a:lnTo>
                  <a:pt x="1321583" y="97139"/>
                </a:lnTo>
                <a:lnTo>
                  <a:pt x="1321706" y="98232"/>
                </a:lnTo>
                <a:lnTo>
                  <a:pt x="1321803" y="99350"/>
                </a:lnTo>
                <a:lnTo>
                  <a:pt x="1321875" y="100492"/>
                </a:lnTo>
                <a:lnTo>
                  <a:pt x="1321922" y="101659"/>
                </a:lnTo>
                <a:lnTo>
                  <a:pt x="1264890" y="101659"/>
                </a:lnTo>
                <a:lnTo>
                  <a:pt x="1264970" y="100525"/>
                </a:lnTo>
                <a:lnTo>
                  <a:pt x="1265074" y="99414"/>
                </a:lnTo>
                <a:lnTo>
                  <a:pt x="1265203" y="98325"/>
                </a:lnTo>
                <a:lnTo>
                  <a:pt x="1265356" y="97259"/>
                </a:lnTo>
                <a:lnTo>
                  <a:pt x="1265534" y="96216"/>
                </a:lnTo>
                <a:close/>
                <a:moveTo>
                  <a:pt x="882481" y="232088"/>
                </a:moveTo>
                <a:lnTo>
                  <a:pt x="883620" y="232042"/>
                </a:lnTo>
                <a:lnTo>
                  <a:pt x="884742" y="231984"/>
                </a:lnTo>
                <a:lnTo>
                  <a:pt x="885847" y="231917"/>
                </a:lnTo>
                <a:lnTo>
                  <a:pt x="886936" y="231839"/>
                </a:lnTo>
                <a:lnTo>
                  <a:pt x="888008" y="231750"/>
                </a:lnTo>
                <a:lnTo>
                  <a:pt x="889064" y="231652"/>
                </a:lnTo>
                <a:lnTo>
                  <a:pt x="890103" y="231542"/>
                </a:lnTo>
                <a:lnTo>
                  <a:pt x="891125" y="231423"/>
                </a:lnTo>
                <a:lnTo>
                  <a:pt x="892131" y="231293"/>
                </a:lnTo>
                <a:lnTo>
                  <a:pt x="893120" y="231152"/>
                </a:lnTo>
                <a:lnTo>
                  <a:pt x="894092" y="231001"/>
                </a:lnTo>
                <a:lnTo>
                  <a:pt x="895048" y="230840"/>
                </a:lnTo>
                <a:lnTo>
                  <a:pt x="895987" y="230669"/>
                </a:lnTo>
                <a:lnTo>
                  <a:pt x="896910" y="230487"/>
                </a:lnTo>
                <a:lnTo>
                  <a:pt x="897816" y="230294"/>
                </a:lnTo>
                <a:lnTo>
                  <a:pt x="898705" y="230091"/>
                </a:lnTo>
                <a:lnTo>
                  <a:pt x="899578" y="229878"/>
                </a:lnTo>
                <a:lnTo>
                  <a:pt x="900434" y="229654"/>
                </a:lnTo>
                <a:lnTo>
                  <a:pt x="901274" y="229420"/>
                </a:lnTo>
                <a:lnTo>
                  <a:pt x="902097" y="229176"/>
                </a:lnTo>
                <a:lnTo>
                  <a:pt x="902906" y="228918"/>
                </a:lnTo>
                <a:lnTo>
                  <a:pt x="903705" y="228644"/>
                </a:lnTo>
                <a:lnTo>
                  <a:pt x="904493" y="228354"/>
                </a:lnTo>
                <a:lnTo>
                  <a:pt x="905271" y="228047"/>
                </a:lnTo>
                <a:lnTo>
                  <a:pt x="906038" y="227723"/>
                </a:lnTo>
                <a:lnTo>
                  <a:pt x="906795" y="227383"/>
                </a:lnTo>
                <a:lnTo>
                  <a:pt x="907541" y="227026"/>
                </a:lnTo>
                <a:lnTo>
                  <a:pt x="908276" y="226653"/>
                </a:lnTo>
                <a:lnTo>
                  <a:pt x="909001" y="226263"/>
                </a:lnTo>
                <a:lnTo>
                  <a:pt x="909716" y="225857"/>
                </a:lnTo>
                <a:lnTo>
                  <a:pt x="910420" y="225434"/>
                </a:lnTo>
                <a:lnTo>
                  <a:pt x="911113" y="224994"/>
                </a:lnTo>
                <a:lnTo>
                  <a:pt x="911796" y="224538"/>
                </a:lnTo>
                <a:lnTo>
                  <a:pt x="912469" y="224066"/>
                </a:lnTo>
                <a:lnTo>
                  <a:pt x="913130" y="223577"/>
                </a:lnTo>
                <a:lnTo>
                  <a:pt x="913782" y="223071"/>
                </a:lnTo>
                <a:lnTo>
                  <a:pt x="914422" y="222549"/>
                </a:lnTo>
                <a:lnTo>
                  <a:pt x="915053" y="222011"/>
                </a:lnTo>
                <a:lnTo>
                  <a:pt x="915672" y="221456"/>
                </a:lnTo>
                <a:lnTo>
                  <a:pt x="916282" y="220884"/>
                </a:lnTo>
                <a:lnTo>
                  <a:pt x="916880" y="220296"/>
                </a:lnTo>
                <a:lnTo>
                  <a:pt x="917468" y="219691"/>
                </a:lnTo>
                <a:lnTo>
                  <a:pt x="918046" y="219070"/>
                </a:lnTo>
                <a:lnTo>
                  <a:pt x="918613" y="218432"/>
                </a:lnTo>
                <a:lnTo>
                  <a:pt x="919172" y="217775"/>
                </a:lnTo>
                <a:lnTo>
                  <a:pt x="919725" y="217096"/>
                </a:lnTo>
                <a:lnTo>
                  <a:pt x="920273" y="216396"/>
                </a:lnTo>
                <a:lnTo>
                  <a:pt x="920815" y="215674"/>
                </a:lnTo>
                <a:lnTo>
                  <a:pt x="921352" y="214930"/>
                </a:lnTo>
                <a:lnTo>
                  <a:pt x="921883" y="214164"/>
                </a:lnTo>
                <a:lnTo>
                  <a:pt x="922408" y="213377"/>
                </a:lnTo>
                <a:lnTo>
                  <a:pt x="922927" y="212568"/>
                </a:lnTo>
                <a:lnTo>
                  <a:pt x="923441" y="211737"/>
                </a:lnTo>
                <a:lnTo>
                  <a:pt x="923950" y="210885"/>
                </a:lnTo>
                <a:lnTo>
                  <a:pt x="924453" y="210010"/>
                </a:lnTo>
                <a:lnTo>
                  <a:pt x="924950" y="209114"/>
                </a:lnTo>
                <a:lnTo>
                  <a:pt x="925441" y="208196"/>
                </a:lnTo>
                <a:lnTo>
                  <a:pt x="925927" y="207257"/>
                </a:lnTo>
                <a:lnTo>
                  <a:pt x="926408" y="206296"/>
                </a:lnTo>
                <a:lnTo>
                  <a:pt x="926882" y="205313"/>
                </a:lnTo>
                <a:lnTo>
                  <a:pt x="927351" y="204308"/>
                </a:lnTo>
                <a:lnTo>
                  <a:pt x="927815" y="203281"/>
                </a:lnTo>
                <a:lnTo>
                  <a:pt x="928273" y="202233"/>
                </a:lnTo>
                <a:lnTo>
                  <a:pt x="928725" y="201163"/>
                </a:lnTo>
                <a:lnTo>
                  <a:pt x="929172" y="200071"/>
                </a:lnTo>
                <a:lnTo>
                  <a:pt x="929613" y="198958"/>
                </a:lnTo>
                <a:lnTo>
                  <a:pt x="930048" y="197823"/>
                </a:lnTo>
                <a:lnTo>
                  <a:pt x="930478" y="196666"/>
                </a:lnTo>
                <a:lnTo>
                  <a:pt x="935332" y="183470"/>
                </a:lnTo>
                <a:lnTo>
                  <a:pt x="982656" y="50695"/>
                </a:lnTo>
                <a:lnTo>
                  <a:pt x="946522" y="50695"/>
                </a:lnTo>
                <a:lnTo>
                  <a:pt x="916860" y="149236"/>
                </a:lnTo>
                <a:lnTo>
                  <a:pt x="883558" y="50695"/>
                </a:lnTo>
                <a:lnTo>
                  <a:pt x="846346" y="50695"/>
                </a:lnTo>
                <a:lnTo>
                  <a:pt x="897580" y="183904"/>
                </a:lnTo>
                <a:lnTo>
                  <a:pt x="894614" y="191050"/>
                </a:lnTo>
                <a:lnTo>
                  <a:pt x="894407" y="191582"/>
                </a:lnTo>
                <a:lnTo>
                  <a:pt x="894189" y="192103"/>
                </a:lnTo>
                <a:lnTo>
                  <a:pt x="893962" y="192611"/>
                </a:lnTo>
                <a:lnTo>
                  <a:pt x="893724" y="193106"/>
                </a:lnTo>
                <a:lnTo>
                  <a:pt x="893477" y="193588"/>
                </a:lnTo>
                <a:lnTo>
                  <a:pt x="893219" y="194058"/>
                </a:lnTo>
                <a:lnTo>
                  <a:pt x="892952" y="194515"/>
                </a:lnTo>
                <a:lnTo>
                  <a:pt x="892674" y="194959"/>
                </a:lnTo>
                <a:lnTo>
                  <a:pt x="892386" y="195391"/>
                </a:lnTo>
                <a:lnTo>
                  <a:pt x="892088" y="195811"/>
                </a:lnTo>
                <a:lnTo>
                  <a:pt x="891780" y="196217"/>
                </a:lnTo>
                <a:lnTo>
                  <a:pt x="891462" y="196611"/>
                </a:lnTo>
                <a:lnTo>
                  <a:pt x="891134" y="196992"/>
                </a:lnTo>
                <a:lnTo>
                  <a:pt x="890796" y="197361"/>
                </a:lnTo>
                <a:lnTo>
                  <a:pt x="890448" y="197717"/>
                </a:lnTo>
                <a:lnTo>
                  <a:pt x="890090" y="198060"/>
                </a:lnTo>
                <a:lnTo>
                  <a:pt x="889721" y="198391"/>
                </a:lnTo>
                <a:lnTo>
                  <a:pt x="889343" y="198709"/>
                </a:lnTo>
                <a:lnTo>
                  <a:pt x="888954" y="199015"/>
                </a:lnTo>
                <a:lnTo>
                  <a:pt x="888556" y="199308"/>
                </a:lnTo>
                <a:lnTo>
                  <a:pt x="888147" y="199588"/>
                </a:lnTo>
                <a:lnTo>
                  <a:pt x="887729" y="199855"/>
                </a:lnTo>
                <a:lnTo>
                  <a:pt x="887300" y="200110"/>
                </a:lnTo>
                <a:lnTo>
                  <a:pt x="886861" y="200353"/>
                </a:lnTo>
                <a:lnTo>
                  <a:pt x="886413" y="200584"/>
                </a:lnTo>
                <a:lnTo>
                  <a:pt x="885955" y="200805"/>
                </a:lnTo>
                <a:lnTo>
                  <a:pt x="885489" y="201016"/>
                </a:lnTo>
                <a:lnTo>
                  <a:pt x="885013" y="201218"/>
                </a:lnTo>
                <a:lnTo>
                  <a:pt x="884528" y="201409"/>
                </a:lnTo>
                <a:lnTo>
                  <a:pt x="884034" y="201591"/>
                </a:lnTo>
                <a:lnTo>
                  <a:pt x="883531" y="201763"/>
                </a:lnTo>
                <a:lnTo>
                  <a:pt x="883019" y="201926"/>
                </a:lnTo>
                <a:lnTo>
                  <a:pt x="882497" y="202078"/>
                </a:lnTo>
                <a:lnTo>
                  <a:pt x="881967" y="202220"/>
                </a:lnTo>
                <a:lnTo>
                  <a:pt x="881427" y="202353"/>
                </a:lnTo>
                <a:lnTo>
                  <a:pt x="880878" y="202476"/>
                </a:lnTo>
                <a:lnTo>
                  <a:pt x="880320" y="202589"/>
                </a:lnTo>
                <a:lnTo>
                  <a:pt x="879753" y="202692"/>
                </a:lnTo>
                <a:lnTo>
                  <a:pt x="879177" y="202786"/>
                </a:lnTo>
                <a:lnTo>
                  <a:pt x="878592" y="202869"/>
                </a:lnTo>
                <a:lnTo>
                  <a:pt x="877997" y="202943"/>
                </a:lnTo>
                <a:lnTo>
                  <a:pt x="877394" y="203007"/>
                </a:lnTo>
                <a:lnTo>
                  <a:pt x="876781" y="203061"/>
                </a:lnTo>
                <a:lnTo>
                  <a:pt x="876159" y="203105"/>
                </a:lnTo>
                <a:lnTo>
                  <a:pt x="875528" y="203140"/>
                </a:lnTo>
                <a:lnTo>
                  <a:pt x="874888" y="203164"/>
                </a:lnTo>
                <a:lnTo>
                  <a:pt x="874239" y="203179"/>
                </a:lnTo>
                <a:lnTo>
                  <a:pt x="873581" y="203184"/>
                </a:lnTo>
                <a:lnTo>
                  <a:pt x="861716" y="203184"/>
                </a:lnTo>
                <a:lnTo>
                  <a:pt x="861716" y="232172"/>
                </a:lnTo>
                <a:lnTo>
                  <a:pt x="877760" y="232172"/>
                </a:lnTo>
                <a:lnTo>
                  <a:pt x="878966" y="232166"/>
                </a:lnTo>
                <a:lnTo>
                  <a:pt x="880154" y="232151"/>
                </a:lnTo>
                <a:lnTo>
                  <a:pt x="881326" y="232125"/>
                </a:lnTo>
                <a:lnTo>
                  <a:pt x="882481" y="2320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3.ReadingAliasedMemory">
            <a:extLst xmlns:a="http://schemas.openxmlformats.org/drawingml/2006/main">
              <a:ext uri="{FF2B5EF4-FFF2-40B4-BE49-F238E27FC236}">
                <a16:creationId xmlns:a16="http://schemas.microsoft.com/office/drawing/2014/main" id="{2E59EC1A-2484-4B25-A16D-FFF3D44F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575" y="113190"/>
            <a:ext cx="3357810" cy="236082"/>
          </a:xfrm>
          <a:custGeom xmlns:a="http://schemas.openxmlformats.org/drawingml/2006/main">
            <a:pathLst>
              <a:path w="3357810" h="236082">
                <a:moveTo>
                  <a:pt x="959591" y="34569"/>
                </a:moveTo>
                <a:lnTo>
                  <a:pt x="960322" y="34474"/>
                </a:lnTo>
                <a:lnTo>
                  <a:pt x="961037" y="34361"/>
                </a:lnTo>
                <a:lnTo>
                  <a:pt x="961736" y="34231"/>
                </a:lnTo>
                <a:lnTo>
                  <a:pt x="962419" y="34084"/>
                </a:lnTo>
                <a:lnTo>
                  <a:pt x="963086" y="33919"/>
                </a:lnTo>
                <a:lnTo>
                  <a:pt x="963737" y="33737"/>
                </a:lnTo>
                <a:lnTo>
                  <a:pt x="964371" y="33538"/>
                </a:lnTo>
                <a:lnTo>
                  <a:pt x="964989" y="33322"/>
                </a:lnTo>
                <a:lnTo>
                  <a:pt x="965592" y="33088"/>
                </a:lnTo>
                <a:lnTo>
                  <a:pt x="966178" y="32837"/>
                </a:lnTo>
                <a:lnTo>
                  <a:pt x="966747" y="32568"/>
                </a:lnTo>
                <a:lnTo>
                  <a:pt x="967301" y="32282"/>
                </a:lnTo>
                <a:lnTo>
                  <a:pt x="967839" y="31979"/>
                </a:lnTo>
                <a:lnTo>
                  <a:pt x="968360" y="31659"/>
                </a:lnTo>
                <a:lnTo>
                  <a:pt x="968865" y="31321"/>
                </a:lnTo>
                <a:lnTo>
                  <a:pt x="969354" y="30966"/>
                </a:lnTo>
                <a:lnTo>
                  <a:pt x="969827" y="30594"/>
                </a:lnTo>
                <a:lnTo>
                  <a:pt x="970284" y="30204"/>
                </a:lnTo>
                <a:lnTo>
                  <a:pt x="970725" y="29797"/>
                </a:lnTo>
                <a:lnTo>
                  <a:pt x="971148" y="29377"/>
                </a:lnTo>
                <a:lnTo>
                  <a:pt x="971554" y="28948"/>
                </a:lnTo>
                <a:lnTo>
                  <a:pt x="971941" y="28512"/>
                </a:lnTo>
                <a:lnTo>
                  <a:pt x="972311" y="28066"/>
                </a:lnTo>
                <a:lnTo>
                  <a:pt x="972662" y="27613"/>
                </a:lnTo>
                <a:lnTo>
                  <a:pt x="972996" y="27151"/>
                </a:lnTo>
                <a:lnTo>
                  <a:pt x="973311" y="26680"/>
                </a:lnTo>
                <a:lnTo>
                  <a:pt x="973609" y="26201"/>
                </a:lnTo>
                <a:lnTo>
                  <a:pt x="973888" y="25714"/>
                </a:lnTo>
                <a:lnTo>
                  <a:pt x="974149" y="25218"/>
                </a:lnTo>
                <a:lnTo>
                  <a:pt x="974393" y="24714"/>
                </a:lnTo>
                <a:lnTo>
                  <a:pt x="974618" y="24201"/>
                </a:lnTo>
                <a:lnTo>
                  <a:pt x="974825" y="23680"/>
                </a:lnTo>
                <a:lnTo>
                  <a:pt x="975014" y="23151"/>
                </a:lnTo>
                <a:lnTo>
                  <a:pt x="975186" y="22613"/>
                </a:lnTo>
                <a:lnTo>
                  <a:pt x="975339" y="22067"/>
                </a:lnTo>
                <a:lnTo>
                  <a:pt x="975474" y="21512"/>
                </a:lnTo>
                <a:lnTo>
                  <a:pt x="975591" y="20949"/>
                </a:lnTo>
                <a:lnTo>
                  <a:pt x="975690" y="20377"/>
                </a:lnTo>
                <a:lnTo>
                  <a:pt x="975771" y="19797"/>
                </a:lnTo>
                <a:lnTo>
                  <a:pt x="975835" y="19209"/>
                </a:lnTo>
                <a:lnTo>
                  <a:pt x="975880" y="18612"/>
                </a:lnTo>
                <a:lnTo>
                  <a:pt x="975907" y="18006"/>
                </a:lnTo>
                <a:lnTo>
                  <a:pt x="975916" y="17393"/>
                </a:lnTo>
                <a:lnTo>
                  <a:pt x="975907" y="16768"/>
                </a:lnTo>
                <a:lnTo>
                  <a:pt x="975880" y="16153"/>
                </a:lnTo>
                <a:lnTo>
                  <a:pt x="975835" y="15546"/>
                </a:lnTo>
                <a:lnTo>
                  <a:pt x="975771" y="14949"/>
                </a:lnTo>
                <a:lnTo>
                  <a:pt x="975690" y="14361"/>
                </a:lnTo>
                <a:lnTo>
                  <a:pt x="975591" y="13782"/>
                </a:lnTo>
                <a:lnTo>
                  <a:pt x="975474" y="13212"/>
                </a:lnTo>
                <a:lnTo>
                  <a:pt x="975339" y="12651"/>
                </a:lnTo>
                <a:lnTo>
                  <a:pt x="975186" y="12100"/>
                </a:lnTo>
                <a:lnTo>
                  <a:pt x="975014" y="11557"/>
                </a:lnTo>
                <a:lnTo>
                  <a:pt x="974825" y="11024"/>
                </a:lnTo>
                <a:lnTo>
                  <a:pt x="974618" y="10500"/>
                </a:lnTo>
                <a:lnTo>
                  <a:pt x="974393" y="9985"/>
                </a:lnTo>
                <a:lnTo>
                  <a:pt x="974149" y="9479"/>
                </a:lnTo>
                <a:lnTo>
                  <a:pt x="973888" y="8982"/>
                </a:lnTo>
                <a:lnTo>
                  <a:pt x="973609" y="8494"/>
                </a:lnTo>
                <a:lnTo>
                  <a:pt x="973311" y="8016"/>
                </a:lnTo>
                <a:lnTo>
                  <a:pt x="972996" y="7546"/>
                </a:lnTo>
                <a:lnTo>
                  <a:pt x="972662" y="7086"/>
                </a:lnTo>
                <a:lnTo>
                  <a:pt x="972311" y="6635"/>
                </a:lnTo>
                <a:lnTo>
                  <a:pt x="971941" y="6193"/>
                </a:lnTo>
                <a:lnTo>
                  <a:pt x="971554" y="5760"/>
                </a:lnTo>
                <a:lnTo>
                  <a:pt x="971148" y="5336"/>
                </a:lnTo>
                <a:lnTo>
                  <a:pt x="970725" y="4921"/>
                </a:lnTo>
                <a:lnTo>
                  <a:pt x="970284" y="4520"/>
                </a:lnTo>
                <a:lnTo>
                  <a:pt x="969827" y="4135"/>
                </a:lnTo>
                <a:lnTo>
                  <a:pt x="969354" y="3768"/>
                </a:lnTo>
                <a:lnTo>
                  <a:pt x="968865" y="3417"/>
                </a:lnTo>
                <a:lnTo>
                  <a:pt x="968360" y="3084"/>
                </a:lnTo>
                <a:lnTo>
                  <a:pt x="967839" y="2768"/>
                </a:lnTo>
                <a:lnTo>
                  <a:pt x="967301" y="2469"/>
                </a:lnTo>
                <a:lnTo>
                  <a:pt x="966747" y="2187"/>
                </a:lnTo>
                <a:lnTo>
                  <a:pt x="966178" y="1922"/>
                </a:lnTo>
                <a:lnTo>
                  <a:pt x="965592" y="1675"/>
                </a:lnTo>
                <a:lnTo>
                  <a:pt x="964989" y="1444"/>
                </a:lnTo>
                <a:lnTo>
                  <a:pt x="964371" y="1230"/>
                </a:lnTo>
                <a:lnTo>
                  <a:pt x="963737" y="1034"/>
                </a:lnTo>
                <a:lnTo>
                  <a:pt x="963086" y="854"/>
                </a:lnTo>
                <a:lnTo>
                  <a:pt x="962419" y="692"/>
                </a:lnTo>
                <a:lnTo>
                  <a:pt x="961736" y="547"/>
                </a:lnTo>
                <a:lnTo>
                  <a:pt x="961037" y="419"/>
                </a:lnTo>
                <a:lnTo>
                  <a:pt x="960322" y="308"/>
                </a:lnTo>
                <a:lnTo>
                  <a:pt x="959591" y="214"/>
                </a:lnTo>
                <a:lnTo>
                  <a:pt x="958843" y="137"/>
                </a:lnTo>
                <a:lnTo>
                  <a:pt x="958080" y="77"/>
                </a:lnTo>
                <a:lnTo>
                  <a:pt x="957300" y="34"/>
                </a:lnTo>
                <a:lnTo>
                  <a:pt x="956504" y="9"/>
                </a:lnTo>
                <a:lnTo>
                  <a:pt x="955692" y="0"/>
                </a:lnTo>
                <a:lnTo>
                  <a:pt x="954880" y="9"/>
                </a:lnTo>
                <a:lnTo>
                  <a:pt x="954084" y="34"/>
                </a:lnTo>
                <a:lnTo>
                  <a:pt x="953304" y="77"/>
                </a:lnTo>
                <a:lnTo>
                  <a:pt x="952540" y="137"/>
                </a:lnTo>
                <a:lnTo>
                  <a:pt x="951793" y="214"/>
                </a:lnTo>
                <a:lnTo>
                  <a:pt x="951061" y="308"/>
                </a:lnTo>
                <a:lnTo>
                  <a:pt x="950346" y="419"/>
                </a:lnTo>
                <a:lnTo>
                  <a:pt x="949647" y="547"/>
                </a:lnTo>
                <a:lnTo>
                  <a:pt x="948964" y="692"/>
                </a:lnTo>
                <a:lnTo>
                  <a:pt x="948297" y="854"/>
                </a:lnTo>
                <a:lnTo>
                  <a:pt x="947647" y="1034"/>
                </a:lnTo>
                <a:lnTo>
                  <a:pt x="947012" y="1230"/>
                </a:lnTo>
                <a:lnTo>
                  <a:pt x="946394" y="1444"/>
                </a:lnTo>
                <a:lnTo>
                  <a:pt x="945792" y="1675"/>
                </a:lnTo>
                <a:lnTo>
                  <a:pt x="945206" y="1922"/>
                </a:lnTo>
                <a:lnTo>
                  <a:pt x="944636" y="2187"/>
                </a:lnTo>
                <a:lnTo>
                  <a:pt x="944082" y="2469"/>
                </a:lnTo>
                <a:lnTo>
                  <a:pt x="943545" y="2768"/>
                </a:lnTo>
                <a:lnTo>
                  <a:pt x="943023" y="3084"/>
                </a:lnTo>
                <a:lnTo>
                  <a:pt x="942518" y="3417"/>
                </a:lnTo>
                <a:lnTo>
                  <a:pt x="942029" y="3768"/>
                </a:lnTo>
                <a:lnTo>
                  <a:pt x="941556" y="4135"/>
                </a:lnTo>
                <a:lnTo>
                  <a:pt x="941099" y="4520"/>
                </a:lnTo>
                <a:lnTo>
                  <a:pt x="940658" y="4921"/>
                </a:lnTo>
                <a:lnTo>
                  <a:pt x="940235" y="5336"/>
                </a:lnTo>
                <a:lnTo>
                  <a:pt x="939829" y="5760"/>
                </a:lnTo>
                <a:lnTo>
                  <a:pt x="939442" y="6193"/>
                </a:lnTo>
                <a:lnTo>
                  <a:pt x="939072" y="6635"/>
                </a:lnTo>
                <a:lnTo>
                  <a:pt x="938721" y="7086"/>
                </a:lnTo>
                <a:lnTo>
                  <a:pt x="938387" y="7546"/>
                </a:lnTo>
                <a:lnTo>
                  <a:pt x="938072" y="8016"/>
                </a:lnTo>
                <a:lnTo>
                  <a:pt x="937775" y="8494"/>
                </a:lnTo>
                <a:lnTo>
                  <a:pt x="937495" y="8982"/>
                </a:lnTo>
                <a:lnTo>
                  <a:pt x="937234" y="9479"/>
                </a:lnTo>
                <a:lnTo>
                  <a:pt x="936991" y="9985"/>
                </a:lnTo>
                <a:lnTo>
                  <a:pt x="936765" y="10500"/>
                </a:lnTo>
                <a:lnTo>
                  <a:pt x="936558" y="11024"/>
                </a:lnTo>
                <a:lnTo>
                  <a:pt x="936369" y="11557"/>
                </a:lnTo>
                <a:lnTo>
                  <a:pt x="936198" y="12100"/>
                </a:lnTo>
                <a:lnTo>
                  <a:pt x="936044" y="12651"/>
                </a:lnTo>
                <a:lnTo>
                  <a:pt x="935909" y="13212"/>
                </a:lnTo>
                <a:lnTo>
                  <a:pt x="935792" y="13782"/>
                </a:lnTo>
                <a:lnTo>
                  <a:pt x="935693" y="14361"/>
                </a:lnTo>
                <a:lnTo>
                  <a:pt x="935612" y="14949"/>
                </a:lnTo>
                <a:lnTo>
                  <a:pt x="935549" y="15546"/>
                </a:lnTo>
                <a:lnTo>
                  <a:pt x="935504" y="16153"/>
                </a:lnTo>
                <a:lnTo>
                  <a:pt x="935477" y="16768"/>
                </a:lnTo>
                <a:lnTo>
                  <a:pt x="935468" y="17393"/>
                </a:lnTo>
                <a:lnTo>
                  <a:pt x="935477" y="18006"/>
                </a:lnTo>
                <a:lnTo>
                  <a:pt x="935504" y="18612"/>
                </a:lnTo>
                <a:lnTo>
                  <a:pt x="935549" y="19209"/>
                </a:lnTo>
                <a:lnTo>
                  <a:pt x="935612" y="19797"/>
                </a:lnTo>
                <a:lnTo>
                  <a:pt x="935693" y="20377"/>
                </a:lnTo>
                <a:lnTo>
                  <a:pt x="935792" y="20949"/>
                </a:lnTo>
                <a:lnTo>
                  <a:pt x="935909" y="21512"/>
                </a:lnTo>
                <a:lnTo>
                  <a:pt x="936044" y="22067"/>
                </a:lnTo>
                <a:lnTo>
                  <a:pt x="936198" y="22613"/>
                </a:lnTo>
                <a:lnTo>
                  <a:pt x="936369" y="23151"/>
                </a:lnTo>
                <a:lnTo>
                  <a:pt x="936558" y="23680"/>
                </a:lnTo>
                <a:lnTo>
                  <a:pt x="936765" y="24201"/>
                </a:lnTo>
                <a:lnTo>
                  <a:pt x="936991" y="24714"/>
                </a:lnTo>
                <a:lnTo>
                  <a:pt x="937234" y="25218"/>
                </a:lnTo>
                <a:lnTo>
                  <a:pt x="937495" y="25714"/>
                </a:lnTo>
                <a:lnTo>
                  <a:pt x="937775" y="26201"/>
                </a:lnTo>
                <a:lnTo>
                  <a:pt x="938072" y="26680"/>
                </a:lnTo>
                <a:lnTo>
                  <a:pt x="938387" y="27151"/>
                </a:lnTo>
                <a:lnTo>
                  <a:pt x="938721" y="27613"/>
                </a:lnTo>
                <a:lnTo>
                  <a:pt x="939072" y="28066"/>
                </a:lnTo>
                <a:lnTo>
                  <a:pt x="939442" y="28512"/>
                </a:lnTo>
                <a:lnTo>
                  <a:pt x="939829" y="28948"/>
                </a:lnTo>
                <a:lnTo>
                  <a:pt x="940235" y="29377"/>
                </a:lnTo>
                <a:lnTo>
                  <a:pt x="940658" y="29797"/>
                </a:lnTo>
                <a:lnTo>
                  <a:pt x="941099" y="30204"/>
                </a:lnTo>
                <a:lnTo>
                  <a:pt x="941556" y="30594"/>
                </a:lnTo>
                <a:lnTo>
                  <a:pt x="942029" y="30966"/>
                </a:lnTo>
                <a:lnTo>
                  <a:pt x="942518" y="31321"/>
                </a:lnTo>
                <a:lnTo>
                  <a:pt x="943023" y="31659"/>
                </a:lnTo>
                <a:lnTo>
                  <a:pt x="943545" y="31979"/>
                </a:lnTo>
                <a:lnTo>
                  <a:pt x="944082" y="32282"/>
                </a:lnTo>
                <a:lnTo>
                  <a:pt x="944636" y="32568"/>
                </a:lnTo>
                <a:lnTo>
                  <a:pt x="945206" y="32837"/>
                </a:lnTo>
                <a:lnTo>
                  <a:pt x="945792" y="33088"/>
                </a:lnTo>
                <a:lnTo>
                  <a:pt x="946394" y="33322"/>
                </a:lnTo>
                <a:lnTo>
                  <a:pt x="947012" y="33538"/>
                </a:lnTo>
                <a:lnTo>
                  <a:pt x="947647" y="33737"/>
                </a:lnTo>
                <a:lnTo>
                  <a:pt x="948297" y="33919"/>
                </a:lnTo>
                <a:lnTo>
                  <a:pt x="948964" y="34084"/>
                </a:lnTo>
                <a:lnTo>
                  <a:pt x="949647" y="34231"/>
                </a:lnTo>
                <a:lnTo>
                  <a:pt x="950346" y="34361"/>
                </a:lnTo>
                <a:lnTo>
                  <a:pt x="951061" y="34474"/>
                </a:lnTo>
                <a:lnTo>
                  <a:pt x="951793" y="34569"/>
                </a:lnTo>
                <a:lnTo>
                  <a:pt x="952540" y="34647"/>
                </a:lnTo>
                <a:lnTo>
                  <a:pt x="953304" y="34707"/>
                </a:lnTo>
                <a:lnTo>
                  <a:pt x="954084" y="34751"/>
                </a:lnTo>
                <a:lnTo>
                  <a:pt x="954880" y="34777"/>
                </a:lnTo>
                <a:lnTo>
                  <a:pt x="955692" y="34785"/>
                </a:lnTo>
                <a:lnTo>
                  <a:pt x="956504" y="34777"/>
                </a:lnTo>
                <a:lnTo>
                  <a:pt x="957300" y="34751"/>
                </a:lnTo>
                <a:lnTo>
                  <a:pt x="958080" y="34707"/>
                </a:lnTo>
                <a:lnTo>
                  <a:pt x="958843" y="34647"/>
                </a:lnTo>
                <a:lnTo>
                  <a:pt x="959591" y="34569"/>
                </a:lnTo>
                <a:close/>
                <a:moveTo>
                  <a:pt x="1263774" y="64514"/>
                </a:moveTo>
                <a:lnTo>
                  <a:pt x="1264369" y="64178"/>
                </a:lnTo>
                <a:lnTo>
                  <a:pt x="1264980" y="63862"/>
                </a:lnTo>
                <a:lnTo>
                  <a:pt x="1265605" y="63567"/>
                </a:lnTo>
                <a:lnTo>
                  <a:pt x="1266246" y="63292"/>
                </a:lnTo>
                <a:lnTo>
                  <a:pt x="1266903" y="63037"/>
                </a:lnTo>
                <a:lnTo>
                  <a:pt x="1267574" y="62803"/>
                </a:lnTo>
                <a:lnTo>
                  <a:pt x="1268261" y="62589"/>
                </a:lnTo>
                <a:lnTo>
                  <a:pt x="1268963" y="62396"/>
                </a:lnTo>
                <a:lnTo>
                  <a:pt x="1269680" y="62223"/>
                </a:lnTo>
                <a:lnTo>
                  <a:pt x="1270407" y="62063"/>
                </a:lnTo>
                <a:lnTo>
                  <a:pt x="1271142" y="61910"/>
                </a:lnTo>
                <a:lnTo>
                  <a:pt x="1271882" y="61764"/>
                </a:lnTo>
                <a:lnTo>
                  <a:pt x="1272629" y="61625"/>
                </a:lnTo>
                <a:lnTo>
                  <a:pt x="1273382" y="61493"/>
                </a:lnTo>
                <a:lnTo>
                  <a:pt x="1274142" y="61367"/>
                </a:lnTo>
                <a:lnTo>
                  <a:pt x="1274907" y="61248"/>
                </a:lnTo>
                <a:lnTo>
                  <a:pt x="1275679" y="61136"/>
                </a:lnTo>
                <a:lnTo>
                  <a:pt x="1276458" y="61031"/>
                </a:lnTo>
                <a:lnTo>
                  <a:pt x="1277243" y="60933"/>
                </a:lnTo>
                <a:lnTo>
                  <a:pt x="1278034" y="60841"/>
                </a:lnTo>
                <a:lnTo>
                  <a:pt x="1278831" y="60756"/>
                </a:lnTo>
                <a:lnTo>
                  <a:pt x="1279635" y="60678"/>
                </a:lnTo>
                <a:lnTo>
                  <a:pt x="1280445" y="60607"/>
                </a:lnTo>
                <a:lnTo>
                  <a:pt x="1281261" y="60542"/>
                </a:lnTo>
                <a:lnTo>
                  <a:pt x="1282084" y="60485"/>
                </a:lnTo>
                <a:lnTo>
                  <a:pt x="1282913" y="60434"/>
                </a:lnTo>
                <a:lnTo>
                  <a:pt x="1283748" y="60390"/>
                </a:lnTo>
                <a:lnTo>
                  <a:pt x="1284590" y="60352"/>
                </a:lnTo>
                <a:lnTo>
                  <a:pt x="1285437" y="60322"/>
                </a:lnTo>
                <a:lnTo>
                  <a:pt x="1286292" y="60298"/>
                </a:lnTo>
                <a:lnTo>
                  <a:pt x="1287152" y="60281"/>
                </a:lnTo>
                <a:lnTo>
                  <a:pt x="1288019" y="60271"/>
                </a:lnTo>
                <a:lnTo>
                  <a:pt x="1288892" y="60268"/>
                </a:lnTo>
                <a:lnTo>
                  <a:pt x="1288892" y="34246"/>
                </a:lnTo>
                <a:lnTo>
                  <a:pt x="1287608" y="34266"/>
                </a:lnTo>
                <a:lnTo>
                  <a:pt x="1286340" y="34303"/>
                </a:lnTo>
                <a:lnTo>
                  <a:pt x="1285087" y="34358"/>
                </a:lnTo>
                <a:lnTo>
                  <a:pt x="1283850" y="34430"/>
                </a:lnTo>
                <a:lnTo>
                  <a:pt x="1282628" y="34519"/>
                </a:lnTo>
                <a:lnTo>
                  <a:pt x="1281422" y="34625"/>
                </a:lnTo>
                <a:lnTo>
                  <a:pt x="1280232" y="34749"/>
                </a:lnTo>
                <a:lnTo>
                  <a:pt x="1279058" y="34890"/>
                </a:lnTo>
                <a:lnTo>
                  <a:pt x="1277899" y="35049"/>
                </a:lnTo>
                <a:lnTo>
                  <a:pt x="1276756" y="35224"/>
                </a:lnTo>
                <a:lnTo>
                  <a:pt x="1275628" y="35418"/>
                </a:lnTo>
                <a:lnTo>
                  <a:pt x="1274517" y="35628"/>
                </a:lnTo>
                <a:lnTo>
                  <a:pt x="1273420" y="35856"/>
                </a:lnTo>
                <a:lnTo>
                  <a:pt x="1272340" y="36101"/>
                </a:lnTo>
                <a:lnTo>
                  <a:pt x="1271275" y="36363"/>
                </a:lnTo>
                <a:lnTo>
                  <a:pt x="1270226" y="36643"/>
                </a:lnTo>
                <a:lnTo>
                  <a:pt x="1269193" y="36940"/>
                </a:lnTo>
                <a:lnTo>
                  <a:pt x="1268175" y="37254"/>
                </a:lnTo>
                <a:lnTo>
                  <a:pt x="1267173" y="37586"/>
                </a:lnTo>
                <a:lnTo>
                  <a:pt x="1266187" y="37935"/>
                </a:lnTo>
                <a:lnTo>
                  <a:pt x="1265217" y="38301"/>
                </a:lnTo>
                <a:lnTo>
                  <a:pt x="1264262" y="38685"/>
                </a:lnTo>
                <a:lnTo>
                  <a:pt x="1263322" y="39086"/>
                </a:lnTo>
                <a:lnTo>
                  <a:pt x="1262399" y="39504"/>
                </a:lnTo>
                <a:lnTo>
                  <a:pt x="1261493" y="39947"/>
                </a:lnTo>
                <a:lnTo>
                  <a:pt x="1260607" y="40420"/>
                </a:lnTo>
                <a:lnTo>
                  <a:pt x="1259741" y="40924"/>
                </a:lnTo>
                <a:lnTo>
                  <a:pt x="1258895" y="41459"/>
                </a:lnTo>
                <a:lnTo>
                  <a:pt x="1258069" y="42025"/>
                </a:lnTo>
                <a:lnTo>
                  <a:pt x="1257263" y="42622"/>
                </a:lnTo>
                <a:lnTo>
                  <a:pt x="1256477" y="43250"/>
                </a:lnTo>
                <a:lnTo>
                  <a:pt x="1255710" y="43909"/>
                </a:lnTo>
                <a:lnTo>
                  <a:pt x="1254963" y="44598"/>
                </a:lnTo>
                <a:lnTo>
                  <a:pt x="1254237" y="45319"/>
                </a:lnTo>
                <a:lnTo>
                  <a:pt x="1253530" y="46070"/>
                </a:lnTo>
                <a:lnTo>
                  <a:pt x="1252843" y="46852"/>
                </a:lnTo>
                <a:lnTo>
                  <a:pt x="1252176" y="47665"/>
                </a:lnTo>
                <a:lnTo>
                  <a:pt x="1251529" y="48510"/>
                </a:lnTo>
                <a:lnTo>
                  <a:pt x="1250902" y="49385"/>
                </a:lnTo>
                <a:lnTo>
                  <a:pt x="1250295" y="50290"/>
                </a:lnTo>
                <a:lnTo>
                  <a:pt x="1249707" y="51227"/>
                </a:lnTo>
                <a:lnTo>
                  <a:pt x="1249140" y="52195"/>
                </a:lnTo>
                <a:lnTo>
                  <a:pt x="1248592" y="53193"/>
                </a:lnTo>
                <a:lnTo>
                  <a:pt x="1248064" y="54223"/>
                </a:lnTo>
                <a:lnTo>
                  <a:pt x="1247556" y="55283"/>
                </a:lnTo>
                <a:lnTo>
                  <a:pt x="1247068" y="56374"/>
                </a:lnTo>
                <a:lnTo>
                  <a:pt x="1247019" y="56492"/>
                </a:lnTo>
                <a:lnTo>
                  <a:pt x="1246649" y="56344"/>
                </a:lnTo>
                <a:lnTo>
                  <a:pt x="1245520" y="55925"/>
                </a:lnTo>
                <a:lnTo>
                  <a:pt x="1244370" y="55527"/>
                </a:lnTo>
                <a:lnTo>
                  <a:pt x="1243197" y="55151"/>
                </a:lnTo>
                <a:lnTo>
                  <a:pt x="1242003" y="54796"/>
                </a:lnTo>
                <a:lnTo>
                  <a:pt x="1240786" y="54463"/>
                </a:lnTo>
                <a:lnTo>
                  <a:pt x="1239546" y="54151"/>
                </a:lnTo>
                <a:lnTo>
                  <a:pt x="1238285" y="53860"/>
                </a:lnTo>
                <a:lnTo>
                  <a:pt x="1237001" y="53592"/>
                </a:lnTo>
                <a:lnTo>
                  <a:pt x="1235695" y="53344"/>
                </a:lnTo>
                <a:lnTo>
                  <a:pt x="1234367" y="53118"/>
                </a:lnTo>
                <a:lnTo>
                  <a:pt x="1233016" y="52914"/>
                </a:lnTo>
                <a:lnTo>
                  <a:pt x="1231643" y="52731"/>
                </a:lnTo>
                <a:lnTo>
                  <a:pt x="1230249" y="52570"/>
                </a:lnTo>
                <a:lnTo>
                  <a:pt x="1228831" y="52430"/>
                </a:lnTo>
                <a:lnTo>
                  <a:pt x="1227392" y="52312"/>
                </a:lnTo>
                <a:lnTo>
                  <a:pt x="1225930" y="52215"/>
                </a:lnTo>
                <a:lnTo>
                  <a:pt x="1224446" y="52140"/>
                </a:lnTo>
                <a:lnTo>
                  <a:pt x="1222940" y="52086"/>
                </a:lnTo>
                <a:lnTo>
                  <a:pt x="1221412" y="52054"/>
                </a:lnTo>
                <a:lnTo>
                  <a:pt x="1219861" y="52043"/>
                </a:lnTo>
                <a:lnTo>
                  <a:pt x="1218354" y="52054"/>
                </a:lnTo>
                <a:lnTo>
                  <a:pt x="1216866" y="52086"/>
                </a:lnTo>
                <a:lnTo>
                  <a:pt x="1215397" y="52140"/>
                </a:lnTo>
                <a:lnTo>
                  <a:pt x="1213947" y="52215"/>
                </a:lnTo>
                <a:lnTo>
                  <a:pt x="1212517" y="52312"/>
                </a:lnTo>
                <a:lnTo>
                  <a:pt x="1211106" y="52430"/>
                </a:lnTo>
                <a:lnTo>
                  <a:pt x="1209714" y="52570"/>
                </a:lnTo>
                <a:lnTo>
                  <a:pt x="1208341" y="52731"/>
                </a:lnTo>
                <a:lnTo>
                  <a:pt x="1206987" y="52914"/>
                </a:lnTo>
                <a:lnTo>
                  <a:pt x="1205653" y="53118"/>
                </a:lnTo>
                <a:lnTo>
                  <a:pt x="1204338" y="53344"/>
                </a:lnTo>
                <a:lnTo>
                  <a:pt x="1203041" y="53592"/>
                </a:lnTo>
                <a:lnTo>
                  <a:pt x="1201765" y="53860"/>
                </a:lnTo>
                <a:lnTo>
                  <a:pt x="1200507" y="54151"/>
                </a:lnTo>
                <a:lnTo>
                  <a:pt x="1199268" y="54463"/>
                </a:lnTo>
                <a:lnTo>
                  <a:pt x="1198049" y="54796"/>
                </a:lnTo>
                <a:lnTo>
                  <a:pt x="1196849" y="55151"/>
                </a:lnTo>
                <a:lnTo>
                  <a:pt x="1195668" y="55527"/>
                </a:lnTo>
                <a:lnTo>
                  <a:pt x="1194506" y="55925"/>
                </a:lnTo>
                <a:lnTo>
                  <a:pt x="1193364" y="56344"/>
                </a:lnTo>
                <a:lnTo>
                  <a:pt x="1192241" y="56785"/>
                </a:lnTo>
                <a:lnTo>
                  <a:pt x="1191136" y="57247"/>
                </a:lnTo>
                <a:lnTo>
                  <a:pt x="1190052" y="57731"/>
                </a:lnTo>
                <a:lnTo>
                  <a:pt x="1188986" y="58237"/>
                </a:lnTo>
                <a:lnTo>
                  <a:pt x="1187940" y="58760"/>
                </a:lnTo>
                <a:lnTo>
                  <a:pt x="1186916" y="59298"/>
                </a:lnTo>
                <a:lnTo>
                  <a:pt x="1185913" y="59849"/>
                </a:lnTo>
                <a:lnTo>
                  <a:pt x="1184932" y="60415"/>
                </a:lnTo>
                <a:lnTo>
                  <a:pt x="1183971" y="60996"/>
                </a:lnTo>
                <a:lnTo>
                  <a:pt x="1183032" y="61590"/>
                </a:lnTo>
                <a:lnTo>
                  <a:pt x="1182115" y="62199"/>
                </a:lnTo>
                <a:lnTo>
                  <a:pt x="1181218" y="62822"/>
                </a:lnTo>
                <a:lnTo>
                  <a:pt x="1180343" y="63459"/>
                </a:lnTo>
                <a:lnTo>
                  <a:pt x="1179489" y="64111"/>
                </a:lnTo>
                <a:lnTo>
                  <a:pt x="1178657" y="64776"/>
                </a:lnTo>
                <a:lnTo>
                  <a:pt x="1177846" y="65456"/>
                </a:lnTo>
                <a:lnTo>
                  <a:pt x="1177056" y="66151"/>
                </a:lnTo>
                <a:lnTo>
                  <a:pt x="1176287" y="66859"/>
                </a:lnTo>
                <a:lnTo>
                  <a:pt x="1175540" y="67582"/>
                </a:lnTo>
                <a:lnTo>
                  <a:pt x="1174814" y="68319"/>
                </a:lnTo>
                <a:lnTo>
                  <a:pt x="1174109" y="69070"/>
                </a:lnTo>
                <a:lnTo>
                  <a:pt x="1173426" y="69836"/>
                </a:lnTo>
                <a:lnTo>
                  <a:pt x="1172764" y="70615"/>
                </a:lnTo>
                <a:lnTo>
                  <a:pt x="1172123" y="71409"/>
                </a:lnTo>
                <a:lnTo>
                  <a:pt x="1171504" y="72218"/>
                </a:lnTo>
                <a:lnTo>
                  <a:pt x="1170905" y="73040"/>
                </a:lnTo>
                <a:lnTo>
                  <a:pt x="1170329" y="73877"/>
                </a:lnTo>
                <a:lnTo>
                  <a:pt x="1169773" y="74728"/>
                </a:lnTo>
                <a:lnTo>
                  <a:pt x="1169239" y="75590"/>
                </a:lnTo>
                <a:lnTo>
                  <a:pt x="1168729" y="76461"/>
                </a:lnTo>
                <a:lnTo>
                  <a:pt x="1168240" y="77341"/>
                </a:lnTo>
                <a:lnTo>
                  <a:pt x="1167775" y="78229"/>
                </a:lnTo>
                <a:lnTo>
                  <a:pt x="1167332" y="79127"/>
                </a:lnTo>
                <a:lnTo>
                  <a:pt x="1166912" y="80032"/>
                </a:lnTo>
                <a:lnTo>
                  <a:pt x="1166515" y="80947"/>
                </a:lnTo>
                <a:lnTo>
                  <a:pt x="1166140" y="81870"/>
                </a:lnTo>
                <a:lnTo>
                  <a:pt x="1165788" y="82802"/>
                </a:lnTo>
                <a:lnTo>
                  <a:pt x="1165459" y="83742"/>
                </a:lnTo>
                <a:lnTo>
                  <a:pt x="1165152" y="84691"/>
                </a:lnTo>
                <a:lnTo>
                  <a:pt x="1164869" y="85649"/>
                </a:lnTo>
                <a:lnTo>
                  <a:pt x="1164608" y="86615"/>
                </a:lnTo>
                <a:lnTo>
                  <a:pt x="1164369" y="87590"/>
                </a:lnTo>
                <a:lnTo>
                  <a:pt x="1164153" y="88574"/>
                </a:lnTo>
                <a:lnTo>
                  <a:pt x="1163960" y="89566"/>
                </a:lnTo>
                <a:lnTo>
                  <a:pt x="1163790" y="90567"/>
                </a:lnTo>
                <a:lnTo>
                  <a:pt x="1163643" y="91577"/>
                </a:lnTo>
                <a:lnTo>
                  <a:pt x="1163518" y="92595"/>
                </a:lnTo>
                <a:lnTo>
                  <a:pt x="1163416" y="93622"/>
                </a:lnTo>
                <a:lnTo>
                  <a:pt x="1163336" y="94658"/>
                </a:lnTo>
                <a:lnTo>
                  <a:pt x="1163279" y="95702"/>
                </a:lnTo>
                <a:lnTo>
                  <a:pt x="1163245" y="96755"/>
                </a:lnTo>
                <a:lnTo>
                  <a:pt x="1163234" y="97817"/>
                </a:lnTo>
                <a:lnTo>
                  <a:pt x="1163245" y="98813"/>
                </a:lnTo>
                <a:lnTo>
                  <a:pt x="1163279" y="99803"/>
                </a:lnTo>
                <a:lnTo>
                  <a:pt x="1163335" y="100787"/>
                </a:lnTo>
                <a:lnTo>
                  <a:pt x="1163414" y="101766"/>
                </a:lnTo>
                <a:lnTo>
                  <a:pt x="1163515" y="102739"/>
                </a:lnTo>
                <a:lnTo>
                  <a:pt x="1163638" y="103707"/>
                </a:lnTo>
                <a:lnTo>
                  <a:pt x="1163784" y="104669"/>
                </a:lnTo>
                <a:lnTo>
                  <a:pt x="1163953" y="105626"/>
                </a:lnTo>
                <a:lnTo>
                  <a:pt x="1164144" y="106576"/>
                </a:lnTo>
                <a:lnTo>
                  <a:pt x="1164357" y="107522"/>
                </a:lnTo>
                <a:lnTo>
                  <a:pt x="1164593" y="108461"/>
                </a:lnTo>
                <a:lnTo>
                  <a:pt x="1164852" y="109395"/>
                </a:lnTo>
                <a:lnTo>
                  <a:pt x="1165133" y="110323"/>
                </a:lnTo>
                <a:lnTo>
                  <a:pt x="1165436" y="111246"/>
                </a:lnTo>
                <a:lnTo>
                  <a:pt x="1165762" y="112163"/>
                </a:lnTo>
                <a:lnTo>
                  <a:pt x="1166110" y="113075"/>
                </a:lnTo>
                <a:lnTo>
                  <a:pt x="1166481" y="113981"/>
                </a:lnTo>
                <a:lnTo>
                  <a:pt x="1166874" y="114881"/>
                </a:lnTo>
                <a:lnTo>
                  <a:pt x="1167290" y="115775"/>
                </a:lnTo>
                <a:lnTo>
                  <a:pt x="1167728" y="116664"/>
                </a:lnTo>
                <a:lnTo>
                  <a:pt x="1168189" y="117548"/>
                </a:lnTo>
                <a:lnTo>
                  <a:pt x="1168672" y="118426"/>
                </a:lnTo>
                <a:lnTo>
                  <a:pt x="1169177" y="119298"/>
                </a:lnTo>
                <a:lnTo>
                  <a:pt x="1169706" y="120164"/>
                </a:lnTo>
                <a:lnTo>
                  <a:pt x="1170255" y="121021"/>
                </a:lnTo>
                <a:lnTo>
                  <a:pt x="1170826" y="121864"/>
                </a:lnTo>
                <a:lnTo>
                  <a:pt x="1171418" y="122692"/>
                </a:lnTo>
                <a:lnTo>
                  <a:pt x="1172031" y="123507"/>
                </a:lnTo>
                <a:lnTo>
                  <a:pt x="1172665" y="124308"/>
                </a:lnTo>
                <a:lnTo>
                  <a:pt x="1173321" y="125094"/>
                </a:lnTo>
                <a:lnTo>
                  <a:pt x="1173997" y="125867"/>
                </a:lnTo>
                <a:lnTo>
                  <a:pt x="1174694" y="126626"/>
                </a:lnTo>
                <a:lnTo>
                  <a:pt x="1175413" y="127370"/>
                </a:lnTo>
                <a:lnTo>
                  <a:pt x="1176152" y="128101"/>
                </a:lnTo>
                <a:lnTo>
                  <a:pt x="1176912" y="128818"/>
                </a:lnTo>
                <a:lnTo>
                  <a:pt x="1177694" y="129520"/>
                </a:lnTo>
                <a:lnTo>
                  <a:pt x="1178497" y="130209"/>
                </a:lnTo>
                <a:lnTo>
                  <a:pt x="1179320" y="130883"/>
                </a:lnTo>
                <a:lnTo>
                  <a:pt x="1180165" y="131544"/>
                </a:lnTo>
                <a:lnTo>
                  <a:pt x="1181031" y="132190"/>
                </a:lnTo>
                <a:lnTo>
                  <a:pt x="1181918" y="132823"/>
                </a:lnTo>
                <a:lnTo>
                  <a:pt x="1182826" y="133441"/>
                </a:lnTo>
                <a:lnTo>
                  <a:pt x="1183660" y="133984"/>
                </a:lnTo>
                <a:lnTo>
                  <a:pt x="1183309" y="134124"/>
                </a:lnTo>
                <a:lnTo>
                  <a:pt x="1182375" y="134511"/>
                </a:lnTo>
                <a:lnTo>
                  <a:pt x="1181463" y="134902"/>
                </a:lnTo>
                <a:lnTo>
                  <a:pt x="1180574" y="135299"/>
                </a:lnTo>
                <a:lnTo>
                  <a:pt x="1179707" y="135700"/>
                </a:lnTo>
                <a:lnTo>
                  <a:pt x="1178862" y="136106"/>
                </a:lnTo>
                <a:lnTo>
                  <a:pt x="1178039" y="136517"/>
                </a:lnTo>
                <a:lnTo>
                  <a:pt x="1177239" y="136933"/>
                </a:lnTo>
                <a:lnTo>
                  <a:pt x="1176461" y="137354"/>
                </a:lnTo>
                <a:lnTo>
                  <a:pt x="1175705" y="137780"/>
                </a:lnTo>
                <a:lnTo>
                  <a:pt x="1174971" y="138211"/>
                </a:lnTo>
                <a:lnTo>
                  <a:pt x="1174260" y="138647"/>
                </a:lnTo>
                <a:lnTo>
                  <a:pt x="1173570" y="139087"/>
                </a:lnTo>
                <a:lnTo>
                  <a:pt x="1172903" y="139533"/>
                </a:lnTo>
                <a:lnTo>
                  <a:pt x="1172259" y="139984"/>
                </a:lnTo>
                <a:lnTo>
                  <a:pt x="1171636" y="140439"/>
                </a:lnTo>
                <a:lnTo>
                  <a:pt x="1171036" y="140899"/>
                </a:lnTo>
                <a:lnTo>
                  <a:pt x="1170458" y="141364"/>
                </a:lnTo>
                <a:lnTo>
                  <a:pt x="1169902" y="141835"/>
                </a:lnTo>
                <a:lnTo>
                  <a:pt x="1169368" y="142310"/>
                </a:lnTo>
                <a:lnTo>
                  <a:pt x="1168857" y="142791"/>
                </a:lnTo>
                <a:lnTo>
                  <a:pt x="1168367" y="143282"/>
                </a:lnTo>
                <a:lnTo>
                  <a:pt x="1167899" y="143781"/>
                </a:lnTo>
                <a:lnTo>
                  <a:pt x="1167453" y="144289"/>
                </a:lnTo>
                <a:lnTo>
                  <a:pt x="1167028" y="144805"/>
                </a:lnTo>
                <a:lnTo>
                  <a:pt x="1166626" y="145331"/>
                </a:lnTo>
                <a:lnTo>
                  <a:pt x="1166245" y="145864"/>
                </a:lnTo>
                <a:lnTo>
                  <a:pt x="1165885" y="146407"/>
                </a:lnTo>
                <a:lnTo>
                  <a:pt x="1165548" y="146958"/>
                </a:lnTo>
                <a:lnTo>
                  <a:pt x="1165232" y="147518"/>
                </a:lnTo>
                <a:lnTo>
                  <a:pt x="1164939" y="148086"/>
                </a:lnTo>
                <a:lnTo>
                  <a:pt x="1164666" y="148663"/>
                </a:lnTo>
                <a:lnTo>
                  <a:pt x="1164416" y="149249"/>
                </a:lnTo>
                <a:lnTo>
                  <a:pt x="1164187" y="149844"/>
                </a:lnTo>
                <a:lnTo>
                  <a:pt x="1163981" y="150447"/>
                </a:lnTo>
                <a:lnTo>
                  <a:pt x="1163796" y="151058"/>
                </a:lnTo>
                <a:lnTo>
                  <a:pt x="1163632" y="151679"/>
                </a:lnTo>
                <a:lnTo>
                  <a:pt x="1163491" y="152308"/>
                </a:lnTo>
                <a:lnTo>
                  <a:pt x="1163371" y="152946"/>
                </a:lnTo>
                <a:lnTo>
                  <a:pt x="1163273" y="153592"/>
                </a:lnTo>
                <a:lnTo>
                  <a:pt x="1163197" y="154247"/>
                </a:lnTo>
                <a:lnTo>
                  <a:pt x="1163143" y="154911"/>
                </a:lnTo>
                <a:lnTo>
                  <a:pt x="1163110" y="155583"/>
                </a:lnTo>
                <a:lnTo>
                  <a:pt x="1163099" y="156264"/>
                </a:lnTo>
                <a:lnTo>
                  <a:pt x="1163106" y="156703"/>
                </a:lnTo>
                <a:lnTo>
                  <a:pt x="1163127" y="157142"/>
                </a:lnTo>
                <a:lnTo>
                  <a:pt x="1163162" y="157581"/>
                </a:lnTo>
                <a:lnTo>
                  <a:pt x="1163211" y="158021"/>
                </a:lnTo>
                <a:lnTo>
                  <a:pt x="1163275" y="158461"/>
                </a:lnTo>
                <a:lnTo>
                  <a:pt x="1163352" y="158902"/>
                </a:lnTo>
                <a:lnTo>
                  <a:pt x="1163443" y="159343"/>
                </a:lnTo>
                <a:lnTo>
                  <a:pt x="1163548" y="159785"/>
                </a:lnTo>
                <a:lnTo>
                  <a:pt x="1163668" y="160227"/>
                </a:lnTo>
                <a:lnTo>
                  <a:pt x="1163801" y="160669"/>
                </a:lnTo>
                <a:lnTo>
                  <a:pt x="1163949" y="161113"/>
                </a:lnTo>
                <a:lnTo>
                  <a:pt x="1164110" y="161556"/>
                </a:lnTo>
                <a:lnTo>
                  <a:pt x="1164286" y="162000"/>
                </a:lnTo>
                <a:lnTo>
                  <a:pt x="1164475" y="162445"/>
                </a:lnTo>
                <a:lnTo>
                  <a:pt x="1164679" y="162890"/>
                </a:lnTo>
                <a:lnTo>
                  <a:pt x="1164897" y="163335"/>
                </a:lnTo>
                <a:lnTo>
                  <a:pt x="1165128" y="163781"/>
                </a:lnTo>
                <a:lnTo>
                  <a:pt x="1165374" y="164227"/>
                </a:lnTo>
                <a:lnTo>
                  <a:pt x="1165634" y="164674"/>
                </a:lnTo>
                <a:lnTo>
                  <a:pt x="1165908" y="165122"/>
                </a:lnTo>
                <a:lnTo>
                  <a:pt x="1166196" y="165569"/>
                </a:lnTo>
                <a:lnTo>
                  <a:pt x="1166498" y="166018"/>
                </a:lnTo>
                <a:lnTo>
                  <a:pt x="1166814" y="166466"/>
                </a:lnTo>
                <a:lnTo>
                  <a:pt x="1167144" y="166916"/>
                </a:lnTo>
                <a:lnTo>
                  <a:pt x="1167489" y="167363"/>
                </a:lnTo>
                <a:lnTo>
                  <a:pt x="1167851" y="167805"/>
                </a:lnTo>
                <a:lnTo>
                  <a:pt x="1168229" y="168244"/>
                </a:lnTo>
                <a:lnTo>
                  <a:pt x="1168623" y="168678"/>
                </a:lnTo>
                <a:lnTo>
                  <a:pt x="1169034" y="169107"/>
                </a:lnTo>
                <a:lnTo>
                  <a:pt x="1169461" y="169532"/>
                </a:lnTo>
                <a:lnTo>
                  <a:pt x="1169905" y="169953"/>
                </a:lnTo>
                <a:lnTo>
                  <a:pt x="1170365" y="170369"/>
                </a:lnTo>
                <a:lnTo>
                  <a:pt x="1170841" y="170780"/>
                </a:lnTo>
                <a:lnTo>
                  <a:pt x="1171334" y="171187"/>
                </a:lnTo>
                <a:lnTo>
                  <a:pt x="1171843" y="171590"/>
                </a:lnTo>
                <a:lnTo>
                  <a:pt x="1172368" y="171988"/>
                </a:lnTo>
                <a:lnTo>
                  <a:pt x="1172910" y="172382"/>
                </a:lnTo>
                <a:lnTo>
                  <a:pt x="1173469" y="172772"/>
                </a:lnTo>
                <a:lnTo>
                  <a:pt x="1174043" y="173157"/>
                </a:lnTo>
                <a:lnTo>
                  <a:pt x="1174634" y="173537"/>
                </a:lnTo>
                <a:lnTo>
                  <a:pt x="1175242" y="173913"/>
                </a:lnTo>
                <a:lnTo>
                  <a:pt x="1175865" y="174285"/>
                </a:lnTo>
                <a:lnTo>
                  <a:pt x="1176506" y="174652"/>
                </a:lnTo>
                <a:lnTo>
                  <a:pt x="1177162" y="175014"/>
                </a:lnTo>
                <a:lnTo>
                  <a:pt x="1177835" y="175373"/>
                </a:lnTo>
                <a:lnTo>
                  <a:pt x="1178525" y="175727"/>
                </a:lnTo>
                <a:lnTo>
                  <a:pt x="1178864" y="175895"/>
                </a:lnTo>
                <a:lnTo>
                  <a:pt x="1178360" y="176103"/>
                </a:lnTo>
                <a:lnTo>
                  <a:pt x="1177106" y="176657"/>
                </a:lnTo>
                <a:lnTo>
                  <a:pt x="1175895" y="177229"/>
                </a:lnTo>
                <a:lnTo>
                  <a:pt x="1174728" y="177818"/>
                </a:lnTo>
                <a:lnTo>
                  <a:pt x="1173603" y="178424"/>
                </a:lnTo>
                <a:lnTo>
                  <a:pt x="1172522" y="179049"/>
                </a:lnTo>
                <a:lnTo>
                  <a:pt x="1171484" y="179690"/>
                </a:lnTo>
                <a:lnTo>
                  <a:pt x="1170488" y="180350"/>
                </a:lnTo>
                <a:lnTo>
                  <a:pt x="1169536" y="181027"/>
                </a:lnTo>
                <a:lnTo>
                  <a:pt x="1168627" y="181721"/>
                </a:lnTo>
                <a:lnTo>
                  <a:pt x="1167758" y="182429"/>
                </a:lnTo>
                <a:lnTo>
                  <a:pt x="1166926" y="183147"/>
                </a:lnTo>
                <a:lnTo>
                  <a:pt x="1166131" y="183874"/>
                </a:lnTo>
                <a:lnTo>
                  <a:pt x="1165372" y="184611"/>
                </a:lnTo>
                <a:lnTo>
                  <a:pt x="1164651" y="185358"/>
                </a:lnTo>
                <a:lnTo>
                  <a:pt x="1163967" y="186114"/>
                </a:lnTo>
                <a:lnTo>
                  <a:pt x="1163320" y="186880"/>
                </a:lnTo>
                <a:lnTo>
                  <a:pt x="1162710" y="187655"/>
                </a:lnTo>
                <a:lnTo>
                  <a:pt x="1162136" y="188441"/>
                </a:lnTo>
                <a:lnTo>
                  <a:pt x="1161600" y="189235"/>
                </a:lnTo>
                <a:lnTo>
                  <a:pt x="1161101" y="190040"/>
                </a:lnTo>
                <a:lnTo>
                  <a:pt x="1160638" y="190854"/>
                </a:lnTo>
                <a:lnTo>
                  <a:pt x="1160213" y="191677"/>
                </a:lnTo>
                <a:lnTo>
                  <a:pt x="1159825" y="192510"/>
                </a:lnTo>
                <a:lnTo>
                  <a:pt x="1159473" y="193353"/>
                </a:lnTo>
                <a:lnTo>
                  <a:pt x="1159159" y="194206"/>
                </a:lnTo>
                <a:lnTo>
                  <a:pt x="1158882" y="195068"/>
                </a:lnTo>
                <a:lnTo>
                  <a:pt x="1158641" y="195940"/>
                </a:lnTo>
                <a:lnTo>
                  <a:pt x="1158438" y="196821"/>
                </a:lnTo>
                <a:lnTo>
                  <a:pt x="1158271" y="197712"/>
                </a:lnTo>
                <a:lnTo>
                  <a:pt x="1158142" y="198613"/>
                </a:lnTo>
                <a:lnTo>
                  <a:pt x="1158050" y="199523"/>
                </a:lnTo>
                <a:lnTo>
                  <a:pt x="1157994" y="200443"/>
                </a:lnTo>
                <a:lnTo>
                  <a:pt x="1157976" y="201372"/>
                </a:lnTo>
                <a:lnTo>
                  <a:pt x="1157986" y="202135"/>
                </a:lnTo>
                <a:lnTo>
                  <a:pt x="1158018" y="202894"/>
                </a:lnTo>
                <a:lnTo>
                  <a:pt x="1158070" y="203648"/>
                </a:lnTo>
                <a:lnTo>
                  <a:pt x="1158144" y="204398"/>
                </a:lnTo>
                <a:lnTo>
                  <a:pt x="1158239" y="205144"/>
                </a:lnTo>
                <a:lnTo>
                  <a:pt x="1158355" y="205884"/>
                </a:lnTo>
                <a:lnTo>
                  <a:pt x="1158492" y="206621"/>
                </a:lnTo>
                <a:lnTo>
                  <a:pt x="1158650" y="207353"/>
                </a:lnTo>
                <a:lnTo>
                  <a:pt x="1158829" y="208080"/>
                </a:lnTo>
                <a:lnTo>
                  <a:pt x="1159029" y="208803"/>
                </a:lnTo>
                <a:lnTo>
                  <a:pt x="1159250" y="209522"/>
                </a:lnTo>
                <a:lnTo>
                  <a:pt x="1159492" y="210236"/>
                </a:lnTo>
                <a:lnTo>
                  <a:pt x="1159756" y="210946"/>
                </a:lnTo>
                <a:lnTo>
                  <a:pt x="1160040" y="211651"/>
                </a:lnTo>
                <a:lnTo>
                  <a:pt x="1160346" y="212352"/>
                </a:lnTo>
                <a:lnTo>
                  <a:pt x="1160672" y="213048"/>
                </a:lnTo>
                <a:lnTo>
                  <a:pt x="1161020" y="213740"/>
                </a:lnTo>
                <a:lnTo>
                  <a:pt x="1161388" y="214427"/>
                </a:lnTo>
                <a:lnTo>
                  <a:pt x="1161778" y="215110"/>
                </a:lnTo>
                <a:lnTo>
                  <a:pt x="1162189" y="215788"/>
                </a:lnTo>
                <a:lnTo>
                  <a:pt x="1162621" y="216462"/>
                </a:lnTo>
                <a:lnTo>
                  <a:pt x="1163074" y="217132"/>
                </a:lnTo>
                <a:lnTo>
                  <a:pt x="1163548" y="217797"/>
                </a:lnTo>
                <a:lnTo>
                  <a:pt x="1164043" y="218457"/>
                </a:lnTo>
                <a:lnTo>
                  <a:pt x="1164562" y="219110"/>
                </a:lnTo>
                <a:lnTo>
                  <a:pt x="1165108" y="219753"/>
                </a:lnTo>
                <a:lnTo>
                  <a:pt x="1165682" y="220385"/>
                </a:lnTo>
                <a:lnTo>
                  <a:pt x="1166282" y="221006"/>
                </a:lnTo>
                <a:lnTo>
                  <a:pt x="1166910" y="221617"/>
                </a:lnTo>
                <a:lnTo>
                  <a:pt x="1167565" y="222217"/>
                </a:lnTo>
                <a:lnTo>
                  <a:pt x="1168247" y="222807"/>
                </a:lnTo>
                <a:lnTo>
                  <a:pt x="1168957" y="223386"/>
                </a:lnTo>
                <a:lnTo>
                  <a:pt x="1169693" y="223955"/>
                </a:lnTo>
                <a:lnTo>
                  <a:pt x="1170456" y="224513"/>
                </a:lnTo>
                <a:lnTo>
                  <a:pt x="1171247" y="225061"/>
                </a:lnTo>
                <a:lnTo>
                  <a:pt x="1172065" y="225598"/>
                </a:lnTo>
                <a:lnTo>
                  <a:pt x="1172910" y="226124"/>
                </a:lnTo>
                <a:lnTo>
                  <a:pt x="1173782" y="226640"/>
                </a:lnTo>
                <a:lnTo>
                  <a:pt x="1174682" y="227146"/>
                </a:lnTo>
                <a:lnTo>
                  <a:pt x="1175608" y="227640"/>
                </a:lnTo>
                <a:lnTo>
                  <a:pt x="1176562" y="228125"/>
                </a:lnTo>
                <a:lnTo>
                  <a:pt x="1177542" y="228599"/>
                </a:lnTo>
                <a:lnTo>
                  <a:pt x="1178550" y="229062"/>
                </a:lnTo>
                <a:lnTo>
                  <a:pt x="1179585" y="229514"/>
                </a:lnTo>
                <a:lnTo>
                  <a:pt x="1180648" y="229956"/>
                </a:lnTo>
                <a:lnTo>
                  <a:pt x="1181737" y="230388"/>
                </a:lnTo>
                <a:lnTo>
                  <a:pt x="1182854" y="230809"/>
                </a:lnTo>
                <a:lnTo>
                  <a:pt x="1183997" y="231219"/>
                </a:lnTo>
                <a:lnTo>
                  <a:pt x="1185171" y="231616"/>
                </a:lnTo>
                <a:lnTo>
                  <a:pt x="1186379" y="231996"/>
                </a:lnTo>
                <a:lnTo>
                  <a:pt x="1187621" y="232359"/>
                </a:lnTo>
                <a:lnTo>
                  <a:pt x="1188896" y="232705"/>
                </a:lnTo>
                <a:lnTo>
                  <a:pt x="1190205" y="233034"/>
                </a:lnTo>
                <a:lnTo>
                  <a:pt x="1191547" y="233347"/>
                </a:lnTo>
                <a:lnTo>
                  <a:pt x="1192924" y="233642"/>
                </a:lnTo>
                <a:lnTo>
                  <a:pt x="1194334" y="233921"/>
                </a:lnTo>
                <a:lnTo>
                  <a:pt x="1195778" y="234182"/>
                </a:lnTo>
                <a:lnTo>
                  <a:pt x="1197255" y="234427"/>
                </a:lnTo>
                <a:lnTo>
                  <a:pt x="1198766" y="234655"/>
                </a:lnTo>
                <a:lnTo>
                  <a:pt x="1200311" y="234866"/>
                </a:lnTo>
                <a:lnTo>
                  <a:pt x="1201890" y="235060"/>
                </a:lnTo>
                <a:lnTo>
                  <a:pt x="1203502" y="235238"/>
                </a:lnTo>
                <a:lnTo>
                  <a:pt x="1205148" y="235398"/>
                </a:lnTo>
                <a:lnTo>
                  <a:pt x="1206828" y="235541"/>
                </a:lnTo>
                <a:lnTo>
                  <a:pt x="1208541" y="235668"/>
                </a:lnTo>
                <a:lnTo>
                  <a:pt x="1210288" y="235778"/>
                </a:lnTo>
                <a:lnTo>
                  <a:pt x="1212069" y="235871"/>
                </a:lnTo>
                <a:lnTo>
                  <a:pt x="1213884" y="235947"/>
                </a:lnTo>
                <a:lnTo>
                  <a:pt x="1215732" y="236006"/>
                </a:lnTo>
                <a:lnTo>
                  <a:pt x="1217614" y="236048"/>
                </a:lnTo>
                <a:lnTo>
                  <a:pt x="1219530" y="236073"/>
                </a:lnTo>
                <a:lnTo>
                  <a:pt x="1221479" y="236082"/>
                </a:lnTo>
                <a:lnTo>
                  <a:pt x="1224193" y="236061"/>
                </a:lnTo>
                <a:lnTo>
                  <a:pt x="1226853" y="236001"/>
                </a:lnTo>
                <a:lnTo>
                  <a:pt x="1229459" y="235900"/>
                </a:lnTo>
                <a:lnTo>
                  <a:pt x="1232011" y="235759"/>
                </a:lnTo>
                <a:lnTo>
                  <a:pt x="1234508" y="235577"/>
                </a:lnTo>
                <a:lnTo>
                  <a:pt x="1236950" y="235356"/>
                </a:lnTo>
                <a:lnTo>
                  <a:pt x="1239339" y="235093"/>
                </a:lnTo>
                <a:lnTo>
                  <a:pt x="1241673" y="234791"/>
                </a:lnTo>
                <a:lnTo>
                  <a:pt x="1243953" y="234448"/>
                </a:lnTo>
                <a:lnTo>
                  <a:pt x="1246179" y="234065"/>
                </a:lnTo>
                <a:lnTo>
                  <a:pt x="1248350" y="233641"/>
                </a:lnTo>
                <a:lnTo>
                  <a:pt x="1250467" y="233178"/>
                </a:lnTo>
                <a:lnTo>
                  <a:pt x="1252529" y="232673"/>
                </a:lnTo>
                <a:lnTo>
                  <a:pt x="1254538" y="232129"/>
                </a:lnTo>
                <a:lnTo>
                  <a:pt x="1256492" y="231544"/>
                </a:lnTo>
                <a:lnTo>
                  <a:pt x="1258392" y="230919"/>
                </a:lnTo>
                <a:lnTo>
                  <a:pt x="1260237" y="230253"/>
                </a:lnTo>
                <a:lnTo>
                  <a:pt x="1262028" y="229548"/>
                </a:lnTo>
                <a:lnTo>
                  <a:pt x="1263765" y="228801"/>
                </a:lnTo>
                <a:lnTo>
                  <a:pt x="1265448" y="228015"/>
                </a:lnTo>
                <a:lnTo>
                  <a:pt x="1267076" y="227188"/>
                </a:lnTo>
                <a:lnTo>
                  <a:pt x="1268650" y="226321"/>
                </a:lnTo>
                <a:lnTo>
                  <a:pt x="1270169" y="225413"/>
                </a:lnTo>
                <a:lnTo>
                  <a:pt x="1271635" y="224465"/>
                </a:lnTo>
                <a:lnTo>
                  <a:pt x="1273043" y="223485"/>
                </a:lnTo>
                <a:lnTo>
                  <a:pt x="1274391" y="222479"/>
                </a:lnTo>
                <a:lnTo>
                  <a:pt x="1275679" y="221448"/>
                </a:lnTo>
                <a:lnTo>
                  <a:pt x="1276908" y="220392"/>
                </a:lnTo>
                <a:lnTo>
                  <a:pt x="1278076" y="219310"/>
                </a:lnTo>
                <a:lnTo>
                  <a:pt x="1279185" y="218203"/>
                </a:lnTo>
                <a:lnTo>
                  <a:pt x="1280234" y="217071"/>
                </a:lnTo>
                <a:lnTo>
                  <a:pt x="1281222" y="215913"/>
                </a:lnTo>
                <a:lnTo>
                  <a:pt x="1282151" y="214730"/>
                </a:lnTo>
                <a:lnTo>
                  <a:pt x="1283020" y="213522"/>
                </a:lnTo>
                <a:lnTo>
                  <a:pt x="1283829" y="212288"/>
                </a:lnTo>
                <a:lnTo>
                  <a:pt x="1284578" y="211029"/>
                </a:lnTo>
                <a:lnTo>
                  <a:pt x="1285267" y="209745"/>
                </a:lnTo>
                <a:lnTo>
                  <a:pt x="1285896" y="208435"/>
                </a:lnTo>
                <a:lnTo>
                  <a:pt x="1286466" y="207100"/>
                </a:lnTo>
                <a:lnTo>
                  <a:pt x="1286975" y="205740"/>
                </a:lnTo>
                <a:lnTo>
                  <a:pt x="1287424" y="204354"/>
                </a:lnTo>
                <a:lnTo>
                  <a:pt x="1287814" y="202943"/>
                </a:lnTo>
                <a:lnTo>
                  <a:pt x="1288143" y="201506"/>
                </a:lnTo>
                <a:lnTo>
                  <a:pt x="1288413" y="200045"/>
                </a:lnTo>
                <a:lnTo>
                  <a:pt x="1288623" y="198557"/>
                </a:lnTo>
                <a:lnTo>
                  <a:pt x="1288773" y="197045"/>
                </a:lnTo>
                <a:lnTo>
                  <a:pt x="1288862" y="195507"/>
                </a:lnTo>
                <a:lnTo>
                  <a:pt x="1288892" y="193944"/>
                </a:lnTo>
                <a:lnTo>
                  <a:pt x="1288866" y="192407"/>
                </a:lnTo>
                <a:lnTo>
                  <a:pt x="1288788" y="190904"/>
                </a:lnTo>
                <a:lnTo>
                  <a:pt x="1288658" y="189434"/>
                </a:lnTo>
                <a:lnTo>
                  <a:pt x="1288475" y="187997"/>
                </a:lnTo>
                <a:lnTo>
                  <a:pt x="1288240" y="186594"/>
                </a:lnTo>
                <a:lnTo>
                  <a:pt x="1287953" y="185224"/>
                </a:lnTo>
                <a:lnTo>
                  <a:pt x="1287614" y="183887"/>
                </a:lnTo>
                <a:lnTo>
                  <a:pt x="1287222" y="182584"/>
                </a:lnTo>
                <a:lnTo>
                  <a:pt x="1286778" y="181313"/>
                </a:lnTo>
                <a:lnTo>
                  <a:pt x="1286282" y="180077"/>
                </a:lnTo>
                <a:lnTo>
                  <a:pt x="1285734" y="178873"/>
                </a:lnTo>
                <a:lnTo>
                  <a:pt x="1285134" y="177703"/>
                </a:lnTo>
                <a:lnTo>
                  <a:pt x="1284482" y="176566"/>
                </a:lnTo>
                <a:lnTo>
                  <a:pt x="1283777" y="175462"/>
                </a:lnTo>
                <a:lnTo>
                  <a:pt x="1283020" y="174392"/>
                </a:lnTo>
                <a:lnTo>
                  <a:pt x="1282211" y="173355"/>
                </a:lnTo>
                <a:lnTo>
                  <a:pt x="1281350" y="172351"/>
                </a:lnTo>
                <a:lnTo>
                  <a:pt x="1280436" y="171381"/>
                </a:lnTo>
                <a:lnTo>
                  <a:pt x="1279471" y="170444"/>
                </a:lnTo>
                <a:lnTo>
                  <a:pt x="1278453" y="169540"/>
                </a:lnTo>
                <a:lnTo>
                  <a:pt x="1277383" y="168670"/>
                </a:lnTo>
                <a:lnTo>
                  <a:pt x="1276260" y="167833"/>
                </a:lnTo>
                <a:lnTo>
                  <a:pt x="1275086" y="167029"/>
                </a:lnTo>
                <a:lnTo>
                  <a:pt x="1273859" y="166258"/>
                </a:lnTo>
                <a:lnTo>
                  <a:pt x="1272576" y="165520"/>
                </a:lnTo>
                <a:lnTo>
                  <a:pt x="1271231" y="164813"/>
                </a:lnTo>
                <a:lnTo>
                  <a:pt x="1269824" y="164137"/>
                </a:lnTo>
                <a:lnTo>
                  <a:pt x="1268356" y="163493"/>
                </a:lnTo>
                <a:lnTo>
                  <a:pt x="1266826" y="162880"/>
                </a:lnTo>
                <a:lnTo>
                  <a:pt x="1265235" y="162299"/>
                </a:lnTo>
                <a:lnTo>
                  <a:pt x="1263582" y="161749"/>
                </a:lnTo>
                <a:lnTo>
                  <a:pt x="1261867" y="161230"/>
                </a:lnTo>
                <a:lnTo>
                  <a:pt x="1260091" y="160743"/>
                </a:lnTo>
                <a:lnTo>
                  <a:pt x="1258253" y="160288"/>
                </a:lnTo>
                <a:lnTo>
                  <a:pt x="1256354" y="159863"/>
                </a:lnTo>
                <a:lnTo>
                  <a:pt x="1254394" y="159471"/>
                </a:lnTo>
                <a:lnTo>
                  <a:pt x="1252371" y="159109"/>
                </a:lnTo>
                <a:lnTo>
                  <a:pt x="1250287" y="158779"/>
                </a:lnTo>
                <a:lnTo>
                  <a:pt x="1248142" y="158481"/>
                </a:lnTo>
                <a:lnTo>
                  <a:pt x="1245935" y="158214"/>
                </a:lnTo>
                <a:lnTo>
                  <a:pt x="1243667" y="157978"/>
                </a:lnTo>
                <a:lnTo>
                  <a:pt x="1241336" y="157774"/>
                </a:lnTo>
                <a:lnTo>
                  <a:pt x="1238945" y="157601"/>
                </a:lnTo>
                <a:lnTo>
                  <a:pt x="1236492" y="157459"/>
                </a:lnTo>
                <a:lnTo>
                  <a:pt x="1233977" y="157349"/>
                </a:lnTo>
                <a:lnTo>
                  <a:pt x="1231401" y="157271"/>
                </a:lnTo>
                <a:lnTo>
                  <a:pt x="1228763" y="157224"/>
                </a:lnTo>
                <a:lnTo>
                  <a:pt x="1226063" y="157208"/>
                </a:lnTo>
                <a:lnTo>
                  <a:pt x="1222827" y="157208"/>
                </a:lnTo>
                <a:lnTo>
                  <a:pt x="1221781" y="157206"/>
                </a:lnTo>
                <a:lnTo>
                  <a:pt x="1220753" y="157202"/>
                </a:lnTo>
                <a:lnTo>
                  <a:pt x="1219744" y="157194"/>
                </a:lnTo>
                <a:lnTo>
                  <a:pt x="1218754" y="157184"/>
                </a:lnTo>
                <a:lnTo>
                  <a:pt x="1217784" y="157170"/>
                </a:lnTo>
                <a:lnTo>
                  <a:pt x="1216832" y="157153"/>
                </a:lnTo>
                <a:lnTo>
                  <a:pt x="1215899" y="157133"/>
                </a:lnTo>
                <a:lnTo>
                  <a:pt x="1214985" y="157111"/>
                </a:lnTo>
                <a:lnTo>
                  <a:pt x="1214090" y="157085"/>
                </a:lnTo>
                <a:lnTo>
                  <a:pt x="1213214" y="157056"/>
                </a:lnTo>
                <a:lnTo>
                  <a:pt x="1212357" y="157024"/>
                </a:lnTo>
                <a:lnTo>
                  <a:pt x="1211519" y="156989"/>
                </a:lnTo>
                <a:lnTo>
                  <a:pt x="1210700" y="156951"/>
                </a:lnTo>
                <a:lnTo>
                  <a:pt x="1209899" y="156910"/>
                </a:lnTo>
                <a:lnTo>
                  <a:pt x="1209118" y="156866"/>
                </a:lnTo>
                <a:lnTo>
                  <a:pt x="1208356" y="156819"/>
                </a:lnTo>
                <a:lnTo>
                  <a:pt x="1207613" y="156768"/>
                </a:lnTo>
                <a:lnTo>
                  <a:pt x="1206888" y="156715"/>
                </a:lnTo>
                <a:lnTo>
                  <a:pt x="1206183" y="156659"/>
                </a:lnTo>
                <a:lnTo>
                  <a:pt x="1205496" y="156599"/>
                </a:lnTo>
                <a:lnTo>
                  <a:pt x="1204829" y="156537"/>
                </a:lnTo>
                <a:lnTo>
                  <a:pt x="1204180" y="156472"/>
                </a:lnTo>
                <a:lnTo>
                  <a:pt x="1203551" y="156403"/>
                </a:lnTo>
                <a:lnTo>
                  <a:pt x="1202940" y="156332"/>
                </a:lnTo>
                <a:lnTo>
                  <a:pt x="1202347" y="156257"/>
                </a:lnTo>
                <a:lnTo>
                  <a:pt x="1201768" y="156179"/>
                </a:lnTo>
                <a:lnTo>
                  <a:pt x="1201204" y="156099"/>
                </a:lnTo>
                <a:lnTo>
                  <a:pt x="1200656" y="156015"/>
                </a:lnTo>
                <a:lnTo>
                  <a:pt x="1200122" y="155928"/>
                </a:lnTo>
                <a:lnTo>
                  <a:pt x="1199603" y="155839"/>
                </a:lnTo>
                <a:lnTo>
                  <a:pt x="1199100" y="155746"/>
                </a:lnTo>
                <a:lnTo>
                  <a:pt x="1198611" y="155650"/>
                </a:lnTo>
                <a:lnTo>
                  <a:pt x="1198137" y="155551"/>
                </a:lnTo>
                <a:lnTo>
                  <a:pt x="1197678" y="155449"/>
                </a:lnTo>
                <a:lnTo>
                  <a:pt x="1197235" y="155344"/>
                </a:lnTo>
                <a:lnTo>
                  <a:pt x="1196806" y="155236"/>
                </a:lnTo>
                <a:lnTo>
                  <a:pt x="1196392" y="155125"/>
                </a:lnTo>
                <a:lnTo>
                  <a:pt x="1195993" y="155011"/>
                </a:lnTo>
                <a:lnTo>
                  <a:pt x="1195609" y="154894"/>
                </a:lnTo>
                <a:lnTo>
                  <a:pt x="1195240" y="154774"/>
                </a:lnTo>
                <a:lnTo>
                  <a:pt x="1194886" y="154650"/>
                </a:lnTo>
                <a:lnTo>
                  <a:pt x="1194547" y="154524"/>
                </a:lnTo>
                <a:lnTo>
                  <a:pt x="1194223" y="154395"/>
                </a:lnTo>
                <a:lnTo>
                  <a:pt x="1193914" y="154262"/>
                </a:lnTo>
                <a:lnTo>
                  <a:pt x="1193620" y="154127"/>
                </a:lnTo>
                <a:lnTo>
                  <a:pt x="1193341" y="153989"/>
                </a:lnTo>
                <a:lnTo>
                  <a:pt x="1193077" y="153847"/>
                </a:lnTo>
                <a:lnTo>
                  <a:pt x="1192828" y="153703"/>
                </a:lnTo>
                <a:lnTo>
                  <a:pt x="1192592" y="153555"/>
                </a:lnTo>
                <a:lnTo>
                  <a:pt x="1192365" y="153405"/>
                </a:lnTo>
                <a:lnTo>
                  <a:pt x="1192149" y="153252"/>
                </a:lnTo>
                <a:lnTo>
                  <a:pt x="1191943" y="153096"/>
                </a:lnTo>
                <a:lnTo>
                  <a:pt x="1191746" y="152937"/>
                </a:lnTo>
                <a:lnTo>
                  <a:pt x="1191560" y="152776"/>
                </a:lnTo>
                <a:lnTo>
                  <a:pt x="1191384" y="152611"/>
                </a:lnTo>
                <a:lnTo>
                  <a:pt x="1191218" y="152444"/>
                </a:lnTo>
                <a:lnTo>
                  <a:pt x="1191062" y="152274"/>
                </a:lnTo>
                <a:lnTo>
                  <a:pt x="1190916" y="152101"/>
                </a:lnTo>
                <a:lnTo>
                  <a:pt x="1190780" y="151926"/>
                </a:lnTo>
                <a:lnTo>
                  <a:pt x="1190654" y="151748"/>
                </a:lnTo>
                <a:lnTo>
                  <a:pt x="1190539" y="151566"/>
                </a:lnTo>
                <a:lnTo>
                  <a:pt x="1190433" y="151382"/>
                </a:lnTo>
                <a:lnTo>
                  <a:pt x="1190337" y="151196"/>
                </a:lnTo>
                <a:lnTo>
                  <a:pt x="1190252" y="151006"/>
                </a:lnTo>
                <a:lnTo>
                  <a:pt x="1190176" y="150814"/>
                </a:lnTo>
                <a:lnTo>
                  <a:pt x="1190111" y="150618"/>
                </a:lnTo>
                <a:lnTo>
                  <a:pt x="1190055" y="150420"/>
                </a:lnTo>
                <a:lnTo>
                  <a:pt x="1190010" y="150219"/>
                </a:lnTo>
                <a:lnTo>
                  <a:pt x="1189975" y="150016"/>
                </a:lnTo>
                <a:lnTo>
                  <a:pt x="1189950" y="149809"/>
                </a:lnTo>
                <a:lnTo>
                  <a:pt x="1189935" y="149600"/>
                </a:lnTo>
                <a:lnTo>
                  <a:pt x="1189930" y="149388"/>
                </a:lnTo>
                <a:lnTo>
                  <a:pt x="1189938" y="149087"/>
                </a:lnTo>
                <a:lnTo>
                  <a:pt x="1189963" y="148789"/>
                </a:lnTo>
                <a:lnTo>
                  <a:pt x="1190005" y="148496"/>
                </a:lnTo>
                <a:lnTo>
                  <a:pt x="1190064" y="148206"/>
                </a:lnTo>
                <a:lnTo>
                  <a:pt x="1190140" y="147921"/>
                </a:lnTo>
                <a:lnTo>
                  <a:pt x="1190233" y="147640"/>
                </a:lnTo>
                <a:lnTo>
                  <a:pt x="1190342" y="147362"/>
                </a:lnTo>
                <a:lnTo>
                  <a:pt x="1190469" y="147089"/>
                </a:lnTo>
                <a:lnTo>
                  <a:pt x="1190612" y="146819"/>
                </a:lnTo>
                <a:lnTo>
                  <a:pt x="1190772" y="146553"/>
                </a:lnTo>
                <a:lnTo>
                  <a:pt x="1190949" y="146292"/>
                </a:lnTo>
                <a:lnTo>
                  <a:pt x="1191143" y="146034"/>
                </a:lnTo>
                <a:lnTo>
                  <a:pt x="1191354" y="145781"/>
                </a:lnTo>
                <a:lnTo>
                  <a:pt x="1191581" y="145531"/>
                </a:lnTo>
                <a:lnTo>
                  <a:pt x="1191826" y="145285"/>
                </a:lnTo>
                <a:lnTo>
                  <a:pt x="1192087" y="145044"/>
                </a:lnTo>
                <a:lnTo>
                  <a:pt x="1192365" y="144806"/>
                </a:lnTo>
                <a:lnTo>
                  <a:pt x="1192660" y="144572"/>
                </a:lnTo>
                <a:lnTo>
                  <a:pt x="1192972" y="144342"/>
                </a:lnTo>
                <a:lnTo>
                  <a:pt x="1193300" y="144117"/>
                </a:lnTo>
                <a:lnTo>
                  <a:pt x="1193646" y="143895"/>
                </a:lnTo>
                <a:lnTo>
                  <a:pt x="1194008" y="143677"/>
                </a:lnTo>
                <a:lnTo>
                  <a:pt x="1194387" y="143463"/>
                </a:lnTo>
                <a:lnTo>
                  <a:pt x="1194783" y="143253"/>
                </a:lnTo>
                <a:lnTo>
                  <a:pt x="1195192" y="143047"/>
                </a:lnTo>
                <a:lnTo>
                  <a:pt x="1195609" y="142843"/>
                </a:lnTo>
                <a:lnTo>
                  <a:pt x="1196035" y="142641"/>
                </a:lnTo>
                <a:lnTo>
                  <a:pt x="1196469" y="142443"/>
                </a:lnTo>
                <a:lnTo>
                  <a:pt x="1196911" y="142246"/>
                </a:lnTo>
                <a:lnTo>
                  <a:pt x="1197362" y="142053"/>
                </a:lnTo>
                <a:lnTo>
                  <a:pt x="1197821" y="141862"/>
                </a:lnTo>
                <a:lnTo>
                  <a:pt x="1198289" y="141673"/>
                </a:lnTo>
                <a:lnTo>
                  <a:pt x="1198765" y="141487"/>
                </a:lnTo>
                <a:lnTo>
                  <a:pt x="1199249" y="141304"/>
                </a:lnTo>
                <a:lnTo>
                  <a:pt x="1199742" y="141123"/>
                </a:lnTo>
                <a:lnTo>
                  <a:pt x="1200031" y="141020"/>
                </a:lnTo>
                <a:lnTo>
                  <a:pt x="1200078" y="141033"/>
                </a:lnTo>
                <a:lnTo>
                  <a:pt x="1201315" y="141329"/>
                </a:lnTo>
                <a:lnTo>
                  <a:pt x="1202570" y="141604"/>
                </a:lnTo>
                <a:lnTo>
                  <a:pt x="1203843" y="141857"/>
                </a:lnTo>
                <a:lnTo>
                  <a:pt x="1205134" y="142087"/>
                </a:lnTo>
                <a:lnTo>
                  <a:pt x="1206444" y="142296"/>
                </a:lnTo>
                <a:lnTo>
                  <a:pt x="1207772" y="142483"/>
                </a:lnTo>
                <a:lnTo>
                  <a:pt x="1209118" y="142648"/>
                </a:lnTo>
                <a:lnTo>
                  <a:pt x="1210482" y="142790"/>
                </a:lnTo>
                <a:lnTo>
                  <a:pt x="1211865" y="142911"/>
                </a:lnTo>
                <a:lnTo>
                  <a:pt x="1213266" y="143010"/>
                </a:lnTo>
                <a:lnTo>
                  <a:pt x="1214685" y="143087"/>
                </a:lnTo>
                <a:lnTo>
                  <a:pt x="1216122" y="143142"/>
                </a:lnTo>
                <a:lnTo>
                  <a:pt x="1217578" y="143175"/>
                </a:lnTo>
                <a:lnTo>
                  <a:pt x="1219052" y="143186"/>
                </a:lnTo>
                <a:lnTo>
                  <a:pt x="1220625" y="143175"/>
                </a:lnTo>
                <a:lnTo>
                  <a:pt x="1222175" y="143143"/>
                </a:lnTo>
                <a:lnTo>
                  <a:pt x="1223703" y="143089"/>
                </a:lnTo>
                <a:lnTo>
                  <a:pt x="1225207" y="143014"/>
                </a:lnTo>
                <a:lnTo>
                  <a:pt x="1226689" y="142917"/>
                </a:lnTo>
                <a:lnTo>
                  <a:pt x="1228149" y="142799"/>
                </a:lnTo>
                <a:lnTo>
                  <a:pt x="1229585" y="142659"/>
                </a:lnTo>
                <a:lnTo>
                  <a:pt x="1230999" y="142498"/>
                </a:lnTo>
                <a:lnTo>
                  <a:pt x="1232391" y="142315"/>
                </a:lnTo>
                <a:lnTo>
                  <a:pt x="1233759" y="142111"/>
                </a:lnTo>
                <a:lnTo>
                  <a:pt x="1235105" y="141885"/>
                </a:lnTo>
                <a:lnTo>
                  <a:pt x="1236428" y="141638"/>
                </a:lnTo>
                <a:lnTo>
                  <a:pt x="1237728" y="141369"/>
                </a:lnTo>
                <a:lnTo>
                  <a:pt x="1239006" y="141078"/>
                </a:lnTo>
                <a:lnTo>
                  <a:pt x="1240261" y="140767"/>
                </a:lnTo>
                <a:lnTo>
                  <a:pt x="1241493" y="140433"/>
                </a:lnTo>
                <a:lnTo>
                  <a:pt x="1242703" y="140078"/>
                </a:lnTo>
                <a:lnTo>
                  <a:pt x="1243890" y="139702"/>
                </a:lnTo>
                <a:lnTo>
                  <a:pt x="1245054" y="139304"/>
                </a:lnTo>
                <a:lnTo>
                  <a:pt x="1246195" y="138885"/>
                </a:lnTo>
                <a:lnTo>
                  <a:pt x="1247314" y="138444"/>
                </a:lnTo>
                <a:lnTo>
                  <a:pt x="1248410" y="137982"/>
                </a:lnTo>
                <a:lnTo>
                  <a:pt x="1249484" y="137498"/>
                </a:lnTo>
                <a:lnTo>
                  <a:pt x="1250534" y="136992"/>
                </a:lnTo>
                <a:lnTo>
                  <a:pt x="1251563" y="136469"/>
                </a:lnTo>
                <a:lnTo>
                  <a:pt x="1252570" y="135931"/>
                </a:lnTo>
                <a:lnTo>
                  <a:pt x="1253555" y="135379"/>
                </a:lnTo>
                <a:lnTo>
                  <a:pt x="1254519" y="134812"/>
                </a:lnTo>
                <a:lnTo>
                  <a:pt x="1255461" y="134231"/>
                </a:lnTo>
                <a:lnTo>
                  <a:pt x="1256382" y="133635"/>
                </a:lnTo>
                <a:lnTo>
                  <a:pt x="1257282" y="133025"/>
                </a:lnTo>
                <a:lnTo>
                  <a:pt x="1258159" y="132400"/>
                </a:lnTo>
                <a:lnTo>
                  <a:pt x="1259016" y="131761"/>
                </a:lnTo>
                <a:lnTo>
                  <a:pt x="1259850" y="131107"/>
                </a:lnTo>
                <a:lnTo>
                  <a:pt x="1260664" y="130439"/>
                </a:lnTo>
                <a:lnTo>
                  <a:pt x="1261455" y="129756"/>
                </a:lnTo>
                <a:lnTo>
                  <a:pt x="1262225" y="129059"/>
                </a:lnTo>
                <a:lnTo>
                  <a:pt x="1262974" y="128347"/>
                </a:lnTo>
                <a:lnTo>
                  <a:pt x="1263701" y="127621"/>
                </a:lnTo>
                <a:lnTo>
                  <a:pt x="1264406" y="126880"/>
                </a:lnTo>
                <a:lnTo>
                  <a:pt x="1265090" y="126125"/>
                </a:lnTo>
                <a:lnTo>
                  <a:pt x="1265753" y="125356"/>
                </a:lnTo>
                <a:lnTo>
                  <a:pt x="1266394" y="124572"/>
                </a:lnTo>
                <a:lnTo>
                  <a:pt x="1267013" y="123773"/>
                </a:lnTo>
                <a:lnTo>
                  <a:pt x="1267611" y="122960"/>
                </a:lnTo>
                <a:lnTo>
                  <a:pt x="1268187" y="122133"/>
                </a:lnTo>
                <a:lnTo>
                  <a:pt x="1268742" y="121290"/>
                </a:lnTo>
                <a:lnTo>
                  <a:pt x="1269275" y="120434"/>
                </a:lnTo>
                <a:lnTo>
                  <a:pt x="1269787" y="119567"/>
                </a:lnTo>
                <a:lnTo>
                  <a:pt x="1270276" y="118693"/>
                </a:lnTo>
                <a:lnTo>
                  <a:pt x="1270745" y="117813"/>
                </a:lnTo>
                <a:lnTo>
                  <a:pt x="1271191" y="116927"/>
                </a:lnTo>
                <a:lnTo>
                  <a:pt x="1271615" y="116033"/>
                </a:lnTo>
                <a:lnTo>
                  <a:pt x="1272018" y="115134"/>
                </a:lnTo>
                <a:lnTo>
                  <a:pt x="1272399" y="114227"/>
                </a:lnTo>
                <a:lnTo>
                  <a:pt x="1272758" y="113314"/>
                </a:lnTo>
                <a:lnTo>
                  <a:pt x="1273096" y="112395"/>
                </a:lnTo>
                <a:lnTo>
                  <a:pt x="1273411" y="111469"/>
                </a:lnTo>
                <a:lnTo>
                  <a:pt x="1273705" y="110536"/>
                </a:lnTo>
                <a:lnTo>
                  <a:pt x="1273977" y="109597"/>
                </a:lnTo>
                <a:lnTo>
                  <a:pt x="1274228" y="108652"/>
                </a:lnTo>
                <a:lnTo>
                  <a:pt x="1274456" y="107699"/>
                </a:lnTo>
                <a:lnTo>
                  <a:pt x="1274663" y="106741"/>
                </a:lnTo>
                <a:lnTo>
                  <a:pt x="1274848" y="105775"/>
                </a:lnTo>
                <a:lnTo>
                  <a:pt x="1275011" y="104803"/>
                </a:lnTo>
                <a:lnTo>
                  <a:pt x="1275153" y="103825"/>
                </a:lnTo>
                <a:lnTo>
                  <a:pt x="1275272" y="102840"/>
                </a:lnTo>
                <a:lnTo>
                  <a:pt x="1275370" y="101849"/>
                </a:lnTo>
                <a:lnTo>
                  <a:pt x="1275447" y="100850"/>
                </a:lnTo>
                <a:lnTo>
                  <a:pt x="1275501" y="99846"/>
                </a:lnTo>
                <a:lnTo>
                  <a:pt x="1275534" y="98835"/>
                </a:lnTo>
                <a:lnTo>
                  <a:pt x="1275545" y="97817"/>
                </a:lnTo>
                <a:lnTo>
                  <a:pt x="1275534" y="96755"/>
                </a:lnTo>
                <a:lnTo>
                  <a:pt x="1275502" y="95702"/>
                </a:lnTo>
                <a:lnTo>
                  <a:pt x="1275449" y="94658"/>
                </a:lnTo>
                <a:lnTo>
                  <a:pt x="1275374" y="93622"/>
                </a:lnTo>
                <a:lnTo>
                  <a:pt x="1275278" y="92595"/>
                </a:lnTo>
                <a:lnTo>
                  <a:pt x="1275161" y="91577"/>
                </a:lnTo>
                <a:lnTo>
                  <a:pt x="1275023" y="90567"/>
                </a:lnTo>
                <a:lnTo>
                  <a:pt x="1274863" y="89566"/>
                </a:lnTo>
                <a:lnTo>
                  <a:pt x="1274682" y="88574"/>
                </a:lnTo>
                <a:lnTo>
                  <a:pt x="1274480" y="87590"/>
                </a:lnTo>
                <a:lnTo>
                  <a:pt x="1274256" y="86615"/>
                </a:lnTo>
                <a:lnTo>
                  <a:pt x="1274011" y="85649"/>
                </a:lnTo>
                <a:lnTo>
                  <a:pt x="1273745" y="84691"/>
                </a:lnTo>
                <a:lnTo>
                  <a:pt x="1273457" y="83742"/>
                </a:lnTo>
                <a:lnTo>
                  <a:pt x="1273148" y="82802"/>
                </a:lnTo>
                <a:lnTo>
                  <a:pt x="1272818" y="81870"/>
                </a:lnTo>
                <a:lnTo>
                  <a:pt x="1272467" y="80947"/>
                </a:lnTo>
                <a:lnTo>
                  <a:pt x="1272094" y="80032"/>
                </a:lnTo>
                <a:lnTo>
                  <a:pt x="1271700" y="79127"/>
                </a:lnTo>
                <a:lnTo>
                  <a:pt x="1271284" y="78229"/>
                </a:lnTo>
                <a:lnTo>
                  <a:pt x="1270848" y="77341"/>
                </a:lnTo>
                <a:lnTo>
                  <a:pt x="1270390" y="76461"/>
                </a:lnTo>
                <a:lnTo>
                  <a:pt x="1269911" y="75590"/>
                </a:lnTo>
                <a:lnTo>
                  <a:pt x="1269410" y="74728"/>
                </a:lnTo>
                <a:lnTo>
                  <a:pt x="1268888" y="73877"/>
                </a:lnTo>
                <a:lnTo>
                  <a:pt x="1268344" y="73040"/>
                </a:lnTo>
                <a:lnTo>
                  <a:pt x="1267779" y="72218"/>
                </a:lnTo>
                <a:lnTo>
                  <a:pt x="1267193" y="71409"/>
                </a:lnTo>
                <a:lnTo>
                  <a:pt x="1266585" y="70615"/>
                </a:lnTo>
                <a:lnTo>
                  <a:pt x="1265955" y="69836"/>
                </a:lnTo>
                <a:lnTo>
                  <a:pt x="1265304" y="69070"/>
                </a:lnTo>
                <a:lnTo>
                  <a:pt x="1264631" y="68319"/>
                </a:lnTo>
                <a:lnTo>
                  <a:pt x="1263937" y="67582"/>
                </a:lnTo>
                <a:lnTo>
                  <a:pt x="1263221" y="66859"/>
                </a:lnTo>
                <a:lnTo>
                  <a:pt x="1262484" y="66151"/>
                </a:lnTo>
                <a:lnTo>
                  <a:pt x="1261998" y="65707"/>
                </a:lnTo>
                <a:lnTo>
                  <a:pt x="1262079" y="65644"/>
                </a:lnTo>
                <a:lnTo>
                  <a:pt x="1262628" y="65247"/>
                </a:lnTo>
                <a:lnTo>
                  <a:pt x="1263193" y="64870"/>
                </a:lnTo>
                <a:lnTo>
                  <a:pt x="1263774" y="64514"/>
                </a:lnTo>
                <a:close/>
                <a:moveTo>
                  <a:pt x="1215485" y="121486"/>
                </a:moveTo>
                <a:lnTo>
                  <a:pt x="1214792" y="121370"/>
                </a:lnTo>
                <a:lnTo>
                  <a:pt x="1214106" y="121234"/>
                </a:lnTo>
                <a:lnTo>
                  <a:pt x="1213427" y="121076"/>
                </a:lnTo>
                <a:lnTo>
                  <a:pt x="1212754" y="120898"/>
                </a:lnTo>
                <a:lnTo>
                  <a:pt x="1212088" y="120698"/>
                </a:lnTo>
                <a:lnTo>
                  <a:pt x="1211429" y="120478"/>
                </a:lnTo>
                <a:lnTo>
                  <a:pt x="1210777" y="120236"/>
                </a:lnTo>
                <a:lnTo>
                  <a:pt x="1210132" y="119973"/>
                </a:lnTo>
                <a:lnTo>
                  <a:pt x="1209493" y="119690"/>
                </a:lnTo>
                <a:lnTo>
                  <a:pt x="1208861" y="119385"/>
                </a:lnTo>
                <a:lnTo>
                  <a:pt x="1208236" y="119060"/>
                </a:lnTo>
                <a:lnTo>
                  <a:pt x="1207618" y="118713"/>
                </a:lnTo>
                <a:lnTo>
                  <a:pt x="1207006" y="118345"/>
                </a:lnTo>
                <a:lnTo>
                  <a:pt x="1206401" y="117957"/>
                </a:lnTo>
                <a:lnTo>
                  <a:pt x="1205804" y="117547"/>
                </a:lnTo>
                <a:lnTo>
                  <a:pt x="1205212" y="117116"/>
                </a:lnTo>
                <a:lnTo>
                  <a:pt x="1204628" y="116665"/>
                </a:lnTo>
                <a:lnTo>
                  <a:pt x="1204050" y="116192"/>
                </a:lnTo>
                <a:lnTo>
                  <a:pt x="1203480" y="115698"/>
                </a:lnTo>
                <a:lnTo>
                  <a:pt x="1202924" y="115184"/>
                </a:lnTo>
                <a:lnTo>
                  <a:pt x="1202392" y="114650"/>
                </a:lnTo>
                <a:lnTo>
                  <a:pt x="1201884" y="114095"/>
                </a:lnTo>
                <a:lnTo>
                  <a:pt x="1201399" y="113521"/>
                </a:lnTo>
                <a:lnTo>
                  <a:pt x="1200938" y="112926"/>
                </a:lnTo>
                <a:lnTo>
                  <a:pt x="1200501" y="112312"/>
                </a:lnTo>
                <a:lnTo>
                  <a:pt x="1200087" y="111677"/>
                </a:lnTo>
                <a:lnTo>
                  <a:pt x="1199697" y="111022"/>
                </a:lnTo>
                <a:lnTo>
                  <a:pt x="1199331" y="110348"/>
                </a:lnTo>
                <a:lnTo>
                  <a:pt x="1198988" y="109653"/>
                </a:lnTo>
                <a:lnTo>
                  <a:pt x="1198669" y="108938"/>
                </a:lnTo>
                <a:lnTo>
                  <a:pt x="1198373" y="108203"/>
                </a:lnTo>
                <a:lnTo>
                  <a:pt x="1198101" y="107448"/>
                </a:lnTo>
                <a:lnTo>
                  <a:pt x="1197853" y="106672"/>
                </a:lnTo>
                <a:lnTo>
                  <a:pt x="1197628" y="105877"/>
                </a:lnTo>
                <a:lnTo>
                  <a:pt x="1197427" y="105062"/>
                </a:lnTo>
                <a:lnTo>
                  <a:pt x="1197250" y="104226"/>
                </a:lnTo>
                <a:lnTo>
                  <a:pt x="1197096" y="103371"/>
                </a:lnTo>
                <a:lnTo>
                  <a:pt x="1196966" y="102496"/>
                </a:lnTo>
                <a:lnTo>
                  <a:pt x="1196860" y="101600"/>
                </a:lnTo>
                <a:lnTo>
                  <a:pt x="1196777" y="100684"/>
                </a:lnTo>
                <a:lnTo>
                  <a:pt x="1196718" y="99749"/>
                </a:lnTo>
                <a:lnTo>
                  <a:pt x="1196683" y="98793"/>
                </a:lnTo>
                <a:lnTo>
                  <a:pt x="1196671" y="97817"/>
                </a:lnTo>
                <a:lnTo>
                  <a:pt x="1196682" y="96830"/>
                </a:lnTo>
                <a:lnTo>
                  <a:pt x="1196717" y="95862"/>
                </a:lnTo>
                <a:lnTo>
                  <a:pt x="1196774" y="94915"/>
                </a:lnTo>
                <a:lnTo>
                  <a:pt x="1196854" y="93987"/>
                </a:lnTo>
                <a:lnTo>
                  <a:pt x="1196958" y="93079"/>
                </a:lnTo>
                <a:lnTo>
                  <a:pt x="1197084" y="92191"/>
                </a:lnTo>
                <a:lnTo>
                  <a:pt x="1197233" y="91323"/>
                </a:lnTo>
                <a:lnTo>
                  <a:pt x="1197405" y="90474"/>
                </a:lnTo>
                <a:lnTo>
                  <a:pt x="1197600" y="89646"/>
                </a:lnTo>
                <a:lnTo>
                  <a:pt x="1197818" y="88837"/>
                </a:lnTo>
                <a:lnTo>
                  <a:pt x="1198059" y="88048"/>
                </a:lnTo>
                <a:lnTo>
                  <a:pt x="1198323" y="87279"/>
                </a:lnTo>
                <a:lnTo>
                  <a:pt x="1198609" y="86530"/>
                </a:lnTo>
                <a:lnTo>
                  <a:pt x="1198919" y="85801"/>
                </a:lnTo>
                <a:lnTo>
                  <a:pt x="1199252" y="85091"/>
                </a:lnTo>
                <a:lnTo>
                  <a:pt x="1199607" y="84402"/>
                </a:lnTo>
                <a:lnTo>
                  <a:pt x="1199986" y="83732"/>
                </a:lnTo>
                <a:lnTo>
                  <a:pt x="1200387" y="83082"/>
                </a:lnTo>
                <a:lnTo>
                  <a:pt x="1200811" y="82452"/>
                </a:lnTo>
                <a:lnTo>
                  <a:pt x="1201259" y="81841"/>
                </a:lnTo>
                <a:lnTo>
                  <a:pt x="1201729" y="81251"/>
                </a:lnTo>
                <a:lnTo>
                  <a:pt x="1202222" y="80680"/>
                </a:lnTo>
                <a:lnTo>
                  <a:pt x="1202738" y="80129"/>
                </a:lnTo>
                <a:lnTo>
                  <a:pt x="1203277" y="79598"/>
                </a:lnTo>
                <a:lnTo>
                  <a:pt x="1203834" y="79088"/>
                </a:lnTo>
                <a:lnTo>
                  <a:pt x="1204403" y="78600"/>
                </a:lnTo>
                <a:lnTo>
                  <a:pt x="1204984" y="78133"/>
                </a:lnTo>
                <a:lnTo>
                  <a:pt x="1205577" y="77688"/>
                </a:lnTo>
                <a:lnTo>
                  <a:pt x="1206182" y="77264"/>
                </a:lnTo>
                <a:lnTo>
                  <a:pt x="1206800" y="76863"/>
                </a:lnTo>
                <a:lnTo>
                  <a:pt x="1207429" y="76483"/>
                </a:lnTo>
                <a:lnTo>
                  <a:pt x="1208071" y="76125"/>
                </a:lnTo>
                <a:lnTo>
                  <a:pt x="1208725" y="75788"/>
                </a:lnTo>
                <a:lnTo>
                  <a:pt x="1209391" y="75473"/>
                </a:lnTo>
                <a:lnTo>
                  <a:pt x="1210070" y="75180"/>
                </a:lnTo>
                <a:lnTo>
                  <a:pt x="1210760" y="74909"/>
                </a:lnTo>
                <a:lnTo>
                  <a:pt x="1211463" y="74659"/>
                </a:lnTo>
                <a:lnTo>
                  <a:pt x="1212178" y="74431"/>
                </a:lnTo>
                <a:lnTo>
                  <a:pt x="1212905" y="74225"/>
                </a:lnTo>
                <a:lnTo>
                  <a:pt x="1213644" y="74040"/>
                </a:lnTo>
                <a:lnTo>
                  <a:pt x="1214395" y="73878"/>
                </a:lnTo>
                <a:lnTo>
                  <a:pt x="1215159" y="73737"/>
                </a:lnTo>
                <a:lnTo>
                  <a:pt x="1215935" y="73617"/>
                </a:lnTo>
                <a:lnTo>
                  <a:pt x="1216723" y="73519"/>
                </a:lnTo>
                <a:lnTo>
                  <a:pt x="1217523" y="73443"/>
                </a:lnTo>
                <a:lnTo>
                  <a:pt x="1218335" y="73389"/>
                </a:lnTo>
                <a:lnTo>
                  <a:pt x="1219159" y="73357"/>
                </a:lnTo>
                <a:lnTo>
                  <a:pt x="1219996" y="73346"/>
                </a:lnTo>
                <a:lnTo>
                  <a:pt x="1220821" y="73356"/>
                </a:lnTo>
                <a:lnTo>
                  <a:pt x="1221633" y="73388"/>
                </a:lnTo>
                <a:lnTo>
                  <a:pt x="1222431" y="73440"/>
                </a:lnTo>
                <a:lnTo>
                  <a:pt x="1223217" y="73514"/>
                </a:lnTo>
                <a:lnTo>
                  <a:pt x="1223989" y="73608"/>
                </a:lnTo>
                <a:lnTo>
                  <a:pt x="1224749" y="73724"/>
                </a:lnTo>
                <a:lnTo>
                  <a:pt x="1225495" y="73860"/>
                </a:lnTo>
                <a:lnTo>
                  <a:pt x="1226228" y="74018"/>
                </a:lnTo>
                <a:lnTo>
                  <a:pt x="1226948" y="74197"/>
                </a:lnTo>
                <a:lnTo>
                  <a:pt x="1227655" y="74396"/>
                </a:lnTo>
                <a:lnTo>
                  <a:pt x="1228349" y="74617"/>
                </a:lnTo>
                <a:lnTo>
                  <a:pt x="1229029" y="74858"/>
                </a:lnTo>
                <a:lnTo>
                  <a:pt x="1229697" y="75121"/>
                </a:lnTo>
                <a:lnTo>
                  <a:pt x="1230351" y="75405"/>
                </a:lnTo>
                <a:lnTo>
                  <a:pt x="1230993" y="75709"/>
                </a:lnTo>
                <a:lnTo>
                  <a:pt x="1231621" y="76035"/>
                </a:lnTo>
                <a:lnTo>
                  <a:pt x="1232236" y="76381"/>
                </a:lnTo>
                <a:lnTo>
                  <a:pt x="1232838" y="76749"/>
                </a:lnTo>
                <a:lnTo>
                  <a:pt x="1233427" y="77138"/>
                </a:lnTo>
                <a:lnTo>
                  <a:pt x="1234003" y="77547"/>
                </a:lnTo>
                <a:lnTo>
                  <a:pt x="1234566" y="77978"/>
                </a:lnTo>
                <a:lnTo>
                  <a:pt x="1235115" y="78430"/>
                </a:lnTo>
                <a:lnTo>
                  <a:pt x="1235652" y="78902"/>
                </a:lnTo>
                <a:lnTo>
                  <a:pt x="1236175" y="79396"/>
                </a:lnTo>
                <a:lnTo>
                  <a:pt x="1236681" y="79911"/>
                </a:lnTo>
                <a:lnTo>
                  <a:pt x="1237166" y="80448"/>
                </a:lnTo>
                <a:lnTo>
                  <a:pt x="1237629" y="81007"/>
                </a:lnTo>
                <a:lnTo>
                  <a:pt x="1238070" y="81588"/>
                </a:lnTo>
                <a:lnTo>
                  <a:pt x="1238490" y="82191"/>
                </a:lnTo>
                <a:lnTo>
                  <a:pt x="1238889" y="82816"/>
                </a:lnTo>
                <a:lnTo>
                  <a:pt x="1239265" y="83463"/>
                </a:lnTo>
                <a:lnTo>
                  <a:pt x="1239621" y="84132"/>
                </a:lnTo>
                <a:lnTo>
                  <a:pt x="1239955" y="84823"/>
                </a:lnTo>
                <a:lnTo>
                  <a:pt x="1240267" y="85535"/>
                </a:lnTo>
                <a:lnTo>
                  <a:pt x="1240557" y="86270"/>
                </a:lnTo>
                <a:lnTo>
                  <a:pt x="1240827" y="87026"/>
                </a:lnTo>
                <a:lnTo>
                  <a:pt x="1241074" y="87805"/>
                </a:lnTo>
                <a:lnTo>
                  <a:pt x="1241300" y="88605"/>
                </a:lnTo>
                <a:lnTo>
                  <a:pt x="1241505" y="89428"/>
                </a:lnTo>
                <a:lnTo>
                  <a:pt x="1241688" y="90272"/>
                </a:lnTo>
                <a:lnTo>
                  <a:pt x="1241850" y="91138"/>
                </a:lnTo>
                <a:lnTo>
                  <a:pt x="1241990" y="92027"/>
                </a:lnTo>
                <a:lnTo>
                  <a:pt x="1242108" y="92937"/>
                </a:lnTo>
                <a:lnTo>
                  <a:pt x="1242205" y="93869"/>
                </a:lnTo>
                <a:lnTo>
                  <a:pt x="1242280" y="94823"/>
                </a:lnTo>
                <a:lnTo>
                  <a:pt x="1242334" y="95799"/>
                </a:lnTo>
                <a:lnTo>
                  <a:pt x="1242366" y="96797"/>
                </a:lnTo>
                <a:lnTo>
                  <a:pt x="1242377" y="97817"/>
                </a:lnTo>
                <a:lnTo>
                  <a:pt x="1242366" y="98782"/>
                </a:lnTo>
                <a:lnTo>
                  <a:pt x="1242331" y="99727"/>
                </a:lnTo>
                <a:lnTo>
                  <a:pt x="1242273" y="100654"/>
                </a:lnTo>
                <a:lnTo>
                  <a:pt x="1242192" y="101561"/>
                </a:lnTo>
                <a:lnTo>
                  <a:pt x="1242088" y="102448"/>
                </a:lnTo>
                <a:lnTo>
                  <a:pt x="1241960" y="103316"/>
                </a:lnTo>
                <a:lnTo>
                  <a:pt x="1241809" y="104165"/>
                </a:lnTo>
                <a:lnTo>
                  <a:pt x="1241636" y="104994"/>
                </a:lnTo>
                <a:lnTo>
                  <a:pt x="1241439" y="105805"/>
                </a:lnTo>
                <a:lnTo>
                  <a:pt x="1241219" y="106595"/>
                </a:lnTo>
                <a:lnTo>
                  <a:pt x="1240975" y="107366"/>
                </a:lnTo>
                <a:lnTo>
                  <a:pt x="1240709" y="108118"/>
                </a:lnTo>
                <a:lnTo>
                  <a:pt x="1240419" y="108851"/>
                </a:lnTo>
                <a:lnTo>
                  <a:pt x="1240106" y="109564"/>
                </a:lnTo>
                <a:lnTo>
                  <a:pt x="1239770" y="110258"/>
                </a:lnTo>
                <a:lnTo>
                  <a:pt x="1239411" y="110932"/>
                </a:lnTo>
                <a:lnTo>
                  <a:pt x="1239029" y="111588"/>
                </a:lnTo>
                <a:lnTo>
                  <a:pt x="1238623" y="112223"/>
                </a:lnTo>
                <a:lnTo>
                  <a:pt x="1238194" y="112840"/>
                </a:lnTo>
                <a:lnTo>
                  <a:pt x="1237743" y="113437"/>
                </a:lnTo>
                <a:lnTo>
                  <a:pt x="1237267" y="114014"/>
                </a:lnTo>
                <a:lnTo>
                  <a:pt x="1236769" y="114572"/>
                </a:lnTo>
                <a:lnTo>
                  <a:pt x="1236248" y="115111"/>
                </a:lnTo>
                <a:lnTo>
                  <a:pt x="1235703" y="115631"/>
                </a:lnTo>
                <a:lnTo>
                  <a:pt x="1235141" y="116130"/>
                </a:lnTo>
                <a:lnTo>
                  <a:pt x="1234568" y="116608"/>
                </a:lnTo>
                <a:lnTo>
                  <a:pt x="1233983" y="117065"/>
                </a:lnTo>
                <a:lnTo>
                  <a:pt x="1233387" y="117500"/>
                </a:lnTo>
                <a:lnTo>
                  <a:pt x="1232779" y="117914"/>
                </a:lnTo>
                <a:lnTo>
                  <a:pt x="1232160" y="118307"/>
                </a:lnTo>
                <a:lnTo>
                  <a:pt x="1231529" y="118679"/>
                </a:lnTo>
                <a:lnTo>
                  <a:pt x="1230887" y="119030"/>
                </a:lnTo>
                <a:lnTo>
                  <a:pt x="1230233" y="119359"/>
                </a:lnTo>
                <a:lnTo>
                  <a:pt x="1229568" y="119667"/>
                </a:lnTo>
                <a:lnTo>
                  <a:pt x="1228892" y="119954"/>
                </a:lnTo>
                <a:lnTo>
                  <a:pt x="1228204" y="120219"/>
                </a:lnTo>
                <a:lnTo>
                  <a:pt x="1227504" y="120463"/>
                </a:lnTo>
                <a:lnTo>
                  <a:pt x="1226793" y="120686"/>
                </a:lnTo>
                <a:lnTo>
                  <a:pt x="1226071" y="120888"/>
                </a:lnTo>
                <a:lnTo>
                  <a:pt x="1225337" y="121069"/>
                </a:lnTo>
                <a:lnTo>
                  <a:pt x="1224591" y="121228"/>
                </a:lnTo>
                <a:lnTo>
                  <a:pt x="1223834" y="121366"/>
                </a:lnTo>
                <a:lnTo>
                  <a:pt x="1223066" y="121483"/>
                </a:lnTo>
                <a:lnTo>
                  <a:pt x="1222286" y="121579"/>
                </a:lnTo>
                <a:lnTo>
                  <a:pt x="1221495" y="121653"/>
                </a:lnTo>
                <a:lnTo>
                  <a:pt x="1220692" y="121706"/>
                </a:lnTo>
                <a:lnTo>
                  <a:pt x="1219878" y="121738"/>
                </a:lnTo>
                <a:lnTo>
                  <a:pt x="1219052" y="121749"/>
                </a:lnTo>
                <a:lnTo>
                  <a:pt x="1218325" y="121738"/>
                </a:lnTo>
                <a:lnTo>
                  <a:pt x="1217605" y="121707"/>
                </a:lnTo>
                <a:lnTo>
                  <a:pt x="1216892" y="121654"/>
                </a:lnTo>
                <a:lnTo>
                  <a:pt x="1216185" y="121581"/>
                </a:lnTo>
                <a:lnTo>
                  <a:pt x="1215485" y="121486"/>
                </a:lnTo>
                <a:close/>
                <a:moveTo>
                  <a:pt x="1214747" y="213489"/>
                </a:moveTo>
                <a:lnTo>
                  <a:pt x="1213600" y="213396"/>
                </a:lnTo>
                <a:lnTo>
                  <a:pt x="1212483" y="213286"/>
                </a:lnTo>
                <a:lnTo>
                  <a:pt x="1211397" y="213159"/>
                </a:lnTo>
                <a:lnTo>
                  <a:pt x="1210341" y="213015"/>
                </a:lnTo>
                <a:lnTo>
                  <a:pt x="1209316" y="212854"/>
                </a:lnTo>
                <a:lnTo>
                  <a:pt x="1208321" y="212676"/>
                </a:lnTo>
                <a:lnTo>
                  <a:pt x="1207356" y="212482"/>
                </a:lnTo>
                <a:lnTo>
                  <a:pt x="1206422" y="212270"/>
                </a:lnTo>
                <a:lnTo>
                  <a:pt x="1205518" y="212042"/>
                </a:lnTo>
                <a:lnTo>
                  <a:pt x="1204645" y="211796"/>
                </a:lnTo>
                <a:lnTo>
                  <a:pt x="1203802" y="211534"/>
                </a:lnTo>
                <a:lnTo>
                  <a:pt x="1202989" y="211255"/>
                </a:lnTo>
                <a:lnTo>
                  <a:pt x="1202207" y="210958"/>
                </a:lnTo>
                <a:lnTo>
                  <a:pt x="1201456" y="210645"/>
                </a:lnTo>
                <a:lnTo>
                  <a:pt x="1200734" y="210315"/>
                </a:lnTo>
                <a:lnTo>
                  <a:pt x="1200044" y="209968"/>
                </a:lnTo>
                <a:lnTo>
                  <a:pt x="1199383" y="209604"/>
                </a:lnTo>
                <a:lnTo>
                  <a:pt x="1198753" y="209223"/>
                </a:lnTo>
                <a:lnTo>
                  <a:pt x="1198154" y="208826"/>
                </a:lnTo>
                <a:lnTo>
                  <a:pt x="1197582" y="208418"/>
                </a:lnTo>
                <a:lnTo>
                  <a:pt x="1197034" y="208007"/>
                </a:lnTo>
                <a:lnTo>
                  <a:pt x="1196511" y="207594"/>
                </a:lnTo>
                <a:lnTo>
                  <a:pt x="1196012" y="207178"/>
                </a:lnTo>
                <a:lnTo>
                  <a:pt x="1195537" y="206759"/>
                </a:lnTo>
                <a:lnTo>
                  <a:pt x="1195087" y="206337"/>
                </a:lnTo>
                <a:lnTo>
                  <a:pt x="1194661" y="205912"/>
                </a:lnTo>
                <a:lnTo>
                  <a:pt x="1194259" y="205485"/>
                </a:lnTo>
                <a:lnTo>
                  <a:pt x="1193882" y="205055"/>
                </a:lnTo>
                <a:lnTo>
                  <a:pt x="1193529" y="204621"/>
                </a:lnTo>
                <a:lnTo>
                  <a:pt x="1193200" y="204185"/>
                </a:lnTo>
                <a:lnTo>
                  <a:pt x="1192896" y="203746"/>
                </a:lnTo>
                <a:lnTo>
                  <a:pt x="1192616" y="203305"/>
                </a:lnTo>
                <a:lnTo>
                  <a:pt x="1192360" y="202860"/>
                </a:lnTo>
                <a:lnTo>
                  <a:pt x="1192129" y="202413"/>
                </a:lnTo>
                <a:lnTo>
                  <a:pt x="1191922" y="201963"/>
                </a:lnTo>
                <a:lnTo>
                  <a:pt x="1191739" y="201509"/>
                </a:lnTo>
                <a:lnTo>
                  <a:pt x="1191581" y="201054"/>
                </a:lnTo>
                <a:lnTo>
                  <a:pt x="1191447" y="200595"/>
                </a:lnTo>
                <a:lnTo>
                  <a:pt x="1191338" y="200133"/>
                </a:lnTo>
                <a:lnTo>
                  <a:pt x="1191253" y="199669"/>
                </a:lnTo>
                <a:lnTo>
                  <a:pt x="1191192" y="199202"/>
                </a:lnTo>
                <a:lnTo>
                  <a:pt x="1191155" y="198731"/>
                </a:lnTo>
                <a:lnTo>
                  <a:pt x="1191143" y="198259"/>
                </a:lnTo>
                <a:lnTo>
                  <a:pt x="1191149" y="197854"/>
                </a:lnTo>
                <a:lnTo>
                  <a:pt x="1191166" y="197454"/>
                </a:lnTo>
                <a:lnTo>
                  <a:pt x="1191195" y="197058"/>
                </a:lnTo>
                <a:lnTo>
                  <a:pt x="1191235" y="196666"/>
                </a:lnTo>
                <a:lnTo>
                  <a:pt x="1191286" y="196277"/>
                </a:lnTo>
                <a:lnTo>
                  <a:pt x="1191349" y="195893"/>
                </a:lnTo>
                <a:lnTo>
                  <a:pt x="1191424" y="195513"/>
                </a:lnTo>
                <a:lnTo>
                  <a:pt x="1191510" y="195136"/>
                </a:lnTo>
                <a:lnTo>
                  <a:pt x="1191608" y="194764"/>
                </a:lnTo>
                <a:lnTo>
                  <a:pt x="1191716" y="194396"/>
                </a:lnTo>
                <a:lnTo>
                  <a:pt x="1191837" y="194032"/>
                </a:lnTo>
                <a:lnTo>
                  <a:pt x="1191969" y="193671"/>
                </a:lnTo>
                <a:lnTo>
                  <a:pt x="1192112" y="193315"/>
                </a:lnTo>
                <a:lnTo>
                  <a:pt x="1192267" y="192963"/>
                </a:lnTo>
                <a:lnTo>
                  <a:pt x="1192433" y="192614"/>
                </a:lnTo>
                <a:lnTo>
                  <a:pt x="1192611" y="192270"/>
                </a:lnTo>
                <a:lnTo>
                  <a:pt x="1192800" y="191930"/>
                </a:lnTo>
                <a:lnTo>
                  <a:pt x="1193001" y="191593"/>
                </a:lnTo>
                <a:lnTo>
                  <a:pt x="1193213" y="191261"/>
                </a:lnTo>
                <a:lnTo>
                  <a:pt x="1193437" y="190933"/>
                </a:lnTo>
                <a:lnTo>
                  <a:pt x="1193672" y="190608"/>
                </a:lnTo>
                <a:lnTo>
                  <a:pt x="1193919" y="190288"/>
                </a:lnTo>
                <a:lnTo>
                  <a:pt x="1194177" y="189971"/>
                </a:lnTo>
                <a:lnTo>
                  <a:pt x="1194446" y="189659"/>
                </a:lnTo>
                <a:lnTo>
                  <a:pt x="1194725" y="189352"/>
                </a:lnTo>
                <a:lnTo>
                  <a:pt x="1195010" y="189050"/>
                </a:lnTo>
                <a:lnTo>
                  <a:pt x="1195303" y="188754"/>
                </a:lnTo>
                <a:lnTo>
                  <a:pt x="1195602" y="188465"/>
                </a:lnTo>
                <a:lnTo>
                  <a:pt x="1195907" y="188181"/>
                </a:lnTo>
                <a:lnTo>
                  <a:pt x="1196220" y="187903"/>
                </a:lnTo>
                <a:lnTo>
                  <a:pt x="1196539" y="187631"/>
                </a:lnTo>
                <a:lnTo>
                  <a:pt x="1196866" y="187364"/>
                </a:lnTo>
                <a:lnTo>
                  <a:pt x="1197199" y="187104"/>
                </a:lnTo>
                <a:lnTo>
                  <a:pt x="1197538" y="186849"/>
                </a:lnTo>
                <a:lnTo>
                  <a:pt x="1197885" y="186601"/>
                </a:lnTo>
                <a:lnTo>
                  <a:pt x="1198238" y="186358"/>
                </a:lnTo>
                <a:lnTo>
                  <a:pt x="1198598" y="186121"/>
                </a:lnTo>
                <a:lnTo>
                  <a:pt x="1198965" y="185890"/>
                </a:lnTo>
                <a:lnTo>
                  <a:pt x="1199339" y="185665"/>
                </a:lnTo>
                <a:lnTo>
                  <a:pt x="1199719" y="185446"/>
                </a:lnTo>
                <a:lnTo>
                  <a:pt x="1200107" y="185232"/>
                </a:lnTo>
                <a:lnTo>
                  <a:pt x="1200501" y="185025"/>
                </a:lnTo>
                <a:lnTo>
                  <a:pt x="1200902" y="184823"/>
                </a:lnTo>
                <a:lnTo>
                  <a:pt x="1201309" y="184628"/>
                </a:lnTo>
                <a:lnTo>
                  <a:pt x="1201724" y="184438"/>
                </a:lnTo>
                <a:lnTo>
                  <a:pt x="1202145" y="184254"/>
                </a:lnTo>
                <a:lnTo>
                  <a:pt x="1202573" y="184076"/>
                </a:lnTo>
                <a:lnTo>
                  <a:pt x="1203008" y="183904"/>
                </a:lnTo>
                <a:lnTo>
                  <a:pt x="1227007" y="183904"/>
                </a:lnTo>
                <a:lnTo>
                  <a:pt x="1227820" y="183907"/>
                </a:lnTo>
                <a:lnTo>
                  <a:pt x="1228620" y="183915"/>
                </a:lnTo>
                <a:lnTo>
                  <a:pt x="1229406" y="183929"/>
                </a:lnTo>
                <a:lnTo>
                  <a:pt x="1230179" y="183949"/>
                </a:lnTo>
                <a:lnTo>
                  <a:pt x="1230938" y="183974"/>
                </a:lnTo>
                <a:lnTo>
                  <a:pt x="1231684" y="184005"/>
                </a:lnTo>
                <a:lnTo>
                  <a:pt x="1232416" y="184042"/>
                </a:lnTo>
                <a:lnTo>
                  <a:pt x="1233134" y="184084"/>
                </a:lnTo>
                <a:lnTo>
                  <a:pt x="1233839" y="184132"/>
                </a:lnTo>
                <a:lnTo>
                  <a:pt x="1234530" y="184185"/>
                </a:lnTo>
                <a:lnTo>
                  <a:pt x="1235208" y="184244"/>
                </a:lnTo>
                <a:lnTo>
                  <a:pt x="1235872" y="184309"/>
                </a:lnTo>
                <a:lnTo>
                  <a:pt x="1236522" y="184380"/>
                </a:lnTo>
                <a:lnTo>
                  <a:pt x="1237159" y="184456"/>
                </a:lnTo>
                <a:lnTo>
                  <a:pt x="1237783" y="184537"/>
                </a:lnTo>
                <a:lnTo>
                  <a:pt x="1238392" y="184625"/>
                </a:lnTo>
                <a:lnTo>
                  <a:pt x="1238988" y="184718"/>
                </a:lnTo>
                <a:lnTo>
                  <a:pt x="1239571" y="184816"/>
                </a:lnTo>
                <a:lnTo>
                  <a:pt x="1240140" y="184920"/>
                </a:lnTo>
                <a:lnTo>
                  <a:pt x="1240696" y="185030"/>
                </a:lnTo>
                <a:lnTo>
                  <a:pt x="1241237" y="185146"/>
                </a:lnTo>
                <a:lnTo>
                  <a:pt x="1241766" y="185267"/>
                </a:lnTo>
                <a:lnTo>
                  <a:pt x="1242281" y="185393"/>
                </a:lnTo>
                <a:lnTo>
                  <a:pt x="1242782" y="185526"/>
                </a:lnTo>
                <a:lnTo>
                  <a:pt x="1243270" y="185664"/>
                </a:lnTo>
                <a:lnTo>
                  <a:pt x="1243747" y="185806"/>
                </a:lnTo>
                <a:lnTo>
                  <a:pt x="1244212" y="185954"/>
                </a:lnTo>
                <a:lnTo>
                  <a:pt x="1244665" y="186106"/>
                </a:lnTo>
                <a:lnTo>
                  <a:pt x="1245107" y="186262"/>
                </a:lnTo>
                <a:lnTo>
                  <a:pt x="1245537" y="186424"/>
                </a:lnTo>
                <a:lnTo>
                  <a:pt x="1245955" y="186590"/>
                </a:lnTo>
                <a:lnTo>
                  <a:pt x="1246362" y="186760"/>
                </a:lnTo>
                <a:lnTo>
                  <a:pt x="1246757" y="186936"/>
                </a:lnTo>
                <a:lnTo>
                  <a:pt x="1247140" y="187116"/>
                </a:lnTo>
                <a:lnTo>
                  <a:pt x="1247512" y="187301"/>
                </a:lnTo>
                <a:lnTo>
                  <a:pt x="1247871" y="187490"/>
                </a:lnTo>
                <a:lnTo>
                  <a:pt x="1248219" y="187685"/>
                </a:lnTo>
                <a:lnTo>
                  <a:pt x="1248556" y="187883"/>
                </a:lnTo>
                <a:lnTo>
                  <a:pt x="1248880" y="188087"/>
                </a:lnTo>
                <a:lnTo>
                  <a:pt x="1249193" y="188295"/>
                </a:lnTo>
                <a:lnTo>
                  <a:pt x="1249495" y="188508"/>
                </a:lnTo>
                <a:lnTo>
                  <a:pt x="1249784" y="188726"/>
                </a:lnTo>
                <a:lnTo>
                  <a:pt x="1250062" y="188949"/>
                </a:lnTo>
                <a:lnTo>
                  <a:pt x="1250328" y="189176"/>
                </a:lnTo>
                <a:lnTo>
                  <a:pt x="1250583" y="189407"/>
                </a:lnTo>
                <a:lnTo>
                  <a:pt x="1250825" y="189644"/>
                </a:lnTo>
                <a:lnTo>
                  <a:pt x="1251056" y="189885"/>
                </a:lnTo>
                <a:lnTo>
                  <a:pt x="1251276" y="190131"/>
                </a:lnTo>
                <a:lnTo>
                  <a:pt x="1251485" y="190382"/>
                </a:lnTo>
                <a:lnTo>
                  <a:pt x="1251685" y="190638"/>
                </a:lnTo>
                <a:lnTo>
                  <a:pt x="1251876" y="190898"/>
                </a:lnTo>
                <a:lnTo>
                  <a:pt x="1252058" y="191163"/>
                </a:lnTo>
                <a:lnTo>
                  <a:pt x="1252232" y="191433"/>
                </a:lnTo>
                <a:lnTo>
                  <a:pt x="1252396" y="191707"/>
                </a:lnTo>
                <a:lnTo>
                  <a:pt x="1252552" y="191986"/>
                </a:lnTo>
                <a:lnTo>
                  <a:pt x="1252699" y="192270"/>
                </a:lnTo>
                <a:lnTo>
                  <a:pt x="1252837" y="192558"/>
                </a:lnTo>
                <a:lnTo>
                  <a:pt x="1252966" y="192852"/>
                </a:lnTo>
                <a:lnTo>
                  <a:pt x="1253086" y="193150"/>
                </a:lnTo>
                <a:lnTo>
                  <a:pt x="1253197" y="193452"/>
                </a:lnTo>
                <a:lnTo>
                  <a:pt x="1253299" y="193759"/>
                </a:lnTo>
                <a:lnTo>
                  <a:pt x="1253393" y="194071"/>
                </a:lnTo>
                <a:lnTo>
                  <a:pt x="1253477" y="194388"/>
                </a:lnTo>
                <a:lnTo>
                  <a:pt x="1253553" y="194710"/>
                </a:lnTo>
                <a:lnTo>
                  <a:pt x="1253620" y="195036"/>
                </a:lnTo>
                <a:lnTo>
                  <a:pt x="1253677" y="195366"/>
                </a:lnTo>
                <a:lnTo>
                  <a:pt x="1253726" y="195702"/>
                </a:lnTo>
                <a:lnTo>
                  <a:pt x="1253766" y="196042"/>
                </a:lnTo>
                <a:lnTo>
                  <a:pt x="1253797" y="196387"/>
                </a:lnTo>
                <a:lnTo>
                  <a:pt x="1253820" y="196736"/>
                </a:lnTo>
                <a:lnTo>
                  <a:pt x="1253833" y="197091"/>
                </a:lnTo>
                <a:lnTo>
                  <a:pt x="1253837" y="197450"/>
                </a:lnTo>
                <a:lnTo>
                  <a:pt x="1253825" y="198010"/>
                </a:lnTo>
                <a:lnTo>
                  <a:pt x="1253786" y="198564"/>
                </a:lnTo>
                <a:lnTo>
                  <a:pt x="1253722" y="199111"/>
                </a:lnTo>
                <a:lnTo>
                  <a:pt x="1253631" y="199650"/>
                </a:lnTo>
                <a:lnTo>
                  <a:pt x="1253516" y="200183"/>
                </a:lnTo>
                <a:lnTo>
                  <a:pt x="1253374" y="200708"/>
                </a:lnTo>
                <a:lnTo>
                  <a:pt x="1253207" y="201226"/>
                </a:lnTo>
                <a:lnTo>
                  <a:pt x="1253014" y="201738"/>
                </a:lnTo>
                <a:lnTo>
                  <a:pt x="1252795" y="202242"/>
                </a:lnTo>
                <a:lnTo>
                  <a:pt x="1252550" y="202739"/>
                </a:lnTo>
                <a:lnTo>
                  <a:pt x="1252280" y="203230"/>
                </a:lnTo>
                <a:lnTo>
                  <a:pt x="1251984" y="203713"/>
                </a:lnTo>
                <a:lnTo>
                  <a:pt x="1251662" y="204189"/>
                </a:lnTo>
                <a:lnTo>
                  <a:pt x="1251314" y="204658"/>
                </a:lnTo>
                <a:lnTo>
                  <a:pt x="1250941" y="205120"/>
                </a:lnTo>
                <a:lnTo>
                  <a:pt x="1250542" y="205575"/>
                </a:lnTo>
                <a:lnTo>
                  <a:pt x="1250117" y="206023"/>
                </a:lnTo>
                <a:lnTo>
                  <a:pt x="1249666" y="206463"/>
                </a:lnTo>
                <a:lnTo>
                  <a:pt x="1249190" y="206897"/>
                </a:lnTo>
                <a:lnTo>
                  <a:pt x="1248688" y="207324"/>
                </a:lnTo>
                <a:lnTo>
                  <a:pt x="1248160" y="207744"/>
                </a:lnTo>
                <a:lnTo>
                  <a:pt x="1247606" y="208156"/>
                </a:lnTo>
                <a:lnTo>
                  <a:pt x="1247027" y="208562"/>
                </a:lnTo>
                <a:lnTo>
                  <a:pt x="1246422" y="208960"/>
                </a:lnTo>
                <a:lnTo>
                  <a:pt x="1245786" y="209347"/>
                </a:lnTo>
                <a:lnTo>
                  <a:pt x="1245112" y="209717"/>
                </a:lnTo>
                <a:lnTo>
                  <a:pt x="1244402" y="210071"/>
                </a:lnTo>
                <a:lnTo>
                  <a:pt x="1243654" y="210409"/>
                </a:lnTo>
                <a:lnTo>
                  <a:pt x="1242870" y="210730"/>
                </a:lnTo>
                <a:lnTo>
                  <a:pt x="1242049" y="211034"/>
                </a:lnTo>
                <a:lnTo>
                  <a:pt x="1241190" y="211322"/>
                </a:lnTo>
                <a:lnTo>
                  <a:pt x="1240295" y="211594"/>
                </a:lnTo>
                <a:lnTo>
                  <a:pt x="1239363" y="211849"/>
                </a:lnTo>
                <a:lnTo>
                  <a:pt x="1238393" y="212087"/>
                </a:lnTo>
                <a:lnTo>
                  <a:pt x="1237387" y="212310"/>
                </a:lnTo>
                <a:lnTo>
                  <a:pt x="1236344" y="212515"/>
                </a:lnTo>
                <a:lnTo>
                  <a:pt x="1235263" y="212705"/>
                </a:lnTo>
                <a:lnTo>
                  <a:pt x="1234146" y="212877"/>
                </a:lnTo>
                <a:lnTo>
                  <a:pt x="1232992" y="213034"/>
                </a:lnTo>
                <a:lnTo>
                  <a:pt x="1231801" y="213174"/>
                </a:lnTo>
                <a:lnTo>
                  <a:pt x="1230573" y="213297"/>
                </a:lnTo>
                <a:lnTo>
                  <a:pt x="1229307" y="213404"/>
                </a:lnTo>
                <a:lnTo>
                  <a:pt x="1228005" y="213495"/>
                </a:lnTo>
                <a:lnTo>
                  <a:pt x="1226666" y="213569"/>
                </a:lnTo>
                <a:lnTo>
                  <a:pt x="1225290" y="213626"/>
                </a:lnTo>
                <a:lnTo>
                  <a:pt x="1223877" y="213667"/>
                </a:lnTo>
                <a:lnTo>
                  <a:pt x="1222427" y="213692"/>
                </a:lnTo>
                <a:lnTo>
                  <a:pt x="1220940" y="213700"/>
                </a:lnTo>
                <a:lnTo>
                  <a:pt x="1219640" y="213692"/>
                </a:lnTo>
                <a:lnTo>
                  <a:pt x="1218371" y="213667"/>
                </a:lnTo>
                <a:lnTo>
                  <a:pt x="1217133" y="213624"/>
                </a:lnTo>
                <a:lnTo>
                  <a:pt x="1215925" y="213565"/>
                </a:lnTo>
                <a:lnTo>
                  <a:pt x="1214747" y="213489"/>
                </a:lnTo>
                <a:close/>
                <a:moveTo>
                  <a:pt x="366083" y="115707"/>
                </a:moveTo>
                <a:lnTo>
                  <a:pt x="366921" y="115739"/>
                </a:lnTo>
                <a:lnTo>
                  <a:pt x="367742" y="115785"/>
                </a:lnTo>
                <a:lnTo>
                  <a:pt x="368548" y="115843"/>
                </a:lnTo>
                <a:lnTo>
                  <a:pt x="369338" y="115914"/>
                </a:lnTo>
                <a:lnTo>
                  <a:pt x="370112" y="115997"/>
                </a:lnTo>
                <a:lnTo>
                  <a:pt x="370871" y="116094"/>
                </a:lnTo>
                <a:lnTo>
                  <a:pt x="371614" y="116204"/>
                </a:lnTo>
                <a:lnTo>
                  <a:pt x="372342" y="116327"/>
                </a:lnTo>
                <a:lnTo>
                  <a:pt x="373053" y="116462"/>
                </a:lnTo>
                <a:lnTo>
                  <a:pt x="373749" y="116610"/>
                </a:lnTo>
                <a:lnTo>
                  <a:pt x="374430" y="116772"/>
                </a:lnTo>
                <a:lnTo>
                  <a:pt x="375094" y="116946"/>
                </a:lnTo>
                <a:lnTo>
                  <a:pt x="375743" y="117133"/>
                </a:lnTo>
                <a:lnTo>
                  <a:pt x="376377" y="117333"/>
                </a:lnTo>
                <a:lnTo>
                  <a:pt x="376994" y="117546"/>
                </a:lnTo>
                <a:lnTo>
                  <a:pt x="377596" y="117772"/>
                </a:lnTo>
                <a:lnTo>
                  <a:pt x="378182" y="118010"/>
                </a:lnTo>
                <a:lnTo>
                  <a:pt x="378753" y="118262"/>
                </a:lnTo>
                <a:lnTo>
                  <a:pt x="379308" y="118527"/>
                </a:lnTo>
                <a:lnTo>
                  <a:pt x="379847" y="118804"/>
                </a:lnTo>
                <a:lnTo>
                  <a:pt x="380371" y="119094"/>
                </a:lnTo>
                <a:lnTo>
                  <a:pt x="380878" y="119398"/>
                </a:lnTo>
                <a:lnTo>
                  <a:pt x="381374" y="119714"/>
                </a:lnTo>
                <a:lnTo>
                  <a:pt x="381861" y="120043"/>
                </a:lnTo>
                <a:lnTo>
                  <a:pt x="382339" y="120386"/>
                </a:lnTo>
                <a:lnTo>
                  <a:pt x="382809" y="120742"/>
                </a:lnTo>
                <a:lnTo>
                  <a:pt x="383270" y="121111"/>
                </a:lnTo>
                <a:lnTo>
                  <a:pt x="383722" y="121494"/>
                </a:lnTo>
                <a:lnTo>
                  <a:pt x="384166" y="121891"/>
                </a:lnTo>
                <a:lnTo>
                  <a:pt x="384601" y="122301"/>
                </a:lnTo>
                <a:lnTo>
                  <a:pt x="385027" y="122724"/>
                </a:lnTo>
                <a:lnTo>
                  <a:pt x="385445" y="123160"/>
                </a:lnTo>
                <a:lnTo>
                  <a:pt x="385854" y="123610"/>
                </a:lnTo>
                <a:lnTo>
                  <a:pt x="386255" y="124073"/>
                </a:lnTo>
                <a:lnTo>
                  <a:pt x="386646" y="124550"/>
                </a:lnTo>
                <a:lnTo>
                  <a:pt x="387029" y="125040"/>
                </a:lnTo>
                <a:lnTo>
                  <a:pt x="387404" y="125543"/>
                </a:lnTo>
                <a:lnTo>
                  <a:pt x="387770" y="126060"/>
                </a:lnTo>
                <a:lnTo>
                  <a:pt x="388127" y="126590"/>
                </a:lnTo>
                <a:lnTo>
                  <a:pt x="388475" y="127134"/>
                </a:lnTo>
                <a:lnTo>
                  <a:pt x="388815" y="127691"/>
                </a:lnTo>
                <a:lnTo>
                  <a:pt x="389146" y="128261"/>
                </a:lnTo>
                <a:lnTo>
                  <a:pt x="389468" y="128845"/>
                </a:lnTo>
                <a:lnTo>
                  <a:pt x="389782" y="129442"/>
                </a:lnTo>
                <a:lnTo>
                  <a:pt x="390087" y="130053"/>
                </a:lnTo>
                <a:lnTo>
                  <a:pt x="390384" y="130677"/>
                </a:lnTo>
                <a:lnTo>
                  <a:pt x="390674" y="131314"/>
                </a:lnTo>
                <a:lnTo>
                  <a:pt x="390962" y="131967"/>
                </a:lnTo>
                <a:lnTo>
                  <a:pt x="391247" y="132635"/>
                </a:lnTo>
                <a:lnTo>
                  <a:pt x="391530" y="133318"/>
                </a:lnTo>
                <a:lnTo>
                  <a:pt x="391809" y="134016"/>
                </a:lnTo>
                <a:lnTo>
                  <a:pt x="392086" y="134729"/>
                </a:lnTo>
                <a:lnTo>
                  <a:pt x="392360" y="135456"/>
                </a:lnTo>
                <a:lnTo>
                  <a:pt x="392631" y="136199"/>
                </a:lnTo>
                <a:lnTo>
                  <a:pt x="392899" y="136957"/>
                </a:lnTo>
                <a:lnTo>
                  <a:pt x="393164" y="137730"/>
                </a:lnTo>
                <a:lnTo>
                  <a:pt x="393427" y="138518"/>
                </a:lnTo>
                <a:lnTo>
                  <a:pt x="393687" y="139321"/>
                </a:lnTo>
                <a:lnTo>
                  <a:pt x="393944" y="140139"/>
                </a:lnTo>
                <a:lnTo>
                  <a:pt x="394198" y="140972"/>
                </a:lnTo>
                <a:lnTo>
                  <a:pt x="394450" y="141821"/>
                </a:lnTo>
                <a:lnTo>
                  <a:pt x="394698" y="142684"/>
                </a:lnTo>
                <a:lnTo>
                  <a:pt x="394944" y="143562"/>
                </a:lnTo>
                <a:lnTo>
                  <a:pt x="395187" y="144455"/>
                </a:lnTo>
                <a:lnTo>
                  <a:pt x="395427" y="145363"/>
                </a:lnTo>
                <a:lnTo>
                  <a:pt x="395664" y="146286"/>
                </a:lnTo>
                <a:lnTo>
                  <a:pt x="395899" y="147225"/>
                </a:lnTo>
                <a:lnTo>
                  <a:pt x="396131" y="148178"/>
                </a:lnTo>
                <a:lnTo>
                  <a:pt x="396360" y="149146"/>
                </a:lnTo>
                <a:lnTo>
                  <a:pt x="396586" y="150130"/>
                </a:lnTo>
                <a:lnTo>
                  <a:pt x="405080" y="185252"/>
                </a:lnTo>
                <a:lnTo>
                  <a:pt x="444719" y="185252"/>
                </a:lnTo>
                <a:lnTo>
                  <a:pt x="432719" y="142579"/>
                </a:lnTo>
                <a:lnTo>
                  <a:pt x="432426" y="141517"/>
                </a:lnTo>
                <a:lnTo>
                  <a:pt x="432130" y="140469"/>
                </a:lnTo>
                <a:lnTo>
                  <a:pt x="431831" y="139435"/>
                </a:lnTo>
                <a:lnTo>
                  <a:pt x="431530" y="138415"/>
                </a:lnTo>
                <a:lnTo>
                  <a:pt x="431226" y="137410"/>
                </a:lnTo>
                <a:lnTo>
                  <a:pt x="430920" y="136418"/>
                </a:lnTo>
                <a:lnTo>
                  <a:pt x="430611" y="135440"/>
                </a:lnTo>
                <a:lnTo>
                  <a:pt x="430300" y="134477"/>
                </a:lnTo>
                <a:lnTo>
                  <a:pt x="429986" y="133527"/>
                </a:lnTo>
                <a:lnTo>
                  <a:pt x="429669" y="132592"/>
                </a:lnTo>
                <a:lnTo>
                  <a:pt x="429350" y="131670"/>
                </a:lnTo>
                <a:lnTo>
                  <a:pt x="429028" y="130763"/>
                </a:lnTo>
                <a:lnTo>
                  <a:pt x="428704" y="129870"/>
                </a:lnTo>
                <a:lnTo>
                  <a:pt x="428377" y="128991"/>
                </a:lnTo>
                <a:lnTo>
                  <a:pt x="428048" y="128126"/>
                </a:lnTo>
                <a:lnTo>
                  <a:pt x="427716" y="127275"/>
                </a:lnTo>
                <a:lnTo>
                  <a:pt x="427381" y="126438"/>
                </a:lnTo>
                <a:lnTo>
                  <a:pt x="427044" y="125615"/>
                </a:lnTo>
                <a:lnTo>
                  <a:pt x="426704" y="124806"/>
                </a:lnTo>
                <a:lnTo>
                  <a:pt x="426362" y="124011"/>
                </a:lnTo>
                <a:lnTo>
                  <a:pt x="426017" y="123231"/>
                </a:lnTo>
                <a:lnTo>
                  <a:pt x="425669" y="122464"/>
                </a:lnTo>
                <a:lnTo>
                  <a:pt x="425319" y="121712"/>
                </a:lnTo>
                <a:lnTo>
                  <a:pt x="424967" y="120973"/>
                </a:lnTo>
                <a:lnTo>
                  <a:pt x="424608" y="120248"/>
                </a:lnTo>
                <a:lnTo>
                  <a:pt x="424241" y="119535"/>
                </a:lnTo>
                <a:lnTo>
                  <a:pt x="423864" y="118835"/>
                </a:lnTo>
                <a:lnTo>
                  <a:pt x="423478" y="118147"/>
                </a:lnTo>
                <a:lnTo>
                  <a:pt x="423083" y="117472"/>
                </a:lnTo>
                <a:lnTo>
                  <a:pt x="422679" y="116809"/>
                </a:lnTo>
                <a:lnTo>
                  <a:pt x="422266" y="116158"/>
                </a:lnTo>
                <a:lnTo>
                  <a:pt x="421843" y="115520"/>
                </a:lnTo>
                <a:lnTo>
                  <a:pt x="421412" y="114894"/>
                </a:lnTo>
                <a:lnTo>
                  <a:pt x="420971" y="114281"/>
                </a:lnTo>
                <a:lnTo>
                  <a:pt x="420521" y="113680"/>
                </a:lnTo>
                <a:lnTo>
                  <a:pt x="420062" y="113091"/>
                </a:lnTo>
                <a:lnTo>
                  <a:pt x="419594" y="112515"/>
                </a:lnTo>
                <a:lnTo>
                  <a:pt x="419117" y="111951"/>
                </a:lnTo>
                <a:lnTo>
                  <a:pt x="418631" y="111400"/>
                </a:lnTo>
                <a:lnTo>
                  <a:pt x="418136" y="110861"/>
                </a:lnTo>
                <a:lnTo>
                  <a:pt x="417631" y="110335"/>
                </a:lnTo>
                <a:lnTo>
                  <a:pt x="417117" y="109821"/>
                </a:lnTo>
                <a:lnTo>
                  <a:pt x="416594" y="109319"/>
                </a:lnTo>
                <a:lnTo>
                  <a:pt x="416063" y="108830"/>
                </a:lnTo>
                <a:lnTo>
                  <a:pt x="415521" y="108353"/>
                </a:lnTo>
                <a:lnTo>
                  <a:pt x="414971" y="107889"/>
                </a:lnTo>
                <a:lnTo>
                  <a:pt x="414412" y="107437"/>
                </a:lnTo>
                <a:lnTo>
                  <a:pt x="413844" y="106998"/>
                </a:lnTo>
                <a:lnTo>
                  <a:pt x="413263" y="106570"/>
                </a:lnTo>
                <a:lnTo>
                  <a:pt x="412666" y="106155"/>
                </a:lnTo>
                <a:lnTo>
                  <a:pt x="412053" y="105752"/>
                </a:lnTo>
                <a:lnTo>
                  <a:pt x="411424" y="105360"/>
                </a:lnTo>
                <a:lnTo>
                  <a:pt x="410779" y="104981"/>
                </a:lnTo>
                <a:lnTo>
                  <a:pt x="410119" y="104613"/>
                </a:lnTo>
                <a:lnTo>
                  <a:pt x="409442" y="104258"/>
                </a:lnTo>
                <a:lnTo>
                  <a:pt x="408750" y="103914"/>
                </a:lnTo>
                <a:lnTo>
                  <a:pt x="408042" y="103582"/>
                </a:lnTo>
                <a:lnTo>
                  <a:pt x="407318" y="103263"/>
                </a:lnTo>
                <a:lnTo>
                  <a:pt x="406577" y="102955"/>
                </a:lnTo>
                <a:lnTo>
                  <a:pt x="405821" y="102659"/>
                </a:lnTo>
                <a:lnTo>
                  <a:pt x="405049" y="102375"/>
                </a:lnTo>
                <a:lnTo>
                  <a:pt x="404261" y="102103"/>
                </a:lnTo>
                <a:lnTo>
                  <a:pt x="403458" y="101843"/>
                </a:lnTo>
                <a:lnTo>
                  <a:pt x="402638" y="101595"/>
                </a:lnTo>
                <a:lnTo>
                  <a:pt x="401802" y="101359"/>
                </a:lnTo>
                <a:lnTo>
                  <a:pt x="400951" y="101135"/>
                </a:lnTo>
                <a:lnTo>
                  <a:pt x="400083" y="100923"/>
                </a:lnTo>
                <a:lnTo>
                  <a:pt x="399200" y="100723"/>
                </a:lnTo>
                <a:lnTo>
                  <a:pt x="398301" y="100534"/>
                </a:lnTo>
                <a:lnTo>
                  <a:pt x="397385" y="100358"/>
                </a:lnTo>
                <a:lnTo>
                  <a:pt x="396454" y="100194"/>
                </a:lnTo>
                <a:lnTo>
                  <a:pt x="395507" y="100041"/>
                </a:lnTo>
                <a:lnTo>
                  <a:pt x="397052" y="99603"/>
                </a:lnTo>
                <a:lnTo>
                  <a:pt x="398565" y="99141"/>
                </a:lnTo>
                <a:lnTo>
                  <a:pt x="400044" y="98655"/>
                </a:lnTo>
                <a:lnTo>
                  <a:pt x="401490" y="98146"/>
                </a:lnTo>
                <a:lnTo>
                  <a:pt x="402903" y="97612"/>
                </a:lnTo>
                <a:lnTo>
                  <a:pt x="404283" y="97055"/>
                </a:lnTo>
                <a:lnTo>
                  <a:pt x="405631" y="96473"/>
                </a:lnTo>
                <a:lnTo>
                  <a:pt x="406945" y="95868"/>
                </a:lnTo>
                <a:lnTo>
                  <a:pt x="408226" y="95239"/>
                </a:lnTo>
                <a:lnTo>
                  <a:pt x="409474" y="94587"/>
                </a:lnTo>
                <a:lnTo>
                  <a:pt x="410689" y="93910"/>
                </a:lnTo>
                <a:lnTo>
                  <a:pt x="411872" y="93210"/>
                </a:lnTo>
                <a:lnTo>
                  <a:pt x="413021" y="92485"/>
                </a:lnTo>
                <a:lnTo>
                  <a:pt x="414137" y="91737"/>
                </a:lnTo>
                <a:lnTo>
                  <a:pt x="415220" y="90965"/>
                </a:lnTo>
                <a:lnTo>
                  <a:pt x="416270" y="90169"/>
                </a:lnTo>
                <a:lnTo>
                  <a:pt x="417288" y="89349"/>
                </a:lnTo>
                <a:lnTo>
                  <a:pt x="418272" y="88506"/>
                </a:lnTo>
                <a:lnTo>
                  <a:pt x="419223" y="87638"/>
                </a:lnTo>
                <a:lnTo>
                  <a:pt x="420141" y="86747"/>
                </a:lnTo>
                <a:lnTo>
                  <a:pt x="421026" y="85832"/>
                </a:lnTo>
                <a:lnTo>
                  <a:pt x="421878" y="84893"/>
                </a:lnTo>
                <a:lnTo>
                  <a:pt x="422698" y="83930"/>
                </a:lnTo>
                <a:lnTo>
                  <a:pt x="423484" y="82944"/>
                </a:lnTo>
                <a:lnTo>
                  <a:pt x="424237" y="81936"/>
                </a:lnTo>
                <a:lnTo>
                  <a:pt x="424959" y="80910"/>
                </a:lnTo>
                <a:lnTo>
                  <a:pt x="425648" y="79866"/>
                </a:lnTo>
                <a:lnTo>
                  <a:pt x="426306" y="78804"/>
                </a:lnTo>
                <a:lnTo>
                  <a:pt x="426931" y="77723"/>
                </a:lnTo>
                <a:lnTo>
                  <a:pt x="427524" y="76624"/>
                </a:lnTo>
                <a:lnTo>
                  <a:pt x="428085" y="75507"/>
                </a:lnTo>
                <a:lnTo>
                  <a:pt x="428615" y="74371"/>
                </a:lnTo>
                <a:lnTo>
                  <a:pt x="429112" y="73218"/>
                </a:lnTo>
                <a:lnTo>
                  <a:pt x="429577" y="72046"/>
                </a:lnTo>
                <a:lnTo>
                  <a:pt x="430010" y="70856"/>
                </a:lnTo>
                <a:lnTo>
                  <a:pt x="430410" y="69648"/>
                </a:lnTo>
                <a:lnTo>
                  <a:pt x="430779" y="68421"/>
                </a:lnTo>
                <a:lnTo>
                  <a:pt x="431116" y="67176"/>
                </a:lnTo>
                <a:lnTo>
                  <a:pt x="431421" y="65913"/>
                </a:lnTo>
                <a:lnTo>
                  <a:pt x="431693" y="64632"/>
                </a:lnTo>
                <a:lnTo>
                  <a:pt x="431934" y="63332"/>
                </a:lnTo>
                <a:lnTo>
                  <a:pt x="432142" y="62014"/>
                </a:lnTo>
                <a:lnTo>
                  <a:pt x="432318" y="60678"/>
                </a:lnTo>
                <a:lnTo>
                  <a:pt x="432463" y="59324"/>
                </a:lnTo>
                <a:lnTo>
                  <a:pt x="432575" y="57951"/>
                </a:lnTo>
                <a:lnTo>
                  <a:pt x="432655" y="56561"/>
                </a:lnTo>
                <a:lnTo>
                  <a:pt x="432703" y="55152"/>
                </a:lnTo>
                <a:lnTo>
                  <a:pt x="432719" y="53724"/>
                </a:lnTo>
                <a:lnTo>
                  <a:pt x="432705" y="52222"/>
                </a:lnTo>
                <a:lnTo>
                  <a:pt x="432664" y="50745"/>
                </a:lnTo>
                <a:lnTo>
                  <a:pt x="432594" y="49293"/>
                </a:lnTo>
                <a:lnTo>
                  <a:pt x="432496" y="47866"/>
                </a:lnTo>
                <a:lnTo>
                  <a:pt x="432371" y="46463"/>
                </a:lnTo>
                <a:lnTo>
                  <a:pt x="432218" y="45086"/>
                </a:lnTo>
                <a:lnTo>
                  <a:pt x="432037" y="43734"/>
                </a:lnTo>
                <a:lnTo>
                  <a:pt x="431828" y="42407"/>
                </a:lnTo>
                <a:lnTo>
                  <a:pt x="431591" y="41105"/>
                </a:lnTo>
                <a:lnTo>
                  <a:pt x="431327" y="39828"/>
                </a:lnTo>
                <a:lnTo>
                  <a:pt x="431034" y="38576"/>
                </a:lnTo>
                <a:lnTo>
                  <a:pt x="430714" y="37349"/>
                </a:lnTo>
                <a:lnTo>
                  <a:pt x="430366" y="36147"/>
                </a:lnTo>
                <a:lnTo>
                  <a:pt x="429989" y="34970"/>
                </a:lnTo>
                <a:lnTo>
                  <a:pt x="429586" y="33818"/>
                </a:lnTo>
                <a:lnTo>
                  <a:pt x="429154" y="32691"/>
                </a:lnTo>
                <a:lnTo>
                  <a:pt x="428694" y="31589"/>
                </a:lnTo>
                <a:lnTo>
                  <a:pt x="428207" y="30512"/>
                </a:lnTo>
                <a:lnTo>
                  <a:pt x="427691" y="29461"/>
                </a:lnTo>
                <a:lnTo>
                  <a:pt x="427148" y="28434"/>
                </a:lnTo>
                <a:lnTo>
                  <a:pt x="426577" y="27432"/>
                </a:lnTo>
                <a:lnTo>
                  <a:pt x="425978" y="26455"/>
                </a:lnTo>
                <a:lnTo>
                  <a:pt x="425352" y="25503"/>
                </a:lnTo>
                <a:lnTo>
                  <a:pt x="424697" y="24576"/>
                </a:lnTo>
                <a:lnTo>
                  <a:pt x="424019" y="23673"/>
                </a:lnTo>
                <a:lnTo>
                  <a:pt x="423320" y="22790"/>
                </a:lnTo>
                <a:lnTo>
                  <a:pt x="422602" y="21928"/>
                </a:lnTo>
                <a:lnTo>
                  <a:pt x="421864" y="21088"/>
                </a:lnTo>
                <a:lnTo>
                  <a:pt x="421106" y="20268"/>
                </a:lnTo>
                <a:lnTo>
                  <a:pt x="420328" y="19469"/>
                </a:lnTo>
                <a:lnTo>
                  <a:pt x="419530" y="18692"/>
                </a:lnTo>
                <a:lnTo>
                  <a:pt x="418712" y="17935"/>
                </a:lnTo>
                <a:lnTo>
                  <a:pt x="417875" y="17200"/>
                </a:lnTo>
                <a:lnTo>
                  <a:pt x="417017" y="16485"/>
                </a:lnTo>
                <a:lnTo>
                  <a:pt x="416140" y="15792"/>
                </a:lnTo>
                <a:lnTo>
                  <a:pt x="415242" y="15120"/>
                </a:lnTo>
                <a:lnTo>
                  <a:pt x="414325" y="14468"/>
                </a:lnTo>
                <a:lnTo>
                  <a:pt x="413388" y="13838"/>
                </a:lnTo>
                <a:lnTo>
                  <a:pt x="412431" y="13229"/>
                </a:lnTo>
                <a:lnTo>
                  <a:pt x="411454" y="12640"/>
                </a:lnTo>
                <a:lnTo>
                  <a:pt x="410457" y="12073"/>
                </a:lnTo>
                <a:lnTo>
                  <a:pt x="409441" y="11527"/>
                </a:lnTo>
                <a:lnTo>
                  <a:pt x="408404" y="11002"/>
                </a:lnTo>
                <a:lnTo>
                  <a:pt x="407347" y="10498"/>
                </a:lnTo>
                <a:lnTo>
                  <a:pt x="406271" y="10015"/>
                </a:lnTo>
                <a:lnTo>
                  <a:pt x="405175" y="9553"/>
                </a:lnTo>
                <a:lnTo>
                  <a:pt x="404059" y="9112"/>
                </a:lnTo>
                <a:lnTo>
                  <a:pt x="402923" y="8692"/>
                </a:lnTo>
                <a:lnTo>
                  <a:pt x="401770" y="8291"/>
                </a:lnTo>
                <a:lnTo>
                  <a:pt x="400604" y="7907"/>
                </a:lnTo>
                <a:lnTo>
                  <a:pt x="399425" y="7540"/>
                </a:lnTo>
                <a:lnTo>
                  <a:pt x="398234" y="7190"/>
                </a:lnTo>
                <a:lnTo>
                  <a:pt x="397029" y="6857"/>
                </a:lnTo>
                <a:lnTo>
                  <a:pt x="395810" y="6541"/>
                </a:lnTo>
                <a:lnTo>
                  <a:pt x="394579" y="6242"/>
                </a:lnTo>
                <a:lnTo>
                  <a:pt x="393335" y="5960"/>
                </a:lnTo>
                <a:lnTo>
                  <a:pt x="392077" y="5696"/>
                </a:lnTo>
                <a:lnTo>
                  <a:pt x="390807" y="5448"/>
                </a:lnTo>
                <a:lnTo>
                  <a:pt x="389523" y="5218"/>
                </a:lnTo>
                <a:lnTo>
                  <a:pt x="388226" y="5004"/>
                </a:lnTo>
                <a:lnTo>
                  <a:pt x="386917" y="4808"/>
                </a:lnTo>
                <a:lnTo>
                  <a:pt x="385594" y="4629"/>
                </a:lnTo>
                <a:lnTo>
                  <a:pt x="384257" y="4467"/>
                </a:lnTo>
                <a:lnTo>
                  <a:pt x="382908" y="4321"/>
                </a:lnTo>
                <a:lnTo>
                  <a:pt x="381546" y="4193"/>
                </a:lnTo>
                <a:lnTo>
                  <a:pt x="380171" y="4082"/>
                </a:lnTo>
                <a:lnTo>
                  <a:pt x="378782" y="3989"/>
                </a:lnTo>
                <a:lnTo>
                  <a:pt x="377380" y="3912"/>
                </a:lnTo>
                <a:lnTo>
                  <a:pt x="375966" y="3852"/>
                </a:lnTo>
                <a:lnTo>
                  <a:pt x="374538" y="3809"/>
                </a:lnTo>
                <a:lnTo>
                  <a:pt x="373097" y="3784"/>
                </a:lnTo>
                <a:lnTo>
                  <a:pt x="371643" y="3775"/>
                </a:lnTo>
                <a:lnTo>
                  <a:pt x="296949" y="3775"/>
                </a:lnTo>
                <a:lnTo>
                  <a:pt x="296949" y="185252"/>
                </a:lnTo>
                <a:lnTo>
                  <a:pt x="334835" y="185252"/>
                </a:lnTo>
                <a:lnTo>
                  <a:pt x="334835" y="115681"/>
                </a:lnTo>
                <a:lnTo>
                  <a:pt x="364362" y="115681"/>
                </a:lnTo>
                <a:lnTo>
                  <a:pt x="365231" y="115688"/>
                </a:lnTo>
                <a:lnTo>
                  <a:pt x="366083" y="115707"/>
                </a:lnTo>
                <a:close/>
                <a:moveTo>
                  <a:pt x="370389" y="35284"/>
                </a:moveTo>
                <a:lnTo>
                  <a:pt x="371332" y="35358"/>
                </a:lnTo>
                <a:lnTo>
                  <a:pt x="372258" y="35452"/>
                </a:lnTo>
                <a:lnTo>
                  <a:pt x="373168" y="35568"/>
                </a:lnTo>
                <a:lnTo>
                  <a:pt x="374061" y="35704"/>
                </a:lnTo>
                <a:lnTo>
                  <a:pt x="374939" y="35862"/>
                </a:lnTo>
                <a:lnTo>
                  <a:pt x="375799" y="36041"/>
                </a:lnTo>
                <a:lnTo>
                  <a:pt x="376644" y="36240"/>
                </a:lnTo>
                <a:lnTo>
                  <a:pt x="377471" y="36461"/>
                </a:lnTo>
                <a:lnTo>
                  <a:pt x="378283" y="36702"/>
                </a:lnTo>
                <a:lnTo>
                  <a:pt x="379078" y="36965"/>
                </a:lnTo>
                <a:lnTo>
                  <a:pt x="379857" y="37249"/>
                </a:lnTo>
                <a:lnTo>
                  <a:pt x="380619" y="37553"/>
                </a:lnTo>
                <a:lnTo>
                  <a:pt x="381365" y="37879"/>
                </a:lnTo>
                <a:lnTo>
                  <a:pt x="382095" y="38225"/>
                </a:lnTo>
                <a:lnTo>
                  <a:pt x="382808" y="38593"/>
                </a:lnTo>
                <a:lnTo>
                  <a:pt x="383505" y="38982"/>
                </a:lnTo>
                <a:lnTo>
                  <a:pt x="384185" y="39391"/>
                </a:lnTo>
                <a:lnTo>
                  <a:pt x="384849" y="39822"/>
                </a:lnTo>
                <a:lnTo>
                  <a:pt x="385497" y="40274"/>
                </a:lnTo>
                <a:lnTo>
                  <a:pt x="386128" y="40746"/>
                </a:lnTo>
                <a:lnTo>
                  <a:pt x="386743" y="41240"/>
                </a:lnTo>
                <a:lnTo>
                  <a:pt x="387337" y="41755"/>
                </a:lnTo>
                <a:lnTo>
                  <a:pt x="387906" y="42290"/>
                </a:lnTo>
                <a:lnTo>
                  <a:pt x="388450" y="42845"/>
                </a:lnTo>
                <a:lnTo>
                  <a:pt x="388968" y="43421"/>
                </a:lnTo>
                <a:lnTo>
                  <a:pt x="389461" y="44018"/>
                </a:lnTo>
                <a:lnTo>
                  <a:pt x="389929" y="44635"/>
                </a:lnTo>
                <a:lnTo>
                  <a:pt x="390371" y="45273"/>
                </a:lnTo>
                <a:lnTo>
                  <a:pt x="390788" y="45931"/>
                </a:lnTo>
                <a:lnTo>
                  <a:pt x="391180" y="46610"/>
                </a:lnTo>
                <a:lnTo>
                  <a:pt x="391547" y="47309"/>
                </a:lnTo>
                <a:lnTo>
                  <a:pt x="391888" y="48029"/>
                </a:lnTo>
                <a:lnTo>
                  <a:pt x="392204" y="48769"/>
                </a:lnTo>
                <a:lnTo>
                  <a:pt x="392495" y="49530"/>
                </a:lnTo>
                <a:lnTo>
                  <a:pt x="392760" y="50312"/>
                </a:lnTo>
                <a:lnTo>
                  <a:pt x="393000" y="51114"/>
                </a:lnTo>
                <a:lnTo>
                  <a:pt x="393215" y="51936"/>
                </a:lnTo>
                <a:lnTo>
                  <a:pt x="393405" y="52779"/>
                </a:lnTo>
                <a:lnTo>
                  <a:pt x="393569" y="53643"/>
                </a:lnTo>
                <a:lnTo>
                  <a:pt x="393708" y="54527"/>
                </a:lnTo>
                <a:lnTo>
                  <a:pt x="393822" y="55432"/>
                </a:lnTo>
                <a:lnTo>
                  <a:pt x="393910" y="56357"/>
                </a:lnTo>
                <a:lnTo>
                  <a:pt x="393973" y="57303"/>
                </a:lnTo>
                <a:lnTo>
                  <a:pt x="394011" y="58269"/>
                </a:lnTo>
                <a:lnTo>
                  <a:pt x="394024" y="59256"/>
                </a:lnTo>
                <a:lnTo>
                  <a:pt x="394018" y="59936"/>
                </a:lnTo>
                <a:lnTo>
                  <a:pt x="394000" y="60606"/>
                </a:lnTo>
                <a:lnTo>
                  <a:pt x="393969" y="61267"/>
                </a:lnTo>
                <a:lnTo>
                  <a:pt x="393927" y="61920"/>
                </a:lnTo>
                <a:lnTo>
                  <a:pt x="393872" y="62564"/>
                </a:lnTo>
                <a:lnTo>
                  <a:pt x="393805" y="63198"/>
                </a:lnTo>
                <a:lnTo>
                  <a:pt x="393726" y="63824"/>
                </a:lnTo>
                <a:lnTo>
                  <a:pt x="393634" y="64442"/>
                </a:lnTo>
                <a:lnTo>
                  <a:pt x="393531" y="65050"/>
                </a:lnTo>
                <a:lnTo>
                  <a:pt x="393415" y="65649"/>
                </a:lnTo>
                <a:lnTo>
                  <a:pt x="393288" y="66240"/>
                </a:lnTo>
                <a:lnTo>
                  <a:pt x="393148" y="66821"/>
                </a:lnTo>
                <a:lnTo>
                  <a:pt x="392995" y="67394"/>
                </a:lnTo>
                <a:lnTo>
                  <a:pt x="392831" y="67958"/>
                </a:lnTo>
                <a:lnTo>
                  <a:pt x="392655" y="68513"/>
                </a:lnTo>
                <a:lnTo>
                  <a:pt x="392466" y="69059"/>
                </a:lnTo>
                <a:lnTo>
                  <a:pt x="392265" y="69597"/>
                </a:lnTo>
                <a:lnTo>
                  <a:pt x="392052" y="70125"/>
                </a:lnTo>
                <a:lnTo>
                  <a:pt x="391827" y="70645"/>
                </a:lnTo>
                <a:lnTo>
                  <a:pt x="391590" y="71156"/>
                </a:lnTo>
                <a:lnTo>
                  <a:pt x="391340" y="71657"/>
                </a:lnTo>
                <a:lnTo>
                  <a:pt x="391078" y="72150"/>
                </a:lnTo>
                <a:lnTo>
                  <a:pt x="390805" y="72635"/>
                </a:lnTo>
                <a:lnTo>
                  <a:pt x="390518" y="73110"/>
                </a:lnTo>
                <a:lnTo>
                  <a:pt x="390221" y="73575"/>
                </a:lnTo>
                <a:lnTo>
                  <a:pt x="389914" y="74031"/>
                </a:lnTo>
                <a:lnTo>
                  <a:pt x="389597" y="74477"/>
                </a:lnTo>
                <a:lnTo>
                  <a:pt x="389269" y="74913"/>
                </a:lnTo>
                <a:lnTo>
                  <a:pt x="388932" y="75340"/>
                </a:lnTo>
                <a:lnTo>
                  <a:pt x="388585" y="75756"/>
                </a:lnTo>
                <a:lnTo>
                  <a:pt x="388227" y="76163"/>
                </a:lnTo>
                <a:lnTo>
                  <a:pt x="387859" y="76560"/>
                </a:lnTo>
                <a:lnTo>
                  <a:pt x="387482" y="76947"/>
                </a:lnTo>
                <a:lnTo>
                  <a:pt x="387094" y="77325"/>
                </a:lnTo>
                <a:lnTo>
                  <a:pt x="386696" y="77692"/>
                </a:lnTo>
                <a:lnTo>
                  <a:pt x="386288" y="78050"/>
                </a:lnTo>
                <a:lnTo>
                  <a:pt x="385870" y="78398"/>
                </a:lnTo>
                <a:lnTo>
                  <a:pt x="385442" y="78736"/>
                </a:lnTo>
                <a:lnTo>
                  <a:pt x="385004" y="79064"/>
                </a:lnTo>
                <a:lnTo>
                  <a:pt x="384556" y="79383"/>
                </a:lnTo>
                <a:lnTo>
                  <a:pt x="384098" y="79692"/>
                </a:lnTo>
                <a:lnTo>
                  <a:pt x="383630" y="79991"/>
                </a:lnTo>
                <a:lnTo>
                  <a:pt x="383151" y="80280"/>
                </a:lnTo>
                <a:lnTo>
                  <a:pt x="382663" y="80559"/>
                </a:lnTo>
                <a:lnTo>
                  <a:pt x="382164" y="80829"/>
                </a:lnTo>
                <a:lnTo>
                  <a:pt x="381656" y="81089"/>
                </a:lnTo>
                <a:lnTo>
                  <a:pt x="381137" y="81338"/>
                </a:lnTo>
                <a:lnTo>
                  <a:pt x="380609" y="81579"/>
                </a:lnTo>
                <a:lnTo>
                  <a:pt x="380071" y="81809"/>
                </a:lnTo>
                <a:lnTo>
                  <a:pt x="379524" y="82030"/>
                </a:lnTo>
                <a:lnTo>
                  <a:pt x="378969" y="82240"/>
                </a:lnTo>
                <a:lnTo>
                  <a:pt x="378405" y="82441"/>
                </a:lnTo>
                <a:lnTo>
                  <a:pt x="377832" y="82632"/>
                </a:lnTo>
                <a:lnTo>
                  <a:pt x="377251" y="82814"/>
                </a:lnTo>
                <a:lnTo>
                  <a:pt x="376661" y="82985"/>
                </a:lnTo>
                <a:lnTo>
                  <a:pt x="376062" y="83147"/>
                </a:lnTo>
                <a:lnTo>
                  <a:pt x="375455" y="83299"/>
                </a:lnTo>
                <a:lnTo>
                  <a:pt x="374839" y="83441"/>
                </a:lnTo>
                <a:lnTo>
                  <a:pt x="374214" y="83573"/>
                </a:lnTo>
                <a:lnTo>
                  <a:pt x="373581" y="83696"/>
                </a:lnTo>
                <a:lnTo>
                  <a:pt x="372939" y="83809"/>
                </a:lnTo>
                <a:lnTo>
                  <a:pt x="372288" y="83911"/>
                </a:lnTo>
                <a:lnTo>
                  <a:pt x="371629" y="84005"/>
                </a:lnTo>
                <a:lnTo>
                  <a:pt x="370961" y="84088"/>
                </a:lnTo>
                <a:lnTo>
                  <a:pt x="370285" y="84161"/>
                </a:lnTo>
                <a:lnTo>
                  <a:pt x="369599" y="84225"/>
                </a:lnTo>
                <a:lnTo>
                  <a:pt x="368905" y="84279"/>
                </a:lnTo>
                <a:lnTo>
                  <a:pt x="368203" y="84323"/>
                </a:lnTo>
                <a:lnTo>
                  <a:pt x="367492" y="84357"/>
                </a:lnTo>
                <a:lnTo>
                  <a:pt x="366772" y="84382"/>
                </a:lnTo>
                <a:lnTo>
                  <a:pt x="366043" y="84397"/>
                </a:lnTo>
                <a:lnTo>
                  <a:pt x="365306" y="84402"/>
                </a:lnTo>
                <a:lnTo>
                  <a:pt x="334835" y="84402"/>
                </a:lnTo>
                <a:lnTo>
                  <a:pt x="334835" y="35190"/>
                </a:lnTo>
                <a:lnTo>
                  <a:pt x="367463" y="35190"/>
                </a:lnTo>
                <a:lnTo>
                  <a:pt x="368455" y="35200"/>
                </a:lnTo>
                <a:lnTo>
                  <a:pt x="369430" y="35232"/>
                </a:lnTo>
                <a:lnTo>
                  <a:pt x="370389" y="35284"/>
                </a:lnTo>
                <a:close/>
                <a:moveTo>
                  <a:pt x="1514673" y="185252"/>
                </a:moveTo>
                <a:lnTo>
                  <a:pt x="1449282" y="3775"/>
                </a:lnTo>
                <a:lnTo>
                  <a:pt x="1409508" y="3775"/>
                </a:lnTo>
                <a:lnTo>
                  <a:pt x="1344252" y="185252"/>
                </a:lnTo>
                <a:lnTo>
                  <a:pt x="1383352" y="185252"/>
                </a:lnTo>
                <a:lnTo>
                  <a:pt x="1396700" y="145343"/>
                </a:lnTo>
                <a:lnTo>
                  <a:pt x="1462226" y="145343"/>
                </a:lnTo>
                <a:lnTo>
                  <a:pt x="1475169" y="185252"/>
                </a:lnTo>
                <a:lnTo>
                  <a:pt x="1514673" y="185252"/>
                </a:lnTo>
                <a:close/>
                <a:moveTo>
                  <a:pt x="1452923" y="113929"/>
                </a:moveTo>
                <a:lnTo>
                  <a:pt x="1405733" y="113929"/>
                </a:lnTo>
                <a:lnTo>
                  <a:pt x="1429328" y="41257"/>
                </a:lnTo>
                <a:lnTo>
                  <a:pt x="1452923" y="113929"/>
                </a:lnTo>
                <a:close/>
                <a:moveTo>
                  <a:pt x="1582938" y="157309"/>
                </a:moveTo>
                <a:lnTo>
                  <a:pt x="1582138" y="157267"/>
                </a:lnTo>
                <a:lnTo>
                  <a:pt x="1581365" y="157208"/>
                </a:lnTo>
                <a:lnTo>
                  <a:pt x="1580617" y="157132"/>
                </a:lnTo>
                <a:lnTo>
                  <a:pt x="1579897" y="157039"/>
                </a:lnTo>
                <a:lnTo>
                  <a:pt x="1579202" y="156930"/>
                </a:lnTo>
                <a:lnTo>
                  <a:pt x="1578533" y="156804"/>
                </a:lnTo>
                <a:lnTo>
                  <a:pt x="1577891" y="156660"/>
                </a:lnTo>
                <a:lnTo>
                  <a:pt x="1577275" y="156500"/>
                </a:lnTo>
                <a:lnTo>
                  <a:pt x="1576685" y="156323"/>
                </a:lnTo>
                <a:lnTo>
                  <a:pt x="1576121" y="156129"/>
                </a:lnTo>
                <a:lnTo>
                  <a:pt x="1575584" y="155919"/>
                </a:lnTo>
                <a:lnTo>
                  <a:pt x="1575073" y="155691"/>
                </a:lnTo>
                <a:lnTo>
                  <a:pt x="1574588" y="155447"/>
                </a:lnTo>
                <a:lnTo>
                  <a:pt x="1574129" y="155186"/>
                </a:lnTo>
                <a:lnTo>
                  <a:pt x="1573696" y="154908"/>
                </a:lnTo>
                <a:lnTo>
                  <a:pt x="1573290" y="154613"/>
                </a:lnTo>
                <a:lnTo>
                  <a:pt x="1572910" y="154301"/>
                </a:lnTo>
                <a:lnTo>
                  <a:pt x="1572556" y="153972"/>
                </a:lnTo>
                <a:lnTo>
                  <a:pt x="1572228" y="153627"/>
                </a:lnTo>
                <a:lnTo>
                  <a:pt x="1571927" y="153264"/>
                </a:lnTo>
                <a:lnTo>
                  <a:pt x="1571651" y="152885"/>
                </a:lnTo>
                <a:lnTo>
                  <a:pt x="1571402" y="152489"/>
                </a:lnTo>
                <a:lnTo>
                  <a:pt x="1571171" y="152075"/>
                </a:lnTo>
                <a:lnTo>
                  <a:pt x="1570950" y="151642"/>
                </a:lnTo>
                <a:lnTo>
                  <a:pt x="1570739" y="151189"/>
                </a:lnTo>
                <a:lnTo>
                  <a:pt x="1570537" y="150718"/>
                </a:lnTo>
                <a:lnTo>
                  <a:pt x="1570346" y="150227"/>
                </a:lnTo>
                <a:lnTo>
                  <a:pt x="1570164" y="149717"/>
                </a:lnTo>
                <a:lnTo>
                  <a:pt x="1569992" y="149187"/>
                </a:lnTo>
                <a:lnTo>
                  <a:pt x="1569829" y="148639"/>
                </a:lnTo>
                <a:lnTo>
                  <a:pt x="1569677" y="148071"/>
                </a:lnTo>
                <a:lnTo>
                  <a:pt x="1569535" y="147485"/>
                </a:lnTo>
                <a:lnTo>
                  <a:pt x="1569402" y="146879"/>
                </a:lnTo>
                <a:lnTo>
                  <a:pt x="1569279" y="146253"/>
                </a:lnTo>
                <a:lnTo>
                  <a:pt x="1569166" y="145609"/>
                </a:lnTo>
                <a:lnTo>
                  <a:pt x="1569063" y="144945"/>
                </a:lnTo>
                <a:lnTo>
                  <a:pt x="1568969" y="144263"/>
                </a:lnTo>
                <a:lnTo>
                  <a:pt x="1568886" y="143561"/>
                </a:lnTo>
                <a:lnTo>
                  <a:pt x="1568812" y="142839"/>
                </a:lnTo>
                <a:lnTo>
                  <a:pt x="1568748" y="142099"/>
                </a:lnTo>
                <a:lnTo>
                  <a:pt x="1568694" y="141339"/>
                </a:lnTo>
                <a:lnTo>
                  <a:pt x="1568650" y="140561"/>
                </a:lnTo>
                <a:lnTo>
                  <a:pt x="1568615" y="139763"/>
                </a:lnTo>
                <a:lnTo>
                  <a:pt x="1568591" y="138946"/>
                </a:lnTo>
                <a:lnTo>
                  <a:pt x="1568576" y="138109"/>
                </a:lnTo>
                <a:lnTo>
                  <a:pt x="1568571" y="137254"/>
                </a:lnTo>
                <a:lnTo>
                  <a:pt x="1568571" y="3775"/>
                </a:lnTo>
                <a:lnTo>
                  <a:pt x="1532977" y="3775"/>
                </a:lnTo>
                <a:lnTo>
                  <a:pt x="1532977" y="139411"/>
                </a:lnTo>
                <a:lnTo>
                  <a:pt x="1532984" y="140748"/>
                </a:lnTo>
                <a:lnTo>
                  <a:pt x="1533007" y="142065"/>
                </a:lnTo>
                <a:lnTo>
                  <a:pt x="1533044" y="143360"/>
                </a:lnTo>
                <a:lnTo>
                  <a:pt x="1533097" y="144634"/>
                </a:lnTo>
                <a:lnTo>
                  <a:pt x="1533164" y="145886"/>
                </a:lnTo>
                <a:lnTo>
                  <a:pt x="1533246" y="147117"/>
                </a:lnTo>
                <a:lnTo>
                  <a:pt x="1533344" y="148327"/>
                </a:lnTo>
                <a:lnTo>
                  <a:pt x="1533456" y="149515"/>
                </a:lnTo>
                <a:lnTo>
                  <a:pt x="1533584" y="150683"/>
                </a:lnTo>
                <a:lnTo>
                  <a:pt x="1533726" y="151829"/>
                </a:lnTo>
                <a:lnTo>
                  <a:pt x="1533883" y="152953"/>
                </a:lnTo>
                <a:lnTo>
                  <a:pt x="1534055" y="154056"/>
                </a:lnTo>
                <a:lnTo>
                  <a:pt x="1534243" y="155138"/>
                </a:lnTo>
                <a:lnTo>
                  <a:pt x="1534445" y="156199"/>
                </a:lnTo>
                <a:lnTo>
                  <a:pt x="1534662" y="157239"/>
                </a:lnTo>
                <a:lnTo>
                  <a:pt x="1534894" y="158257"/>
                </a:lnTo>
                <a:lnTo>
                  <a:pt x="1535142" y="159253"/>
                </a:lnTo>
                <a:lnTo>
                  <a:pt x="1535404" y="160229"/>
                </a:lnTo>
                <a:lnTo>
                  <a:pt x="1535681" y="161183"/>
                </a:lnTo>
                <a:lnTo>
                  <a:pt x="1535973" y="162116"/>
                </a:lnTo>
                <a:lnTo>
                  <a:pt x="1536280" y="163028"/>
                </a:lnTo>
                <a:lnTo>
                  <a:pt x="1536602" y="163918"/>
                </a:lnTo>
                <a:lnTo>
                  <a:pt x="1536939" y="164787"/>
                </a:lnTo>
                <a:lnTo>
                  <a:pt x="1537291" y="165635"/>
                </a:lnTo>
                <a:lnTo>
                  <a:pt x="1537662" y="166463"/>
                </a:lnTo>
                <a:lnTo>
                  <a:pt x="1538056" y="167272"/>
                </a:lnTo>
                <a:lnTo>
                  <a:pt x="1538473" y="168064"/>
                </a:lnTo>
                <a:lnTo>
                  <a:pt x="1538913" y="168837"/>
                </a:lnTo>
                <a:lnTo>
                  <a:pt x="1539376" y="169592"/>
                </a:lnTo>
                <a:lnTo>
                  <a:pt x="1539861" y="170328"/>
                </a:lnTo>
                <a:lnTo>
                  <a:pt x="1540370" y="171047"/>
                </a:lnTo>
                <a:lnTo>
                  <a:pt x="1540902" y="171747"/>
                </a:lnTo>
                <a:lnTo>
                  <a:pt x="1541456" y="172429"/>
                </a:lnTo>
                <a:lnTo>
                  <a:pt x="1542034" y="173092"/>
                </a:lnTo>
                <a:lnTo>
                  <a:pt x="1542634" y="173738"/>
                </a:lnTo>
                <a:lnTo>
                  <a:pt x="1543257" y="174365"/>
                </a:lnTo>
                <a:lnTo>
                  <a:pt x="1543904" y="174974"/>
                </a:lnTo>
                <a:lnTo>
                  <a:pt x="1544573" y="175564"/>
                </a:lnTo>
                <a:lnTo>
                  <a:pt x="1545265" y="176136"/>
                </a:lnTo>
                <a:lnTo>
                  <a:pt x="1545980" y="176690"/>
                </a:lnTo>
                <a:lnTo>
                  <a:pt x="1546718" y="177226"/>
                </a:lnTo>
                <a:lnTo>
                  <a:pt x="1547479" y="177744"/>
                </a:lnTo>
                <a:lnTo>
                  <a:pt x="1548263" y="178243"/>
                </a:lnTo>
                <a:lnTo>
                  <a:pt x="1549070" y="178724"/>
                </a:lnTo>
                <a:lnTo>
                  <a:pt x="1549900" y="179187"/>
                </a:lnTo>
                <a:lnTo>
                  <a:pt x="1550752" y="179631"/>
                </a:lnTo>
                <a:lnTo>
                  <a:pt x="1551628" y="180058"/>
                </a:lnTo>
                <a:lnTo>
                  <a:pt x="1552527" y="180466"/>
                </a:lnTo>
                <a:lnTo>
                  <a:pt x="1553453" y="180856"/>
                </a:lnTo>
                <a:lnTo>
                  <a:pt x="1554411" y="181230"/>
                </a:lnTo>
                <a:lnTo>
                  <a:pt x="1555400" y="181587"/>
                </a:lnTo>
                <a:lnTo>
                  <a:pt x="1556422" y="181928"/>
                </a:lnTo>
                <a:lnTo>
                  <a:pt x="1557475" y="182252"/>
                </a:lnTo>
                <a:lnTo>
                  <a:pt x="1558560" y="182560"/>
                </a:lnTo>
                <a:lnTo>
                  <a:pt x="1559677" y="182850"/>
                </a:lnTo>
                <a:lnTo>
                  <a:pt x="1560826" y="183125"/>
                </a:lnTo>
                <a:lnTo>
                  <a:pt x="1562007" y="183382"/>
                </a:lnTo>
                <a:lnTo>
                  <a:pt x="1563219" y="183623"/>
                </a:lnTo>
                <a:lnTo>
                  <a:pt x="1564464" y="183848"/>
                </a:lnTo>
                <a:lnTo>
                  <a:pt x="1565740" y="184055"/>
                </a:lnTo>
                <a:lnTo>
                  <a:pt x="1567048" y="184247"/>
                </a:lnTo>
                <a:lnTo>
                  <a:pt x="1568388" y="184421"/>
                </a:lnTo>
                <a:lnTo>
                  <a:pt x="1569759" y="184579"/>
                </a:lnTo>
                <a:lnTo>
                  <a:pt x="1571163" y="184720"/>
                </a:lnTo>
                <a:lnTo>
                  <a:pt x="1572598" y="184845"/>
                </a:lnTo>
                <a:lnTo>
                  <a:pt x="1574065" y="184953"/>
                </a:lnTo>
                <a:lnTo>
                  <a:pt x="1575564" y="185044"/>
                </a:lnTo>
                <a:lnTo>
                  <a:pt x="1577095" y="185119"/>
                </a:lnTo>
                <a:lnTo>
                  <a:pt x="1578658" y="185177"/>
                </a:lnTo>
                <a:lnTo>
                  <a:pt x="1580252" y="185219"/>
                </a:lnTo>
                <a:lnTo>
                  <a:pt x="1581879" y="185244"/>
                </a:lnTo>
                <a:lnTo>
                  <a:pt x="1583537" y="185252"/>
                </a:lnTo>
                <a:lnTo>
                  <a:pt x="1592840" y="185252"/>
                </a:lnTo>
                <a:lnTo>
                  <a:pt x="1592840" y="157343"/>
                </a:lnTo>
                <a:lnTo>
                  <a:pt x="1584615" y="157343"/>
                </a:lnTo>
                <a:lnTo>
                  <a:pt x="1583763" y="157334"/>
                </a:lnTo>
                <a:lnTo>
                  <a:pt x="1582938" y="157309"/>
                </a:lnTo>
                <a:close/>
                <a:moveTo>
                  <a:pt x="826134" y="187433"/>
                </a:moveTo>
                <a:lnTo>
                  <a:pt x="827285" y="187325"/>
                </a:lnTo>
                <a:lnTo>
                  <a:pt x="828420" y="187197"/>
                </a:lnTo>
                <a:lnTo>
                  <a:pt x="829540" y="187050"/>
                </a:lnTo>
                <a:lnTo>
                  <a:pt x="830645" y="186883"/>
                </a:lnTo>
                <a:lnTo>
                  <a:pt x="831734" y="186696"/>
                </a:lnTo>
                <a:lnTo>
                  <a:pt x="832808" y="186489"/>
                </a:lnTo>
                <a:lnTo>
                  <a:pt x="833866" y="186263"/>
                </a:lnTo>
                <a:lnTo>
                  <a:pt x="834909" y="186017"/>
                </a:lnTo>
                <a:lnTo>
                  <a:pt x="835936" y="185752"/>
                </a:lnTo>
                <a:lnTo>
                  <a:pt x="836948" y="185467"/>
                </a:lnTo>
                <a:lnTo>
                  <a:pt x="837944" y="185162"/>
                </a:lnTo>
                <a:lnTo>
                  <a:pt x="838925" y="184838"/>
                </a:lnTo>
                <a:lnTo>
                  <a:pt x="839891" y="184494"/>
                </a:lnTo>
                <a:lnTo>
                  <a:pt x="840841" y="184130"/>
                </a:lnTo>
                <a:lnTo>
                  <a:pt x="841776" y="183746"/>
                </a:lnTo>
                <a:lnTo>
                  <a:pt x="842695" y="183343"/>
                </a:lnTo>
                <a:lnTo>
                  <a:pt x="843599" y="182921"/>
                </a:lnTo>
                <a:lnTo>
                  <a:pt x="844487" y="182478"/>
                </a:lnTo>
                <a:lnTo>
                  <a:pt x="845360" y="182016"/>
                </a:lnTo>
                <a:lnTo>
                  <a:pt x="846219" y="181537"/>
                </a:lnTo>
                <a:lnTo>
                  <a:pt x="847067" y="181044"/>
                </a:lnTo>
                <a:lnTo>
                  <a:pt x="847902" y="180537"/>
                </a:lnTo>
                <a:lnTo>
                  <a:pt x="848727" y="180016"/>
                </a:lnTo>
                <a:lnTo>
                  <a:pt x="849539" y="179481"/>
                </a:lnTo>
                <a:lnTo>
                  <a:pt x="850340" y="178932"/>
                </a:lnTo>
                <a:lnTo>
                  <a:pt x="851129" y="178369"/>
                </a:lnTo>
                <a:lnTo>
                  <a:pt x="851906" y="177792"/>
                </a:lnTo>
                <a:lnTo>
                  <a:pt x="852672" y="177200"/>
                </a:lnTo>
                <a:lnTo>
                  <a:pt x="853426" y="176595"/>
                </a:lnTo>
                <a:lnTo>
                  <a:pt x="854168" y="175976"/>
                </a:lnTo>
                <a:lnTo>
                  <a:pt x="854899" y="175342"/>
                </a:lnTo>
                <a:lnTo>
                  <a:pt x="855618" y="174695"/>
                </a:lnTo>
                <a:lnTo>
                  <a:pt x="856325" y="174033"/>
                </a:lnTo>
                <a:lnTo>
                  <a:pt x="857020" y="173358"/>
                </a:lnTo>
                <a:lnTo>
                  <a:pt x="857704" y="172668"/>
                </a:lnTo>
                <a:lnTo>
                  <a:pt x="858376" y="171965"/>
                </a:lnTo>
                <a:lnTo>
                  <a:pt x="859036" y="171247"/>
                </a:lnTo>
                <a:lnTo>
                  <a:pt x="859685" y="170515"/>
                </a:lnTo>
                <a:lnTo>
                  <a:pt x="860322" y="169769"/>
                </a:lnTo>
                <a:lnTo>
                  <a:pt x="860947" y="169010"/>
                </a:lnTo>
                <a:lnTo>
                  <a:pt x="861560" y="168236"/>
                </a:lnTo>
                <a:lnTo>
                  <a:pt x="862162" y="167448"/>
                </a:lnTo>
                <a:lnTo>
                  <a:pt x="862752" y="166646"/>
                </a:lnTo>
                <a:lnTo>
                  <a:pt x="864235" y="185252"/>
                </a:lnTo>
                <a:lnTo>
                  <a:pt x="898481" y="185252"/>
                </a:lnTo>
                <a:lnTo>
                  <a:pt x="898481" y="3775"/>
                </a:lnTo>
                <a:lnTo>
                  <a:pt x="862752" y="3775"/>
                </a:lnTo>
                <a:lnTo>
                  <a:pt x="862752" y="70514"/>
                </a:lnTo>
                <a:lnTo>
                  <a:pt x="862262" y="69756"/>
                </a:lnTo>
                <a:lnTo>
                  <a:pt x="861758" y="69011"/>
                </a:lnTo>
                <a:lnTo>
                  <a:pt x="861240" y="68277"/>
                </a:lnTo>
                <a:lnTo>
                  <a:pt x="860708" y="67556"/>
                </a:lnTo>
                <a:lnTo>
                  <a:pt x="860161" y="66846"/>
                </a:lnTo>
                <a:lnTo>
                  <a:pt x="859601" y="66149"/>
                </a:lnTo>
                <a:lnTo>
                  <a:pt x="859026" y="65464"/>
                </a:lnTo>
                <a:lnTo>
                  <a:pt x="858438" y="64792"/>
                </a:lnTo>
                <a:lnTo>
                  <a:pt x="857835" y="64131"/>
                </a:lnTo>
                <a:lnTo>
                  <a:pt x="857219" y="63483"/>
                </a:lnTo>
                <a:lnTo>
                  <a:pt x="856588" y="62847"/>
                </a:lnTo>
                <a:lnTo>
                  <a:pt x="855944" y="62223"/>
                </a:lnTo>
                <a:lnTo>
                  <a:pt x="855285" y="61611"/>
                </a:lnTo>
                <a:lnTo>
                  <a:pt x="854612" y="61011"/>
                </a:lnTo>
                <a:lnTo>
                  <a:pt x="853925" y="60423"/>
                </a:lnTo>
                <a:lnTo>
                  <a:pt x="853225" y="59848"/>
                </a:lnTo>
                <a:lnTo>
                  <a:pt x="852510" y="59285"/>
                </a:lnTo>
                <a:lnTo>
                  <a:pt x="851781" y="58734"/>
                </a:lnTo>
                <a:lnTo>
                  <a:pt x="851038" y="58195"/>
                </a:lnTo>
                <a:lnTo>
                  <a:pt x="850281" y="57668"/>
                </a:lnTo>
                <a:lnTo>
                  <a:pt x="849510" y="57154"/>
                </a:lnTo>
                <a:lnTo>
                  <a:pt x="848725" y="56652"/>
                </a:lnTo>
                <a:lnTo>
                  <a:pt x="847926" y="56161"/>
                </a:lnTo>
                <a:lnTo>
                  <a:pt x="847112" y="55683"/>
                </a:lnTo>
                <a:lnTo>
                  <a:pt x="846286" y="55221"/>
                </a:lnTo>
                <a:lnTo>
                  <a:pt x="845445" y="54779"/>
                </a:lnTo>
                <a:lnTo>
                  <a:pt x="844591" y="54356"/>
                </a:lnTo>
                <a:lnTo>
                  <a:pt x="843723" y="53953"/>
                </a:lnTo>
                <a:lnTo>
                  <a:pt x="842842" y="53570"/>
                </a:lnTo>
                <a:lnTo>
                  <a:pt x="841947" y="53206"/>
                </a:lnTo>
                <a:lnTo>
                  <a:pt x="841038" y="52862"/>
                </a:lnTo>
                <a:lnTo>
                  <a:pt x="840116" y="52537"/>
                </a:lnTo>
                <a:lnTo>
                  <a:pt x="839181" y="52233"/>
                </a:lnTo>
                <a:lnTo>
                  <a:pt x="838232" y="51948"/>
                </a:lnTo>
                <a:lnTo>
                  <a:pt x="837269" y="51682"/>
                </a:lnTo>
                <a:lnTo>
                  <a:pt x="836293" y="51436"/>
                </a:lnTo>
                <a:lnTo>
                  <a:pt x="835303" y="51210"/>
                </a:lnTo>
                <a:lnTo>
                  <a:pt x="834299" y="51004"/>
                </a:lnTo>
                <a:lnTo>
                  <a:pt x="833282" y="50817"/>
                </a:lnTo>
                <a:lnTo>
                  <a:pt x="832252" y="50650"/>
                </a:lnTo>
                <a:lnTo>
                  <a:pt x="831207" y="50502"/>
                </a:lnTo>
                <a:lnTo>
                  <a:pt x="830150" y="50375"/>
                </a:lnTo>
                <a:lnTo>
                  <a:pt x="829078" y="50267"/>
                </a:lnTo>
                <a:lnTo>
                  <a:pt x="827993" y="50178"/>
                </a:lnTo>
                <a:lnTo>
                  <a:pt x="826895" y="50109"/>
                </a:lnTo>
                <a:lnTo>
                  <a:pt x="825783" y="50060"/>
                </a:lnTo>
                <a:lnTo>
                  <a:pt x="824657" y="50031"/>
                </a:lnTo>
                <a:lnTo>
                  <a:pt x="823518" y="50021"/>
                </a:lnTo>
                <a:lnTo>
                  <a:pt x="822220" y="50034"/>
                </a:lnTo>
                <a:lnTo>
                  <a:pt x="820933" y="50072"/>
                </a:lnTo>
                <a:lnTo>
                  <a:pt x="819656" y="50136"/>
                </a:lnTo>
                <a:lnTo>
                  <a:pt x="818391" y="50225"/>
                </a:lnTo>
                <a:lnTo>
                  <a:pt x="817136" y="50341"/>
                </a:lnTo>
                <a:lnTo>
                  <a:pt x="815892" y="50481"/>
                </a:lnTo>
                <a:lnTo>
                  <a:pt x="814658" y="50648"/>
                </a:lnTo>
                <a:lnTo>
                  <a:pt x="813436" y="50840"/>
                </a:lnTo>
                <a:lnTo>
                  <a:pt x="812224" y="51057"/>
                </a:lnTo>
                <a:lnTo>
                  <a:pt x="811023" y="51300"/>
                </a:lnTo>
                <a:lnTo>
                  <a:pt x="809833" y="51569"/>
                </a:lnTo>
                <a:lnTo>
                  <a:pt x="808653" y="51863"/>
                </a:lnTo>
                <a:lnTo>
                  <a:pt x="807484" y="52183"/>
                </a:lnTo>
                <a:lnTo>
                  <a:pt x="806326" y="52528"/>
                </a:lnTo>
                <a:lnTo>
                  <a:pt x="805179" y="52899"/>
                </a:lnTo>
                <a:lnTo>
                  <a:pt x="804043" y="53296"/>
                </a:lnTo>
                <a:lnTo>
                  <a:pt x="802917" y="53718"/>
                </a:lnTo>
                <a:lnTo>
                  <a:pt x="801802" y="54166"/>
                </a:lnTo>
                <a:lnTo>
                  <a:pt x="800698" y="54639"/>
                </a:lnTo>
                <a:lnTo>
                  <a:pt x="799605" y="55138"/>
                </a:lnTo>
                <a:lnTo>
                  <a:pt x="798522" y="55663"/>
                </a:lnTo>
                <a:lnTo>
                  <a:pt x="797450" y="56213"/>
                </a:lnTo>
                <a:lnTo>
                  <a:pt x="796389" y="56789"/>
                </a:lnTo>
                <a:lnTo>
                  <a:pt x="795339" y="57390"/>
                </a:lnTo>
                <a:lnTo>
                  <a:pt x="794303" y="58017"/>
                </a:lnTo>
                <a:lnTo>
                  <a:pt x="793285" y="58670"/>
                </a:lnTo>
                <a:lnTo>
                  <a:pt x="792285" y="59351"/>
                </a:lnTo>
                <a:lnTo>
                  <a:pt x="791304" y="60057"/>
                </a:lnTo>
                <a:lnTo>
                  <a:pt x="790340" y="60790"/>
                </a:lnTo>
                <a:lnTo>
                  <a:pt x="789394" y="61550"/>
                </a:lnTo>
                <a:lnTo>
                  <a:pt x="788466" y="62336"/>
                </a:lnTo>
                <a:lnTo>
                  <a:pt x="787557" y="63149"/>
                </a:lnTo>
                <a:lnTo>
                  <a:pt x="786665" y="63988"/>
                </a:lnTo>
                <a:lnTo>
                  <a:pt x="785791" y="64854"/>
                </a:lnTo>
                <a:lnTo>
                  <a:pt x="784935" y="65747"/>
                </a:lnTo>
                <a:lnTo>
                  <a:pt x="784098" y="66666"/>
                </a:lnTo>
                <a:lnTo>
                  <a:pt x="783278" y="67611"/>
                </a:lnTo>
                <a:lnTo>
                  <a:pt x="782477" y="68583"/>
                </a:lnTo>
                <a:lnTo>
                  <a:pt x="781693" y="69582"/>
                </a:lnTo>
                <a:lnTo>
                  <a:pt x="780928" y="70607"/>
                </a:lnTo>
                <a:lnTo>
                  <a:pt x="780180" y="71658"/>
                </a:lnTo>
                <a:lnTo>
                  <a:pt x="779451" y="72736"/>
                </a:lnTo>
                <a:lnTo>
                  <a:pt x="778739" y="73841"/>
                </a:lnTo>
                <a:lnTo>
                  <a:pt x="778046" y="74972"/>
                </a:lnTo>
                <a:lnTo>
                  <a:pt x="777370" y="76130"/>
                </a:lnTo>
                <a:lnTo>
                  <a:pt x="776713" y="77314"/>
                </a:lnTo>
                <a:lnTo>
                  <a:pt x="776073" y="78525"/>
                </a:lnTo>
                <a:lnTo>
                  <a:pt x="775452" y="79763"/>
                </a:lnTo>
                <a:lnTo>
                  <a:pt x="774852" y="81027"/>
                </a:lnTo>
                <a:lnTo>
                  <a:pt x="774278" y="82320"/>
                </a:lnTo>
                <a:lnTo>
                  <a:pt x="773730" y="83640"/>
                </a:lnTo>
                <a:lnTo>
                  <a:pt x="773207" y="84989"/>
                </a:lnTo>
                <a:lnTo>
                  <a:pt x="772709" y="86365"/>
                </a:lnTo>
                <a:lnTo>
                  <a:pt x="772237" y="87770"/>
                </a:lnTo>
                <a:lnTo>
                  <a:pt x="771791" y="89202"/>
                </a:lnTo>
                <a:lnTo>
                  <a:pt x="771370" y="90662"/>
                </a:lnTo>
                <a:lnTo>
                  <a:pt x="770974" y="92150"/>
                </a:lnTo>
                <a:lnTo>
                  <a:pt x="770604" y="93666"/>
                </a:lnTo>
                <a:lnTo>
                  <a:pt x="770260" y="95210"/>
                </a:lnTo>
                <a:lnTo>
                  <a:pt x="769941" y="96782"/>
                </a:lnTo>
                <a:lnTo>
                  <a:pt x="769648" y="98382"/>
                </a:lnTo>
                <a:lnTo>
                  <a:pt x="769380" y="100010"/>
                </a:lnTo>
                <a:lnTo>
                  <a:pt x="769137" y="101666"/>
                </a:lnTo>
                <a:lnTo>
                  <a:pt x="768920" y="103350"/>
                </a:lnTo>
                <a:lnTo>
                  <a:pt x="768729" y="105062"/>
                </a:lnTo>
                <a:lnTo>
                  <a:pt x="768563" y="106801"/>
                </a:lnTo>
                <a:lnTo>
                  <a:pt x="768423" y="108569"/>
                </a:lnTo>
                <a:lnTo>
                  <a:pt x="768308" y="110364"/>
                </a:lnTo>
                <a:lnTo>
                  <a:pt x="768219" y="112188"/>
                </a:lnTo>
                <a:lnTo>
                  <a:pt x="768155" y="114039"/>
                </a:lnTo>
                <a:lnTo>
                  <a:pt x="768117" y="115919"/>
                </a:lnTo>
                <a:lnTo>
                  <a:pt x="768104" y="117826"/>
                </a:lnTo>
                <a:lnTo>
                  <a:pt x="768116" y="119801"/>
                </a:lnTo>
                <a:lnTo>
                  <a:pt x="768151" y="121747"/>
                </a:lnTo>
                <a:lnTo>
                  <a:pt x="768210" y="123664"/>
                </a:lnTo>
                <a:lnTo>
                  <a:pt x="768293" y="125552"/>
                </a:lnTo>
                <a:lnTo>
                  <a:pt x="768400" y="127410"/>
                </a:lnTo>
                <a:lnTo>
                  <a:pt x="768530" y="129240"/>
                </a:lnTo>
                <a:lnTo>
                  <a:pt x="768683" y="131040"/>
                </a:lnTo>
                <a:lnTo>
                  <a:pt x="768861" y="132811"/>
                </a:lnTo>
                <a:lnTo>
                  <a:pt x="769061" y="134553"/>
                </a:lnTo>
                <a:lnTo>
                  <a:pt x="769286" y="136266"/>
                </a:lnTo>
                <a:lnTo>
                  <a:pt x="769534" y="137950"/>
                </a:lnTo>
                <a:lnTo>
                  <a:pt x="769806" y="139605"/>
                </a:lnTo>
                <a:lnTo>
                  <a:pt x="770102" y="141230"/>
                </a:lnTo>
                <a:lnTo>
                  <a:pt x="770421" y="142826"/>
                </a:lnTo>
                <a:lnTo>
                  <a:pt x="770764" y="144394"/>
                </a:lnTo>
                <a:lnTo>
                  <a:pt x="771130" y="145932"/>
                </a:lnTo>
                <a:lnTo>
                  <a:pt x="771520" y="147441"/>
                </a:lnTo>
                <a:lnTo>
                  <a:pt x="771934" y="148920"/>
                </a:lnTo>
                <a:lnTo>
                  <a:pt x="772371" y="150371"/>
                </a:lnTo>
                <a:lnTo>
                  <a:pt x="772832" y="151792"/>
                </a:lnTo>
                <a:lnTo>
                  <a:pt x="773317" y="153185"/>
                </a:lnTo>
                <a:lnTo>
                  <a:pt x="773825" y="154548"/>
                </a:lnTo>
                <a:lnTo>
                  <a:pt x="774357" y="155882"/>
                </a:lnTo>
                <a:lnTo>
                  <a:pt x="774913" y="157187"/>
                </a:lnTo>
                <a:lnTo>
                  <a:pt x="775489" y="158463"/>
                </a:lnTo>
                <a:lnTo>
                  <a:pt x="776082" y="159712"/>
                </a:lnTo>
                <a:lnTo>
                  <a:pt x="776693" y="160933"/>
                </a:lnTo>
                <a:lnTo>
                  <a:pt x="777321" y="162127"/>
                </a:lnTo>
                <a:lnTo>
                  <a:pt x="777966" y="163292"/>
                </a:lnTo>
                <a:lnTo>
                  <a:pt x="778629" y="164430"/>
                </a:lnTo>
                <a:lnTo>
                  <a:pt x="779309" y="165540"/>
                </a:lnTo>
                <a:lnTo>
                  <a:pt x="780006" y="166623"/>
                </a:lnTo>
                <a:lnTo>
                  <a:pt x="780721" y="167678"/>
                </a:lnTo>
                <a:lnTo>
                  <a:pt x="781453" y="168705"/>
                </a:lnTo>
                <a:lnTo>
                  <a:pt x="782202" y="169704"/>
                </a:lnTo>
                <a:lnTo>
                  <a:pt x="782969" y="170676"/>
                </a:lnTo>
                <a:lnTo>
                  <a:pt x="783753" y="171620"/>
                </a:lnTo>
                <a:lnTo>
                  <a:pt x="784554" y="172536"/>
                </a:lnTo>
                <a:lnTo>
                  <a:pt x="785372" y="173425"/>
                </a:lnTo>
                <a:lnTo>
                  <a:pt x="786208" y="174286"/>
                </a:lnTo>
                <a:lnTo>
                  <a:pt x="787061" y="175119"/>
                </a:lnTo>
                <a:lnTo>
                  <a:pt x="787932" y="175924"/>
                </a:lnTo>
                <a:lnTo>
                  <a:pt x="788820" y="176702"/>
                </a:lnTo>
                <a:lnTo>
                  <a:pt x="789725" y="177452"/>
                </a:lnTo>
                <a:lnTo>
                  <a:pt x="790647" y="178174"/>
                </a:lnTo>
                <a:lnTo>
                  <a:pt x="791587" y="178869"/>
                </a:lnTo>
                <a:lnTo>
                  <a:pt x="792544" y="179536"/>
                </a:lnTo>
                <a:lnTo>
                  <a:pt x="793519" y="180175"/>
                </a:lnTo>
                <a:lnTo>
                  <a:pt x="794507" y="180787"/>
                </a:lnTo>
                <a:lnTo>
                  <a:pt x="795506" y="181373"/>
                </a:lnTo>
                <a:lnTo>
                  <a:pt x="796516" y="181934"/>
                </a:lnTo>
                <a:lnTo>
                  <a:pt x="797536" y="182468"/>
                </a:lnTo>
                <a:lnTo>
                  <a:pt x="798566" y="182976"/>
                </a:lnTo>
                <a:lnTo>
                  <a:pt x="799607" y="183458"/>
                </a:lnTo>
                <a:lnTo>
                  <a:pt x="800659" y="183914"/>
                </a:lnTo>
                <a:lnTo>
                  <a:pt x="801721" y="184344"/>
                </a:lnTo>
                <a:lnTo>
                  <a:pt x="802793" y="184748"/>
                </a:lnTo>
                <a:lnTo>
                  <a:pt x="803877" y="185125"/>
                </a:lnTo>
                <a:lnTo>
                  <a:pt x="804970" y="185477"/>
                </a:lnTo>
                <a:lnTo>
                  <a:pt x="806075" y="185803"/>
                </a:lnTo>
                <a:lnTo>
                  <a:pt x="807189" y="186103"/>
                </a:lnTo>
                <a:lnTo>
                  <a:pt x="808315" y="186376"/>
                </a:lnTo>
                <a:lnTo>
                  <a:pt x="809451" y="186624"/>
                </a:lnTo>
                <a:lnTo>
                  <a:pt x="810597" y="186845"/>
                </a:lnTo>
                <a:lnTo>
                  <a:pt x="811754" y="187040"/>
                </a:lnTo>
                <a:lnTo>
                  <a:pt x="812921" y="187210"/>
                </a:lnTo>
                <a:lnTo>
                  <a:pt x="814099" y="187353"/>
                </a:lnTo>
                <a:lnTo>
                  <a:pt x="815288" y="187470"/>
                </a:lnTo>
                <a:lnTo>
                  <a:pt x="816487" y="187562"/>
                </a:lnTo>
                <a:lnTo>
                  <a:pt x="817696" y="187627"/>
                </a:lnTo>
                <a:lnTo>
                  <a:pt x="818916" y="187666"/>
                </a:lnTo>
                <a:lnTo>
                  <a:pt x="820147" y="187679"/>
                </a:lnTo>
                <a:lnTo>
                  <a:pt x="821375" y="187669"/>
                </a:lnTo>
                <a:lnTo>
                  <a:pt x="822588" y="187640"/>
                </a:lnTo>
                <a:lnTo>
                  <a:pt x="823785" y="187590"/>
                </a:lnTo>
                <a:lnTo>
                  <a:pt x="824967" y="187522"/>
                </a:lnTo>
                <a:lnTo>
                  <a:pt x="826134" y="187433"/>
                </a:lnTo>
                <a:close/>
                <a:moveTo>
                  <a:pt x="825833" y="159990"/>
                </a:moveTo>
                <a:lnTo>
                  <a:pt x="824921" y="159791"/>
                </a:lnTo>
                <a:lnTo>
                  <a:pt x="824027" y="159555"/>
                </a:lnTo>
                <a:lnTo>
                  <a:pt x="823151" y="159283"/>
                </a:lnTo>
                <a:lnTo>
                  <a:pt x="822293" y="158974"/>
                </a:lnTo>
                <a:lnTo>
                  <a:pt x="821453" y="158630"/>
                </a:lnTo>
                <a:lnTo>
                  <a:pt x="820631" y="158249"/>
                </a:lnTo>
                <a:lnTo>
                  <a:pt x="819827" y="157832"/>
                </a:lnTo>
                <a:lnTo>
                  <a:pt x="819041" y="157378"/>
                </a:lnTo>
                <a:lnTo>
                  <a:pt x="818273" y="156888"/>
                </a:lnTo>
                <a:lnTo>
                  <a:pt x="817523" y="156362"/>
                </a:lnTo>
                <a:lnTo>
                  <a:pt x="816791" y="155800"/>
                </a:lnTo>
                <a:lnTo>
                  <a:pt x="816078" y="155201"/>
                </a:lnTo>
                <a:lnTo>
                  <a:pt x="815382" y="154566"/>
                </a:lnTo>
                <a:lnTo>
                  <a:pt x="814704" y="153895"/>
                </a:lnTo>
                <a:lnTo>
                  <a:pt x="814044" y="153188"/>
                </a:lnTo>
                <a:lnTo>
                  <a:pt x="813403" y="152444"/>
                </a:lnTo>
                <a:lnTo>
                  <a:pt x="812779" y="151664"/>
                </a:lnTo>
                <a:lnTo>
                  <a:pt x="812173" y="150847"/>
                </a:lnTo>
                <a:lnTo>
                  <a:pt x="811586" y="149995"/>
                </a:lnTo>
                <a:lnTo>
                  <a:pt x="811019" y="149104"/>
                </a:lnTo>
                <a:lnTo>
                  <a:pt x="810477" y="148175"/>
                </a:lnTo>
                <a:lnTo>
                  <a:pt x="809958" y="147206"/>
                </a:lnTo>
                <a:lnTo>
                  <a:pt x="809464" y="146199"/>
                </a:lnTo>
                <a:lnTo>
                  <a:pt x="808994" y="145152"/>
                </a:lnTo>
                <a:lnTo>
                  <a:pt x="808548" y="144066"/>
                </a:lnTo>
                <a:lnTo>
                  <a:pt x="808126" y="142940"/>
                </a:lnTo>
                <a:lnTo>
                  <a:pt x="807728" y="141776"/>
                </a:lnTo>
                <a:lnTo>
                  <a:pt x="807354" y="140572"/>
                </a:lnTo>
                <a:lnTo>
                  <a:pt x="807005" y="139330"/>
                </a:lnTo>
                <a:lnTo>
                  <a:pt x="806679" y="138048"/>
                </a:lnTo>
                <a:lnTo>
                  <a:pt x="806378" y="136727"/>
                </a:lnTo>
                <a:lnTo>
                  <a:pt x="806101" y="135367"/>
                </a:lnTo>
                <a:lnTo>
                  <a:pt x="805848" y="133968"/>
                </a:lnTo>
                <a:lnTo>
                  <a:pt x="805619" y="132529"/>
                </a:lnTo>
                <a:lnTo>
                  <a:pt x="805414" y="131052"/>
                </a:lnTo>
                <a:lnTo>
                  <a:pt x="805233" y="129535"/>
                </a:lnTo>
                <a:lnTo>
                  <a:pt x="805076" y="127979"/>
                </a:lnTo>
                <a:lnTo>
                  <a:pt x="804943" y="126384"/>
                </a:lnTo>
                <a:lnTo>
                  <a:pt x="804835" y="124750"/>
                </a:lnTo>
                <a:lnTo>
                  <a:pt x="804751" y="123077"/>
                </a:lnTo>
                <a:lnTo>
                  <a:pt x="804690" y="121364"/>
                </a:lnTo>
                <a:lnTo>
                  <a:pt x="804654" y="119612"/>
                </a:lnTo>
                <a:lnTo>
                  <a:pt x="804642" y="117822"/>
                </a:lnTo>
                <a:lnTo>
                  <a:pt x="804655" y="116188"/>
                </a:lnTo>
                <a:lnTo>
                  <a:pt x="804693" y="114586"/>
                </a:lnTo>
                <a:lnTo>
                  <a:pt x="804756" y="113017"/>
                </a:lnTo>
                <a:lnTo>
                  <a:pt x="804844" y="111481"/>
                </a:lnTo>
                <a:lnTo>
                  <a:pt x="804958" y="109977"/>
                </a:lnTo>
                <a:lnTo>
                  <a:pt x="805097" y="108505"/>
                </a:lnTo>
                <a:lnTo>
                  <a:pt x="805261" y="107066"/>
                </a:lnTo>
                <a:lnTo>
                  <a:pt x="805451" y="105659"/>
                </a:lnTo>
                <a:lnTo>
                  <a:pt x="805666" y="104285"/>
                </a:lnTo>
                <a:lnTo>
                  <a:pt x="805906" y="102943"/>
                </a:lnTo>
                <a:lnTo>
                  <a:pt x="806172" y="101634"/>
                </a:lnTo>
                <a:lnTo>
                  <a:pt x="806462" y="100357"/>
                </a:lnTo>
                <a:lnTo>
                  <a:pt x="806778" y="99113"/>
                </a:lnTo>
                <a:lnTo>
                  <a:pt x="807120" y="97901"/>
                </a:lnTo>
                <a:lnTo>
                  <a:pt x="807486" y="96722"/>
                </a:lnTo>
                <a:lnTo>
                  <a:pt x="807878" y="95575"/>
                </a:lnTo>
                <a:lnTo>
                  <a:pt x="808295" y="94461"/>
                </a:lnTo>
                <a:lnTo>
                  <a:pt x="808737" y="93379"/>
                </a:lnTo>
                <a:lnTo>
                  <a:pt x="809205" y="92330"/>
                </a:lnTo>
                <a:lnTo>
                  <a:pt x="809698" y="91313"/>
                </a:lnTo>
                <a:lnTo>
                  <a:pt x="810216" y="90328"/>
                </a:lnTo>
                <a:lnTo>
                  <a:pt x="810760" y="89376"/>
                </a:lnTo>
                <a:lnTo>
                  <a:pt x="811329" y="88457"/>
                </a:lnTo>
                <a:lnTo>
                  <a:pt x="811923" y="87570"/>
                </a:lnTo>
                <a:lnTo>
                  <a:pt x="812540" y="86717"/>
                </a:lnTo>
                <a:lnTo>
                  <a:pt x="813177" y="85901"/>
                </a:lnTo>
                <a:lnTo>
                  <a:pt x="813836" y="85121"/>
                </a:lnTo>
                <a:lnTo>
                  <a:pt x="814514" y="84377"/>
                </a:lnTo>
                <a:lnTo>
                  <a:pt x="815214" y="83670"/>
                </a:lnTo>
                <a:lnTo>
                  <a:pt x="815934" y="82999"/>
                </a:lnTo>
                <a:lnTo>
                  <a:pt x="816674" y="82364"/>
                </a:lnTo>
                <a:lnTo>
                  <a:pt x="817436" y="81765"/>
                </a:lnTo>
                <a:lnTo>
                  <a:pt x="818217" y="81203"/>
                </a:lnTo>
                <a:lnTo>
                  <a:pt x="819020" y="80676"/>
                </a:lnTo>
                <a:lnTo>
                  <a:pt x="819843" y="80187"/>
                </a:lnTo>
                <a:lnTo>
                  <a:pt x="820686" y="79733"/>
                </a:lnTo>
                <a:lnTo>
                  <a:pt x="821551" y="79316"/>
                </a:lnTo>
                <a:lnTo>
                  <a:pt x="822435" y="78935"/>
                </a:lnTo>
                <a:lnTo>
                  <a:pt x="823341" y="78590"/>
                </a:lnTo>
                <a:lnTo>
                  <a:pt x="824267" y="78282"/>
                </a:lnTo>
                <a:lnTo>
                  <a:pt x="825213" y="78010"/>
                </a:lnTo>
                <a:lnTo>
                  <a:pt x="826181" y="77774"/>
                </a:lnTo>
                <a:lnTo>
                  <a:pt x="827168" y="77574"/>
                </a:lnTo>
                <a:lnTo>
                  <a:pt x="828177" y="77411"/>
                </a:lnTo>
                <a:lnTo>
                  <a:pt x="829206" y="77284"/>
                </a:lnTo>
                <a:lnTo>
                  <a:pt x="830255" y="77193"/>
                </a:lnTo>
                <a:lnTo>
                  <a:pt x="831326" y="77139"/>
                </a:lnTo>
                <a:lnTo>
                  <a:pt x="832416" y="77121"/>
                </a:lnTo>
                <a:lnTo>
                  <a:pt x="833332" y="77133"/>
                </a:lnTo>
                <a:lnTo>
                  <a:pt x="834235" y="77168"/>
                </a:lnTo>
                <a:lnTo>
                  <a:pt x="835126" y="77226"/>
                </a:lnTo>
                <a:lnTo>
                  <a:pt x="836004" y="77308"/>
                </a:lnTo>
                <a:lnTo>
                  <a:pt x="836871" y="77413"/>
                </a:lnTo>
                <a:lnTo>
                  <a:pt x="837725" y="77542"/>
                </a:lnTo>
                <a:lnTo>
                  <a:pt x="838567" y="77694"/>
                </a:lnTo>
                <a:lnTo>
                  <a:pt x="839397" y="77869"/>
                </a:lnTo>
                <a:lnTo>
                  <a:pt x="840215" y="78068"/>
                </a:lnTo>
                <a:lnTo>
                  <a:pt x="841021" y="78291"/>
                </a:lnTo>
                <a:lnTo>
                  <a:pt x="841814" y="78536"/>
                </a:lnTo>
                <a:lnTo>
                  <a:pt x="842596" y="78805"/>
                </a:lnTo>
                <a:lnTo>
                  <a:pt x="843365" y="79098"/>
                </a:lnTo>
                <a:lnTo>
                  <a:pt x="844122" y="79413"/>
                </a:lnTo>
                <a:lnTo>
                  <a:pt x="844867" y="79753"/>
                </a:lnTo>
                <a:lnTo>
                  <a:pt x="845599" y="80115"/>
                </a:lnTo>
                <a:lnTo>
                  <a:pt x="846320" y="80501"/>
                </a:lnTo>
                <a:lnTo>
                  <a:pt x="847028" y="80911"/>
                </a:lnTo>
                <a:lnTo>
                  <a:pt x="847724" y="81343"/>
                </a:lnTo>
                <a:lnTo>
                  <a:pt x="848408" y="81799"/>
                </a:lnTo>
                <a:lnTo>
                  <a:pt x="849080" y="82279"/>
                </a:lnTo>
                <a:lnTo>
                  <a:pt x="849740" y="82782"/>
                </a:lnTo>
                <a:lnTo>
                  <a:pt x="850387" y="83308"/>
                </a:lnTo>
                <a:lnTo>
                  <a:pt x="851022" y="83858"/>
                </a:lnTo>
                <a:lnTo>
                  <a:pt x="851646" y="84424"/>
                </a:lnTo>
                <a:lnTo>
                  <a:pt x="852257" y="84997"/>
                </a:lnTo>
                <a:lnTo>
                  <a:pt x="852857" y="85579"/>
                </a:lnTo>
                <a:lnTo>
                  <a:pt x="853446" y="86169"/>
                </a:lnTo>
                <a:lnTo>
                  <a:pt x="854022" y="86767"/>
                </a:lnTo>
                <a:lnTo>
                  <a:pt x="854587" y="87373"/>
                </a:lnTo>
                <a:lnTo>
                  <a:pt x="855140" y="87987"/>
                </a:lnTo>
                <a:lnTo>
                  <a:pt x="855681" y="88609"/>
                </a:lnTo>
                <a:lnTo>
                  <a:pt x="856211" y="89240"/>
                </a:lnTo>
                <a:lnTo>
                  <a:pt x="856729" y="89878"/>
                </a:lnTo>
                <a:lnTo>
                  <a:pt x="857235" y="90525"/>
                </a:lnTo>
                <a:lnTo>
                  <a:pt x="857730" y="91180"/>
                </a:lnTo>
                <a:lnTo>
                  <a:pt x="858213" y="91843"/>
                </a:lnTo>
                <a:lnTo>
                  <a:pt x="858684" y="92514"/>
                </a:lnTo>
                <a:lnTo>
                  <a:pt x="859144" y="93193"/>
                </a:lnTo>
                <a:lnTo>
                  <a:pt x="859591" y="93880"/>
                </a:lnTo>
                <a:lnTo>
                  <a:pt x="860028" y="94576"/>
                </a:lnTo>
                <a:lnTo>
                  <a:pt x="860452" y="95279"/>
                </a:lnTo>
                <a:lnTo>
                  <a:pt x="860865" y="95991"/>
                </a:lnTo>
                <a:lnTo>
                  <a:pt x="861266" y="96710"/>
                </a:lnTo>
                <a:lnTo>
                  <a:pt x="861655" y="97438"/>
                </a:lnTo>
                <a:lnTo>
                  <a:pt x="862032" y="98174"/>
                </a:lnTo>
                <a:lnTo>
                  <a:pt x="862398" y="98918"/>
                </a:lnTo>
                <a:lnTo>
                  <a:pt x="862752" y="99671"/>
                </a:lnTo>
                <a:lnTo>
                  <a:pt x="862752" y="138859"/>
                </a:lnTo>
                <a:lnTo>
                  <a:pt x="862386" y="139577"/>
                </a:lnTo>
                <a:lnTo>
                  <a:pt x="862006" y="140287"/>
                </a:lnTo>
                <a:lnTo>
                  <a:pt x="861613" y="140989"/>
                </a:lnTo>
                <a:lnTo>
                  <a:pt x="861206" y="141684"/>
                </a:lnTo>
                <a:lnTo>
                  <a:pt x="860785" y="142371"/>
                </a:lnTo>
                <a:lnTo>
                  <a:pt x="860351" y="143051"/>
                </a:lnTo>
                <a:lnTo>
                  <a:pt x="859903" y="143723"/>
                </a:lnTo>
                <a:lnTo>
                  <a:pt x="859442" y="144387"/>
                </a:lnTo>
                <a:lnTo>
                  <a:pt x="858967" y="145044"/>
                </a:lnTo>
                <a:lnTo>
                  <a:pt x="858478" y="145693"/>
                </a:lnTo>
                <a:lnTo>
                  <a:pt x="857976" y="146335"/>
                </a:lnTo>
                <a:lnTo>
                  <a:pt x="857460" y="146969"/>
                </a:lnTo>
                <a:lnTo>
                  <a:pt x="856931" y="147595"/>
                </a:lnTo>
                <a:lnTo>
                  <a:pt x="856388" y="148213"/>
                </a:lnTo>
                <a:lnTo>
                  <a:pt x="855832" y="148824"/>
                </a:lnTo>
                <a:lnTo>
                  <a:pt x="855262" y="149428"/>
                </a:lnTo>
                <a:lnTo>
                  <a:pt x="854678" y="150024"/>
                </a:lnTo>
                <a:lnTo>
                  <a:pt x="854081" y="150612"/>
                </a:lnTo>
                <a:lnTo>
                  <a:pt x="853471" y="151192"/>
                </a:lnTo>
                <a:lnTo>
                  <a:pt x="852846" y="151765"/>
                </a:lnTo>
                <a:lnTo>
                  <a:pt x="852209" y="152330"/>
                </a:lnTo>
                <a:lnTo>
                  <a:pt x="851557" y="152888"/>
                </a:lnTo>
                <a:lnTo>
                  <a:pt x="850892" y="153438"/>
                </a:lnTo>
                <a:lnTo>
                  <a:pt x="850214" y="153981"/>
                </a:lnTo>
                <a:lnTo>
                  <a:pt x="849523" y="154508"/>
                </a:lnTo>
                <a:lnTo>
                  <a:pt x="848821" y="155013"/>
                </a:lnTo>
                <a:lnTo>
                  <a:pt x="848109" y="155495"/>
                </a:lnTo>
                <a:lnTo>
                  <a:pt x="847386" y="155955"/>
                </a:lnTo>
                <a:lnTo>
                  <a:pt x="846652" y="156393"/>
                </a:lnTo>
                <a:lnTo>
                  <a:pt x="845907" y="156808"/>
                </a:lnTo>
                <a:lnTo>
                  <a:pt x="845152" y="157201"/>
                </a:lnTo>
                <a:lnTo>
                  <a:pt x="844386" y="157571"/>
                </a:lnTo>
                <a:lnTo>
                  <a:pt x="843609" y="157919"/>
                </a:lnTo>
                <a:lnTo>
                  <a:pt x="842821" y="158245"/>
                </a:lnTo>
                <a:lnTo>
                  <a:pt x="842023" y="158548"/>
                </a:lnTo>
                <a:lnTo>
                  <a:pt x="841214" y="158828"/>
                </a:lnTo>
                <a:lnTo>
                  <a:pt x="840394" y="159086"/>
                </a:lnTo>
                <a:lnTo>
                  <a:pt x="839563" y="159322"/>
                </a:lnTo>
                <a:lnTo>
                  <a:pt x="838722" y="159535"/>
                </a:lnTo>
                <a:lnTo>
                  <a:pt x="837869" y="159726"/>
                </a:lnTo>
                <a:lnTo>
                  <a:pt x="837006" y="159894"/>
                </a:lnTo>
                <a:lnTo>
                  <a:pt x="836133" y="160040"/>
                </a:lnTo>
                <a:lnTo>
                  <a:pt x="835248" y="160163"/>
                </a:lnTo>
                <a:lnTo>
                  <a:pt x="834353" y="160264"/>
                </a:lnTo>
                <a:lnTo>
                  <a:pt x="833447" y="160343"/>
                </a:lnTo>
                <a:lnTo>
                  <a:pt x="832530" y="160399"/>
                </a:lnTo>
                <a:lnTo>
                  <a:pt x="831602" y="160433"/>
                </a:lnTo>
                <a:lnTo>
                  <a:pt x="830664" y="160444"/>
                </a:lnTo>
                <a:lnTo>
                  <a:pt x="829661" y="160426"/>
                </a:lnTo>
                <a:lnTo>
                  <a:pt x="828677" y="160371"/>
                </a:lnTo>
                <a:lnTo>
                  <a:pt x="827711" y="160281"/>
                </a:lnTo>
                <a:lnTo>
                  <a:pt x="826763" y="160154"/>
                </a:lnTo>
                <a:lnTo>
                  <a:pt x="825833" y="159990"/>
                </a:lnTo>
                <a:close/>
                <a:moveTo>
                  <a:pt x="73356" y="187416"/>
                </a:moveTo>
                <a:lnTo>
                  <a:pt x="74892" y="187301"/>
                </a:lnTo>
                <a:lnTo>
                  <a:pt x="76409" y="187164"/>
                </a:lnTo>
                <a:lnTo>
                  <a:pt x="77907" y="187007"/>
                </a:lnTo>
                <a:lnTo>
                  <a:pt x="79387" y="186828"/>
                </a:lnTo>
                <a:lnTo>
                  <a:pt x="80847" y="186628"/>
                </a:lnTo>
                <a:lnTo>
                  <a:pt x="82288" y="186408"/>
                </a:lnTo>
                <a:lnTo>
                  <a:pt x="83711" y="186166"/>
                </a:lnTo>
                <a:lnTo>
                  <a:pt x="85114" y="185904"/>
                </a:lnTo>
                <a:lnTo>
                  <a:pt x="86498" y="185620"/>
                </a:lnTo>
                <a:lnTo>
                  <a:pt x="87864" y="185315"/>
                </a:lnTo>
                <a:lnTo>
                  <a:pt x="89210" y="184990"/>
                </a:lnTo>
                <a:lnTo>
                  <a:pt x="90538" y="184643"/>
                </a:lnTo>
                <a:lnTo>
                  <a:pt x="91847" y="184276"/>
                </a:lnTo>
                <a:lnTo>
                  <a:pt x="93136" y="183887"/>
                </a:lnTo>
                <a:lnTo>
                  <a:pt x="94407" y="183477"/>
                </a:lnTo>
                <a:lnTo>
                  <a:pt x="95659" y="183047"/>
                </a:lnTo>
                <a:lnTo>
                  <a:pt x="96891" y="182595"/>
                </a:lnTo>
                <a:lnTo>
                  <a:pt x="98105" y="182122"/>
                </a:lnTo>
                <a:lnTo>
                  <a:pt x="99300" y="181629"/>
                </a:lnTo>
                <a:lnTo>
                  <a:pt x="100474" y="181114"/>
                </a:lnTo>
                <a:lnTo>
                  <a:pt x="101626" y="180580"/>
                </a:lnTo>
                <a:lnTo>
                  <a:pt x="102755" y="180027"/>
                </a:lnTo>
                <a:lnTo>
                  <a:pt x="103862" y="179453"/>
                </a:lnTo>
                <a:lnTo>
                  <a:pt x="104946" y="178860"/>
                </a:lnTo>
                <a:lnTo>
                  <a:pt x="106008" y="178246"/>
                </a:lnTo>
                <a:lnTo>
                  <a:pt x="107047" y="177613"/>
                </a:lnTo>
                <a:lnTo>
                  <a:pt x="108064" y="176960"/>
                </a:lnTo>
                <a:lnTo>
                  <a:pt x="109058" y="176287"/>
                </a:lnTo>
                <a:lnTo>
                  <a:pt x="110030" y="175595"/>
                </a:lnTo>
                <a:lnTo>
                  <a:pt x="110979" y="174882"/>
                </a:lnTo>
                <a:lnTo>
                  <a:pt x="111906" y="174150"/>
                </a:lnTo>
                <a:lnTo>
                  <a:pt x="112811" y="173398"/>
                </a:lnTo>
                <a:lnTo>
                  <a:pt x="113693" y="172626"/>
                </a:lnTo>
                <a:lnTo>
                  <a:pt x="114552" y="171834"/>
                </a:lnTo>
                <a:lnTo>
                  <a:pt x="115389" y="171022"/>
                </a:lnTo>
                <a:lnTo>
                  <a:pt x="116204" y="170191"/>
                </a:lnTo>
                <a:lnTo>
                  <a:pt x="116996" y="169339"/>
                </a:lnTo>
                <a:lnTo>
                  <a:pt x="117766" y="168468"/>
                </a:lnTo>
                <a:lnTo>
                  <a:pt x="118513" y="167577"/>
                </a:lnTo>
                <a:lnTo>
                  <a:pt x="119237" y="166666"/>
                </a:lnTo>
                <a:lnTo>
                  <a:pt x="119940" y="165735"/>
                </a:lnTo>
                <a:lnTo>
                  <a:pt x="120619" y="164785"/>
                </a:lnTo>
                <a:lnTo>
                  <a:pt x="121277" y="163815"/>
                </a:lnTo>
                <a:lnTo>
                  <a:pt x="121909" y="162825"/>
                </a:lnTo>
                <a:lnTo>
                  <a:pt x="122515" y="161817"/>
                </a:lnTo>
                <a:lnTo>
                  <a:pt x="123094" y="160791"/>
                </a:lnTo>
                <a:lnTo>
                  <a:pt x="123645" y="159746"/>
                </a:lnTo>
                <a:lnTo>
                  <a:pt x="124170" y="158682"/>
                </a:lnTo>
                <a:lnTo>
                  <a:pt x="124668" y="157601"/>
                </a:lnTo>
                <a:lnTo>
                  <a:pt x="125139" y="156500"/>
                </a:lnTo>
                <a:lnTo>
                  <a:pt x="125584" y="155382"/>
                </a:lnTo>
                <a:lnTo>
                  <a:pt x="126001" y="154245"/>
                </a:lnTo>
                <a:lnTo>
                  <a:pt x="126391" y="153089"/>
                </a:lnTo>
                <a:lnTo>
                  <a:pt x="126755" y="151915"/>
                </a:lnTo>
                <a:lnTo>
                  <a:pt x="127091" y="150723"/>
                </a:lnTo>
                <a:lnTo>
                  <a:pt x="127401" y="149512"/>
                </a:lnTo>
                <a:lnTo>
                  <a:pt x="127683" y="148282"/>
                </a:lnTo>
                <a:lnTo>
                  <a:pt x="127939" y="147035"/>
                </a:lnTo>
                <a:lnTo>
                  <a:pt x="128168" y="145768"/>
                </a:lnTo>
                <a:lnTo>
                  <a:pt x="128370" y="144484"/>
                </a:lnTo>
                <a:lnTo>
                  <a:pt x="128545" y="143180"/>
                </a:lnTo>
                <a:lnTo>
                  <a:pt x="128693" y="141859"/>
                </a:lnTo>
                <a:lnTo>
                  <a:pt x="128814" y="140519"/>
                </a:lnTo>
                <a:lnTo>
                  <a:pt x="128908" y="139160"/>
                </a:lnTo>
                <a:lnTo>
                  <a:pt x="128975" y="137783"/>
                </a:lnTo>
                <a:lnTo>
                  <a:pt x="129016" y="136388"/>
                </a:lnTo>
                <a:lnTo>
                  <a:pt x="129029" y="134974"/>
                </a:lnTo>
                <a:lnTo>
                  <a:pt x="129012" y="133421"/>
                </a:lnTo>
                <a:lnTo>
                  <a:pt x="128960" y="131897"/>
                </a:lnTo>
                <a:lnTo>
                  <a:pt x="128873" y="130402"/>
                </a:lnTo>
                <a:lnTo>
                  <a:pt x="128752" y="128938"/>
                </a:lnTo>
                <a:lnTo>
                  <a:pt x="128596" y="127503"/>
                </a:lnTo>
                <a:lnTo>
                  <a:pt x="128406" y="126097"/>
                </a:lnTo>
                <a:lnTo>
                  <a:pt x="128180" y="124722"/>
                </a:lnTo>
                <a:lnTo>
                  <a:pt x="127921" y="123375"/>
                </a:lnTo>
                <a:lnTo>
                  <a:pt x="127626" y="122059"/>
                </a:lnTo>
                <a:lnTo>
                  <a:pt x="127297" y="120772"/>
                </a:lnTo>
                <a:lnTo>
                  <a:pt x="126933" y="119515"/>
                </a:lnTo>
                <a:lnTo>
                  <a:pt x="126535" y="118287"/>
                </a:lnTo>
                <a:lnTo>
                  <a:pt x="126102" y="117089"/>
                </a:lnTo>
                <a:lnTo>
                  <a:pt x="125634" y="115921"/>
                </a:lnTo>
                <a:lnTo>
                  <a:pt x="125132" y="114782"/>
                </a:lnTo>
                <a:lnTo>
                  <a:pt x="124595" y="113673"/>
                </a:lnTo>
                <a:lnTo>
                  <a:pt x="124023" y="112594"/>
                </a:lnTo>
                <a:lnTo>
                  <a:pt x="123417" y="111544"/>
                </a:lnTo>
                <a:lnTo>
                  <a:pt x="122776" y="110524"/>
                </a:lnTo>
                <a:lnTo>
                  <a:pt x="122101" y="109534"/>
                </a:lnTo>
                <a:lnTo>
                  <a:pt x="121390" y="108573"/>
                </a:lnTo>
                <a:lnTo>
                  <a:pt x="120646" y="107642"/>
                </a:lnTo>
                <a:lnTo>
                  <a:pt x="119866" y="106740"/>
                </a:lnTo>
                <a:lnTo>
                  <a:pt x="119052" y="105869"/>
                </a:lnTo>
                <a:lnTo>
                  <a:pt x="118212" y="105024"/>
                </a:lnTo>
                <a:lnTo>
                  <a:pt x="117354" y="104204"/>
                </a:lnTo>
                <a:lnTo>
                  <a:pt x="116478" y="103410"/>
                </a:lnTo>
                <a:lnTo>
                  <a:pt x="115584" y="102640"/>
                </a:lnTo>
                <a:lnTo>
                  <a:pt x="114673" y="101895"/>
                </a:lnTo>
                <a:lnTo>
                  <a:pt x="113743" y="101176"/>
                </a:lnTo>
                <a:lnTo>
                  <a:pt x="112796" y="100481"/>
                </a:lnTo>
                <a:lnTo>
                  <a:pt x="111831" y="99811"/>
                </a:lnTo>
                <a:lnTo>
                  <a:pt x="110849" y="99166"/>
                </a:lnTo>
                <a:lnTo>
                  <a:pt x="109848" y="98547"/>
                </a:lnTo>
                <a:lnTo>
                  <a:pt x="108830" y="97952"/>
                </a:lnTo>
                <a:lnTo>
                  <a:pt x="107794" y="97382"/>
                </a:lnTo>
                <a:lnTo>
                  <a:pt x="106740" y="96837"/>
                </a:lnTo>
                <a:lnTo>
                  <a:pt x="105669" y="96317"/>
                </a:lnTo>
                <a:lnTo>
                  <a:pt x="104579" y="95822"/>
                </a:lnTo>
                <a:lnTo>
                  <a:pt x="103472" y="95352"/>
                </a:lnTo>
                <a:lnTo>
                  <a:pt x="102347" y="94907"/>
                </a:lnTo>
                <a:lnTo>
                  <a:pt x="101204" y="94487"/>
                </a:lnTo>
                <a:lnTo>
                  <a:pt x="100044" y="94092"/>
                </a:lnTo>
                <a:lnTo>
                  <a:pt x="98865" y="93722"/>
                </a:lnTo>
                <a:lnTo>
                  <a:pt x="97669" y="93377"/>
                </a:lnTo>
                <a:lnTo>
                  <a:pt x="96455" y="93057"/>
                </a:lnTo>
                <a:lnTo>
                  <a:pt x="95224" y="92761"/>
                </a:lnTo>
                <a:lnTo>
                  <a:pt x="93974" y="92491"/>
                </a:lnTo>
                <a:lnTo>
                  <a:pt x="95122" y="92158"/>
                </a:lnTo>
                <a:lnTo>
                  <a:pt x="96249" y="91805"/>
                </a:lnTo>
                <a:lnTo>
                  <a:pt x="97357" y="91433"/>
                </a:lnTo>
                <a:lnTo>
                  <a:pt x="98444" y="91042"/>
                </a:lnTo>
                <a:lnTo>
                  <a:pt x="99512" y="90631"/>
                </a:lnTo>
                <a:lnTo>
                  <a:pt x="100560" y="90201"/>
                </a:lnTo>
                <a:lnTo>
                  <a:pt x="101588" y="89752"/>
                </a:lnTo>
                <a:lnTo>
                  <a:pt x="102596" y="89283"/>
                </a:lnTo>
                <a:lnTo>
                  <a:pt x="103584" y="88796"/>
                </a:lnTo>
                <a:lnTo>
                  <a:pt x="104552" y="88288"/>
                </a:lnTo>
                <a:lnTo>
                  <a:pt x="105500" y="87762"/>
                </a:lnTo>
                <a:lnTo>
                  <a:pt x="106429" y="87216"/>
                </a:lnTo>
                <a:lnTo>
                  <a:pt x="107337" y="86651"/>
                </a:lnTo>
                <a:lnTo>
                  <a:pt x="108226" y="86067"/>
                </a:lnTo>
                <a:lnTo>
                  <a:pt x="109095" y="85463"/>
                </a:lnTo>
                <a:lnTo>
                  <a:pt x="109944" y="84840"/>
                </a:lnTo>
                <a:lnTo>
                  <a:pt x="110773" y="84197"/>
                </a:lnTo>
                <a:lnTo>
                  <a:pt x="111582" y="83536"/>
                </a:lnTo>
                <a:lnTo>
                  <a:pt x="112371" y="82855"/>
                </a:lnTo>
                <a:lnTo>
                  <a:pt x="113140" y="82154"/>
                </a:lnTo>
                <a:lnTo>
                  <a:pt x="113890" y="81435"/>
                </a:lnTo>
                <a:lnTo>
                  <a:pt x="114619" y="80696"/>
                </a:lnTo>
                <a:lnTo>
                  <a:pt x="115329" y="79938"/>
                </a:lnTo>
                <a:lnTo>
                  <a:pt x="116018" y="79160"/>
                </a:lnTo>
                <a:lnTo>
                  <a:pt x="116684" y="78361"/>
                </a:lnTo>
                <a:lnTo>
                  <a:pt x="117321" y="77539"/>
                </a:lnTo>
                <a:lnTo>
                  <a:pt x="117930" y="76693"/>
                </a:lnTo>
                <a:lnTo>
                  <a:pt x="118511" y="75823"/>
                </a:lnTo>
                <a:lnTo>
                  <a:pt x="119063" y="74931"/>
                </a:lnTo>
                <a:lnTo>
                  <a:pt x="119587" y="74014"/>
                </a:lnTo>
                <a:lnTo>
                  <a:pt x="120083" y="73074"/>
                </a:lnTo>
                <a:lnTo>
                  <a:pt x="120550" y="72111"/>
                </a:lnTo>
                <a:lnTo>
                  <a:pt x="120989" y="71124"/>
                </a:lnTo>
                <a:lnTo>
                  <a:pt x="121400" y="70113"/>
                </a:lnTo>
                <a:lnTo>
                  <a:pt x="121782" y="69080"/>
                </a:lnTo>
                <a:lnTo>
                  <a:pt x="122136" y="68022"/>
                </a:lnTo>
                <a:lnTo>
                  <a:pt x="122462" y="66941"/>
                </a:lnTo>
                <a:lnTo>
                  <a:pt x="122759" y="65837"/>
                </a:lnTo>
                <a:lnTo>
                  <a:pt x="123028" y="64709"/>
                </a:lnTo>
                <a:lnTo>
                  <a:pt x="123269" y="63558"/>
                </a:lnTo>
                <a:lnTo>
                  <a:pt x="123482" y="62383"/>
                </a:lnTo>
                <a:lnTo>
                  <a:pt x="123666" y="61184"/>
                </a:lnTo>
                <a:lnTo>
                  <a:pt x="123821" y="59963"/>
                </a:lnTo>
                <a:lnTo>
                  <a:pt x="123949" y="58717"/>
                </a:lnTo>
                <a:lnTo>
                  <a:pt x="124048" y="57448"/>
                </a:lnTo>
                <a:lnTo>
                  <a:pt x="124119" y="56156"/>
                </a:lnTo>
                <a:lnTo>
                  <a:pt x="124161" y="54840"/>
                </a:lnTo>
                <a:lnTo>
                  <a:pt x="124175" y="53501"/>
                </a:lnTo>
                <a:lnTo>
                  <a:pt x="124161" y="52172"/>
                </a:lnTo>
                <a:lnTo>
                  <a:pt x="124119" y="50862"/>
                </a:lnTo>
                <a:lnTo>
                  <a:pt x="124048" y="49573"/>
                </a:lnTo>
                <a:lnTo>
                  <a:pt x="123949" y="48305"/>
                </a:lnTo>
                <a:lnTo>
                  <a:pt x="123821" y="47056"/>
                </a:lnTo>
                <a:lnTo>
                  <a:pt x="123666" y="45828"/>
                </a:lnTo>
                <a:lnTo>
                  <a:pt x="123482" y="44620"/>
                </a:lnTo>
                <a:lnTo>
                  <a:pt x="123269" y="43432"/>
                </a:lnTo>
                <a:lnTo>
                  <a:pt x="123028" y="42264"/>
                </a:lnTo>
                <a:lnTo>
                  <a:pt x="122759" y="41117"/>
                </a:lnTo>
                <a:lnTo>
                  <a:pt x="122462" y="39990"/>
                </a:lnTo>
                <a:lnTo>
                  <a:pt x="122136" y="38883"/>
                </a:lnTo>
                <a:lnTo>
                  <a:pt x="121782" y="37796"/>
                </a:lnTo>
                <a:lnTo>
                  <a:pt x="121400" y="36729"/>
                </a:lnTo>
                <a:lnTo>
                  <a:pt x="120989" y="35683"/>
                </a:lnTo>
                <a:lnTo>
                  <a:pt x="120550" y="34657"/>
                </a:lnTo>
                <a:lnTo>
                  <a:pt x="120083" y="33651"/>
                </a:lnTo>
                <a:lnTo>
                  <a:pt x="119587" y="32665"/>
                </a:lnTo>
                <a:lnTo>
                  <a:pt x="119063" y="31700"/>
                </a:lnTo>
                <a:lnTo>
                  <a:pt x="118511" y="30755"/>
                </a:lnTo>
                <a:lnTo>
                  <a:pt x="117930" y="29830"/>
                </a:lnTo>
                <a:lnTo>
                  <a:pt x="117321" y="28925"/>
                </a:lnTo>
                <a:lnTo>
                  <a:pt x="116684" y="28040"/>
                </a:lnTo>
                <a:lnTo>
                  <a:pt x="116018" y="27176"/>
                </a:lnTo>
                <a:lnTo>
                  <a:pt x="115329" y="26331"/>
                </a:lnTo>
                <a:lnTo>
                  <a:pt x="114622" y="25505"/>
                </a:lnTo>
                <a:lnTo>
                  <a:pt x="113896" y="24697"/>
                </a:lnTo>
                <a:lnTo>
                  <a:pt x="113151" y="23908"/>
                </a:lnTo>
                <a:lnTo>
                  <a:pt x="112389" y="23138"/>
                </a:lnTo>
                <a:lnTo>
                  <a:pt x="111607" y="22386"/>
                </a:lnTo>
                <a:lnTo>
                  <a:pt x="110807" y="21653"/>
                </a:lnTo>
                <a:lnTo>
                  <a:pt x="109989" y="20938"/>
                </a:lnTo>
                <a:lnTo>
                  <a:pt x="109152" y="20242"/>
                </a:lnTo>
                <a:lnTo>
                  <a:pt x="108296" y="19565"/>
                </a:lnTo>
                <a:lnTo>
                  <a:pt x="107422" y="18906"/>
                </a:lnTo>
                <a:lnTo>
                  <a:pt x="106530" y="18266"/>
                </a:lnTo>
                <a:lnTo>
                  <a:pt x="105619" y="17644"/>
                </a:lnTo>
                <a:lnTo>
                  <a:pt x="104690" y="17042"/>
                </a:lnTo>
                <a:lnTo>
                  <a:pt x="103742" y="16457"/>
                </a:lnTo>
                <a:lnTo>
                  <a:pt x="102775" y="15892"/>
                </a:lnTo>
                <a:lnTo>
                  <a:pt x="101791" y="15345"/>
                </a:lnTo>
                <a:lnTo>
                  <a:pt x="100787" y="14816"/>
                </a:lnTo>
                <a:lnTo>
                  <a:pt x="99765" y="14307"/>
                </a:lnTo>
                <a:lnTo>
                  <a:pt x="98725" y="13816"/>
                </a:lnTo>
                <a:lnTo>
                  <a:pt x="97666" y="13343"/>
                </a:lnTo>
                <a:lnTo>
                  <a:pt x="96589" y="12889"/>
                </a:lnTo>
                <a:lnTo>
                  <a:pt x="95493" y="12454"/>
                </a:lnTo>
                <a:lnTo>
                  <a:pt x="94379" y="12038"/>
                </a:lnTo>
                <a:lnTo>
                  <a:pt x="93251" y="11638"/>
                </a:lnTo>
                <a:lnTo>
                  <a:pt x="92115" y="11256"/>
                </a:lnTo>
                <a:lnTo>
                  <a:pt x="90970" y="10891"/>
                </a:lnTo>
                <a:lnTo>
                  <a:pt x="89817" y="10543"/>
                </a:lnTo>
                <a:lnTo>
                  <a:pt x="88656" y="10212"/>
                </a:lnTo>
                <a:lnTo>
                  <a:pt x="87486" y="9897"/>
                </a:lnTo>
                <a:lnTo>
                  <a:pt x="86307" y="9600"/>
                </a:lnTo>
                <a:lnTo>
                  <a:pt x="85121" y="9320"/>
                </a:lnTo>
                <a:lnTo>
                  <a:pt x="83925" y="9057"/>
                </a:lnTo>
                <a:lnTo>
                  <a:pt x="82722" y="8810"/>
                </a:lnTo>
                <a:lnTo>
                  <a:pt x="81510" y="8581"/>
                </a:lnTo>
                <a:lnTo>
                  <a:pt x="80289" y="8369"/>
                </a:lnTo>
                <a:lnTo>
                  <a:pt x="79060" y="8173"/>
                </a:lnTo>
                <a:lnTo>
                  <a:pt x="77823" y="7995"/>
                </a:lnTo>
                <a:lnTo>
                  <a:pt x="76577" y="7834"/>
                </a:lnTo>
                <a:lnTo>
                  <a:pt x="75323" y="7689"/>
                </a:lnTo>
                <a:lnTo>
                  <a:pt x="74061" y="7562"/>
                </a:lnTo>
                <a:lnTo>
                  <a:pt x="72790" y="7452"/>
                </a:lnTo>
                <a:lnTo>
                  <a:pt x="71510" y="7358"/>
                </a:lnTo>
                <a:lnTo>
                  <a:pt x="70222" y="7282"/>
                </a:lnTo>
                <a:lnTo>
                  <a:pt x="68926" y="7222"/>
                </a:lnTo>
                <a:lnTo>
                  <a:pt x="67621" y="7180"/>
                </a:lnTo>
                <a:lnTo>
                  <a:pt x="66308" y="7154"/>
                </a:lnTo>
                <a:lnTo>
                  <a:pt x="64986" y="7146"/>
                </a:lnTo>
                <a:lnTo>
                  <a:pt x="63577" y="7156"/>
                </a:lnTo>
                <a:lnTo>
                  <a:pt x="62179" y="7186"/>
                </a:lnTo>
                <a:lnTo>
                  <a:pt x="60792" y="7236"/>
                </a:lnTo>
                <a:lnTo>
                  <a:pt x="59417" y="7306"/>
                </a:lnTo>
                <a:lnTo>
                  <a:pt x="58054" y="7396"/>
                </a:lnTo>
                <a:lnTo>
                  <a:pt x="56703" y="7506"/>
                </a:lnTo>
                <a:lnTo>
                  <a:pt x="55363" y="7637"/>
                </a:lnTo>
                <a:lnTo>
                  <a:pt x="54036" y="7787"/>
                </a:lnTo>
                <a:lnTo>
                  <a:pt x="52719" y="7957"/>
                </a:lnTo>
                <a:lnTo>
                  <a:pt x="51415" y="8147"/>
                </a:lnTo>
                <a:lnTo>
                  <a:pt x="50122" y="8358"/>
                </a:lnTo>
                <a:lnTo>
                  <a:pt x="48841" y="8588"/>
                </a:lnTo>
                <a:lnTo>
                  <a:pt x="47572" y="8838"/>
                </a:lnTo>
                <a:lnTo>
                  <a:pt x="46314" y="9109"/>
                </a:lnTo>
                <a:lnTo>
                  <a:pt x="45068" y="9399"/>
                </a:lnTo>
                <a:lnTo>
                  <a:pt x="43834" y="9709"/>
                </a:lnTo>
                <a:lnTo>
                  <a:pt x="42611" y="10040"/>
                </a:lnTo>
                <a:lnTo>
                  <a:pt x="41400" y="10390"/>
                </a:lnTo>
                <a:lnTo>
                  <a:pt x="40201" y="10761"/>
                </a:lnTo>
                <a:lnTo>
                  <a:pt x="39014" y="11151"/>
                </a:lnTo>
                <a:lnTo>
                  <a:pt x="37838" y="11562"/>
                </a:lnTo>
                <a:lnTo>
                  <a:pt x="36674" y="11993"/>
                </a:lnTo>
                <a:lnTo>
                  <a:pt x="35521" y="12443"/>
                </a:lnTo>
                <a:lnTo>
                  <a:pt x="34381" y="12914"/>
                </a:lnTo>
                <a:lnTo>
                  <a:pt x="33256" y="13405"/>
                </a:lnTo>
                <a:lnTo>
                  <a:pt x="32150" y="13917"/>
                </a:lnTo>
                <a:lnTo>
                  <a:pt x="31064" y="14449"/>
                </a:lnTo>
                <a:lnTo>
                  <a:pt x="29997" y="15002"/>
                </a:lnTo>
                <a:lnTo>
                  <a:pt x="28950" y="15576"/>
                </a:lnTo>
                <a:lnTo>
                  <a:pt x="27922" y="16171"/>
                </a:lnTo>
                <a:lnTo>
                  <a:pt x="26913" y="16786"/>
                </a:lnTo>
                <a:lnTo>
                  <a:pt x="25924" y="17423"/>
                </a:lnTo>
                <a:lnTo>
                  <a:pt x="24955" y="18079"/>
                </a:lnTo>
                <a:lnTo>
                  <a:pt x="24004" y="18757"/>
                </a:lnTo>
                <a:lnTo>
                  <a:pt x="23074" y="19455"/>
                </a:lnTo>
                <a:lnTo>
                  <a:pt x="22162" y="20175"/>
                </a:lnTo>
                <a:lnTo>
                  <a:pt x="21270" y="20914"/>
                </a:lnTo>
                <a:lnTo>
                  <a:pt x="20398" y="21675"/>
                </a:lnTo>
                <a:lnTo>
                  <a:pt x="19545" y="22456"/>
                </a:lnTo>
                <a:lnTo>
                  <a:pt x="18711" y="23258"/>
                </a:lnTo>
                <a:lnTo>
                  <a:pt x="17897" y="24081"/>
                </a:lnTo>
                <a:lnTo>
                  <a:pt x="17102" y="24924"/>
                </a:lnTo>
                <a:lnTo>
                  <a:pt x="16327" y="25788"/>
                </a:lnTo>
                <a:lnTo>
                  <a:pt x="15571" y="26673"/>
                </a:lnTo>
                <a:lnTo>
                  <a:pt x="14834" y="27579"/>
                </a:lnTo>
                <a:lnTo>
                  <a:pt x="14117" y="28505"/>
                </a:lnTo>
                <a:lnTo>
                  <a:pt x="13419" y="29452"/>
                </a:lnTo>
                <a:lnTo>
                  <a:pt x="12741" y="30420"/>
                </a:lnTo>
                <a:lnTo>
                  <a:pt x="12087" y="31410"/>
                </a:lnTo>
                <a:lnTo>
                  <a:pt x="11460" y="32422"/>
                </a:lnTo>
                <a:lnTo>
                  <a:pt x="10861" y="33457"/>
                </a:lnTo>
                <a:lnTo>
                  <a:pt x="10290" y="34514"/>
                </a:lnTo>
                <a:lnTo>
                  <a:pt x="9747" y="35594"/>
                </a:lnTo>
                <a:lnTo>
                  <a:pt x="9231" y="36696"/>
                </a:lnTo>
                <a:lnTo>
                  <a:pt x="8744" y="37821"/>
                </a:lnTo>
                <a:lnTo>
                  <a:pt x="8284" y="38969"/>
                </a:lnTo>
                <a:lnTo>
                  <a:pt x="7853" y="40139"/>
                </a:lnTo>
                <a:lnTo>
                  <a:pt x="7449" y="41332"/>
                </a:lnTo>
                <a:lnTo>
                  <a:pt x="7073" y="42547"/>
                </a:lnTo>
                <a:lnTo>
                  <a:pt x="6724" y="43785"/>
                </a:lnTo>
                <a:lnTo>
                  <a:pt x="6404" y="45046"/>
                </a:lnTo>
                <a:lnTo>
                  <a:pt x="6112" y="46329"/>
                </a:lnTo>
                <a:lnTo>
                  <a:pt x="5847" y="47634"/>
                </a:lnTo>
                <a:lnTo>
                  <a:pt x="5610" y="48963"/>
                </a:lnTo>
                <a:lnTo>
                  <a:pt x="5401" y="50314"/>
                </a:lnTo>
                <a:lnTo>
                  <a:pt x="5220" y="51687"/>
                </a:lnTo>
                <a:lnTo>
                  <a:pt x="5067" y="53083"/>
                </a:lnTo>
                <a:lnTo>
                  <a:pt x="4942" y="54502"/>
                </a:lnTo>
                <a:lnTo>
                  <a:pt x="4844" y="55943"/>
                </a:lnTo>
                <a:lnTo>
                  <a:pt x="4775" y="57407"/>
                </a:lnTo>
                <a:lnTo>
                  <a:pt x="4733" y="58893"/>
                </a:lnTo>
                <a:lnTo>
                  <a:pt x="4719" y="60402"/>
                </a:lnTo>
                <a:lnTo>
                  <a:pt x="38965" y="60402"/>
                </a:lnTo>
                <a:lnTo>
                  <a:pt x="38977" y="59478"/>
                </a:lnTo>
                <a:lnTo>
                  <a:pt x="39012" y="58570"/>
                </a:lnTo>
                <a:lnTo>
                  <a:pt x="39071" y="57679"/>
                </a:lnTo>
                <a:lnTo>
                  <a:pt x="39154" y="56805"/>
                </a:lnTo>
                <a:lnTo>
                  <a:pt x="39260" y="55947"/>
                </a:lnTo>
                <a:lnTo>
                  <a:pt x="39390" y="55107"/>
                </a:lnTo>
                <a:lnTo>
                  <a:pt x="39544" y="54284"/>
                </a:lnTo>
                <a:lnTo>
                  <a:pt x="39721" y="53477"/>
                </a:lnTo>
                <a:lnTo>
                  <a:pt x="39922" y="52687"/>
                </a:lnTo>
                <a:lnTo>
                  <a:pt x="40147" y="51915"/>
                </a:lnTo>
                <a:lnTo>
                  <a:pt x="40395" y="51159"/>
                </a:lnTo>
                <a:lnTo>
                  <a:pt x="40667" y="50420"/>
                </a:lnTo>
                <a:lnTo>
                  <a:pt x="40963" y="49698"/>
                </a:lnTo>
                <a:lnTo>
                  <a:pt x="41282" y="48993"/>
                </a:lnTo>
                <a:lnTo>
                  <a:pt x="41625" y="48305"/>
                </a:lnTo>
                <a:lnTo>
                  <a:pt x="41991" y="47633"/>
                </a:lnTo>
                <a:lnTo>
                  <a:pt x="42381" y="46979"/>
                </a:lnTo>
                <a:lnTo>
                  <a:pt x="42795" y="46341"/>
                </a:lnTo>
                <a:lnTo>
                  <a:pt x="43232" y="45721"/>
                </a:lnTo>
                <a:lnTo>
                  <a:pt x="43693" y="45117"/>
                </a:lnTo>
                <a:lnTo>
                  <a:pt x="44178" y="44530"/>
                </a:lnTo>
                <a:lnTo>
                  <a:pt x="44686" y="43960"/>
                </a:lnTo>
                <a:lnTo>
                  <a:pt x="45218" y="43407"/>
                </a:lnTo>
                <a:lnTo>
                  <a:pt x="45774" y="42871"/>
                </a:lnTo>
                <a:lnTo>
                  <a:pt x="46351" y="42354"/>
                </a:lnTo>
                <a:lnTo>
                  <a:pt x="46948" y="41859"/>
                </a:lnTo>
                <a:lnTo>
                  <a:pt x="47565" y="41386"/>
                </a:lnTo>
                <a:lnTo>
                  <a:pt x="48202" y="40936"/>
                </a:lnTo>
                <a:lnTo>
                  <a:pt x="48859" y="40507"/>
                </a:lnTo>
                <a:lnTo>
                  <a:pt x="49536" y="40100"/>
                </a:lnTo>
                <a:lnTo>
                  <a:pt x="50233" y="39715"/>
                </a:lnTo>
                <a:lnTo>
                  <a:pt x="50950" y="39353"/>
                </a:lnTo>
                <a:lnTo>
                  <a:pt x="51686" y="39012"/>
                </a:lnTo>
                <a:lnTo>
                  <a:pt x="52442" y="38693"/>
                </a:lnTo>
                <a:lnTo>
                  <a:pt x="53219" y="38396"/>
                </a:lnTo>
                <a:lnTo>
                  <a:pt x="54015" y="38121"/>
                </a:lnTo>
                <a:lnTo>
                  <a:pt x="54831" y="37868"/>
                </a:lnTo>
                <a:lnTo>
                  <a:pt x="55667" y="37637"/>
                </a:lnTo>
                <a:lnTo>
                  <a:pt x="56523" y="37429"/>
                </a:lnTo>
                <a:lnTo>
                  <a:pt x="57399" y="37242"/>
                </a:lnTo>
                <a:lnTo>
                  <a:pt x="58294" y="37077"/>
                </a:lnTo>
                <a:lnTo>
                  <a:pt x="59210" y="36934"/>
                </a:lnTo>
                <a:lnTo>
                  <a:pt x="60145" y="36813"/>
                </a:lnTo>
                <a:lnTo>
                  <a:pt x="61101" y="36714"/>
                </a:lnTo>
                <a:lnTo>
                  <a:pt x="62076" y="36637"/>
                </a:lnTo>
                <a:lnTo>
                  <a:pt x="63071" y="36582"/>
                </a:lnTo>
                <a:lnTo>
                  <a:pt x="64086" y="36549"/>
                </a:lnTo>
                <a:lnTo>
                  <a:pt x="65121" y="36538"/>
                </a:lnTo>
                <a:lnTo>
                  <a:pt x="66079" y="36547"/>
                </a:lnTo>
                <a:lnTo>
                  <a:pt x="67019" y="36572"/>
                </a:lnTo>
                <a:lnTo>
                  <a:pt x="67941" y="36615"/>
                </a:lnTo>
                <a:lnTo>
                  <a:pt x="68846" y="36675"/>
                </a:lnTo>
                <a:lnTo>
                  <a:pt x="69733" y="36752"/>
                </a:lnTo>
                <a:lnTo>
                  <a:pt x="70603" y="36846"/>
                </a:lnTo>
                <a:lnTo>
                  <a:pt x="71455" y="36957"/>
                </a:lnTo>
                <a:lnTo>
                  <a:pt x="72290" y="37085"/>
                </a:lnTo>
                <a:lnTo>
                  <a:pt x="73107" y="37231"/>
                </a:lnTo>
                <a:lnTo>
                  <a:pt x="73906" y="37393"/>
                </a:lnTo>
                <a:lnTo>
                  <a:pt x="74688" y="37573"/>
                </a:lnTo>
                <a:lnTo>
                  <a:pt x="75452" y="37769"/>
                </a:lnTo>
                <a:lnTo>
                  <a:pt x="76199" y="37983"/>
                </a:lnTo>
                <a:lnTo>
                  <a:pt x="76928" y="38214"/>
                </a:lnTo>
                <a:lnTo>
                  <a:pt x="77640" y="38462"/>
                </a:lnTo>
                <a:lnTo>
                  <a:pt x="78334" y="38727"/>
                </a:lnTo>
                <a:lnTo>
                  <a:pt x="79011" y="39009"/>
                </a:lnTo>
                <a:lnTo>
                  <a:pt x="79670" y="39309"/>
                </a:lnTo>
                <a:lnTo>
                  <a:pt x="80311" y="39625"/>
                </a:lnTo>
                <a:lnTo>
                  <a:pt x="80935" y="39958"/>
                </a:lnTo>
                <a:lnTo>
                  <a:pt x="81542" y="40309"/>
                </a:lnTo>
                <a:lnTo>
                  <a:pt x="82131" y="40677"/>
                </a:lnTo>
                <a:lnTo>
                  <a:pt x="82702" y="41062"/>
                </a:lnTo>
                <a:lnTo>
                  <a:pt x="83256" y="41463"/>
                </a:lnTo>
                <a:lnTo>
                  <a:pt x="83789" y="41883"/>
                </a:lnTo>
                <a:lnTo>
                  <a:pt x="84300" y="42322"/>
                </a:lnTo>
                <a:lnTo>
                  <a:pt x="84788" y="42780"/>
                </a:lnTo>
                <a:lnTo>
                  <a:pt x="85254" y="43257"/>
                </a:lnTo>
                <a:lnTo>
                  <a:pt x="85696" y="43753"/>
                </a:lnTo>
                <a:lnTo>
                  <a:pt x="86116" y="44267"/>
                </a:lnTo>
                <a:lnTo>
                  <a:pt x="86514" y="44801"/>
                </a:lnTo>
                <a:lnTo>
                  <a:pt x="86888" y="45354"/>
                </a:lnTo>
                <a:lnTo>
                  <a:pt x="87240" y="45925"/>
                </a:lnTo>
                <a:lnTo>
                  <a:pt x="87570" y="46516"/>
                </a:lnTo>
                <a:lnTo>
                  <a:pt x="87876" y="47125"/>
                </a:lnTo>
                <a:lnTo>
                  <a:pt x="88160" y="47754"/>
                </a:lnTo>
                <a:lnTo>
                  <a:pt x="88421" y="48401"/>
                </a:lnTo>
                <a:lnTo>
                  <a:pt x="88659" y="49068"/>
                </a:lnTo>
                <a:lnTo>
                  <a:pt x="88875" y="49753"/>
                </a:lnTo>
                <a:lnTo>
                  <a:pt x="89068" y="50458"/>
                </a:lnTo>
                <a:lnTo>
                  <a:pt x="89238" y="51181"/>
                </a:lnTo>
                <a:lnTo>
                  <a:pt x="89386" y="51923"/>
                </a:lnTo>
                <a:lnTo>
                  <a:pt x="89511" y="52684"/>
                </a:lnTo>
                <a:lnTo>
                  <a:pt x="89613" y="53464"/>
                </a:lnTo>
                <a:lnTo>
                  <a:pt x="89692" y="54264"/>
                </a:lnTo>
                <a:lnTo>
                  <a:pt x="89749" y="55082"/>
                </a:lnTo>
                <a:lnTo>
                  <a:pt x="89783" y="55919"/>
                </a:lnTo>
                <a:lnTo>
                  <a:pt x="89795" y="56775"/>
                </a:lnTo>
                <a:lnTo>
                  <a:pt x="89782" y="57611"/>
                </a:lnTo>
                <a:lnTo>
                  <a:pt x="89743" y="58434"/>
                </a:lnTo>
                <a:lnTo>
                  <a:pt x="89679" y="59243"/>
                </a:lnTo>
                <a:lnTo>
                  <a:pt x="89589" y="60039"/>
                </a:lnTo>
                <a:lnTo>
                  <a:pt x="89473" y="60821"/>
                </a:lnTo>
                <a:lnTo>
                  <a:pt x="89331" y="61589"/>
                </a:lnTo>
                <a:lnTo>
                  <a:pt x="89164" y="62344"/>
                </a:lnTo>
                <a:lnTo>
                  <a:pt x="88971" y="63085"/>
                </a:lnTo>
                <a:lnTo>
                  <a:pt x="88752" y="63813"/>
                </a:lnTo>
                <a:lnTo>
                  <a:pt x="88507" y="64527"/>
                </a:lnTo>
                <a:lnTo>
                  <a:pt x="88237" y="65227"/>
                </a:lnTo>
                <a:lnTo>
                  <a:pt x="87941" y="65913"/>
                </a:lnTo>
                <a:lnTo>
                  <a:pt x="87619" y="66586"/>
                </a:lnTo>
                <a:lnTo>
                  <a:pt x="87271" y="67246"/>
                </a:lnTo>
                <a:lnTo>
                  <a:pt x="86898" y="67891"/>
                </a:lnTo>
                <a:lnTo>
                  <a:pt x="86499" y="68523"/>
                </a:lnTo>
                <a:lnTo>
                  <a:pt x="86074" y="69142"/>
                </a:lnTo>
                <a:lnTo>
                  <a:pt x="85623" y="69747"/>
                </a:lnTo>
                <a:lnTo>
                  <a:pt x="85147" y="70338"/>
                </a:lnTo>
                <a:lnTo>
                  <a:pt x="84645" y="70915"/>
                </a:lnTo>
                <a:lnTo>
                  <a:pt x="84117" y="71479"/>
                </a:lnTo>
                <a:lnTo>
                  <a:pt x="83564" y="72029"/>
                </a:lnTo>
                <a:lnTo>
                  <a:pt x="82984" y="72566"/>
                </a:lnTo>
                <a:lnTo>
                  <a:pt x="82379" y="73089"/>
                </a:lnTo>
                <a:lnTo>
                  <a:pt x="81753" y="73594"/>
                </a:lnTo>
                <a:lnTo>
                  <a:pt x="81110" y="74077"/>
                </a:lnTo>
                <a:lnTo>
                  <a:pt x="80452" y="74539"/>
                </a:lnTo>
                <a:lnTo>
                  <a:pt x="79776" y="74980"/>
                </a:lnTo>
                <a:lnTo>
                  <a:pt x="79085" y="75399"/>
                </a:lnTo>
                <a:lnTo>
                  <a:pt x="78376" y="75797"/>
                </a:lnTo>
                <a:lnTo>
                  <a:pt x="77652" y="76173"/>
                </a:lnTo>
                <a:lnTo>
                  <a:pt x="76911" y="76527"/>
                </a:lnTo>
                <a:lnTo>
                  <a:pt x="76154" y="76860"/>
                </a:lnTo>
                <a:lnTo>
                  <a:pt x="75380" y="77172"/>
                </a:lnTo>
                <a:lnTo>
                  <a:pt x="74590" y="77462"/>
                </a:lnTo>
                <a:lnTo>
                  <a:pt x="73784" y="77731"/>
                </a:lnTo>
                <a:lnTo>
                  <a:pt x="72961" y="77978"/>
                </a:lnTo>
                <a:lnTo>
                  <a:pt x="72122" y="78204"/>
                </a:lnTo>
                <a:lnTo>
                  <a:pt x="71266" y="78408"/>
                </a:lnTo>
                <a:lnTo>
                  <a:pt x="70395" y="78590"/>
                </a:lnTo>
                <a:lnTo>
                  <a:pt x="69506" y="78752"/>
                </a:lnTo>
                <a:lnTo>
                  <a:pt x="68602" y="78891"/>
                </a:lnTo>
                <a:lnTo>
                  <a:pt x="67680" y="79010"/>
                </a:lnTo>
                <a:lnTo>
                  <a:pt x="66743" y="79106"/>
                </a:lnTo>
                <a:lnTo>
                  <a:pt x="65789" y="79181"/>
                </a:lnTo>
                <a:lnTo>
                  <a:pt x="64819" y="79235"/>
                </a:lnTo>
                <a:lnTo>
                  <a:pt x="63832" y="79267"/>
                </a:lnTo>
                <a:lnTo>
                  <a:pt x="62829" y="79278"/>
                </a:lnTo>
                <a:lnTo>
                  <a:pt x="50830" y="79278"/>
                </a:lnTo>
                <a:lnTo>
                  <a:pt x="50830" y="107322"/>
                </a:lnTo>
                <a:lnTo>
                  <a:pt x="61751" y="107322"/>
                </a:lnTo>
                <a:lnTo>
                  <a:pt x="62866" y="107332"/>
                </a:lnTo>
                <a:lnTo>
                  <a:pt x="63964" y="107363"/>
                </a:lnTo>
                <a:lnTo>
                  <a:pt x="65045" y="107414"/>
                </a:lnTo>
                <a:lnTo>
                  <a:pt x="66110" y="107486"/>
                </a:lnTo>
                <a:lnTo>
                  <a:pt x="67158" y="107578"/>
                </a:lnTo>
                <a:lnTo>
                  <a:pt x="68189" y="107691"/>
                </a:lnTo>
                <a:lnTo>
                  <a:pt x="69203" y="107824"/>
                </a:lnTo>
                <a:lnTo>
                  <a:pt x="70200" y="107978"/>
                </a:lnTo>
                <a:lnTo>
                  <a:pt x="71180" y="108152"/>
                </a:lnTo>
                <a:lnTo>
                  <a:pt x="72144" y="108347"/>
                </a:lnTo>
                <a:lnTo>
                  <a:pt x="73090" y="108562"/>
                </a:lnTo>
                <a:lnTo>
                  <a:pt x="74020" y="108798"/>
                </a:lnTo>
                <a:lnTo>
                  <a:pt x="74933" y="109054"/>
                </a:lnTo>
                <a:lnTo>
                  <a:pt x="75829" y="109331"/>
                </a:lnTo>
                <a:lnTo>
                  <a:pt x="76708" y="109628"/>
                </a:lnTo>
                <a:lnTo>
                  <a:pt x="77570" y="109946"/>
                </a:lnTo>
                <a:lnTo>
                  <a:pt x="78416" y="110284"/>
                </a:lnTo>
                <a:lnTo>
                  <a:pt x="79244" y="110642"/>
                </a:lnTo>
                <a:lnTo>
                  <a:pt x="80056" y="111022"/>
                </a:lnTo>
                <a:lnTo>
                  <a:pt x="80851" y="111421"/>
                </a:lnTo>
                <a:lnTo>
                  <a:pt x="81629" y="111842"/>
                </a:lnTo>
                <a:lnTo>
                  <a:pt x="82390" y="112282"/>
                </a:lnTo>
                <a:lnTo>
                  <a:pt x="83135" y="112743"/>
                </a:lnTo>
                <a:lnTo>
                  <a:pt x="83862" y="113225"/>
                </a:lnTo>
                <a:lnTo>
                  <a:pt x="84566" y="113729"/>
                </a:lnTo>
                <a:lnTo>
                  <a:pt x="85240" y="114258"/>
                </a:lnTo>
                <a:lnTo>
                  <a:pt x="85885" y="114813"/>
                </a:lnTo>
                <a:lnTo>
                  <a:pt x="86499" y="115393"/>
                </a:lnTo>
                <a:lnTo>
                  <a:pt x="87083" y="115997"/>
                </a:lnTo>
                <a:lnTo>
                  <a:pt x="87637" y="116627"/>
                </a:lnTo>
                <a:lnTo>
                  <a:pt x="88162" y="117282"/>
                </a:lnTo>
                <a:lnTo>
                  <a:pt x="88656" y="117963"/>
                </a:lnTo>
                <a:lnTo>
                  <a:pt x="89120" y="118668"/>
                </a:lnTo>
                <a:lnTo>
                  <a:pt x="89555" y="119399"/>
                </a:lnTo>
                <a:lnTo>
                  <a:pt x="89959" y="120154"/>
                </a:lnTo>
                <a:lnTo>
                  <a:pt x="90334" y="120935"/>
                </a:lnTo>
                <a:lnTo>
                  <a:pt x="90678" y="121741"/>
                </a:lnTo>
                <a:lnTo>
                  <a:pt x="90993" y="122573"/>
                </a:lnTo>
                <a:lnTo>
                  <a:pt x="91278" y="123429"/>
                </a:lnTo>
                <a:lnTo>
                  <a:pt x="91532" y="124311"/>
                </a:lnTo>
                <a:lnTo>
                  <a:pt x="91757" y="125217"/>
                </a:lnTo>
                <a:lnTo>
                  <a:pt x="91952" y="126149"/>
                </a:lnTo>
                <a:lnTo>
                  <a:pt x="92117" y="127106"/>
                </a:lnTo>
                <a:lnTo>
                  <a:pt x="92251" y="128089"/>
                </a:lnTo>
                <a:lnTo>
                  <a:pt x="92356" y="129096"/>
                </a:lnTo>
                <a:lnTo>
                  <a:pt x="92431" y="130129"/>
                </a:lnTo>
                <a:lnTo>
                  <a:pt x="92476" y="131186"/>
                </a:lnTo>
                <a:lnTo>
                  <a:pt x="92491" y="132269"/>
                </a:lnTo>
                <a:lnTo>
                  <a:pt x="92479" y="133386"/>
                </a:lnTo>
                <a:lnTo>
                  <a:pt x="92443" y="134477"/>
                </a:lnTo>
                <a:lnTo>
                  <a:pt x="92383" y="135543"/>
                </a:lnTo>
                <a:lnTo>
                  <a:pt x="92298" y="136583"/>
                </a:lnTo>
                <a:lnTo>
                  <a:pt x="92190" y="137599"/>
                </a:lnTo>
                <a:lnTo>
                  <a:pt x="92057" y="138590"/>
                </a:lnTo>
                <a:lnTo>
                  <a:pt x="91900" y="139555"/>
                </a:lnTo>
                <a:lnTo>
                  <a:pt x="91720" y="140495"/>
                </a:lnTo>
                <a:lnTo>
                  <a:pt x="91515" y="141410"/>
                </a:lnTo>
                <a:lnTo>
                  <a:pt x="91286" y="142300"/>
                </a:lnTo>
                <a:lnTo>
                  <a:pt x="91033" y="143165"/>
                </a:lnTo>
                <a:lnTo>
                  <a:pt x="90755" y="144004"/>
                </a:lnTo>
                <a:lnTo>
                  <a:pt x="90454" y="144819"/>
                </a:lnTo>
                <a:lnTo>
                  <a:pt x="90128" y="145608"/>
                </a:lnTo>
                <a:lnTo>
                  <a:pt x="89779" y="146372"/>
                </a:lnTo>
                <a:lnTo>
                  <a:pt x="89405" y="147111"/>
                </a:lnTo>
                <a:lnTo>
                  <a:pt x="89007" y="147825"/>
                </a:lnTo>
                <a:lnTo>
                  <a:pt x="88585" y="148514"/>
                </a:lnTo>
                <a:lnTo>
                  <a:pt x="88139" y="149178"/>
                </a:lnTo>
                <a:lnTo>
                  <a:pt x="87669" y="149816"/>
                </a:lnTo>
                <a:lnTo>
                  <a:pt x="87175" y="150429"/>
                </a:lnTo>
                <a:lnTo>
                  <a:pt x="86657" y="151017"/>
                </a:lnTo>
                <a:lnTo>
                  <a:pt x="86114" y="151580"/>
                </a:lnTo>
                <a:lnTo>
                  <a:pt x="85548" y="152118"/>
                </a:lnTo>
                <a:lnTo>
                  <a:pt x="84958" y="152633"/>
                </a:lnTo>
                <a:lnTo>
                  <a:pt x="84346" y="153125"/>
                </a:lnTo>
                <a:lnTo>
                  <a:pt x="83712" y="153596"/>
                </a:lnTo>
                <a:lnTo>
                  <a:pt x="83055" y="154044"/>
                </a:lnTo>
                <a:lnTo>
                  <a:pt x="82376" y="154471"/>
                </a:lnTo>
                <a:lnTo>
                  <a:pt x="81676" y="154876"/>
                </a:lnTo>
                <a:lnTo>
                  <a:pt x="80952" y="155259"/>
                </a:lnTo>
                <a:lnTo>
                  <a:pt x="80207" y="155620"/>
                </a:lnTo>
                <a:lnTo>
                  <a:pt x="79439" y="155959"/>
                </a:lnTo>
                <a:lnTo>
                  <a:pt x="78649" y="156277"/>
                </a:lnTo>
                <a:lnTo>
                  <a:pt x="77837" y="156572"/>
                </a:lnTo>
                <a:lnTo>
                  <a:pt x="77003" y="156846"/>
                </a:lnTo>
                <a:lnTo>
                  <a:pt x="76146" y="157097"/>
                </a:lnTo>
                <a:lnTo>
                  <a:pt x="75268" y="157327"/>
                </a:lnTo>
                <a:lnTo>
                  <a:pt x="74366" y="157535"/>
                </a:lnTo>
                <a:lnTo>
                  <a:pt x="73443" y="157721"/>
                </a:lnTo>
                <a:lnTo>
                  <a:pt x="72498" y="157885"/>
                </a:lnTo>
                <a:lnTo>
                  <a:pt x="71530" y="158027"/>
                </a:lnTo>
                <a:lnTo>
                  <a:pt x="70540" y="158148"/>
                </a:lnTo>
                <a:lnTo>
                  <a:pt x="69528" y="158246"/>
                </a:lnTo>
                <a:lnTo>
                  <a:pt x="68493" y="158323"/>
                </a:lnTo>
                <a:lnTo>
                  <a:pt x="67436" y="158378"/>
                </a:lnTo>
                <a:lnTo>
                  <a:pt x="66357" y="158411"/>
                </a:lnTo>
                <a:lnTo>
                  <a:pt x="65256" y="158421"/>
                </a:lnTo>
                <a:lnTo>
                  <a:pt x="64043" y="158409"/>
                </a:lnTo>
                <a:lnTo>
                  <a:pt x="62852" y="158370"/>
                </a:lnTo>
                <a:lnTo>
                  <a:pt x="61684" y="158305"/>
                </a:lnTo>
                <a:lnTo>
                  <a:pt x="60539" y="158215"/>
                </a:lnTo>
                <a:lnTo>
                  <a:pt x="59417" y="158098"/>
                </a:lnTo>
                <a:lnTo>
                  <a:pt x="58317" y="157956"/>
                </a:lnTo>
                <a:lnTo>
                  <a:pt x="57240" y="157788"/>
                </a:lnTo>
                <a:lnTo>
                  <a:pt x="56185" y="157594"/>
                </a:lnTo>
                <a:lnTo>
                  <a:pt x="55154" y="157374"/>
                </a:lnTo>
                <a:lnTo>
                  <a:pt x="54145" y="157129"/>
                </a:lnTo>
                <a:lnTo>
                  <a:pt x="53158" y="156857"/>
                </a:lnTo>
                <a:lnTo>
                  <a:pt x="52195" y="156560"/>
                </a:lnTo>
                <a:lnTo>
                  <a:pt x="51254" y="156237"/>
                </a:lnTo>
                <a:lnTo>
                  <a:pt x="50336" y="155888"/>
                </a:lnTo>
                <a:lnTo>
                  <a:pt x="49440" y="155513"/>
                </a:lnTo>
                <a:lnTo>
                  <a:pt x="48568" y="155113"/>
                </a:lnTo>
                <a:lnTo>
                  <a:pt x="47718" y="154686"/>
                </a:lnTo>
                <a:lnTo>
                  <a:pt x="46890" y="154234"/>
                </a:lnTo>
                <a:lnTo>
                  <a:pt x="46086" y="153755"/>
                </a:lnTo>
                <a:lnTo>
                  <a:pt x="45304" y="153251"/>
                </a:lnTo>
                <a:lnTo>
                  <a:pt x="44544" y="152721"/>
                </a:lnTo>
                <a:lnTo>
                  <a:pt x="43808" y="152166"/>
                </a:lnTo>
                <a:lnTo>
                  <a:pt x="43094" y="151584"/>
                </a:lnTo>
                <a:lnTo>
                  <a:pt x="42403" y="150976"/>
                </a:lnTo>
                <a:lnTo>
                  <a:pt x="41737" y="150346"/>
                </a:lnTo>
                <a:lnTo>
                  <a:pt x="41100" y="149694"/>
                </a:lnTo>
                <a:lnTo>
                  <a:pt x="40491" y="149023"/>
                </a:lnTo>
                <a:lnTo>
                  <a:pt x="39911" y="148331"/>
                </a:lnTo>
                <a:lnTo>
                  <a:pt x="39358" y="147619"/>
                </a:lnTo>
                <a:lnTo>
                  <a:pt x="38834" y="146887"/>
                </a:lnTo>
                <a:lnTo>
                  <a:pt x="38339" y="146135"/>
                </a:lnTo>
                <a:lnTo>
                  <a:pt x="37871" y="145362"/>
                </a:lnTo>
                <a:lnTo>
                  <a:pt x="37432" y="144569"/>
                </a:lnTo>
                <a:lnTo>
                  <a:pt x="37022" y="143756"/>
                </a:lnTo>
                <a:lnTo>
                  <a:pt x="36639" y="142922"/>
                </a:lnTo>
                <a:lnTo>
                  <a:pt x="36285" y="142068"/>
                </a:lnTo>
                <a:lnTo>
                  <a:pt x="35960" y="141194"/>
                </a:lnTo>
                <a:lnTo>
                  <a:pt x="35662" y="140300"/>
                </a:lnTo>
                <a:lnTo>
                  <a:pt x="35393" y="139386"/>
                </a:lnTo>
                <a:lnTo>
                  <a:pt x="35152" y="138451"/>
                </a:lnTo>
                <a:lnTo>
                  <a:pt x="34940" y="137496"/>
                </a:lnTo>
                <a:lnTo>
                  <a:pt x="34756" y="136520"/>
                </a:lnTo>
                <a:lnTo>
                  <a:pt x="34600" y="135525"/>
                </a:lnTo>
                <a:lnTo>
                  <a:pt x="34473" y="134509"/>
                </a:lnTo>
                <a:lnTo>
                  <a:pt x="34373" y="133473"/>
                </a:lnTo>
                <a:lnTo>
                  <a:pt x="34303" y="132416"/>
                </a:lnTo>
                <a:lnTo>
                  <a:pt x="34260" y="131340"/>
                </a:lnTo>
                <a:lnTo>
                  <a:pt x="34246" y="130243"/>
                </a:lnTo>
                <a:lnTo>
                  <a:pt x="0" y="130243"/>
                </a:lnTo>
                <a:lnTo>
                  <a:pt x="30" y="132627"/>
                </a:lnTo>
                <a:lnTo>
                  <a:pt x="119" y="134961"/>
                </a:lnTo>
                <a:lnTo>
                  <a:pt x="268" y="137244"/>
                </a:lnTo>
                <a:lnTo>
                  <a:pt x="476" y="139475"/>
                </a:lnTo>
                <a:lnTo>
                  <a:pt x="743" y="141656"/>
                </a:lnTo>
                <a:lnTo>
                  <a:pt x="1070" y="143786"/>
                </a:lnTo>
                <a:lnTo>
                  <a:pt x="1457" y="145866"/>
                </a:lnTo>
                <a:lnTo>
                  <a:pt x="1903" y="147894"/>
                </a:lnTo>
                <a:lnTo>
                  <a:pt x="2408" y="149871"/>
                </a:lnTo>
                <a:lnTo>
                  <a:pt x="2973" y="151797"/>
                </a:lnTo>
                <a:lnTo>
                  <a:pt x="3597" y="153673"/>
                </a:lnTo>
                <a:lnTo>
                  <a:pt x="4281" y="155497"/>
                </a:lnTo>
                <a:lnTo>
                  <a:pt x="5024" y="157271"/>
                </a:lnTo>
                <a:lnTo>
                  <a:pt x="5827" y="158994"/>
                </a:lnTo>
                <a:lnTo>
                  <a:pt x="6689" y="160666"/>
                </a:lnTo>
                <a:lnTo>
                  <a:pt x="7610" y="162286"/>
                </a:lnTo>
                <a:lnTo>
                  <a:pt x="8591" y="163856"/>
                </a:lnTo>
                <a:lnTo>
                  <a:pt x="9632" y="165376"/>
                </a:lnTo>
                <a:lnTo>
                  <a:pt x="10732" y="166844"/>
                </a:lnTo>
                <a:lnTo>
                  <a:pt x="11891" y="168261"/>
                </a:lnTo>
                <a:lnTo>
                  <a:pt x="13110" y="169627"/>
                </a:lnTo>
                <a:lnTo>
                  <a:pt x="14388" y="170943"/>
                </a:lnTo>
                <a:lnTo>
                  <a:pt x="15726" y="172207"/>
                </a:lnTo>
                <a:lnTo>
                  <a:pt x="17123" y="173421"/>
                </a:lnTo>
                <a:lnTo>
                  <a:pt x="18574" y="174584"/>
                </a:lnTo>
                <a:lnTo>
                  <a:pt x="20074" y="175698"/>
                </a:lnTo>
                <a:lnTo>
                  <a:pt x="21623" y="176763"/>
                </a:lnTo>
                <a:lnTo>
                  <a:pt x="23220" y="177778"/>
                </a:lnTo>
                <a:lnTo>
                  <a:pt x="24866" y="178743"/>
                </a:lnTo>
                <a:lnTo>
                  <a:pt x="26561" y="179659"/>
                </a:lnTo>
                <a:lnTo>
                  <a:pt x="28304" y="180525"/>
                </a:lnTo>
                <a:lnTo>
                  <a:pt x="30096" y="181342"/>
                </a:lnTo>
                <a:lnTo>
                  <a:pt x="31937" y="182109"/>
                </a:lnTo>
                <a:lnTo>
                  <a:pt x="33827" y="182827"/>
                </a:lnTo>
                <a:lnTo>
                  <a:pt x="35765" y="183496"/>
                </a:lnTo>
                <a:lnTo>
                  <a:pt x="37751" y="184114"/>
                </a:lnTo>
                <a:lnTo>
                  <a:pt x="39787" y="184684"/>
                </a:lnTo>
                <a:lnTo>
                  <a:pt x="41871" y="185204"/>
                </a:lnTo>
                <a:lnTo>
                  <a:pt x="44004" y="185674"/>
                </a:lnTo>
                <a:lnTo>
                  <a:pt x="46186" y="186095"/>
                </a:lnTo>
                <a:lnTo>
                  <a:pt x="48416" y="186466"/>
                </a:lnTo>
                <a:lnTo>
                  <a:pt x="50695" y="186788"/>
                </a:lnTo>
                <a:lnTo>
                  <a:pt x="53022" y="187060"/>
                </a:lnTo>
                <a:lnTo>
                  <a:pt x="55399" y="187283"/>
                </a:lnTo>
                <a:lnTo>
                  <a:pt x="57824" y="187456"/>
                </a:lnTo>
                <a:lnTo>
                  <a:pt x="60298" y="187580"/>
                </a:lnTo>
                <a:lnTo>
                  <a:pt x="62820" y="187654"/>
                </a:lnTo>
                <a:lnTo>
                  <a:pt x="65391" y="187679"/>
                </a:lnTo>
                <a:lnTo>
                  <a:pt x="67022" y="187668"/>
                </a:lnTo>
                <a:lnTo>
                  <a:pt x="68634" y="187637"/>
                </a:lnTo>
                <a:lnTo>
                  <a:pt x="70227" y="187584"/>
                </a:lnTo>
                <a:lnTo>
                  <a:pt x="71801" y="187511"/>
                </a:lnTo>
                <a:lnTo>
                  <a:pt x="73356" y="187416"/>
                </a:lnTo>
                <a:close/>
                <a:moveTo>
                  <a:pt x="1046727" y="94232"/>
                </a:moveTo>
                <a:lnTo>
                  <a:pt x="1047223" y="93653"/>
                </a:lnTo>
                <a:lnTo>
                  <a:pt x="1047725" y="93082"/>
                </a:lnTo>
                <a:lnTo>
                  <a:pt x="1048234" y="92519"/>
                </a:lnTo>
                <a:lnTo>
                  <a:pt x="1048750" y="91963"/>
                </a:lnTo>
                <a:lnTo>
                  <a:pt x="1049273" y="91414"/>
                </a:lnTo>
                <a:lnTo>
                  <a:pt x="1049803" y="90874"/>
                </a:lnTo>
                <a:lnTo>
                  <a:pt x="1050339" y="90341"/>
                </a:lnTo>
                <a:lnTo>
                  <a:pt x="1050882" y="89815"/>
                </a:lnTo>
                <a:lnTo>
                  <a:pt x="1051432" y="89297"/>
                </a:lnTo>
                <a:lnTo>
                  <a:pt x="1051989" y="88787"/>
                </a:lnTo>
                <a:lnTo>
                  <a:pt x="1052553" y="88285"/>
                </a:lnTo>
                <a:lnTo>
                  <a:pt x="1053123" y="87790"/>
                </a:lnTo>
                <a:lnTo>
                  <a:pt x="1053700" y="87302"/>
                </a:lnTo>
                <a:lnTo>
                  <a:pt x="1054284" y="86822"/>
                </a:lnTo>
                <a:lnTo>
                  <a:pt x="1054875" y="86350"/>
                </a:lnTo>
                <a:lnTo>
                  <a:pt x="1055472" y="85886"/>
                </a:lnTo>
                <a:lnTo>
                  <a:pt x="1056076" y="85429"/>
                </a:lnTo>
                <a:lnTo>
                  <a:pt x="1056687" y="84979"/>
                </a:lnTo>
                <a:lnTo>
                  <a:pt x="1057305" y="84538"/>
                </a:lnTo>
                <a:lnTo>
                  <a:pt x="1057930" y="84103"/>
                </a:lnTo>
                <a:lnTo>
                  <a:pt x="1058561" y="83677"/>
                </a:lnTo>
                <a:lnTo>
                  <a:pt x="1059201" y="83263"/>
                </a:lnTo>
                <a:lnTo>
                  <a:pt x="1059852" y="82867"/>
                </a:lnTo>
                <a:lnTo>
                  <a:pt x="1060513" y="82488"/>
                </a:lnTo>
                <a:lnTo>
                  <a:pt x="1061185" y="82127"/>
                </a:lnTo>
                <a:lnTo>
                  <a:pt x="1061867" y="81783"/>
                </a:lnTo>
                <a:lnTo>
                  <a:pt x="1062560" y="81457"/>
                </a:lnTo>
                <a:lnTo>
                  <a:pt x="1063263" y="81149"/>
                </a:lnTo>
                <a:lnTo>
                  <a:pt x="1063977" y="80859"/>
                </a:lnTo>
                <a:lnTo>
                  <a:pt x="1064701" y="80586"/>
                </a:lnTo>
                <a:lnTo>
                  <a:pt x="1065436" y="80330"/>
                </a:lnTo>
                <a:lnTo>
                  <a:pt x="1066182" y="80092"/>
                </a:lnTo>
                <a:lnTo>
                  <a:pt x="1066937" y="79872"/>
                </a:lnTo>
                <a:lnTo>
                  <a:pt x="1067704" y="79670"/>
                </a:lnTo>
                <a:lnTo>
                  <a:pt x="1068481" y="79485"/>
                </a:lnTo>
                <a:lnTo>
                  <a:pt x="1069268" y="79317"/>
                </a:lnTo>
                <a:lnTo>
                  <a:pt x="1070067" y="79168"/>
                </a:lnTo>
                <a:lnTo>
                  <a:pt x="1070875" y="79036"/>
                </a:lnTo>
                <a:lnTo>
                  <a:pt x="1071694" y="78921"/>
                </a:lnTo>
                <a:lnTo>
                  <a:pt x="1072524" y="78824"/>
                </a:lnTo>
                <a:lnTo>
                  <a:pt x="1073364" y="78745"/>
                </a:lnTo>
                <a:lnTo>
                  <a:pt x="1074215" y="78683"/>
                </a:lnTo>
                <a:lnTo>
                  <a:pt x="1075076" y="78639"/>
                </a:lnTo>
                <a:lnTo>
                  <a:pt x="1075948" y="78613"/>
                </a:lnTo>
                <a:lnTo>
                  <a:pt x="1076830" y="78604"/>
                </a:lnTo>
                <a:lnTo>
                  <a:pt x="1077421" y="78609"/>
                </a:lnTo>
                <a:lnTo>
                  <a:pt x="1078002" y="78625"/>
                </a:lnTo>
                <a:lnTo>
                  <a:pt x="1078574" y="78651"/>
                </a:lnTo>
                <a:lnTo>
                  <a:pt x="1079136" y="78688"/>
                </a:lnTo>
                <a:lnTo>
                  <a:pt x="1079688" y="78735"/>
                </a:lnTo>
                <a:lnTo>
                  <a:pt x="1080231" y="78793"/>
                </a:lnTo>
                <a:lnTo>
                  <a:pt x="1080764" y="78861"/>
                </a:lnTo>
                <a:lnTo>
                  <a:pt x="1081287" y="78939"/>
                </a:lnTo>
                <a:lnTo>
                  <a:pt x="1081801" y="79028"/>
                </a:lnTo>
                <a:lnTo>
                  <a:pt x="1082305" y="79128"/>
                </a:lnTo>
                <a:lnTo>
                  <a:pt x="1082800" y="79238"/>
                </a:lnTo>
                <a:lnTo>
                  <a:pt x="1083285" y="79358"/>
                </a:lnTo>
                <a:lnTo>
                  <a:pt x="1083761" y="79489"/>
                </a:lnTo>
                <a:lnTo>
                  <a:pt x="1084227" y="79631"/>
                </a:lnTo>
                <a:lnTo>
                  <a:pt x="1084683" y="79782"/>
                </a:lnTo>
                <a:lnTo>
                  <a:pt x="1085130" y="79945"/>
                </a:lnTo>
                <a:lnTo>
                  <a:pt x="1085567" y="80118"/>
                </a:lnTo>
                <a:lnTo>
                  <a:pt x="1085994" y="80301"/>
                </a:lnTo>
                <a:lnTo>
                  <a:pt x="1086412" y="80495"/>
                </a:lnTo>
                <a:lnTo>
                  <a:pt x="1086821" y="80699"/>
                </a:lnTo>
                <a:lnTo>
                  <a:pt x="1087219" y="80914"/>
                </a:lnTo>
                <a:lnTo>
                  <a:pt x="1087609" y="81139"/>
                </a:lnTo>
                <a:lnTo>
                  <a:pt x="1087988" y="81375"/>
                </a:lnTo>
                <a:lnTo>
                  <a:pt x="1088358" y="81621"/>
                </a:lnTo>
                <a:lnTo>
                  <a:pt x="1088719" y="81876"/>
                </a:lnTo>
                <a:lnTo>
                  <a:pt x="1089072" y="82141"/>
                </a:lnTo>
                <a:lnTo>
                  <a:pt x="1089417" y="82413"/>
                </a:lnTo>
                <a:lnTo>
                  <a:pt x="1089753" y="82695"/>
                </a:lnTo>
                <a:lnTo>
                  <a:pt x="1090081" y="82985"/>
                </a:lnTo>
                <a:lnTo>
                  <a:pt x="1090402" y="83283"/>
                </a:lnTo>
                <a:lnTo>
                  <a:pt x="1090713" y="83590"/>
                </a:lnTo>
                <a:lnTo>
                  <a:pt x="1091017" y="83906"/>
                </a:lnTo>
                <a:lnTo>
                  <a:pt x="1091313" y="84230"/>
                </a:lnTo>
                <a:lnTo>
                  <a:pt x="1091600" y="84563"/>
                </a:lnTo>
                <a:lnTo>
                  <a:pt x="1091879" y="84904"/>
                </a:lnTo>
                <a:lnTo>
                  <a:pt x="1092150" y="85254"/>
                </a:lnTo>
                <a:lnTo>
                  <a:pt x="1092413" y="85612"/>
                </a:lnTo>
                <a:lnTo>
                  <a:pt x="1092667" y="85979"/>
                </a:lnTo>
                <a:lnTo>
                  <a:pt x="1092914" y="86355"/>
                </a:lnTo>
                <a:lnTo>
                  <a:pt x="1093152" y="86739"/>
                </a:lnTo>
                <a:lnTo>
                  <a:pt x="1093382" y="87131"/>
                </a:lnTo>
                <a:lnTo>
                  <a:pt x="1093604" y="87532"/>
                </a:lnTo>
                <a:lnTo>
                  <a:pt x="1093817" y="87942"/>
                </a:lnTo>
                <a:lnTo>
                  <a:pt x="1094023" y="88360"/>
                </a:lnTo>
                <a:lnTo>
                  <a:pt x="1094220" y="88787"/>
                </a:lnTo>
                <a:lnTo>
                  <a:pt x="1094409" y="89223"/>
                </a:lnTo>
                <a:lnTo>
                  <a:pt x="1094590" y="89667"/>
                </a:lnTo>
                <a:lnTo>
                  <a:pt x="1094762" y="90119"/>
                </a:lnTo>
                <a:lnTo>
                  <a:pt x="1094927" y="90579"/>
                </a:lnTo>
                <a:lnTo>
                  <a:pt x="1095085" y="91045"/>
                </a:lnTo>
                <a:lnTo>
                  <a:pt x="1095236" y="91517"/>
                </a:lnTo>
                <a:lnTo>
                  <a:pt x="1095380" y="91996"/>
                </a:lnTo>
                <a:lnTo>
                  <a:pt x="1095517" y="92481"/>
                </a:lnTo>
                <a:lnTo>
                  <a:pt x="1095647" y="92971"/>
                </a:lnTo>
                <a:lnTo>
                  <a:pt x="1095770" y="93469"/>
                </a:lnTo>
                <a:lnTo>
                  <a:pt x="1095886" y="93972"/>
                </a:lnTo>
                <a:lnTo>
                  <a:pt x="1095995" y="94481"/>
                </a:lnTo>
                <a:lnTo>
                  <a:pt x="1096097" y="94997"/>
                </a:lnTo>
                <a:lnTo>
                  <a:pt x="1096191" y="95519"/>
                </a:lnTo>
                <a:lnTo>
                  <a:pt x="1096279" y="96047"/>
                </a:lnTo>
                <a:lnTo>
                  <a:pt x="1096360" y="96582"/>
                </a:lnTo>
                <a:lnTo>
                  <a:pt x="1096434" y="97122"/>
                </a:lnTo>
                <a:lnTo>
                  <a:pt x="1096500" y="97669"/>
                </a:lnTo>
                <a:lnTo>
                  <a:pt x="1096560" y="98222"/>
                </a:lnTo>
                <a:lnTo>
                  <a:pt x="1096613" y="98781"/>
                </a:lnTo>
                <a:lnTo>
                  <a:pt x="1096658" y="99346"/>
                </a:lnTo>
                <a:lnTo>
                  <a:pt x="1096697" y="99918"/>
                </a:lnTo>
                <a:lnTo>
                  <a:pt x="1096729" y="100496"/>
                </a:lnTo>
                <a:lnTo>
                  <a:pt x="1096753" y="101080"/>
                </a:lnTo>
                <a:lnTo>
                  <a:pt x="1096771" y="101670"/>
                </a:lnTo>
                <a:lnTo>
                  <a:pt x="1096781" y="102266"/>
                </a:lnTo>
                <a:lnTo>
                  <a:pt x="1096785" y="102869"/>
                </a:lnTo>
                <a:lnTo>
                  <a:pt x="1096785" y="185252"/>
                </a:lnTo>
                <a:lnTo>
                  <a:pt x="1132244" y="185252"/>
                </a:lnTo>
                <a:lnTo>
                  <a:pt x="1132244" y="98512"/>
                </a:lnTo>
                <a:lnTo>
                  <a:pt x="1132225" y="96551"/>
                </a:lnTo>
                <a:lnTo>
                  <a:pt x="1132167" y="94630"/>
                </a:lnTo>
                <a:lnTo>
                  <a:pt x="1132071" y="92748"/>
                </a:lnTo>
                <a:lnTo>
                  <a:pt x="1131937" y="90906"/>
                </a:lnTo>
                <a:lnTo>
                  <a:pt x="1131764" y="89104"/>
                </a:lnTo>
                <a:lnTo>
                  <a:pt x="1131553" y="87341"/>
                </a:lnTo>
                <a:lnTo>
                  <a:pt x="1131304" y="85618"/>
                </a:lnTo>
                <a:lnTo>
                  <a:pt x="1131016" y="83934"/>
                </a:lnTo>
                <a:lnTo>
                  <a:pt x="1130689" y="82290"/>
                </a:lnTo>
                <a:lnTo>
                  <a:pt x="1130325" y="80686"/>
                </a:lnTo>
                <a:lnTo>
                  <a:pt x="1129922" y="79121"/>
                </a:lnTo>
                <a:lnTo>
                  <a:pt x="1129480" y="77596"/>
                </a:lnTo>
                <a:lnTo>
                  <a:pt x="1129000" y="76110"/>
                </a:lnTo>
                <a:lnTo>
                  <a:pt x="1128482" y="74664"/>
                </a:lnTo>
                <a:lnTo>
                  <a:pt x="1127926" y="73258"/>
                </a:lnTo>
                <a:lnTo>
                  <a:pt x="1127330" y="71891"/>
                </a:lnTo>
                <a:lnTo>
                  <a:pt x="1126697" y="70564"/>
                </a:lnTo>
                <a:lnTo>
                  <a:pt x="1126025" y="69276"/>
                </a:lnTo>
                <a:lnTo>
                  <a:pt x="1125315" y="68028"/>
                </a:lnTo>
                <a:lnTo>
                  <a:pt x="1124567" y="66820"/>
                </a:lnTo>
                <a:lnTo>
                  <a:pt x="1123780" y="65651"/>
                </a:lnTo>
                <a:lnTo>
                  <a:pt x="1122954" y="64522"/>
                </a:lnTo>
                <a:lnTo>
                  <a:pt x="1122090" y="63433"/>
                </a:lnTo>
                <a:lnTo>
                  <a:pt x="1121188" y="62383"/>
                </a:lnTo>
                <a:lnTo>
                  <a:pt x="1120251" y="61374"/>
                </a:lnTo>
                <a:lnTo>
                  <a:pt x="1119283" y="60408"/>
                </a:lnTo>
                <a:lnTo>
                  <a:pt x="1118283" y="59485"/>
                </a:lnTo>
                <a:lnTo>
                  <a:pt x="1117252" y="58605"/>
                </a:lnTo>
                <a:lnTo>
                  <a:pt x="1116190" y="57768"/>
                </a:lnTo>
                <a:lnTo>
                  <a:pt x="1115096" y="56974"/>
                </a:lnTo>
                <a:lnTo>
                  <a:pt x="1113971" y="56223"/>
                </a:lnTo>
                <a:lnTo>
                  <a:pt x="1112814" y="55515"/>
                </a:lnTo>
                <a:lnTo>
                  <a:pt x="1111626" y="54850"/>
                </a:lnTo>
                <a:lnTo>
                  <a:pt x="1110407" y="54227"/>
                </a:lnTo>
                <a:lnTo>
                  <a:pt x="1109156" y="53648"/>
                </a:lnTo>
                <a:lnTo>
                  <a:pt x="1107874" y="53111"/>
                </a:lnTo>
                <a:lnTo>
                  <a:pt x="1106561" y="52618"/>
                </a:lnTo>
                <a:lnTo>
                  <a:pt x="1105216" y="52167"/>
                </a:lnTo>
                <a:lnTo>
                  <a:pt x="1103840" y="51759"/>
                </a:lnTo>
                <a:lnTo>
                  <a:pt x="1102432" y="51394"/>
                </a:lnTo>
                <a:lnTo>
                  <a:pt x="1100994" y="51072"/>
                </a:lnTo>
                <a:lnTo>
                  <a:pt x="1099523" y="50793"/>
                </a:lnTo>
                <a:lnTo>
                  <a:pt x="1098022" y="50557"/>
                </a:lnTo>
                <a:lnTo>
                  <a:pt x="1096489" y="50364"/>
                </a:lnTo>
                <a:lnTo>
                  <a:pt x="1094925" y="50214"/>
                </a:lnTo>
                <a:lnTo>
                  <a:pt x="1093329" y="50107"/>
                </a:lnTo>
                <a:lnTo>
                  <a:pt x="1091702" y="50042"/>
                </a:lnTo>
                <a:lnTo>
                  <a:pt x="1090043" y="50021"/>
                </a:lnTo>
                <a:lnTo>
                  <a:pt x="1088616" y="50032"/>
                </a:lnTo>
                <a:lnTo>
                  <a:pt x="1087212" y="50066"/>
                </a:lnTo>
                <a:lnTo>
                  <a:pt x="1085830" y="50123"/>
                </a:lnTo>
                <a:lnTo>
                  <a:pt x="1084471" y="50202"/>
                </a:lnTo>
                <a:lnTo>
                  <a:pt x="1083134" y="50305"/>
                </a:lnTo>
                <a:lnTo>
                  <a:pt x="1081819" y="50429"/>
                </a:lnTo>
                <a:lnTo>
                  <a:pt x="1080527" y="50577"/>
                </a:lnTo>
                <a:lnTo>
                  <a:pt x="1079257" y="50747"/>
                </a:lnTo>
                <a:lnTo>
                  <a:pt x="1078010" y="50940"/>
                </a:lnTo>
                <a:lnTo>
                  <a:pt x="1076785" y="51156"/>
                </a:lnTo>
                <a:lnTo>
                  <a:pt x="1075583" y="51394"/>
                </a:lnTo>
                <a:lnTo>
                  <a:pt x="1074403" y="51656"/>
                </a:lnTo>
                <a:lnTo>
                  <a:pt x="1073246" y="51939"/>
                </a:lnTo>
                <a:lnTo>
                  <a:pt x="1072111" y="52246"/>
                </a:lnTo>
                <a:lnTo>
                  <a:pt x="1070999" y="52575"/>
                </a:lnTo>
                <a:lnTo>
                  <a:pt x="1069909" y="52927"/>
                </a:lnTo>
                <a:lnTo>
                  <a:pt x="1068842" y="53302"/>
                </a:lnTo>
                <a:lnTo>
                  <a:pt x="1067797" y="53699"/>
                </a:lnTo>
                <a:lnTo>
                  <a:pt x="1066775" y="54119"/>
                </a:lnTo>
                <a:lnTo>
                  <a:pt x="1065775" y="54562"/>
                </a:lnTo>
                <a:lnTo>
                  <a:pt x="1064797" y="55027"/>
                </a:lnTo>
                <a:lnTo>
                  <a:pt x="1063842" y="55515"/>
                </a:lnTo>
                <a:lnTo>
                  <a:pt x="1062910" y="56026"/>
                </a:lnTo>
                <a:lnTo>
                  <a:pt x="1061999" y="56560"/>
                </a:lnTo>
                <a:lnTo>
                  <a:pt x="1061108" y="57108"/>
                </a:lnTo>
                <a:lnTo>
                  <a:pt x="1060231" y="57663"/>
                </a:lnTo>
                <a:lnTo>
                  <a:pt x="1059368" y="58225"/>
                </a:lnTo>
                <a:lnTo>
                  <a:pt x="1058520" y="58794"/>
                </a:lnTo>
                <a:lnTo>
                  <a:pt x="1057687" y="59369"/>
                </a:lnTo>
                <a:lnTo>
                  <a:pt x="1056868" y="59952"/>
                </a:lnTo>
                <a:lnTo>
                  <a:pt x="1056063" y="60541"/>
                </a:lnTo>
                <a:lnTo>
                  <a:pt x="1055273" y="61136"/>
                </a:lnTo>
                <a:lnTo>
                  <a:pt x="1054498" y="61739"/>
                </a:lnTo>
                <a:lnTo>
                  <a:pt x="1053737" y="62348"/>
                </a:lnTo>
                <a:lnTo>
                  <a:pt x="1052990" y="62965"/>
                </a:lnTo>
                <a:lnTo>
                  <a:pt x="1052258" y="63588"/>
                </a:lnTo>
                <a:lnTo>
                  <a:pt x="1051541" y="64217"/>
                </a:lnTo>
                <a:lnTo>
                  <a:pt x="1050838" y="64854"/>
                </a:lnTo>
                <a:lnTo>
                  <a:pt x="1050149" y="65497"/>
                </a:lnTo>
                <a:lnTo>
                  <a:pt x="1049476" y="66148"/>
                </a:lnTo>
                <a:lnTo>
                  <a:pt x="1048816" y="66804"/>
                </a:lnTo>
                <a:lnTo>
                  <a:pt x="1048171" y="67468"/>
                </a:lnTo>
                <a:lnTo>
                  <a:pt x="1047541" y="68139"/>
                </a:lnTo>
                <a:lnTo>
                  <a:pt x="1046925" y="68816"/>
                </a:lnTo>
                <a:lnTo>
                  <a:pt x="1046324" y="69500"/>
                </a:lnTo>
                <a:lnTo>
                  <a:pt x="1045737" y="70191"/>
                </a:lnTo>
                <a:lnTo>
                  <a:pt x="1045165" y="70889"/>
                </a:lnTo>
                <a:lnTo>
                  <a:pt x="1044607" y="71593"/>
                </a:lnTo>
                <a:lnTo>
                  <a:pt x="1043933" y="52043"/>
                </a:lnTo>
                <a:lnTo>
                  <a:pt x="1009552" y="52043"/>
                </a:lnTo>
                <a:lnTo>
                  <a:pt x="1009552" y="185252"/>
                </a:lnTo>
                <a:lnTo>
                  <a:pt x="1045281" y="185252"/>
                </a:lnTo>
                <a:lnTo>
                  <a:pt x="1045281" y="96014"/>
                </a:lnTo>
                <a:lnTo>
                  <a:pt x="1045756" y="95412"/>
                </a:lnTo>
                <a:lnTo>
                  <a:pt x="1046238" y="94818"/>
                </a:lnTo>
                <a:lnTo>
                  <a:pt x="1046727" y="94232"/>
                </a:lnTo>
                <a:close/>
                <a:moveTo>
                  <a:pt x="973489" y="185252"/>
                </a:moveTo>
                <a:lnTo>
                  <a:pt x="973489" y="52043"/>
                </a:lnTo>
                <a:lnTo>
                  <a:pt x="937760" y="52043"/>
                </a:lnTo>
                <a:lnTo>
                  <a:pt x="937760" y="185252"/>
                </a:lnTo>
                <a:lnTo>
                  <a:pt x="973489" y="185252"/>
                </a:lnTo>
                <a:close/>
                <a:moveTo>
                  <a:pt x="538920" y="187456"/>
                </a:moveTo>
                <a:lnTo>
                  <a:pt x="540328" y="187359"/>
                </a:lnTo>
                <a:lnTo>
                  <a:pt x="541721" y="187243"/>
                </a:lnTo>
                <a:lnTo>
                  <a:pt x="543097" y="187110"/>
                </a:lnTo>
                <a:lnTo>
                  <a:pt x="544458" y="186958"/>
                </a:lnTo>
                <a:lnTo>
                  <a:pt x="545804" y="186789"/>
                </a:lnTo>
                <a:lnTo>
                  <a:pt x="547133" y="186603"/>
                </a:lnTo>
                <a:lnTo>
                  <a:pt x="548447" y="186398"/>
                </a:lnTo>
                <a:lnTo>
                  <a:pt x="549746" y="186176"/>
                </a:lnTo>
                <a:lnTo>
                  <a:pt x="551028" y="185935"/>
                </a:lnTo>
                <a:lnTo>
                  <a:pt x="552295" y="185678"/>
                </a:lnTo>
                <a:lnTo>
                  <a:pt x="553546" y="185402"/>
                </a:lnTo>
                <a:lnTo>
                  <a:pt x="554782" y="185108"/>
                </a:lnTo>
                <a:lnTo>
                  <a:pt x="556002" y="184797"/>
                </a:lnTo>
                <a:lnTo>
                  <a:pt x="557206" y="184468"/>
                </a:lnTo>
                <a:lnTo>
                  <a:pt x="558395" y="184121"/>
                </a:lnTo>
                <a:lnTo>
                  <a:pt x="559567" y="183756"/>
                </a:lnTo>
                <a:lnTo>
                  <a:pt x="560725" y="183374"/>
                </a:lnTo>
                <a:lnTo>
                  <a:pt x="561866" y="182973"/>
                </a:lnTo>
                <a:lnTo>
                  <a:pt x="562992" y="182555"/>
                </a:lnTo>
                <a:lnTo>
                  <a:pt x="564100" y="182119"/>
                </a:lnTo>
                <a:lnTo>
                  <a:pt x="565188" y="181665"/>
                </a:lnTo>
                <a:lnTo>
                  <a:pt x="566257" y="181192"/>
                </a:lnTo>
                <a:lnTo>
                  <a:pt x="567306" y="180702"/>
                </a:lnTo>
                <a:lnTo>
                  <a:pt x="568336" y="180192"/>
                </a:lnTo>
                <a:lnTo>
                  <a:pt x="569346" y="179665"/>
                </a:lnTo>
                <a:lnTo>
                  <a:pt x="570336" y="179119"/>
                </a:lnTo>
                <a:lnTo>
                  <a:pt x="571306" y="178556"/>
                </a:lnTo>
                <a:lnTo>
                  <a:pt x="572257" y="177973"/>
                </a:lnTo>
                <a:lnTo>
                  <a:pt x="573188" y="177373"/>
                </a:lnTo>
                <a:lnTo>
                  <a:pt x="574100" y="176754"/>
                </a:lnTo>
                <a:lnTo>
                  <a:pt x="574991" y="176117"/>
                </a:lnTo>
                <a:lnTo>
                  <a:pt x="575864" y="175462"/>
                </a:lnTo>
                <a:lnTo>
                  <a:pt x="576716" y="174789"/>
                </a:lnTo>
                <a:lnTo>
                  <a:pt x="577549" y="174097"/>
                </a:lnTo>
                <a:lnTo>
                  <a:pt x="578362" y="173387"/>
                </a:lnTo>
                <a:lnTo>
                  <a:pt x="579156" y="172659"/>
                </a:lnTo>
                <a:lnTo>
                  <a:pt x="579929" y="171913"/>
                </a:lnTo>
                <a:lnTo>
                  <a:pt x="580684" y="171148"/>
                </a:lnTo>
                <a:lnTo>
                  <a:pt x="581418" y="170365"/>
                </a:lnTo>
                <a:lnTo>
                  <a:pt x="582133" y="169564"/>
                </a:lnTo>
                <a:lnTo>
                  <a:pt x="582828" y="168744"/>
                </a:lnTo>
                <a:lnTo>
                  <a:pt x="583504" y="167906"/>
                </a:lnTo>
                <a:lnTo>
                  <a:pt x="584160" y="167050"/>
                </a:lnTo>
                <a:lnTo>
                  <a:pt x="584793" y="166176"/>
                </a:lnTo>
                <a:lnTo>
                  <a:pt x="585403" y="165284"/>
                </a:lnTo>
                <a:lnTo>
                  <a:pt x="585987" y="164374"/>
                </a:lnTo>
                <a:lnTo>
                  <a:pt x="586547" y="163446"/>
                </a:lnTo>
                <a:lnTo>
                  <a:pt x="587083" y="162499"/>
                </a:lnTo>
                <a:lnTo>
                  <a:pt x="587593" y="161535"/>
                </a:lnTo>
                <a:lnTo>
                  <a:pt x="588080" y="160553"/>
                </a:lnTo>
                <a:lnTo>
                  <a:pt x="588541" y="159552"/>
                </a:lnTo>
                <a:lnTo>
                  <a:pt x="588979" y="158534"/>
                </a:lnTo>
                <a:lnTo>
                  <a:pt x="589391" y="157498"/>
                </a:lnTo>
                <a:lnTo>
                  <a:pt x="589779" y="156443"/>
                </a:lnTo>
                <a:lnTo>
                  <a:pt x="590143" y="155371"/>
                </a:lnTo>
                <a:lnTo>
                  <a:pt x="590481" y="154281"/>
                </a:lnTo>
                <a:lnTo>
                  <a:pt x="590796" y="153172"/>
                </a:lnTo>
                <a:lnTo>
                  <a:pt x="591085" y="152046"/>
                </a:lnTo>
                <a:lnTo>
                  <a:pt x="591350" y="150901"/>
                </a:lnTo>
                <a:lnTo>
                  <a:pt x="591591" y="149739"/>
                </a:lnTo>
                <a:lnTo>
                  <a:pt x="591807" y="148558"/>
                </a:lnTo>
                <a:lnTo>
                  <a:pt x="591998" y="147359"/>
                </a:lnTo>
                <a:lnTo>
                  <a:pt x="592165" y="146143"/>
                </a:lnTo>
                <a:lnTo>
                  <a:pt x="592307" y="144908"/>
                </a:lnTo>
                <a:lnTo>
                  <a:pt x="592425" y="143656"/>
                </a:lnTo>
                <a:lnTo>
                  <a:pt x="592518" y="142385"/>
                </a:lnTo>
                <a:lnTo>
                  <a:pt x="592586" y="141096"/>
                </a:lnTo>
                <a:lnTo>
                  <a:pt x="557397" y="141096"/>
                </a:lnTo>
                <a:lnTo>
                  <a:pt x="557373" y="141944"/>
                </a:lnTo>
                <a:lnTo>
                  <a:pt x="557326" y="142774"/>
                </a:lnTo>
                <a:lnTo>
                  <a:pt x="557255" y="143587"/>
                </a:lnTo>
                <a:lnTo>
                  <a:pt x="557161" y="144382"/>
                </a:lnTo>
                <a:lnTo>
                  <a:pt x="557042" y="145160"/>
                </a:lnTo>
                <a:lnTo>
                  <a:pt x="556899" y="145919"/>
                </a:lnTo>
                <a:lnTo>
                  <a:pt x="556733" y="146662"/>
                </a:lnTo>
                <a:lnTo>
                  <a:pt x="556543" y="147386"/>
                </a:lnTo>
                <a:lnTo>
                  <a:pt x="556328" y="148093"/>
                </a:lnTo>
                <a:lnTo>
                  <a:pt x="556090" y="148783"/>
                </a:lnTo>
                <a:lnTo>
                  <a:pt x="555828" y="149454"/>
                </a:lnTo>
                <a:lnTo>
                  <a:pt x="555543" y="150109"/>
                </a:lnTo>
                <a:lnTo>
                  <a:pt x="555233" y="150745"/>
                </a:lnTo>
                <a:lnTo>
                  <a:pt x="554899" y="151364"/>
                </a:lnTo>
                <a:lnTo>
                  <a:pt x="554542" y="151965"/>
                </a:lnTo>
                <a:lnTo>
                  <a:pt x="554161" y="152549"/>
                </a:lnTo>
                <a:lnTo>
                  <a:pt x="553755" y="153115"/>
                </a:lnTo>
                <a:lnTo>
                  <a:pt x="553326" y="153664"/>
                </a:lnTo>
                <a:lnTo>
                  <a:pt x="552873" y="154194"/>
                </a:lnTo>
                <a:lnTo>
                  <a:pt x="552397" y="154708"/>
                </a:lnTo>
                <a:lnTo>
                  <a:pt x="551896" y="155203"/>
                </a:lnTo>
                <a:lnTo>
                  <a:pt x="551371" y="155681"/>
                </a:lnTo>
                <a:lnTo>
                  <a:pt x="550823" y="156142"/>
                </a:lnTo>
                <a:lnTo>
                  <a:pt x="550251" y="156584"/>
                </a:lnTo>
                <a:lnTo>
                  <a:pt x="549658" y="157009"/>
                </a:lnTo>
                <a:lnTo>
                  <a:pt x="549050" y="157416"/>
                </a:lnTo>
                <a:lnTo>
                  <a:pt x="548426" y="157805"/>
                </a:lnTo>
                <a:lnTo>
                  <a:pt x="547786" y="158176"/>
                </a:lnTo>
                <a:lnTo>
                  <a:pt x="547130" y="158528"/>
                </a:lnTo>
                <a:lnTo>
                  <a:pt x="546459" y="158863"/>
                </a:lnTo>
                <a:lnTo>
                  <a:pt x="545771" y="159179"/>
                </a:lnTo>
                <a:lnTo>
                  <a:pt x="545067" y="159478"/>
                </a:lnTo>
                <a:lnTo>
                  <a:pt x="544348" y="159758"/>
                </a:lnTo>
                <a:lnTo>
                  <a:pt x="543612" y="160020"/>
                </a:lnTo>
                <a:lnTo>
                  <a:pt x="542861" y="160264"/>
                </a:lnTo>
                <a:lnTo>
                  <a:pt x="542094" y="160490"/>
                </a:lnTo>
                <a:lnTo>
                  <a:pt x="541310" y="160698"/>
                </a:lnTo>
                <a:lnTo>
                  <a:pt x="540511" y="160888"/>
                </a:lnTo>
                <a:lnTo>
                  <a:pt x="539696" y="161060"/>
                </a:lnTo>
                <a:lnTo>
                  <a:pt x="538865" y="161213"/>
                </a:lnTo>
                <a:lnTo>
                  <a:pt x="538018" y="161349"/>
                </a:lnTo>
                <a:lnTo>
                  <a:pt x="537156" y="161467"/>
                </a:lnTo>
                <a:lnTo>
                  <a:pt x="536277" y="161566"/>
                </a:lnTo>
                <a:lnTo>
                  <a:pt x="535382" y="161647"/>
                </a:lnTo>
                <a:lnTo>
                  <a:pt x="534472" y="161711"/>
                </a:lnTo>
                <a:lnTo>
                  <a:pt x="533545" y="161756"/>
                </a:lnTo>
                <a:lnTo>
                  <a:pt x="532603" y="161783"/>
                </a:lnTo>
                <a:lnTo>
                  <a:pt x="531645" y="161792"/>
                </a:lnTo>
                <a:lnTo>
                  <a:pt x="530720" y="161783"/>
                </a:lnTo>
                <a:lnTo>
                  <a:pt x="529809" y="161757"/>
                </a:lnTo>
                <a:lnTo>
                  <a:pt x="528914" y="161714"/>
                </a:lnTo>
                <a:lnTo>
                  <a:pt x="528034" y="161652"/>
                </a:lnTo>
                <a:lnTo>
                  <a:pt x="527169" y="161574"/>
                </a:lnTo>
                <a:lnTo>
                  <a:pt x="526319" y="161478"/>
                </a:lnTo>
                <a:lnTo>
                  <a:pt x="525484" y="161364"/>
                </a:lnTo>
                <a:lnTo>
                  <a:pt x="524664" y="161233"/>
                </a:lnTo>
                <a:lnTo>
                  <a:pt x="523858" y="161085"/>
                </a:lnTo>
                <a:lnTo>
                  <a:pt x="523068" y="160919"/>
                </a:lnTo>
                <a:lnTo>
                  <a:pt x="522293" y="160735"/>
                </a:lnTo>
                <a:lnTo>
                  <a:pt x="521533" y="160534"/>
                </a:lnTo>
                <a:lnTo>
                  <a:pt x="520787" y="160316"/>
                </a:lnTo>
                <a:lnTo>
                  <a:pt x="520057" y="160080"/>
                </a:lnTo>
                <a:lnTo>
                  <a:pt x="519342" y="159827"/>
                </a:lnTo>
                <a:lnTo>
                  <a:pt x="518641" y="159556"/>
                </a:lnTo>
                <a:lnTo>
                  <a:pt x="517956" y="159268"/>
                </a:lnTo>
                <a:lnTo>
                  <a:pt x="517286" y="158962"/>
                </a:lnTo>
                <a:lnTo>
                  <a:pt x="516630" y="158639"/>
                </a:lnTo>
                <a:lnTo>
                  <a:pt x="515990" y="158299"/>
                </a:lnTo>
                <a:lnTo>
                  <a:pt x="515364" y="157940"/>
                </a:lnTo>
                <a:lnTo>
                  <a:pt x="514754" y="157565"/>
                </a:lnTo>
                <a:lnTo>
                  <a:pt x="514158" y="157172"/>
                </a:lnTo>
                <a:lnTo>
                  <a:pt x="513578" y="156761"/>
                </a:lnTo>
                <a:lnTo>
                  <a:pt x="513011" y="156336"/>
                </a:lnTo>
                <a:lnTo>
                  <a:pt x="512458" y="155900"/>
                </a:lnTo>
                <a:lnTo>
                  <a:pt x="511917" y="155452"/>
                </a:lnTo>
                <a:lnTo>
                  <a:pt x="511389" y="154993"/>
                </a:lnTo>
                <a:lnTo>
                  <a:pt x="510874" y="154523"/>
                </a:lnTo>
                <a:lnTo>
                  <a:pt x="510371" y="154041"/>
                </a:lnTo>
                <a:lnTo>
                  <a:pt x="509882" y="153549"/>
                </a:lnTo>
                <a:lnTo>
                  <a:pt x="509406" y="153045"/>
                </a:lnTo>
                <a:lnTo>
                  <a:pt x="508942" y="152530"/>
                </a:lnTo>
                <a:lnTo>
                  <a:pt x="508491" y="152003"/>
                </a:lnTo>
                <a:lnTo>
                  <a:pt x="508054" y="151465"/>
                </a:lnTo>
                <a:lnTo>
                  <a:pt x="507629" y="150916"/>
                </a:lnTo>
                <a:lnTo>
                  <a:pt x="507216" y="150356"/>
                </a:lnTo>
                <a:lnTo>
                  <a:pt x="506817" y="149785"/>
                </a:lnTo>
                <a:lnTo>
                  <a:pt x="506431" y="149202"/>
                </a:lnTo>
                <a:lnTo>
                  <a:pt x="506057" y="148608"/>
                </a:lnTo>
                <a:lnTo>
                  <a:pt x="505697" y="148003"/>
                </a:lnTo>
                <a:lnTo>
                  <a:pt x="505349" y="147386"/>
                </a:lnTo>
                <a:lnTo>
                  <a:pt x="505014" y="146759"/>
                </a:lnTo>
                <a:lnTo>
                  <a:pt x="504692" y="146120"/>
                </a:lnTo>
                <a:lnTo>
                  <a:pt x="504383" y="145470"/>
                </a:lnTo>
                <a:lnTo>
                  <a:pt x="504087" y="144808"/>
                </a:lnTo>
                <a:lnTo>
                  <a:pt x="503804" y="144135"/>
                </a:lnTo>
                <a:lnTo>
                  <a:pt x="503533" y="143451"/>
                </a:lnTo>
                <a:lnTo>
                  <a:pt x="503274" y="142760"/>
                </a:lnTo>
                <a:lnTo>
                  <a:pt x="503025" y="142064"/>
                </a:lnTo>
                <a:lnTo>
                  <a:pt x="502786" y="141363"/>
                </a:lnTo>
                <a:lnTo>
                  <a:pt x="502558" y="140659"/>
                </a:lnTo>
                <a:lnTo>
                  <a:pt x="502339" y="139950"/>
                </a:lnTo>
                <a:lnTo>
                  <a:pt x="502130" y="139236"/>
                </a:lnTo>
                <a:lnTo>
                  <a:pt x="501932" y="138519"/>
                </a:lnTo>
                <a:lnTo>
                  <a:pt x="501743" y="137797"/>
                </a:lnTo>
                <a:lnTo>
                  <a:pt x="501565" y="137070"/>
                </a:lnTo>
                <a:lnTo>
                  <a:pt x="501396" y="136340"/>
                </a:lnTo>
                <a:lnTo>
                  <a:pt x="501238" y="135605"/>
                </a:lnTo>
                <a:lnTo>
                  <a:pt x="501089" y="134866"/>
                </a:lnTo>
                <a:lnTo>
                  <a:pt x="500951" y="134122"/>
                </a:lnTo>
                <a:lnTo>
                  <a:pt x="500823" y="133374"/>
                </a:lnTo>
                <a:lnTo>
                  <a:pt x="500705" y="132622"/>
                </a:lnTo>
                <a:lnTo>
                  <a:pt x="500597" y="131866"/>
                </a:lnTo>
                <a:lnTo>
                  <a:pt x="500499" y="131105"/>
                </a:lnTo>
                <a:lnTo>
                  <a:pt x="500411" y="130340"/>
                </a:lnTo>
                <a:lnTo>
                  <a:pt x="500333" y="129570"/>
                </a:lnTo>
                <a:lnTo>
                  <a:pt x="500266" y="128797"/>
                </a:lnTo>
                <a:lnTo>
                  <a:pt x="500208" y="128019"/>
                </a:lnTo>
                <a:lnTo>
                  <a:pt x="500160" y="127236"/>
                </a:lnTo>
                <a:lnTo>
                  <a:pt x="500123" y="126450"/>
                </a:lnTo>
                <a:lnTo>
                  <a:pt x="500095" y="125659"/>
                </a:lnTo>
                <a:lnTo>
                  <a:pt x="592451" y="125659"/>
                </a:lnTo>
                <a:lnTo>
                  <a:pt x="592474" y="125531"/>
                </a:lnTo>
                <a:lnTo>
                  <a:pt x="592495" y="125400"/>
                </a:lnTo>
                <a:lnTo>
                  <a:pt x="592517" y="125263"/>
                </a:lnTo>
                <a:lnTo>
                  <a:pt x="592538" y="125123"/>
                </a:lnTo>
                <a:lnTo>
                  <a:pt x="592558" y="124977"/>
                </a:lnTo>
                <a:lnTo>
                  <a:pt x="592578" y="124828"/>
                </a:lnTo>
                <a:lnTo>
                  <a:pt x="592597" y="124674"/>
                </a:lnTo>
                <a:lnTo>
                  <a:pt x="592616" y="124515"/>
                </a:lnTo>
                <a:lnTo>
                  <a:pt x="592635" y="124352"/>
                </a:lnTo>
                <a:lnTo>
                  <a:pt x="592653" y="124184"/>
                </a:lnTo>
                <a:lnTo>
                  <a:pt x="592670" y="124012"/>
                </a:lnTo>
                <a:lnTo>
                  <a:pt x="592687" y="123835"/>
                </a:lnTo>
                <a:lnTo>
                  <a:pt x="592704" y="123654"/>
                </a:lnTo>
                <a:lnTo>
                  <a:pt x="592720" y="123468"/>
                </a:lnTo>
                <a:lnTo>
                  <a:pt x="592736" y="123278"/>
                </a:lnTo>
                <a:lnTo>
                  <a:pt x="592751" y="123084"/>
                </a:lnTo>
                <a:lnTo>
                  <a:pt x="592766" y="122885"/>
                </a:lnTo>
                <a:lnTo>
                  <a:pt x="592780" y="122681"/>
                </a:lnTo>
                <a:lnTo>
                  <a:pt x="592794" y="122473"/>
                </a:lnTo>
                <a:lnTo>
                  <a:pt x="592807" y="122260"/>
                </a:lnTo>
                <a:lnTo>
                  <a:pt x="592820" y="122043"/>
                </a:lnTo>
                <a:lnTo>
                  <a:pt x="592833" y="121822"/>
                </a:lnTo>
                <a:lnTo>
                  <a:pt x="592844" y="121596"/>
                </a:lnTo>
                <a:lnTo>
                  <a:pt x="592856" y="121365"/>
                </a:lnTo>
                <a:lnTo>
                  <a:pt x="592867" y="121134"/>
                </a:lnTo>
                <a:lnTo>
                  <a:pt x="592877" y="120908"/>
                </a:lnTo>
                <a:lnTo>
                  <a:pt x="592888" y="120685"/>
                </a:lnTo>
                <a:lnTo>
                  <a:pt x="592897" y="120466"/>
                </a:lnTo>
                <a:lnTo>
                  <a:pt x="592906" y="120252"/>
                </a:lnTo>
                <a:lnTo>
                  <a:pt x="592915" y="120041"/>
                </a:lnTo>
                <a:lnTo>
                  <a:pt x="592923" y="119834"/>
                </a:lnTo>
                <a:lnTo>
                  <a:pt x="592931" y="119632"/>
                </a:lnTo>
                <a:lnTo>
                  <a:pt x="592938" y="119433"/>
                </a:lnTo>
                <a:lnTo>
                  <a:pt x="592945" y="119238"/>
                </a:lnTo>
                <a:lnTo>
                  <a:pt x="592951" y="119048"/>
                </a:lnTo>
                <a:lnTo>
                  <a:pt x="592957" y="118861"/>
                </a:lnTo>
                <a:lnTo>
                  <a:pt x="592962" y="118679"/>
                </a:lnTo>
                <a:lnTo>
                  <a:pt x="592967" y="118500"/>
                </a:lnTo>
                <a:lnTo>
                  <a:pt x="592972" y="118326"/>
                </a:lnTo>
                <a:lnTo>
                  <a:pt x="592976" y="118156"/>
                </a:lnTo>
                <a:lnTo>
                  <a:pt x="592979" y="117989"/>
                </a:lnTo>
                <a:lnTo>
                  <a:pt x="592982" y="117827"/>
                </a:lnTo>
                <a:lnTo>
                  <a:pt x="592985" y="117668"/>
                </a:lnTo>
                <a:lnTo>
                  <a:pt x="592987" y="117514"/>
                </a:lnTo>
                <a:lnTo>
                  <a:pt x="592989" y="117364"/>
                </a:lnTo>
                <a:lnTo>
                  <a:pt x="592990" y="117217"/>
                </a:lnTo>
                <a:lnTo>
                  <a:pt x="592991" y="117075"/>
                </a:lnTo>
                <a:lnTo>
                  <a:pt x="592991" y="116937"/>
                </a:lnTo>
                <a:lnTo>
                  <a:pt x="592961" y="114282"/>
                </a:lnTo>
                <a:lnTo>
                  <a:pt x="592872" y="111679"/>
                </a:lnTo>
                <a:lnTo>
                  <a:pt x="592724" y="109127"/>
                </a:lnTo>
                <a:lnTo>
                  <a:pt x="592517" y="106626"/>
                </a:lnTo>
                <a:lnTo>
                  <a:pt x="592251" y="104177"/>
                </a:lnTo>
                <a:lnTo>
                  <a:pt x="591925" y="101779"/>
                </a:lnTo>
                <a:lnTo>
                  <a:pt x="591540" y="99432"/>
                </a:lnTo>
                <a:lnTo>
                  <a:pt x="591096" y="97137"/>
                </a:lnTo>
                <a:lnTo>
                  <a:pt x="590592" y="94893"/>
                </a:lnTo>
                <a:lnTo>
                  <a:pt x="590030" y="92701"/>
                </a:lnTo>
                <a:lnTo>
                  <a:pt x="589408" y="90559"/>
                </a:lnTo>
                <a:lnTo>
                  <a:pt x="588727" y="88470"/>
                </a:lnTo>
                <a:lnTo>
                  <a:pt x="587987" y="86431"/>
                </a:lnTo>
                <a:lnTo>
                  <a:pt x="587187" y="84444"/>
                </a:lnTo>
                <a:lnTo>
                  <a:pt x="586328" y="82508"/>
                </a:lnTo>
                <a:lnTo>
                  <a:pt x="585411" y="80624"/>
                </a:lnTo>
                <a:lnTo>
                  <a:pt x="584433" y="78790"/>
                </a:lnTo>
                <a:lnTo>
                  <a:pt x="583397" y="77009"/>
                </a:lnTo>
                <a:lnTo>
                  <a:pt x="582301" y="75278"/>
                </a:lnTo>
                <a:lnTo>
                  <a:pt x="581147" y="73599"/>
                </a:lnTo>
                <a:lnTo>
                  <a:pt x="579933" y="71972"/>
                </a:lnTo>
                <a:lnTo>
                  <a:pt x="578659" y="70395"/>
                </a:lnTo>
                <a:lnTo>
                  <a:pt x="577327" y="68870"/>
                </a:lnTo>
                <a:lnTo>
                  <a:pt x="575935" y="67397"/>
                </a:lnTo>
                <a:lnTo>
                  <a:pt x="574492" y="65979"/>
                </a:lnTo>
                <a:lnTo>
                  <a:pt x="573007" y="64621"/>
                </a:lnTo>
                <a:lnTo>
                  <a:pt x="571479" y="63324"/>
                </a:lnTo>
                <a:lnTo>
                  <a:pt x="569907" y="62087"/>
                </a:lnTo>
                <a:lnTo>
                  <a:pt x="568293" y="60911"/>
                </a:lnTo>
                <a:lnTo>
                  <a:pt x="566636" y="59795"/>
                </a:lnTo>
                <a:lnTo>
                  <a:pt x="564937" y="58739"/>
                </a:lnTo>
                <a:lnTo>
                  <a:pt x="563194" y="57743"/>
                </a:lnTo>
                <a:lnTo>
                  <a:pt x="561409" y="56808"/>
                </a:lnTo>
                <a:lnTo>
                  <a:pt x="559580" y="55933"/>
                </a:lnTo>
                <a:lnTo>
                  <a:pt x="557709" y="55119"/>
                </a:lnTo>
                <a:lnTo>
                  <a:pt x="555795" y="54365"/>
                </a:lnTo>
                <a:lnTo>
                  <a:pt x="553839" y="53671"/>
                </a:lnTo>
                <a:lnTo>
                  <a:pt x="551839" y="53037"/>
                </a:lnTo>
                <a:lnTo>
                  <a:pt x="549797" y="52464"/>
                </a:lnTo>
                <a:lnTo>
                  <a:pt x="547711" y="51951"/>
                </a:lnTo>
                <a:lnTo>
                  <a:pt x="545583" y="51499"/>
                </a:lnTo>
                <a:lnTo>
                  <a:pt x="543412" y="51107"/>
                </a:lnTo>
                <a:lnTo>
                  <a:pt x="541199" y="50775"/>
                </a:lnTo>
                <a:lnTo>
                  <a:pt x="538942" y="50503"/>
                </a:lnTo>
                <a:lnTo>
                  <a:pt x="536643" y="50292"/>
                </a:lnTo>
                <a:lnTo>
                  <a:pt x="534300" y="50141"/>
                </a:lnTo>
                <a:lnTo>
                  <a:pt x="531915" y="50051"/>
                </a:lnTo>
                <a:lnTo>
                  <a:pt x="529487" y="50021"/>
                </a:lnTo>
                <a:lnTo>
                  <a:pt x="527735" y="50035"/>
                </a:lnTo>
                <a:lnTo>
                  <a:pt x="526006" y="50078"/>
                </a:lnTo>
                <a:lnTo>
                  <a:pt x="524300" y="50150"/>
                </a:lnTo>
                <a:lnTo>
                  <a:pt x="522617" y="50250"/>
                </a:lnTo>
                <a:lnTo>
                  <a:pt x="520957" y="50379"/>
                </a:lnTo>
                <a:lnTo>
                  <a:pt x="519321" y="50537"/>
                </a:lnTo>
                <a:lnTo>
                  <a:pt x="517707" y="50723"/>
                </a:lnTo>
                <a:lnTo>
                  <a:pt x="516117" y="50938"/>
                </a:lnTo>
                <a:lnTo>
                  <a:pt x="514550" y="51181"/>
                </a:lnTo>
                <a:lnTo>
                  <a:pt x="513006" y="51454"/>
                </a:lnTo>
                <a:lnTo>
                  <a:pt x="511486" y="51755"/>
                </a:lnTo>
                <a:lnTo>
                  <a:pt x="509988" y="52084"/>
                </a:lnTo>
                <a:lnTo>
                  <a:pt x="508514" y="52442"/>
                </a:lnTo>
                <a:lnTo>
                  <a:pt x="507063" y="52829"/>
                </a:lnTo>
                <a:lnTo>
                  <a:pt x="505635" y="53245"/>
                </a:lnTo>
                <a:lnTo>
                  <a:pt x="504230" y="53689"/>
                </a:lnTo>
                <a:lnTo>
                  <a:pt x="502848" y="54162"/>
                </a:lnTo>
                <a:lnTo>
                  <a:pt x="501490" y="54664"/>
                </a:lnTo>
                <a:lnTo>
                  <a:pt x="500154" y="55194"/>
                </a:lnTo>
                <a:lnTo>
                  <a:pt x="498842" y="55753"/>
                </a:lnTo>
                <a:lnTo>
                  <a:pt x="497553" y="56340"/>
                </a:lnTo>
                <a:lnTo>
                  <a:pt x="496288" y="56956"/>
                </a:lnTo>
                <a:lnTo>
                  <a:pt x="495045" y="57601"/>
                </a:lnTo>
                <a:lnTo>
                  <a:pt x="493826" y="58275"/>
                </a:lnTo>
                <a:lnTo>
                  <a:pt x="492630" y="58975"/>
                </a:lnTo>
                <a:lnTo>
                  <a:pt x="491459" y="59699"/>
                </a:lnTo>
                <a:lnTo>
                  <a:pt x="490312" y="60448"/>
                </a:lnTo>
                <a:lnTo>
                  <a:pt x="489189" y="61221"/>
                </a:lnTo>
                <a:lnTo>
                  <a:pt x="488091" y="62019"/>
                </a:lnTo>
                <a:lnTo>
                  <a:pt x="487017" y="62841"/>
                </a:lnTo>
                <a:lnTo>
                  <a:pt x="485967" y="63687"/>
                </a:lnTo>
                <a:lnTo>
                  <a:pt x="484942" y="64558"/>
                </a:lnTo>
                <a:lnTo>
                  <a:pt x="483941" y="65453"/>
                </a:lnTo>
                <a:lnTo>
                  <a:pt x="482965" y="66373"/>
                </a:lnTo>
                <a:lnTo>
                  <a:pt x="482012" y="67317"/>
                </a:lnTo>
                <a:lnTo>
                  <a:pt x="481085" y="68286"/>
                </a:lnTo>
                <a:lnTo>
                  <a:pt x="480181" y="69278"/>
                </a:lnTo>
                <a:lnTo>
                  <a:pt x="479302" y="70296"/>
                </a:lnTo>
                <a:lnTo>
                  <a:pt x="478447" y="71337"/>
                </a:lnTo>
                <a:lnTo>
                  <a:pt x="477617" y="72403"/>
                </a:lnTo>
                <a:lnTo>
                  <a:pt x="476810" y="73494"/>
                </a:lnTo>
                <a:lnTo>
                  <a:pt x="476029" y="74609"/>
                </a:lnTo>
                <a:lnTo>
                  <a:pt x="475271" y="75748"/>
                </a:lnTo>
                <a:lnTo>
                  <a:pt x="474538" y="76912"/>
                </a:lnTo>
                <a:lnTo>
                  <a:pt x="473829" y="78100"/>
                </a:lnTo>
                <a:lnTo>
                  <a:pt x="473145" y="79312"/>
                </a:lnTo>
                <a:lnTo>
                  <a:pt x="472485" y="80549"/>
                </a:lnTo>
                <a:lnTo>
                  <a:pt x="471849" y="81810"/>
                </a:lnTo>
                <a:lnTo>
                  <a:pt x="471238" y="83094"/>
                </a:lnTo>
                <a:lnTo>
                  <a:pt x="470654" y="84397"/>
                </a:lnTo>
                <a:lnTo>
                  <a:pt x="470095" y="85721"/>
                </a:lnTo>
                <a:lnTo>
                  <a:pt x="469562" y="87066"/>
                </a:lnTo>
                <a:lnTo>
                  <a:pt x="469056" y="88431"/>
                </a:lnTo>
                <a:lnTo>
                  <a:pt x="468575" y="89816"/>
                </a:lnTo>
                <a:lnTo>
                  <a:pt x="468120" y="91222"/>
                </a:lnTo>
                <a:lnTo>
                  <a:pt x="467692" y="92648"/>
                </a:lnTo>
                <a:lnTo>
                  <a:pt x="467289" y="94094"/>
                </a:lnTo>
                <a:lnTo>
                  <a:pt x="466912" y="95561"/>
                </a:lnTo>
                <a:lnTo>
                  <a:pt x="466562" y="97048"/>
                </a:lnTo>
                <a:lnTo>
                  <a:pt x="466237" y="98555"/>
                </a:lnTo>
                <a:lnTo>
                  <a:pt x="465938" y="100083"/>
                </a:lnTo>
                <a:lnTo>
                  <a:pt x="465665" y="101631"/>
                </a:lnTo>
                <a:lnTo>
                  <a:pt x="465418" y="103200"/>
                </a:lnTo>
                <a:lnTo>
                  <a:pt x="465197" y="104789"/>
                </a:lnTo>
                <a:lnTo>
                  <a:pt x="465003" y="106398"/>
                </a:lnTo>
                <a:lnTo>
                  <a:pt x="464834" y="108028"/>
                </a:lnTo>
                <a:lnTo>
                  <a:pt x="464691" y="109678"/>
                </a:lnTo>
                <a:lnTo>
                  <a:pt x="464574" y="111349"/>
                </a:lnTo>
                <a:lnTo>
                  <a:pt x="464483" y="113040"/>
                </a:lnTo>
                <a:lnTo>
                  <a:pt x="464418" y="114751"/>
                </a:lnTo>
                <a:lnTo>
                  <a:pt x="464379" y="116483"/>
                </a:lnTo>
                <a:lnTo>
                  <a:pt x="464366" y="118235"/>
                </a:lnTo>
                <a:lnTo>
                  <a:pt x="464379" y="120043"/>
                </a:lnTo>
                <a:lnTo>
                  <a:pt x="464419" y="121829"/>
                </a:lnTo>
                <a:lnTo>
                  <a:pt x="464486" y="123594"/>
                </a:lnTo>
                <a:lnTo>
                  <a:pt x="464580" y="125337"/>
                </a:lnTo>
                <a:lnTo>
                  <a:pt x="464700" y="127058"/>
                </a:lnTo>
                <a:lnTo>
                  <a:pt x="464846" y="128757"/>
                </a:lnTo>
                <a:lnTo>
                  <a:pt x="465020" y="130435"/>
                </a:lnTo>
                <a:lnTo>
                  <a:pt x="465220" y="132090"/>
                </a:lnTo>
                <a:lnTo>
                  <a:pt x="465447" y="133724"/>
                </a:lnTo>
                <a:lnTo>
                  <a:pt x="465700" y="135337"/>
                </a:lnTo>
                <a:lnTo>
                  <a:pt x="465980" y="136927"/>
                </a:lnTo>
                <a:lnTo>
                  <a:pt x="466287" y="138496"/>
                </a:lnTo>
                <a:lnTo>
                  <a:pt x="466621" y="140042"/>
                </a:lnTo>
                <a:lnTo>
                  <a:pt x="466981" y="141567"/>
                </a:lnTo>
                <a:lnTo>
                  <a:pt x="467368" y="143071"/>
                </a:lnTo>
                <a:lnTo>
                  <a:pt x="467782" y="144552"/>
                </a:lnTo>
                <a:lnTo>
                  <a:pt x="468222" y="146012"/>
                </a:lnTo>
                <a:lnTo>
                  <a:pt x="468689" y="147450"/>
                </a:lnTo>
                <a:lnTo>
                  <a:pt x="469183" y="148866"/>
                </a:lnTo>
                <a:lnTo>
                  <a:pt x="469703" y="150260"/>
                </a:lnTo>
                <a:lnTo>
                  <a:pt x="470250" y="151633"/>
                </a:lnTo>
                <a:lnTo>
                  <a:pt x="470824" y="152983"/>
                </a:lnTo>
                <a:lnTo>
                  <a:pt x="471424" y="154312"/>
                </a:lnTo>
                <a:lnTo>
                  <a:pt x="472051" y="155620"/>
                </a:lnTo>
                <a:lnTo>
                  <a:pt x="472704" y="156903"/>
                </a:lnTo>
                <a:lnTo>
                  <a:pt x="473383" y="158161"/>
                </a:lnTo>
                <a:lnTo>
                  <a:pt x="474086" y="159393"/>
                </a:lnTo>
                <a:lnTo>
                  <a:pt x="474815" y="160601"/>
                </a:lnTo>
                <a:lnTo>
                  <a:pt x="475569" y="161783"/>
                </a:lnTo>
                <a:lnTo>
                  <a:pt x="476349" y="162939"/>
                </a:lnTo>
                <a:lnTo>
                  <a:pt x="477154" y="164070"/>
                </a:lnTo>
                <a:lnTo>
                  <a:pt x="477984" y="165176"/>
                </a:lnTo>
                <a:lnTo>
                  <a:pt x="478839" y="166257"/>
                </a:lnTo>
                <a:lnTo>
                  <a:pt x="479719" y="167312"/>
                </a:lnTo>
                <a:lnTo>
                  <a:pt x="480625" y="168342"/>
                </a:lnTo>
                <a:lnTo>
                  <a:pt x="481556" y="169347"/>
                </a:lnTo>
                <a:lnTo>
                  <a:pt x="482513" y="170326"/>
                </a:lnTo>
                <a:lnTo>
                  <a:pt x="483495" y="171280"/>
                </a:lnTo>
                <a:lnTo>
                  <a:pt x="484502" y="172208"/>
                </a:lnTo>
                <a:lnTo>
                  <a:pt x="485534" y="173111"/>
                </a:lnTo>
                <a:lnTo>
                  <a:pt x="486591" y="173989"/>
                </a:lnTo>
                <a:lnTo>
                  <a:pt x="487674" y="174842"/>
                </a:lnTo>
                <a:lnTo>
                  <a:pt x="488782" y="175669"/>
                </a:lnTo>
                <a:lnTo>
                  <a:pt x="489916" y="176471"/>
                </a:lnTo>
                <a:lnTo>
                  <a:pt x="491074" y="177247"/>
                </a:lnTo>
                <a:lnTo>
                  <a:pt x="492258" y="177999"/>
                </a:lnTo>
                <a:lnTo>
                  <a:pt x="493468" y="178724"/>
                </a:lnTo>
                <a:lnTo>
                  <a:pt x="494702" y="179425"/>
                </a:lnTo>
                <a:lnTo>
                  <a:pt x="495961" y="180098"/>
                </a:lnTo>
                <a:lnTo>
                  <a:pt x="497245" y="180743"/>
                </a:lnTo>
                <a:lnTo>
                  <a:pt x="498553" y="181359"/>
                </a:lnTo>
                <a:lnTo>
                  <a:pt x="499885" y="181947"/>
                </a:lnTo>
                <a:lnTo>
                  <a:pt x="501242" y="182506"/>
                </a:lnTo>
                <a:lnTo>
                  <a:pt x="502623" y="183036"/>
                </a:lnTo>
                <a:lnTo>
                  <a:pt x="504029" y="183538"/>
                </a:lnTo>
                <a:lnTo>
                  <a:pt x="505458" y="184010"/>
                </a:lnTo>
                <a:lnTo>
                  <a:pt x="506912" y="184455"/>
                </a:lnTo>
                <a:lnTo>
                  <a:pt x="508391" y="184870"/>
                </a:lnTo>
                <a:lnTo>
                  <a:pt x="509893" y="185257"/>
                </a:lnTo>
                <a:lnTo>
                  <a:pt x="511421" y="185615"/>
                </a:lnTo>
                <a:lnTo>
                  <a:pt x="512972" y="185945"/>
                </a:lnTo>
                <a:lnTo>
                  <a:pt x="514548" y="186246"/>
                </a:lnTo>
                <a:lnTo>
                  <a:pt x="516148" y="186518"/>
                </a:lnTo>
                <a:lnTo>
                  <a:pt x="517772" y="186762"/>
                </a:lnTo>
                <a:lnTo>
                  <a:pt x="519421" y="186977"/>
                </a:lnTo>
                <a:lnTo>
                  <a:pt x="521094" y="187163"/>
                </a:lnTo>
                <a:lnTo>
                  <a:pt x="522792" y="187321"/>
                </a:lnTo>
                <a:lnTo>
                  <a:pt x="524514" y="187450"/>
                </a:lnTo>
                <a:lnTo>
                  <a:pt x="526260" y="187550"/>
                </a:lnTo>
                <a:lnTo>
                  <a:pt x="528030" y="187622"/>
                </a:lnTo>
                <a:lnTo>
                  <a:pt x="529825" y="187665"/>
                </a:lnTo>
                <a:lnTo>
                  <a:pt x="531645" y="187679"/>
                </a:lnTo>
                <a:lnTo>
                  <a:pt x="533131" y="187670"/>
                </a:lnTo>
                <a:lnTo>
                  <a:pt x="534602" y="187643"/>
                </a:lnTo>
                <a:lnTo>
                  <a:pt x="536057" y="187599"/>
                </a:lnTo>
                <a:lnTo>
                  <a:pt x="537496" y="187537"/>
                </a:lnTo>
                <a:lnTo>
                  <a:pt x="538920" y="187456"/>
                </a:lnTo>
                <a:close/>
                <a:moveTo>
                  <a:pt x="501144" y="97564"/>
                </a:moveTo>
                <a:lnTo>
                  <a:pt x="501346" y="96544"/>
                </a:lnTo>
                <a:lnTo>
                  <a:pt x="501574" y="95546"/>
                </a:lnTo>
                <a:lnTo>
                  <a:pt x="501825" y="94570"/>
                </a:lnTo>
                <a:lnTo>
                  <a:pt x="502102" y="93618"/>
                </a:lnTo>
                <a:lnTo>
                  <a:pt x="502403" y="92687"/>
                </a:lnTo>
                <a:lnTo>
                  <a:pt x="502728" y="91780"/>
                </a:lnTo>
                <a:lnTo>
                  <a:pt x="503078" y="90895"/>
                </a:lnTo>
                <a:lnTo>
                  <a:pt x="503453" y="90033"/>
                </a:lnTo>
                <a:lnTo>
                  <a:pt x="503852" y="89194"/>
                </a:lnTo>
                <a:lnTo>
                  <a:pt x="504276" y="88377"/>
                </a:lnTo>
                <a:lnTo>
                  <a:pt x="504724" y="87583"/>
                </a:lnTo>
                <a:lnTo>
                  <a:pt x="505197" y="86812"/>
                </a:lnTo>
                <a:lnTo>
                  <a:pt x="505695" y="86063"/>
                </a:lnTo>
                <a:lnTo>
                  <a:pt x="506217" y="85337"/>
                </a:lnTo>
                <a:lnTo>
                  <a:pt x="506763" y="84633"/>
                </a:lnTo>
                <a:lnTo>
                  <a:pt x="507335" y="83953"/>
                </a:lnTo>
                <a:lnTo>
                  <a:pt x="507931" y="83295"/>
                </a:lnTo>
                <a:lnTo>
                  <a:pt x="508551" y="82659"/>
                </a:lnTo>
                <a:lnTo>
                  <a:pt x="509196" y="82046"/>
                </a:lnTo>
                <a:lnTo>
                  <a:pt x="509861" y="81457"/>
                </a:lnTo>
                <a:lnTo>
                  <a:pt x="510542" y="80894"/>
                </a:lnTo>
                <a:lnTo>
                  <a:pt x="511238" y="80355"/>
                </a:lnTo>
                <a:lnTo>
                  <a:pt x="511951" y="79841"/>
                </a:lnTo>
                <a:lnTo>
                  <a:pt x="512678" y="79352"/>
                </a:lnTo>
                <a:lnTo>
                  <a:pt x="513422" y="78889"/>
                </a:lnTo>
                <a:lnTo>
                  <a:pt x="514181" y="78450"/>
                </a:lnTo>
                <a:lnTo>
                  <a:pt x="514956" y="78037"/>
                </a:lnTo>
                <a:lnTo>
                  <a:pt x="515747" y="77648"/>
                </a:lnTo>
                <a:lnTo>
                  <a:pt x="516553" y="77285"/>
                </a:lnTo>
                <a:lnTo>
                  <a:pt x="517375" y="76946"/>
                </a:lnTo>
                <a:lnTo>
                  <a:pt x="518212" y="76633"/>
                </a:lnTo>
                <a:lnTo>
                  <a:pt x="519066" y="76345"/>
                </a:lnTo>
                <a:lnTo>
                  <a:pt x="519935" y="76082"/>
                </a:lnTo>
                <a:lnTo>
                  <a:pt x="520819" y="75844"/>
                </a:lnTo>
                <a:lnTo>
                  <a:pt x="521720" y="75631"/>
                </a:lnTo>
                <a:lnTo>
                  <a:pt x="522636" y="75443"/>
                </a:lnTo>
                <a:lnTo>
                  <a:pt x="523568" y="75280"/>
                </a:lnTo>
                <a:lnTo>
                  <a:pt x="524515" y="75142"/>
                </a:lnTo>
                <a:lnTo>
                  <a:pt x="525478" y="75029"/>
                </a:lnTo>
                <a:lnTo>
                  <a:pt x="526457" y="74942"/>
                </a:lnTo>
                <a:lnTo>
                  <a:pt x="527451" y="74879"/>
                </a:lnTo>
                <a:lnTo>
                  <a:pt x="528462" y="74841"/>
                </a:lnTo>
                <a:lnTo>
                  <a:pt x="529487" y="74829"/>
                </a:lnTo>
                <a:lnTo>
                  <a:pt x="530491" y="74841"/>
                </a:lnTo>
                <a:lnTo>
                  <a:pt x="531479" y="74878"/>
                </a:lnTo>
                <a:lnTo>
                  <a:pt x="532453" y="74938"/>
                </a:lnTo>
                <a:lnTo>
                  <a:pt x="533410" y="75024"/>
                </a:lnTo>
                <a:lnTo>
                  <a:pt x="534353" y="75133"/>
                </a:lnTo>
                <a:lnTo>
                  <a:pt x="535281" y="75267"/>
                </a:lnTo>
                <a:lnTo>
                  <a:pt x="536193" y="75425"/>
                </a:lnTo>
                <a:lnTo>
                  <a:pt x="537090" y="75608"/>
                </a:lnTo>
                <a:lnTo>
                  <a:pt x="537972" y="75815"/>
                </a:lnTo>
                <a:lnTo>
                  <a:pt x="538839" y="76046"/>
                </a:lnTo>
                <a:lnTo>
                  <a:pt x="539690" y="76302"/>
                </a:lnTo>
                <a:lnTo>
                  <a:pt x="540526" y="76582"/>
                </a:lnTo>
                <a:lnTo>
                  <a:pt x="541347" y="76886"/>
                </a:lnTo>
                <a:lnTo>
                  <a:pt x="542153" y="77215"/>
                </a:lnTo>
                <a:lnTo>
                  <a:pt x="542944" y="77568"/>
                </a:lnTo>
                <a:lnTo>
                  <a:pt x="543719" y="77945"/>
                </a:lnTo>
                <a:lnTo>
                  <a:pt x="544479" y="78347"/>
                </a:lnTo>
                <a:lnTo>
                  <a:pt x="545224" y="78773"/>
                </a:lnTo>
                <a:lnTo>
                  <a:pt x="545954" y="79223"/>
                </a:lnTo>
                <a:lnTo>
                  <a:pt x="546668" y="79698"/>
                </a:lnTo>
                <a:lnTo>
                  <a:pt x="547368" y="80197"/>
                </a:lnTo>
                <a:lnTo>
                  <a:pt x="548052" y="80720"/>
                </a:lnTo>
                <a:lnTo>
                  <a:pt x="548721" y="81268"/>
                </a:lnTo>
                <a:lnTo>
                  <a:pt x="549374" y="81840"/>
                </a:lnTo>
                <a:lnTo>
                  <a:pt x="550008" y="82436"/>
                </a:lnTo>
                <a:lnTo>
                  <a:pt x="550615" y="83058"/>
                </a:lnTo>
                <a:lnTo>
                  <a:pt x="551198" y="83704"/>
                </a:lnTo>
                <a:lnTo>
                  <a:pt x="551754" y="84375"/>
                </a:lnTo>
                <a:lnTo>
                  <a:pt x="552286" y="85071"/>
                </a:lnTo>
                <a:lnTo>
                  <a:pt x="552791" y="85792"/>
                </a:lnTo>
                <a:lnTo>
                  <a:pt x="553272" y="86537"/>
                </a:lnTo>
                <a:lnTo>
                  <a:pt x="553726" y="87308"/>
                </a:lnTo>
                <a:lnTo>
                  <a:pt x="554155" y="88103"/>
                </a:lnTo>
                <a:lnTo>
                  <a:pt x="554559" y="88923"/>
                </a:lnTo>
                <a:lnTo>
                  <a:pt x="554937" y="89768"/>
                </a:lnTo>
                <a:lnTo>
                  <a:pt x="555290" y="90637"/>
                </a:lnTo>
                <a:lnTo>
                  <a:pt x="555617" y="91532"/>
                </a:lnTo>
                <a:lnTo>
                  <a:pt x="555919" y="92451"/>
                </a:lnTo>
                <a:lnTo>
                  <a:pt x="556195" y="93395"/>
                </a:lnTo>
                <a:lnTo>
                  <a:pt x="556445" y="94364"/>
                </a:lnTo>
                <a:lnTo>
                  <a:pt x="556670" y="95357"/>
                </a:lnTo>
                <a:lnTo>
                  <a:pt x="556870" y="96376"/>
                </a:lnTo>
                <a:lnTo>
                  <a:pt x="557044" y="97419"/>
                </a:lnTo>
                <a:lnTo>
                  <a:pt x="557192" y="98487"/>
                </a:lnTo>
                <a:lnTo>
                  <a:pt x="557315" y="99580"/>
                </a:lnTo>
                <a:lnTo>
                  <a:pt x="557413" y="100698"/>
                </a:lnTo>
                <a:lnTo>
                  <a:pt x="557485" y="101840"/>
                </a:lnTo>
                <a:lnTo>
                  <a:pt x="557531" y="103008"/>
                </a:lnTo>
                <a:lnTo>
                  <a:pt x="500500" y="103008"/>
                </a:lnTo>
                <a:lnTo>
                  <a:pt x="500579" y="101874"/>
                </a:lnTo>
                <a:lnTo>
                  <a:pt x="500684" y="100762"/>
                </a:lnTo>
                <a:lnTo>
                  <a:pt x="500812" y="99674"/>
                </a:lnTo>
                <a:lnTo>
                  <a:pt x="500966" y="98608"/>
                </a:lnTo>
                <a:lnTo>
                  <a:pt x="501144" y="97564"/>
                </a:lnTo>
                <a:close/>
                <a:moveTo>
                  <a:pt x="664706" y="187465"/>
                </a:moveTo>
                <a:lnTo>
                  <a:pt x="665843" y="187371"/>
                </a:lnTo>
                <a:lnTo>
                  <a:pt x="666970" y="187260"/>
                </a:lnTo>
                <a:lnTo>
                  <a:pt x="668084" y="187132"/>
                </a:lnTo>
                <a:lnTo>
                  <a:pt x="669187" y="186987"/>
                </a:lnTo>
                <a:lnTo>
                  <a:pt x="670278" y="186824"/>
                </a:lnTo>
                <a:lnTo>
                  <a:pt x="671357" y="186645"/>
                </a:lnTo>
                <a:lnTo>
                  <a:pt x="672425" y="186449"/>
                </a:lnTo>
                <a:lnTo>
                  <a:pt x="673481" y="186235"/>
                </a:lnTo>
                <a:lnTo>
                  <a:pt x="674525" y="186004"/>
                </a:lnTo>
                <a:lnTo>
                  <a:pt x="675557" y="185757"/>
                </a:lnTo>
                <a:lnTo>
                  <a:pt x="676578" y="185492"/>
                </a:lnTo>
                <a:lnTo>
                  <a:pt x="677587" y="185210"/>
                </a:lnTo>
                <a:lnTo>
                  <a:pt x="678585" y="184911"/>
                </a:lnTo>
                <a:lnTo>
                  <a:pt x="679570" y="184595"/>
                </a:lnTo>
                <a:lnTo>
                  <a:pt x="680544" y="184261"/>
                </a:lnTo>
                <a:lnTo>
                  <a:pt x="681506" y="183911"/>
                </a:lnTo>
                <a:lnTo>
                  <a:pt x="682457" y="183544"/>
                </a:lnTo>
                <a:lnTo>
                  <a:pt x="683396" y="183159"/>
                </a:lnTo>
                <a:lnTo>
                  <a:pt x="684323" y="182758"/>
                </a:lnTo>
                <a:lnTo>
                  <a:pt x="685240" y="182340"/>
                </a:lnTo>
                <a:lnTo>
                  <a:pt x="686147" y="181905"/>
                </a:lnTo>
                <a:lnTo>
                  <a:pt x="687045" y="181455"/>
                </a:lnTo>
                <a:lnTo>
                  <a:pt x="687933" y="180988"/>
                </a:lnTo>
                <a:lnTo>
                  <a:pt x="688813" y="180505"/>
                </a:lnTo>
                <a:lnTo>
                  <a:pt x="689682" y="180006"/>
                </a:lnTo>
                <a:lnTo>
                  <a:pt x="690543" y="179491"/>
                </a:lnTo>
                <a:lnTo>
                  <a:pt x="691394" y="178960"/>
                </a:lnTo>
                <a:lnTo>
                  <a:pt x="692236" y="178413"/>
                </a:lnTo>
                <a:lnTo>
                  <a:pt x="693068" y="177849"/>
                </a:lnTo>
                <a:lnTo>
                  <a:pt x="693891" y="177269"/>
                </a:lnTo>
                <a:lnTo>
                  <a:pt x="694705" y="176674"/>
                </a:lnTo>
                <a:lnTo>
                  <a:pt x="695509" y="176062"/>
                </a:lnTo>
                <a:lnTo>
                  <a:pt x="696304" y="175433"/>
                </a:lnTo>
                <a:lnTo>
                  <a:pt x="697090" y="174789"/>
                </a:lnTo>
                <a:lnTo>
                  <a:pt x="697866" y="174129"/>
                </a:lnTo>
                <a:lnTo>
                  <a:pt x="698633" y="173452"/>
                </a:lnTo>
                <a:lnTo>
                  <a:pt x="699390" y="172759"/>
                </a:lnTo>
                <a:lnTo>
                  <a:pt x="700138" y="172051"/>
                </a:lnTo>
                <a:lnTo>
                  <a:pt x="700877" y="171325"/>
                </a:lnTo>
                <a:lnTo>
                  <a:pt x="701606" y="170584"/>
                </a:lnTo>
                <a:lnTo>
                  <a:pt x="702326" y="169827"/>
                </a:lnTo>
                <a:lnTo>
                  <a:pt x="703037" y="169053"/>
                </a:lnTo>
                <a:lnTo>
                  <a:pt x="703738" y="168264"/>
                </a:lnTo>
                <a:lnTo>
                  <a:pt x="704817" y="185252"/>
                </a:lnTo>
                <a:lnTo>
                  <a:pt x="738254" y="185252"/>
                </a:lnTo>
                <a:lnTo>
                  <a:pt x="738254" y="95870"/>
                </a:lnTo>
                <a:lnTo>
                  <a:pt x="738247" y="94764"/>
                </a:lnTo>
                <a:lnTo>
                  <a:pt x="738225" y="93672"/>
                </a:lnTo>
                <a:lnTo>
                  <a:pt x="738189" y="92596"/>
                </a:lnTo>
                <a:lnTo>
                  <a:pt x="738138" y="91536"/>
                </a:lnTo>
                <a:lnTo>
                  <a:pt x="738072" y="90491"/>
                </a:lnTo>
                <a:lnTo>
                  <a:pt x="737993" y="89461"/>
                </a:lnTo>
                <a:lnTo>
                  <a:pt x="737898" y="88447"/>
                </a:lnTo>
                <a:lnTo>
                  <a:pt x="737789" y="87448"/>
                </a:lnTo>
                <a:lnTo>
                  <a:pt x="737666" y="86464"/>
                </a:lnTo>
                <a:lnTo>
                  <a:pt x="737528" y="85496"/>
                </a:lnTo>
                <a:lnTo>
                  <a:pt x="737376" y="84544"/>
                </a:lnTo>
                <a:lnTo>
                  <a:pt x="737209" y="83606"/>
                </a:lnTo>
                <a:lnTo>
                  <a:pt x="737028" y="82684"/>
                </a:lnTo>
                <a:lnTo>
                  <a:pt x="736832" y="81778"/>
                </a:lnTo>
                <a:lnTo>
                  <a:pt x="736621" y="80887"/>
                </a:lnTo>
                <a:lnTo>
                  <a:pt x="736396" y="80011"/>
                </a:lnTo>
                <a:lnTo>
                  <a:pt x="736157" y="79151"/>
                </a:lnTo>
                <a:lnTo>
                  <a:pt x="735903" y="78306"/>
                </a:lnTo>
                <a:lnTo>
                  <a:pt x="735634" y="77477"/>
                </a:lnTo>
                <a:lnTo>
                  <a:pt x="735351" y="76663"/>
                </a:lnTo>
                <a:lnTo>
                  <a:pt x="735054" y="75864"/>
                </a:lnTo>
                <a:lnTo>
                  <a:pt x="734742" y="75081"/>
                </a:lnTo>
                <a:lnTo>
                  <a:pt x="734415" y="74313"/>
                </a:lnTo>
                <a:lnTo>
                  <a:pt x="734074" y="73561"/>
                </a:lnTo>
                <a:lnTo>
                  <a:pt x="733720" y="72822"/>
                </a:lnTo>
                <a:lnTo>
                  <a:pt x="733354" y="72097"/>
                </a:lnTo>
                <a:lnTo>
                  <a:pt x="732976" y="71384"/>
                </a:lnTo>
                <a:lnTo>
                  <a:pt x="732585" y="70685"/>
                </a:lnTo>
                <a:lnTo>
                  <a:pt x="732183" y="69998"/>
                </a:lnTo>
                <a:lnTo>
                  <a:pt x="731769" y="69325"/>
                </a:lnTo>
                <a:lnTo>
                  <a:pt x="731344" y="68665"/>
                </a:lnTo>
                <a:lnTo>
                  <a:pt x="730906" y="68018"/>
                </a:lnTo>
                <a:lnTo>
                  <a:pt x="730456" y="67384"/>
                </a:lnTo>
                <a:lnTo>
                  <a:pt x="729994" y="66763"/>
                </a:lnTo>
                <a:lnTo>
                  <a:pt x="729521" y="66155"/>
                </a:lnTo>
                <a:lnTo>
                  <a:pt x="729035" y="65560"/>
                </a:lnTo>
                <a:lnTo>
                  <a:pt x="728538" y="64978"/>
                </a:lnTo>
                <a:lnTo>
                  <a:pt x="728028" y="64409"/>
                </a:lnTo>
                <a:lnTo>
                  <a:pt x="727507" y="63853"/>
                </a:lnTo>
                <a:lnTo>
                  <a:pt x="726973" y="63310"/>
                </a:lnTo>
                <a:lnTo>
                  <a:pt x="726428" y="62780"/>
                </a:lnTo>
                <a:lnTo>
                  <a:pt x="725871" y="62264"/>
                </a:lnTo>
                <a:lnTo>
                  <a:pt x="725302" y="61760"/>
                </a:lnTo>
                <a:lnTo>
                  <a:pt x="724721" y="61269"/>
                </a:lnTo>
                <a:lnTo>
                  <a:pt x="724128" y="60792"/>
                </a:lnTo>
                <a:lnTo>
                  <a:pt x="723523" y="60327"/>
                </a:lnTo>
                <a:lnTo>
                  <a:pt x="722906" y="59876"/>
                </a:lnTo>
                <a:lnTo>
                  <a:pt x="722277" y="59438"/>
                </a:lnTo>
                <a:lnTo>
                  <a:pt x="721637" y="59011"/>
                </a:lnTo>
                <a:lnTo>
                  <a:pt x="720988" y="58594"/>
                </a:lnTo>
                <a:lnTo>
                  <a:pt x="720329" y="58189"/>
                </a:lnTo>
                <a:lnTo>
                  <a:pt x="719661" y="57794"/>
                </a:lnTo>
                <a:lnTo>
                  <a:pt x="718983" y="57410"/>
                </a:lnTo>
                <a:lnTo>
                  <a:pt x="718295" y="57036"/>
                </a:lnTo>
                <a:lnTo>
                  <a:pt x="717598" y="56673"/>
                </a:lnTo>
                <a:lnTo>
                  <a:pt x="716891" y="56321"/>
                </a:lnTo>
                <a:lnTo>
                  <a:pt x="716175" y="55980"/>
                </a:lnTo>
                <a:lnTo>
                  <a:pt x="715449" y="55649"/>
                </a:lnTo>
                <a:lnTo>
                  <a:pt x="714713" y="55328"/>
                </a:lnTo>
                <a:lnTo>
                  <a:pt x="713968" y="55019"/>
                </a:lnTo>
                <a:lnTo>
                  <a:pt x="713213" y="54720"/>
                </a:lnTo>
                <a:lnTo>
                  <a:pt x="712449" y="54432"/>
                </a:lnTo>
                <a:lnTo>
                  <a:pt x="711675" y="54154"/>
                </a:lnTo>
                <a:lnTo>
                  <a:pt x="710891" y="53887"/>
                </a:lnTo>
                <a:lnTo>
                  <a:pt x="710098" y="53631"/>
                </a:lnTo>
                <a:lnTo>
                  <a:pt x="709296" y="53385"/>
                </a:lnTo>
                <a:lnTo>
                  <a:pt x="708483" y="53150"/>
                </a:lnTo>
                <a:lnTo>
                  <a:pt x="707661" y="52926"/>
                </a:lnTo>
                <a:lnTo>
                  <a:pt x="706830" y="52713"/>
                </a:lnTo>
                <a:lnTo>
                  <a:pt x="705989" y="52510"/>
                </a:lnTo>
                <a:lnTo>
                  <a:pt x="705138" y="52317"/>
                </a:lnTo>
                <a:lnTo>
                  <a:pt x="704277" y="52136"/>
                </a:lnTo>
                <a:lnTo>
                  <a:pt x="703409" y="51963"/>
                </a:lnTo>
                <a:lnTo>
                  <a:pt x="702532" y="51798"/>
                </a:lnTo>
                <a:lnTo>
                  <a:pt x="701648" y="51640"/>
                </a:lnTo>
                <a:lnTo>
                  <a:pt x="700757" y="51490"/>
                </a:lnTo>
                <a:lnTo>
                  <a:pt x="699858" y="51346"/>
                </a:lnTo>
                <a:lnTo>
                  <a:pt x="698952" y="51210"/>
                </a:lnTo>
                <a:lnTo>
                  <a:pt x="698038" y="51082"/>
                </a:lnTo>
                <a:lnTo>
                  <a:pt x="697117" y="50961"/>
                </a:lnTo>
                <a:lnTo>
                  <a:pt x="696188" y="50847"/>
                </a:lnTo>
                <a:lnTo>
                  <a:pt x="695252" y="50740"/>
                </a:lnTo>
                <a:lnTo>
                  <a:pt x="694308" y="50641"/>
                </a:lnTo>
                <a:lnTo>
                  <a:pt x="693357" y="50550"/>
                </a:lnTo>
                <a:lnTo>
                  <a:pt x="692398" y="50465"/>
                </a:lnTo>
                <a:lnTo>
                  <a:pt x="691431" y="50388"/>
                </a:lnTo>
                <a:lnTo>
                  <a:pt x="690458" y="50318"/>
                </a:lnTo>
                <a:lnTo>
                  <a:pt x="689476" y="50256"/>
                </a:lnTo>
                <a:lnTo>
                  <a:pt x="688488" y="50201"/>
                </a:lnTo>
                <a:lnTo>
                  <a:pt x="687492" y="50153"/>
                </a:lnTo>
                <a:lnTo>
                  <a:pt x="686488" y="50113"/>
                </a:lnTo>
                <a:lnTo>
                  <a:pt x="685477" y="50079"/>
                </a:lnTo>
                <a:lnTo>
                  <a:pt x="684458" y="50054"/>
                </a:lnTo>
                <a:lnTo>
                  <a:pt x="683432" y="50035"/>
                </a:lnTo>
                <a:lnTo>
                  <a:pt x="682398" y="50024"/>
                </a:lnTo>
                <a:lnTo>
                  <a:pt x="681357" y="50021"/>
                </a:lnTo>
                <a:lnTo>
                  <a:pt x="679937" y="50028"/>
                </a:lnTo>
                <a:lnTo>
                  <a:pt x="678532" y="50051"/>
                </a:lnTo>
                <a:lnTo>
                  <a:pt x="677140" y="50089"/>
                </a:lnTo>
                <a:lnTo>
                  <a:pt x="675763" y="50142"/>
                </a:lnTo>
                <a:lnTo>
                  <a:pt x="674401" y="50210"/>
                </a:lnTo>
                <a:lnTo>
                  <a:pt x="673052" y="50294"/>
                </a:lnTo>
                <a:lnTo>
                  <a:pt x="671718" y="50392"/>
                </a:lnTo>
                <a:lnTo>
                  <a:pt x="670399" y="50506"/>
                </a:lnTo>
                <a:lnTo>
                  <a:pt x="669093" y="50635"/>
                </a:lnTo>
                <a:lnTo>
                  <a:pt x="667802" y="50779"/>
                </a:lnTo>
                <a:lnTo>
                  <a:pt x="666525" y="50939"/>
                </a:lnTo>
                <a:lnTo>
                  <a:pt x="665262" y="51113"/>
                </a:lnTo>
                <a:lnTo>
                  <a:pt x="664014" y="51303"/>
                </a:lnTo>
                <a:lnTo>
                  <a:pt x="662779" y="51507"/>
                </a:lnTo>
                <a:lnTo>
                  <a:pt x="661560" y="51727"/>
                </a:lnTo>
                <a:lnTo>
                  <a:pt x="660354" y="51963"/>
                </a:lnTo>
                <a:lnTo>
                  <a:pt x="659163" y="52213"/>
                </a:lnTo>
                <a:lnTo>
                  <a:pt x="657986" y="52478"/>
                </a:lnTo>
                <a:lnTo>
                  <a:pt x="656823" y="52759"/>
                </a:lnTo>
                <a:lnTo>
                  <a:pt x="655674" y="53055"/>
                </a:lnTo>
                <a:lnTo>
                  <a:pt x="654540" y="53366"/>
                </a:lnTo>
                <a:lnTo>
                  <a:pt x="653420" y="53692"/>
                </a:lnTo>
                <a:lnTo>
                  <a:pt x="652315" y="54033"/>
                </a:lnTo>
                <a:lnTo>
                  <a:pt x="651223" y="54390"/>
                </a:lnTo>
                <a:lnTo>
                  <a:pt x="650149" y="54764"/>
                </a:lnTo>
                <a:lnTo>
                  <a:pt x="649094" y="55157"/>
                </a:lnTo>
                <a:lnTo>
                  <a:pt x="648059" y="55570"/>
                </a:lnTo>
                <a:lnTo>
                  <a:pt x="647044" y="56002"/>
                </a:lnTo>
                <a:lnTo>
                  <a:pt x="646048" y="56454"/>
                </a:lnTo>
                <a:lnTo>
                  <a:pt x="645072" y="56925"/>
                </a:lnTo>
                <a:lnTo>
                  <a:pt x="644115" y="57415"/>
                </a:lnTo>
                <a:lnTo>
                  <a:pt x="643178" y="57925"/>
                </a:lnTo>
                <a:lnTo>
                  <a:pt x="642261" y="58455"/>
                </a:lnTo>
                <a:lnTo>
                  <a:pt x="641364" y="59004"/>
                </a:lnTo>
                <a:lnTo>
                  <a:pt x="640486" y="59572"/>
                </a:lnTo>
                <a:lnTo>
                  <a:pt x="639628" y="60160"/>
                </a:lnTo>
                <a:lnTo>
                  <a:pt x="638790" y="60767"/>
                </a:lnTo>
                <a:lnTo>
                  <a:pt x="637971" y="61394"/>
                </a:lnTo>
                <a:lnTo>
                  <a:pt x="637172" y="62040"/>
                </a:lnTo>
                <a:lnTo>
                  <a:pt x="636392" y="62706"/>
                </a:lnTo>
                <a:lnTo>
                  <a:pt x="635632" y="63391"/>
                </a:lnTo>
                <a:lnTo>
                  <a:pt x="634892" y="64096"/>
                </a:lnTo>
                <a:lnTo>
                  <a:pt x="634172" y="64820"/>
                </a:lnTo>
                <a:lnTo>
                  <a:pt x="633471" y="65563"/>
                </a:lnTo>
                <a:lnTo>
                  <a:pt x="632790" y="66326"/>
                </a:lnTo>
                <a:lnTo>
                  <a:pt x="632128" y="67109"/>
                </a:lnTo>
                <a:lnTo>
                  <a:pt x="631486" y="67911"/>
                </a:lnTo>
                <a:lnTo>
                  <a:pt x="630864" y="68732"/>
                </a:lnTo>
                <a:lnTo>
                  <a:pt x="630265" y="69575"/>
                </a:lnTo>
                <a:lnTo>
                  <a:pt x="629691" y="70443"/>
                </a:lnTo>
                <a:lnTo>
                  <a:pt x="629142" y="71335"/>
                </a:lnTo>
                <a:lnTo>
                  <a:pt x="628619" y="72252"/>
                </a:lnTo>
                <a:lnTo>
                  <a:pt x="628122" y="73194"/>
                </a:lnTo>
                <a:lnTo>
                  <a:pt x="627650" y="74160"/>
                </a:lnTo>
                <a:lnTo>
                  <a:pt x="627203" y="75151"/>
                </a:lnTo>
                <a:lnTo>
                  <a:pt x="626782" y="76167"/>
                </a:lnTo>
                <a:lnTo>
                  <a:pt x="626387" y="77207"/>
                </a:lnTo>
                <a:lnTo>
                  <a:pt x="626017" y="78272"/>
                </a:lnTo>
                <a:lnTo>
                  <a:pt x="625672" y="79362"/>
                </a:lnTo>
                <a:lnTo>
                  <a:pt x="625353" y="80476"/>
                </a:lnTo>
                <a:lnTo>
                  <a:pt x="625060" y="81615"/>
                </a:lnTo>
                <a:lnTo>
                  <a:pt x="624792" y="82778"/>
                </a:lnTo>
                <a:lnTo>
                  <a:pt x="624550" y="83966"/>
                </a:lnTo>
                <a:lnTo>
                  <a:pt x="624333" y="85179"/>
                </a:lnTo>
                <a:lnTo>
                  <a:pt x="624141" y="86417"/>
                </a:lnTo>
                <a:lnTo>
                  <a:pt x="623975" y="87679"/>
                </a:lnTo>
                <a:lnTo>
                  <a:pt x="623835" y="88966"/>
                </a:lnTo>
                <a:lnTo>
                  <a:pt x="623720" y="90277"/>
                </a:lnTo>
                <a:lnTo>
                  <a:pt x="623631" y="91613"/>
                </a:lnTo>
                <a:lnTo>
                  <a:pt x="623567" y="92974"/>
                </a:lnTo>
                <a:lnTo>
                  <a:pt x="623529" y="94359"/>
                </a:lnTo>
                <a:lnTo>
                  <a:pt x="623516" y="95769"/>
                </a:lnTo>
                <a:lnTo>
                  <a:pt x="656953" y="95769"/>
                </a:lnTo>
                <a:lnTo>
                  <a:pt x="656965" y="94811"/>
                </a:lnTo>
                <a:lnTo>
                  <a:pt x="657001" y="93875"/>
                </a:lnTo>
                <a:lnTo>
                  <a:pt x="657061" y="92962"/>
                </a:lnTo>
                <a:lnTo>
                  <a:pt x="657144" y="92070"/>
                </a:lnTo>
                <a:lnTo>
                  <a:pt x="657252" y="91202"/>
                </a:lnTo>
                <a:lnTo>
                  <a:pt x="657383" y="90355"/>
                </a:lnTo>
                <a:lnTo>
                  <a:pt x="657538" y="89531"/>
                </a:lnTo>
                <a:lnTo>
                  <a:pt x="657717" y="88730"/>
                </a:lnTo>
                <a:lnTo>
                  <a:pt x="657920" y="87950"/>
                </a:lnTo>
                <a:lnTo>
                  <a:pt x="658147" y="87193"/>
                </a:lnTo>
                <a:lnTo>
                  <a:pt x="658398" y="86459"/>
                </a:lnTo>
                <a:lnTo>
                  <a:pt x="658672" y="85747"/>
                </a:lnTo>
                <a:lnTo>
                  <a:pt x="658971" y="85057"/>
                </a:lnTo>
                <a:lnTo>
                  <a:pt x="659293" y="84389"/>
                </a:lnTo>
                <a:lnTo>
                  <a:pt x="659639" y="83744"/>
                </a:lnTo>
                <a:lnTo>
                  <a:pt x="660009" y="83122"/>
                </a:lnTo>
                <a:lnTo>
                  <a:pt x="660403" y="82521"/>
                </a:lnTo>
                <a:lnTo>
                  <a:pt x="660821" y="81943"/>
                </a:lnTo>
                <a:lnTo>
                  <a:pt x="661263" y="81388"/>
                </a:lnTo>
                <a:lnTo>
                  <a:pt x="661728" y="80855"/>
                </a:lnTo>
                <a:lnTo>
                  <a:pt x="662218" y="80344"/>
                </a:lnTo>
                <a:lnTo>
                  <a:pt x="662731" y="79855"/>
                </a:lnTo>
                <a:lnTo>
                  <a:pt x="663268" y="79389"/>
                </a:lnTo>
                <a:lnTo>
                  <a:pt x="663829" y="78945"/>
                </a:lnTo>
                <a:lnTo>
                  <a:pt x="664409" y="78521"/>
                </a:lnTo>
                <a:lnTo>
                  <a:pt x="665002" y="78116"/>
                </a:lnTo>
                <a:lnTo>
                  <a:pt x="665607" y="77728"/>
                </a:lnTo>
                <a:lnTo>
                  <a:pt x="666226" y="77358"/>
                </a:lnTo>
                <a:lnTo>
                  <a:pt x="666858" y="77006"/>
                </a:lnTo>
                <a:lnTo>
                  <a:pt x="667503" y="76672"/>
                </a:lnTo>
                <a:lnTo>
                  <a:pt x="668162" y="76357"/>
                </a:lnTo>
                <a:lnTo>
                  <a:pt x="668833" y="76059"/>
                </a:lnTo>
                <a:lnTo>
                  <a:pt x="669517" y="75780"/>
                </a:lnTo>
                <a:lnTo>
                  <a:pt x="670215" y="75518"/>
                </a:lnTo>
                <a:lnTo>
                  <a:pt x="670926" y="75274"/>
                </a:lnTo>
                <a:lnTo>
                  <a:pt x="671649" y="75049"/>
                </a:lnTo>
                <a:lnTo>
                  <a:pt x="672386" y="74842"/>
                </a:lnTo>
                <a:lnTo>
                  <a:pt x="673136" y="74652"/>
                </a:lnTo>
                <a:lnTo>
                  <a:pt x="673899" y="74481"/>
                </a:lnTo>
                <a:lnTo>
                  <a:pt x="674676" y="74327"/>
                </a:lnTo>
                <a:lnTo>
                  <a:pt x="675465" y="74192"/>
                </a:lnTo>
                <a:lnTo>
                  <a:pt x="676267" y="74075"/>
                </a:lnTo>
                <a:lnTo>
                  <a:pt x="677083" y="73976"/>
                </a:lnTo>
                <a:lnTo>
                  <a:pt x="677911" y="73895"/>
                </a:lnTo>
                <a:lnTo>
                  <a:pt x="678753" y="73831"/>
                </a:lnTo>
                <a:lnTo>
                  <a:pt x="679608" y="73786"/>
                </a:lnTo>
                <a:lnTo>
                  <a:pt x="680476" y="73759"/>
                </a:lnTo>
                <a:lnTo>
                  <a:pt x="681357" y="73750"/>
                </a:lnTo>
                <a:lnTo>
                  <a:pt x="682160" y="73759"/>
                </a:lnTo>
                <a:lnTo>
                  <a:pt x="682950" y="73784"/>
                </a:lnTo>
                <a:lnTo>
                  <a:pt x="683728" y="73826"/>
                </a:lnTo>
                <a:lnTo>
                  <a:pt x="684494" y="73886"/>
                </a:lnTo>
                <a:lnTo>
                  <a:pt x="685247" y="73962"/>
                </a:lnTo>
                <a:lnTo>
                  <a:pt x="685987" y="74055"/>
                </a:lnTo>
                <a:lnTo>
                  <a:pt x="686716" y="74165"/>
                </a:lnTo>
                <a:lnTo>
                  <a:pt x="687432" y="74291"/>
                </a:lnTo>
                <a:lnTo>
                  <a:pt x="688135" y="74435"/>
                </a:lnTo>
                <a:lnTo>
                  <a:pt x="688826" y="74596"/>
                </a:lnTo>
                <a:lnTo>
                  <a:pt x="689505" y="74773"/>
                </a:lnTo>
                <a:lnTo>
                  <a:pt x="690171" y="74968"/>
                </a:lnTo>
                <a:lnTo>
                  <a:pt x="690825" y="75179"/>
                </a:lnTo>
                <a:lnTo>
                  <a:pt x="691467" y="75408"/>
                </a:lnTo>
                <a:lnTo>
                  <a:pt x="692096" y="75653"/>
                </a:lnTo>
                <a:lnTo>
                  <a:pt x="692712" y="75915"/>
                </a:lnTo>
                <a:lnTo>
                  <a:pt x="693317" y="76194"/>
                </a:lnTo>
                <a:lnTo>
                  <a:pt x="693908" y="76490"/>
                </a:lnTo>
                <a:lnTo>
                  <a:pt x="694488" y="76803"/>
                </a:lnTo>
                <a:lnTo>
                  <a:pt x="695055" y="77133"/>
                </a:lnTo>
                <a:lnTo>
                  <a:pt x="695610" y="77479"/>
                </a:lnTo>
                <a:lnTo>
                  <a:pt x="696152" y="77843"/>
                </a:lnTo>
                <a:lnTo>
                  <a:pt x="696682" y="78223"/>
                </a:lnTo>
                <a:lnTo>
                  <a:pt x="697199" y="78621"/>
                </a:lnTo>
                <a:lnTo>
                  <a:pt x="697700" y="79041"/>
                </a:lnTo>
                <a:lnTo>
                  <a:pt x="698179" y="79491"/>
                </a:lnTo>
                <a:lnTo>
                  <a:pt x="698637" y="79969"/>
                </a:lnTo>
                <a:lnTo>
                  <a:pt x="699074" y="80476"/>
                </a:lnTo>
                <a:lnTo>
                  <a:pt x="699489" y="81013"/>
                </a:lnTo>
                <a:lnTo>
                  <a:pt x="699883" y="81578"/>
                </a:lnTo>
                <a:lnTo>
                  <a:pt x="700256" y="82172"/>
                </a:lnTo>
                <a:lnTo>
                  <a:pt x="700607" y="82796"/>
                </a:lnTo>
                <a:lnTo>
                  <a:pt x="700937" y="83448"/>
                </a:lnTo>
                <a:lnTo>
                  <a:pt x="701246" y="84130"/>
                </a:lnTo>
                <a:lnTo>
                  <a:pt x="701534" y="84840"/>
                </a:lnTo>
                <a:lnTo>
                  <a:pt x="701800" y="85579"/>
                </a:lnTo>
                <a:lnTo>
                  <a:pt x="702045" y="86348"/>
                </a:lnTo>
                <a:lnTo>
                  <a:pt x="702269" y="87145"/>
                </a:lnTo>
                <a:lnTo>
                  <a:pt x="702471" y="87971"/>
                </a:lnTo>
                <a:lnTo>
                  <a:pt x="702652" y="88826"/>
                </a:lnTo>
                <a:lnTo>
                  <a:pt x="702812" y="89711"/>
                </a:lnTo>
                <a:lnTo>
                  <a:pt x="702950" y="90624"/>
                </a:lnTo>
                <a:lnTo>
                  <a:pt x="703067" y="91566"/>
                </a:lnTo>
                <a:lnTo>
                  <a:pt x="703163" y="92538"/>
                </a:lnTo>
                <a:lnTo>
                  <a:pt x="703238" y="93538"/>
                </a:lnTo>
                <a:lnTo>
                  <a:pt x="703291" y="94567"/>
                </a:lnTo>
                <a:lnTo>
                  <a:pt x="703323" y="95626"/>
                </a:lnTo>
                <a:lnTo>
                  <a:pt x="703334" y="96713"/>
                </a:lnTo>
                <a:lnTo>
                  <a:pt x="703334" y="103947"/>
                </a:lnTo>
                <a:lnTo>
                  <a:pt x="701176" y="103997"/>
                </a:lnTo>
                <a:lnTo>
                  <a:pt x="699041" y="104057"/>
                </a:lnTo>
                <a:lnTo>
                  <a:pt x="696928" y="104127"/>
                </a:lnTo>
                <a:lnTo>
                  <a:pt x="694838" y="104206"/>
                </a:lnTo>
                <a:lnTo>
                  <a:pt x="692769" y="104295"/>
                </a:lnTo>
                <a:lnTo>
                  <a:pt x="690723" y="104394"/>
                </a:lnTo>
                <a:lnTo>
                  <a:pt x="688699" y="104502"/>
                </a:lnTo>
                <a:lnTo>
                  <a:pt x="686698" y="104620"/>
                </a:lnTo>
                <a:lnTo>
                  <a:pt x="684718" y="104748"/>
                </a:lnTo>
                <a:lnTo>
                  <a:pt x="682761" y="104885"/>
                </a:lnTo>
                <a:lnTo>
                  <a:pt x="680826" y="105032"/>
                </a:lnTo>
                <a:lnTo>
                  <a:pt x="678913" y="105189"/>
                </a:lnTo>
                <a:lnTo>
                  <a:pt x="677023" y="105356"/>
                </a:lnTo>
                <a:lnTo>
                  <a:pt x="675154" y="105532"/>
                </a:lnTo>
                <a:lnTo>
                  <a:pt x="673308" y="105718"/>
                </a:lnTo>
                <a:lnTo>
                  <a:pt x="671485" y="105913"/>
                </a:lnTo>
                <a:lnTo>
                  <a:pt x="669683" y="106119"/>
                </a:lnTo>
                <a:lnTo>
                  <a:pt x="667904" y="106334"/>
                </a:lnTo>
                <a:lnTo>
                  <a:pt x="666147" y="106559"/>
                </a:lnTo>
                <a:lnTo>
                  <a:pt x="664412" y="106793"/>
                </a:lnTo>
                <a:lnTo>
                  <a:pt x="662699" y="107037"/>
                </a:lnTo>
                <a:lnTo>
                  <a:pt x="661009" y="107291"/>
                </a:lnTo>
                <a:lnTo>
                  <a:pt x="659341" y="107554"/>
                </a:lnTo>
                <a:lnTo>
                  <a:pt x="657695" y="107828"/>
                </a:lnTo>
                <a:lnTo>
                  <a:pt x="656075" y="108116"/>
                </a:lnTo>
                <a:lnTo>
                  <a:pt x="654486" y="108425"/>
                </a:lnTo>
                <a:lnTo>
                  <a:pt x="652926" y="108756"/>
                </a:lnTo>
                <a:lnTo>
                  <a:pt x="651397" y="109106"/>
                </a:lnTo>
                <a:lnTo>
                  <a:pt x="649898" y="109478"/>
                </a:lnTo>
                <a:lnTo>
                  <a:pt x="648430" y="109871"/>
                </a:lnTo>
                <a:lnTo>
                  <a:pt x="646991" y="110284"/>
                </a:lnTo>
                <a:lnTo>
                  <a:pt x="645583" y="110718"/>
                </a:lnTo>
                <a:lnTo>
                  <a:pt x="644205" y="111173"/>
                </a:lnTo>
                <a:lnTo>
                  <a:pt x="642857" y="111649"/>
                </a:lnTo>
                <a:lnTo>
                  <a:pt x="641539" y="112145"/>
                </a:lnTo>
                <a:lnTo>
                  <a:pt x="640252" y="112663"/>
                </a:lnTo>
                <a:lnTo>
                  <a:pt x="638994" y="113201"/>
                </a:lnTo>
                <a:lnTo>
                  <a:pt x="637767" y="113760"/>
                </a:lnTo>
                <a:lnTo>
                  <a:pt x="636570" y="114339"/>
                </a:lnTo>
                <a:lnTo>
                  <a:pt x="635403" y="114940"/>
                </a:lnTo>
                <a:lnTo>
                  <a:pt x="634267" y="115561"/>
                </a:lnTo>
                <a:lnTo>
                  <a:pt x="633161" y="116203"/>
                </a:lnTo>
                <a:lnTo>
                  <a:pt x="632084" y="116866"/>
                </a:lnTo>
                <a:lnTo>
                  <a:pt x="631038" y="117550"/>
                </a:lnTo>
                <a:lnTo>
                  <a:pt x="630023" y="118255"/>
                </a:lnTo>
                <a:lnTo>
                  <a:pt x="629037" y="118980"/>
                </a:lnTo>
                <a:lnTo>
                  <a:pt x="628082" y="119726"/>
                </a:lnTo>
                <a:lnTo>
                  <a:pt x="627157" y="120493"/>
                </a:lnTo>
                <a:lnTo>
                  <a:pt x="626265" y="121286"/>
                </a:lnTo>
                <a:lnTo>
                  <a:pt x="625412" y="122110"/>
                </a:lnTo>
                <a:lnTo>
                  <a:pt x="624597" y="122965"/>
                </a:lnTo>
                <a:lnTo>
                  <a:pt x="623820" y="123853"/>
                </a:lnTo>
                <a:lnTo>
                  <a:pt x="623080" y="124771"/>
                </a:lnTo>
                <a:lnTo>
                  <a:pt x="622379" y="125721"/>
                </a:lnTo>
                <a:lnTo>
                  <a:pt x="621715" y="126702"/>
                </a:lnTo>
                <a:lnTo>
                  <a:pt x="621089" y="127715"/>
                </a:lnTo>
                <a:lnTo>
                  <a:pt x="620502" y="128759"/>
                </a:lnTo>
                <a:lnTo>
                  <a:pt x="619952" y="129835"/>
                </a:lnTo>
                <a:lnTo>
                  <a:pt x="619440" y="130942"/>
                </a:lnTo>
                <a:lnTo>
                  <a:pt x="618966" y="132081"/>
                </a:lnTo>
                <a:lnTo>
                  <a:pt x="618530" y="133251"/>
                </a:lnTo>
                <a:lnTo>
                  <a:pt x="618132" y="134452"/>
                </a:lnTo>
                <a:lnTo>
                  <a:pt x="617771" y="135685"/>
                </a:lnTo>
                <a:lnTo>
                  <a:pt x="617449" y="136949"/>
                </a:lnTo>
                <a:lnTo>
                  <a:pt x="617165" y="138245"/>
                </a:lnTo>
                <a:lnTo>
                  <a:pt x="616918" y="139572"/>
                </a:lnTo>
                <a:lnTo>
                  <a:pt x="616710" y="140931"/>
                </a:lnTo>
                <a:lnTo>
                  <a:pt x="616539" y="142321"/>
                </a:lnTo>
                <a:lnTo>
                  <a:pt x="616406" y="143743"/>
                </a:lnTo>
                <a:lnTo>
                  <a:pt x="616311" y="145195"/>
                </a:lnTo>
                <a:lnTo>
                  <a:pt x="616255" y="146680"/>
                </a:lnTo>
                <a:lnTo>
                  <a:pt x="616236" y="148196"/>
                </a:lnTo>
                <a:lnTo>
                  <a:pt x="616246" y="149288"/>
                </a:lnTo>
                <a:lnTo>
                  <a:pt x="616277" y="150366"/>
                </a:lnTo>
                <a:lnTo>
                  <a:pt x="616329" y="151428"/>
                </a:lnTo>
                <a:lnTo>
                  <a:pt x="616402" y="152474"/>
                </a:lnTo>
                <a:lnTo>
                  <a:pt x="616496" y="153506"/>
                </a:lnTo>
                <a:lnTo>
                  <a:pt x="616611" y="154522"/>
                </a:lnTo>
                <a:lnTo>
                  <a:pt x="616746" y="155522"/>
                </a:lnTo>
                <a:lnTo>
                  <a:pt x="616902" y="156508"/>
                </a:lnTo>
                <a:lnTo>
                  <a:pt x="617079" y="157478"/>
                </a:lnTo>
                <a:lnTo>
                  <a:pt x="617277" y="158432"/>
                </a:lnTo>
                <a:lnTo>
                  <a:pt x="617496" y="159371"/>
                </a:lnTo>
                <a:lnTo>
                  <a:pt x="617736" y="160295"/>
                </a:lnTo>
                <a:lnTo>
                  <a:pt x="617996" y="161204"/>
                </a:lnTo>
                <a:lnTo>
                  <a:pt x="618277" y="162097"/>
                </a:lnTo>
                <a:lnTo>
                  <a:pt x="618579" y="162975"/>
                </a:lnTo>
                <a:lnTo>
                  <a:pt x="618902" y="163837"/>
                </a:lnTo>
                <a:lnTo>
                  <a:pt x="619246" y="164685"/>
                </a:lnTo>
                <a:lnTo>
                  <a:pt x="619610" y="165516"/>
                </a:lnTo>
                <a:lnTo>
                  <a:pt x="619996" y="166333"/>
                </a:lnTo>
                <a:lnTo>
                  <a:pt x="620402" y="167134"/>
                </a:lnTo>
                <a:lnTo>
                  <a:pt x="620829" y="167920"/>
                </a:lnTo>
                <a:lnTo>
                  <a:pt x="621277" y="168690"/>
                </a:lnTo>
                <a:lnTo>
                  <a:pt x="621746" y="169445"/>
                </a:lnTo>
                <a:lnTo>
                  <a:pt x="622235" y="170185"/>
                </a:lnTo>
                <a:lnTo>
                  <a:pt x="622742" y="170909"/>
                </a:lnTo>
                <a:lnTo>
                  <a:pt x="623261" y="171618"/>
                </a:lnTo>
                <a:lnTo>
                  <a:pt x="623793" y="172311"/>
                </a:lnTo>
                <a:lnTo>
                  <a:pt x="624338" y="172989"/>
                </a:lnTo>
                <a:lnTo>
                  <a:pt x="624896" y="173652"/>
                </a:lnTo>
                <a:lnTo>
                  <a:pt x="625467" y="174299"/>
                </a:lnTo>
                <a:lnTo>
                  <a:pt x="626051" y="174931"/>
                </a:lnTo>
                <a:lnTo>
                  <a:pt x="626647" y="175547"/>
                </a:lnTo>
                <a:lnTo>
                  <a:pt x="627257" y="176148"/>
                </a:lnTo>
                <a:lnTo>
                  <a:pt x="627879" y="176734"/>
                </a:lnTo>
                <a:lnTo>
                  <a:pt x="628514" y="177305"/>
                </a:lnTo>
                <a:lnTo>
                  <a:pt x="629162" y="177860"/>
                </a:lnTo>
                <a:lnTo>
                  <a:pt x="629823" y="178399"/>
                </a:lnTo>
                <a:lnTo>
                  <a:pt x="630497" y="178924"/>
                </a:lnTo>
                <a:lnTo>
                  <a:pt x="631183" y="179433"/>
                </a:lnTo>
                <a:lnTo>
                  <a:pt x="631883" y="179926"/>
                </a:lnTo>
                <a:lnTo>
                  <a:pt x="632595" y="180405"/>
                </a:lnTo>
                <a:lnTo>
                  <a:pt x="633321" y="180867"/>
                </a:lnTo>
                <a:lnTo>
                  <a:pt x="634059" y="181315"/>
                </a:lnTo>
                <a:lnTo>
                  <a:pt x="634810" y="181747"/>
                </a:lnTo>
                <a:lnTo>
                  <a:pt x="635574" y="182164"/>
                </a:lnTo>
                <a:lnTo>
                  <a:pt x="636351" y="182565"/>
                </a:lnTo>
                <a:lnTo>
                  <a:pt x="637140" y="182952"/>
                </a:lnTo>
                <a:lnTo>
                  <a:pt x="637943" y="183322"/>
                </a:lnTo>
                <a:lnTo>
                  <a:pt x="638754" y="183678"/>
                </a:lnTo>
                <a:lnTo>
                  <a:pt x="639571" y="184018"/>
                </a:lnTo>
                <a:lnTo>
                  <a:pt x="640393" y="184343"/>
                </a:lnTo>
                <a:lnTo>
                  <a:pt x="641220" y="184653"/>
                </a:lnTo>
                <a:lnTo>
                  <a:pt x="642052" y="184948"/>
                </a:lnTo>
                <a:lnTo>
                  <a:pt x="642889" y="185228"/>
                </a:lnTo>
                <a:lnTo>
                  <a:pt x="643732" y="185493"/>
                </a:lnTo>
                <a:lnTo>
                  <a:pt x="644579" y="185743"/>
                </a:lnTo>
                <a:lnTo>
                  <a:pt x="645432" y="185977"/>
                </a:lnTo>
                <a:lnTo>
                  <a:pt x="646290" y="186196"/>
                </a:lnTo>
                <a:lnTo>
                  <a:pt x="647153" y="186401"/>
                </a:lnTo>
                <a:lnTo>
                  <a:pt x="648021" y="186590"/>
                </a:lnTo>
                <a:lnTo>
                  <a:pt x="648894" y="186764"/>
                </a:lnTo>
                <a:lnTo>
                  <a:pt x="649773" y="186922"/>
                </a:lnTo>
                <a:lnTo>
                  <a:pt x="650656" y="187066"/>
                </a:lnTo>
                <a:lnTo>
                  <a:pt x="651545" y="187195"/>
                </a:lnTo>
                <a:lnTo>
                  <a:pt x="652439" y="187308"/>
                </a:lnTo>
                <a:lnTo>
                  <a:pt x="653338" y="187407"/>
                </a:lnTo>
                <a:lnTo>
                  <a:pt x="654242" y="187490"/>
                </a:lnTo>
                <a:lnTo>
                  <a:pt x="655152" y="187558"/>
                </a:lnTo>
                <a:lnTo>
                  <a:pt x="656066" y="187611"/>
                </a:lnTo>
                <a:lnTo>
                  <a:pt x="656986" y="187649"/>
                </a:lnTo>
                <a:lnTo>
                  <a:pt x="657911" y="187671"/>
                </a:lnTo>
                <a:lnTo>
                  <a:pt x="658841" y="187679"/>
                </a:lnTo>
                <a:lnTo>
                  <a:pt x="660037" y="187670"/>
                </a:lnTo>
                <a:lnTo>
                  <a:pt x="661222" y="187645"/>
                </a:lnTo>
                <a:lnTo>
                  <a:pt x="662395" y="187602"/>
                </a:lnTo>
                <a:lnTo>
                  <a:pt x="663556" y="187542"/>
                </a:lnTo>
                <a:lnTo>
                  <a:pt x="664706" y="187465"/>
                </a:lnTo>
                <a:close/>
                <a:moveTo>
                  <a:pt x="667276" y="162961"/>
                </a:moveTo>
                <a:lnTo>
                  <a:pt x="666648" y="162882"/>
                </a:lnTo>
                <a:lnTo>
                  <a:pt x="666031" y="162789"/>
                </a:lnTo>
                <a:lnTo>
                  <a:pt x="665425" y="162682"/>
                </a:lnTo>
                <a:lnTo>
                  <a:pt x="664829" y="162560"/>
                </a:lnTo>
                <a:lnTo>
                  <a:pt x="664244" y="162424"/>
                </a:lnTo>
                <a:lnTo>
                  <a:pt x="663669" y="162273"/>
                </a:lnTo>
                <a:lnTo>
                  <a:pt x="663105" y="162108"/>
                </a:lnTo>
                <a:lnTo>
                  <a:pt x="662551" y="161929"/>
                </a:lnTo>
                <a:lnTo>
                  <a:pt x="662008" y="161735"/>
                </a:lnTo>
                <a:lnTo>
                  <a:pt x="661475" y="161527"/>
                </a:lnTo>
                <a:lnTo>
                  <a:pt x="660953" y="161305"/>
                </a:lnTo>
                <a:lnTo>
                  <a:pt x="660442" y="161069"/>
                </a:lnTo>
                <a:lnTo>
                  <a:pt x="659941" y="160818"/>
                </a:lnTo>
                <a:lnTo>
                  <a:pt x="659450" y="160553"/>
                </a:lnTo>
                <a:lnTo>
                  <a:pt x="658970" y="160273"/>
                </a:lnTo>
                <a:lnTo>
                  <a:pt x="658501" y="159979"/>
                </a:lnTo>
                <a:lnTo>
                  <a:pt x="658042" y="159671"/>
                </a:lnTo>
                <a:lnTo>
                  <a:pt x="657593" y="159348"/>
                </a:lnTo>
                <a:lnTo>
                  <a:pt x="657156" y="159011"/>
                </a:lnTo>
                <a:lnTo>
                  <a:pt x="656732" y="158660"/>
                </a:lnTo>
                <a:lnTo>
                  <a:pt x="656326" y="158293"/>
                </a:lnTo>
                <a:lnTo>
                  <a:pt x="655939" y="157910"/>
                </a:lnTo>
                <a:lnTo>
                  <a:pt x="655569" y="157513"/>
                </a:lnTo>
                <a:lnTo>
                  <a:pt x="655218" y="157100"/>
                </a:lnTo>
                <a:lnTo>
                  <a:pt x="654885" y="156671"/>
                </a:lnTo>
                <a:lnTo>
                  <a:pt x="654569" y="156228"/>
                </a:lnTo>
                <a:lnTo>
                  <a:pt x="654272" y="155769"/>
                </a:lnTo>
                <a:lnTo>
                  <a:pt x="653992" y="155295"/>
                </a:lnTo>
                <a:lnTo>
                  <a:pt x="653731" y="154805"/>
                </a:lnTo>
                <a:lnTo>
                  <a:pt x="653488" y="154301"/>
                </a:lnTo>
                <a:lnTo>
                  <a:pt x="653262" y="153780"/>
                </a:lnTo>
                <a:lnTo>
                  <a:pt x="653055" y="153245"/>
                </a:lnTo>
                <a:lnTo>
                  <a:pt x="652866" y="152694"/>
                </a:lnTo>
                <a:lnTo>
                  <a:pt x="652695" y="152128"/>
                </a:lnTo>
                <a:lnTo>
                  <a:pt x="652541" y="151547"/>
                </a:lnTo>
                <a:lnTo>
                  <a:pt x="652406" y="150951"/>
                </a:lnTo>
                <a:lnTo>
                  <a:pt x="652289" y="150339"/>
                </a:lnTo>
                <a:lnTo>
                  <a:pt x="652190" y="149711"/>
                </a:lnTo>
                <a:lnTo>
                  <a:pt x="652109" y="149069"/>
                </a:lnTo>
                <a:lnTo>
                  <a:pt x="652046" y="148411"/>
                </a:lnTo>
                <a:lnTo>
                  <a:pt x="652001" y="147738"/>
                </a:lnTo>
                <a:lnTo>
                  <a:pt x="651974" y="147050"/>
                </a:lnTo>
                <a:lnTo>
                  <a:pt x="651965" y="146346"/>
                </a:lnTo>
                <a:lnTo>
                  <a:pt x="651984" y="145371"/>
                </a:lnTo>
                <a:lnTo>
                  <a:pt x="652043" y="144418"/>
                </a:lnTo>
                <a:lnTo>
                  <a:pt x="652142" y="143488"/>
                </a:lnTo>
                <a:lnTo>
                  <a:pt x="652279" y="142581"/>
                </a:lnTo>
                <a:lnTo>
                  <a:pt x="652456" y="141697"/>
                </a:lnTo>
                <a:lnTo>
                  <a:pt x="652673" y="140835"/>
                </a:lnTo>
                <a:lnTo>
                  <a:pt x="652928" y="139996"/>
                </a:lnTo>
                <a:lnTo>
                  <a:pt x="653223" y="139180"/>
                </a:lnTo>
                <a:lnTo>
                  <a:pt x="653557" y="138386"/>
                </a:lnTo>
                <a:lnTo>
                  <a:pt x="653931" y="137615"/>
                </a:lnTo>
                <a:lnTo>
                  <a:pt x="654344" y="136867"/>
                </a:lnTo>
                <a:lnTo>
                  <a:pt x="654796" y="136141"/>
                </a:lnTo>
                <a:lnTo>
                  <a:pt x="655288" y="135439"/>
                </a:lnTo>
                <a:lnTo>
                  <a:pt x="655818" y="134758"/>
                </a:lnTo>
                <a:lnTo>
                  <a:pt x="656389" y="134101"/>
                </a:lnTo>
                <a:lnTo>
                  <a:pt x="656998" y="133466"/>
                </a:lnTo>
                <a:lnTo>
                  <a:pt x="657647" y="132854"/>
                </a:lnTo>
                <a:lnTo>
                  <a:pt x="658335" y="132265"/>
                </a:lnTo>
                <a:lnTo>
                  <a:pt x="659063" y="131698"/>
                </a:lnTo>
                <a:lnTo>
                  <a:pt x="659830" y="131155"/>
                </a:lnTo>
                <a:lnTo>
                  <a:pt x="660636" y="130633"/>
                </a:lnTo>
                <a:lnTo>
                  <a:pt x="661481" y="130135"/>
                </a:lnTo>
                <a:lnTo>
                  <a:pt x="662366" y="129659"/>
                </a:lnTo>
                <a:lnTo>
                  <a:pt x="663290" y="129206"/>
                </a:lnTo>
                <a:lnTo>
                  <a:pt x="664263" y="128773"/>
                </a:lnTo>
                <a:lnTo>
                  <a:pt x="665296" y="128359"/>
                </a:lnTo>
                <a:lnTo>
                  <a:pt x="666387" y="127962"/>
                </a:lnTo>
                <a:lnTo>
                  <a:pt x="667537" y="127583"/>
                </a:lnTo>
                <a:lnTo>
                  <a:pt x="668746" y="127222"/>
                </a:lnTo>
                <a:lnTo>
                  <a:pt x="670015" y="126879"/>
                </a:lnTo>
                <a:lnTo>
                  <a:pt x="671342" y="126553"/>
                </a:lnTo>
                <a:lnTo>
                  <a:pt x="672728" y="126246"/>
                </a:lnTo>
                <a:lnTo>
                  <a:pt x="674173" y="125957"/>
                </a:lnTo>
                <a:lnTo>
                  <a:pt x="675677" y="125685"/>
                </a:lnTo>
                <a:lnTo>
                  <a:pt x="677240" y="125432"/>
                </a:lnTo>
                <a:lnTo>
                  <a:pt x="678863" y="125196"/>
                </a:lnTo>
                <a:lnTo>
                  <a:pt x="680544" y="124978"/>
                </a:lnTo>
                <a:lnTo>
                  <a:pt x="682284" y="124779"/>
                </a:lnTo>
                <a:lnTo>
                  <a:pt x="684083" y="124597"/>
                </a:lnTo>
                <a:lnTo>
                  <a:pt x="685941" y="124433"/>
                </a:lnTo>
                <a:lnTo>
                  <a:pt x="687858" y="124287"/>
                </a:lnTo>
                <a:lnTo>
                  <a:pt x="689834" y="124159"/>
                </a:lnTo>
                <a:lnTo>
                  <a:pt x="691869" y="124049"/>
                </a:lnTo>
                <a:lnTo>
                  <a:pt x="693963" y="123956"/>
                </a:lnTo>
                <a:lnTo>
                  <a:pt x="696116" y="123882"/>
                </a:lnTo>
                <a:lnTo>
                  <a:pt x="698328" y="123826"/>
                </a:lnTo>
                <a:lnTo>
                  <a:pt x="700599" y="123787"/>
                </a:lnTo>
                <a:lnTo>
                  <a:pt x="702929" y="123767"/>
                </a:lnTo>
                <a:lnTo>
                  <a:pt x="702929" y="145520"/>
                </a:lnTo>
                <a:lnTo>
                  <a:pt x="702496" y="146091"/>
                </a:lnTo>
                <a:lnTo>
                  <a:pt x="702051" y="146656"/>
                </a:lnTo>
                <a:lnTo>
                  <a:pt x="701595" y="147217"/>
                </a:lnTo>
                <a:lnTo>
                  <a:pt x="701126" y="147772"/>
                </a:lnTo>
                <a:lnTo>
                  <a:pt x="700645" y="148322"/>
                </a:lnTo>
                <a:lnTo>
                  <a:pt x="700153" y="148866"/>
                </a:lnTo>
                <a:lnTo>
                  <a:pt x="699648" y="149405"/>
                </a:lnTo>
                <a:lnTo>
                  <a:pt x="699132" y="149940"/>
                </a:lnTo>
                <a:lnTo>
                  <a:pt x="698603" y="150468"/>
                </a:lnTo>
                <a:lnTo>
                  <a:pt x="698063" y="150992"/>
                </a:lnTo>
                <a:lnTo>
                  <a:pt x="697511" y="151510"/>
                </a:lnTo>
                <a:lnTo>
                  <a:pt x="696946" y="152023"/>
                </a:lnTo>
                <a:lnTo>
                  <a:pt x="696370" y="152531"/>
                </a:lnTo>
                <a:lnTo>
                  <a:pt x="695782" y="153034"/>
                </a:lnTo>
                <a:lnTo>
                  <a:pt x="695182" y="153531"/>
                </a:lnTo>
                <a:lnTo>
                  <a:pt x="694570" y="154024"/>
                </a:lnTo>
                <a:lnTo>
                  <a:pt x="693946" y="154511"/>
                </a:lnTo>
                <a:lnTo>
                  <a:pt x="693310" y="154992"/>
                </a:lnTo>
                <a:lnTo>
                  <a:pt x="692662" y="155469"/>
                </a:lnTo>
                <a:lnTo>
                  <a:pt x="692003" y="155940"/>
                </a:lnTo>
                <a:lnTo>
                  <a:pt x="691331" y="156406"/>
                </a:lnTo>
                <a:lnTo>
                  <a:pt x="690647" y="156867"/>
                </a:lnTo>
                <a:lnTo>
                  <a:pt x="689952" y="157322"/>
                </a:lnTo>
                <a:lnTo>
                  <a:pt x="689244" y="157773"/>
                </a:lnTo>
                <a:lnTo>
                  <a:pt x="688528" y="158211"/>
                </a:lnTo>
                <a:lnTo>
                  <a:pt x="687807" y="158630"/>
                </a:lnTo>
                <a:lnTo>
                  <a:pt x="687080" y="159031"/>
                </a:lnTo>
                <a:lnTo>
                  <a:pt x="686347" y="159413"/>
                </a:lnTo>
                <a:lnTo>
                  <a:pt x="685610" y="159776"/>
                </a:lnTo>
                <a:lnTo>
                  <a:pt x="684867" y="160121"/>
                </a:lnTo>
                <a:lnTo>
                  <a:pt x="684118" y="160447"/>
                </a:lnTo>
                <a:lnTo>
                  <a:pt x="683364" y="160755"/>
                </a:lnTo>
                <a:lnTo>
                  <a:pt x="682605" y="161044"/>
                </a:lnTo>
                <a:lnTo>
                  <a:pt x="681841" y="161314"/>
                </a:lnTo>
                <a:lnTo>
                  <a:pt x="681071" y="161565"/>
                </a:lnTo>
                <a:lnTo>
                  <a:pt x="680295" y="161798"/>
                </a:lnTo>
                <a:lnTo>
                  <a:pt x="679514" y="162013"/>
                </a:lnTo>
                <a:lnTo>
                  <a:pt x="678728" y="162208"/>
                </a:lnTo>
                <a:lnTo>
                  <a:pt x="677937" y="162386"/>
                </a:lnTo>
                <a:lnTo>
                  <a:pt x="677140" y="162544"/>
                </a:lnTo>
                <a:lnTo>
                  <a:pt x="676338" y="162684"/>
                </a:lnTo>
                <a:lnTo>
                  <a:pt x="675530" y="162805"/>
                </a:lnTo>
                <a:lnTo>
                  <a:pt x="674717" y="162907"/>
                </a:lnTo>
                <a:lnTo>
                  <a:pt x="673898" y="162991"/>
                </a:lnTo>
                <a:lnTo>
                  <a:pt x="673075" y="163057"/>
                </a:lnTo>
                <a:lnTo>
                  <a:pt x="672245" y="163103"/>
                </a:lnTo>
                <a:lnTo>
                  <a:pt x="671411" y="163131"/>
                </a:lnTo>
                <a:lnTo>
                  <a:pt x="670571" y="163140"/>
                </a:lnTo>
                <a:lnTo>
                  <a:pt x="669891" y="163133"/>
                </a:lnTo>
                <a:lnTo>
                  <a:pt x="669221" y="163112"/>
                </a:lnTo>
                <a:lnTo>
                  <a:pt x="668562" y="163076"/>
                </a:lnTo>
                <a:lnTo>
                  <a:pt x="667914" y="163026"/>
                </a:lnTo>
                <a:lnTo>
                  <a:pt x="667276" y="162961"/>
                </a:lnTo>
                <a:close/>
                <a:moveTo>
                  <a:pt x="186417" y="184852"/>
                </a:moveTo>
                <a:lnTo>
                  <a:pt x="187173" y="184707"/>
                </a:lnTo>
                <a:lnTo>
                  <a:pt x="187915" y="184540"/>
                </a:lnTo>
                <a:lnTo>
                  <a:pt x="188644" y="184351"/>
                </a:lnTo>
                <a:lnTo>
                  <a:pt x="189360" y="184140"/>
                </a:lnTo>
                <a:lnTo>
                  <a:pt x="190063" y="183907"/>
                </a:lnTo>
                <a:lnTo>
                  <a:pt x="190752" y="183651"/>
                </a:lnTo>
                <a:lnTo>
                  <a:pt x="191428" y="183373"/>
                </a:lnTo>
                <a:lnTo>
                  <a:pt x="192091" y="183073"/>
                </a:lnTo>
                <a:lnTo>
                  <a:pt x="192740" y="182750"/>
                </a:lnTo>
                <a:lnTo>
                  <a:pt x="193376" y="182406"/>
                </a:lnTo>
                <a:lnTo>
                  <a:pt x="193998" y="182039"/>
                </a:lnTo>
                <a:lnTo>
                  <a:pt x="194607" y="181650"/>
                </a:lnTo>
                <a:lnTo>
                  <a:pt x="195203" y="181238"/>
                </a:lnTo>
                <a:lnTo>
                  <a:pt x="195786" y="180805"/>
                </a:lnTo>
                <a:lnTo>
                  <a:pt x="196355" y="180349"/>
                </a:lnTo>
                <a:lnTo>
                  <a:pt x="196911" y="179871"/>
                </a:lnTo>
                <a:lnTo>
                  <a:pt x="197453" y="179370"/>
                </a:lnTo>
                <a:lnTo>
                  <a:pt x="197982" y="178848"/>
                </a:lnTo>
                <a:lnTo>
                  <a:pt x="198494" y="178309"/>
                </a:lnTo>
                <a:lnTo>
                  <a:pt x="198984" y="177761"/>
                </a:lnTo>
                <a:lnTo>
                  <a:pt x="199452" y="177203"/>
                </a:lnTo>
                <a:lnTo>
                  <a:pt x="199898" y="176636"/>
                </a:lnTo>
                <a:lnTo>
                  <a:pt x="200322" y="176059"/>
                </a:lnTo>
                <a:lnTo>
                  <a:pt x="200725" y="175473"/>
                </a:lnTo>
                <a:lnTo>
                  <a:pt x="201106" y="174877"/>
                </a:lnTo>
                <a:lnTo>
                  <a:pt x="201465" y="174271"/>
                </a:lnTo>
                <a:lnTo>
                  <a:pt x="201803" y="173656"/>
                </a:lnTo>
                <a:lnTo>
                  <a:pt x="202118" y="173031"/>
                </a:lnTo>
                <a:lnTo>
                  <a:pt x="202412" y="172396"/>
                </a:lnTo>
                <a:lnTo>
                  <a:pt x="202684" y="171752"/>
                </a:lnTo>
                <a:lnTo>
                  <a:pt x="202935" y="171099"/>
                </a:lnTo>
                <a:lnTo>
                  <a:pt x="203163" y="170436"/>
                </a:lnTo>
                <a:lnTo>
                  <a:pt x="203370" y="169763"/>
                </a:lnTo>
                <a:lnTo>
                  <a:pt x="203555" y="169080"/>
                </a:lnTo>
                <a:lnTo>
                  <a:pt x="203718" y="168388"/>
                </a:lnTo>
                <a:lnTo>
                  <a:pt x="203860" y="167687"/>
                </a:lnTo>
                <a:lnTo>
                  <a:pt x="203980" y="166975"/>
                </a:lnTo>
                <a:lnTo>
                  <a:pt x="204077" y="166255"/>
                </a:lnTo>
                <a:lnTo>
                  <a:pt x="204154" y="165524"/>
                </a:lnTo>
                <a:lnTo>
                  <a:pt x="204208" y="164784"/>
                </a:lnTo>
                <a:lnTo>
                  <a:pt x="204241" y="164034"/>
                </a:lnTo>
                <a:lnTo>
                  <a:pt x="204252" y="163275"/>
                </a:lnTo>
                <a:lnTo>
                  <a:pt x="204241" y="162451"/>
                </a:lnTo>
                <a:lnTo>
                  <a:pt x="204208" y="161640"/>
                </a:lnTo>
                <a:lnTo>
                  <a:pt x="204154" y="160844"/>
                </a:lnTo>
                <a:lnTo>
                  <a:pt x="204077" y="160062"/>
                </a:lnTo>
                <a:lnTo>
                  <a:pt x="203980" y="159294"/>
                </a:lnTo>
                <a:lnTo>
                  <a:pt x="203860" y="158539"/>
                </a:lnTo>
                <a:lnTo>
                  <a:pt x="203718" y="157799"/>
                </a:lnTo>
                <a:lnTo>
                  <a:pt x="203555" y="157073"/>
                </a:lnTo>
                <a:lnTo>
                  <a:pt x="203370" y="156361"/>
                </a:lnTo>
                <a:lnTo>
                  <a:pt x="203163" y="155663"/>
                </a:lnTo>
                <a:lnTo>
                  <a:pt x="202935" y="154979"/>
                </a:lnTo>
                <a:lnTo>
                  <a:pt x="202684" y="154309"/>
                </a:lnTo>
                <a:lnTo>
                  <a:pt x="202412" y="153653"/>
                </a:lnTo>
                <a:lnTo>
                  <a:pt x="202118" y="153012"/>
                </a:lnTo>
                <a:lnTo>
                  <a:pt x="201803" y="152384"/>
                </a:lnTo>
                <a:lnTo>
                  <a:pt x="201465" y="151770"/>
                </a:lnTo>
                <a:lnTo>
                  <a:pt x="201106" y="151170"/>
                </a:lnTo>
                <a:lnTo>
                  <a:pt x="200725" y="150585"/>
                </a:lnTo>
                <a:lnTo>
                  <a:pt x="200322" y="150013"/>
                </a:lnTo>
                <a:lnTo>
                  <a:pt x="199898" y="149455"/>
                </a:lnTo>
                <a:lnTo>
                  <a:pt x="199452" y="148912"/>
                </a:lnTo>
                <a:lnTo>
                  <a:pt x="198984" y="148382"/>
                </a:lnTo>
                <a:lnTo>
                  <a:pt x="198494" y="147867"/>
                </a:lnTo>
                <a:lnTo>
                  <a:pt x="197982" y="147366"/>
                </a:lnTo>
                <a:lnTo>
                  <a:pt x="197453" y="146882"/>
                </a:lnTo>
                <a:lnTo>
                  <a:pt x="196911" y="146418"/>
                </a:lnTo>
                <a:lnTo>
                  <a:pt x="196355" y="145975"/>
                </a:lnTo>
                <a:lnTo>
                  <a:pt x="195786" y="145553"/>
                </a:lnTo>
                <a:lnTo>
                  <a:pt x="195203" y="145151"/>
                </a:lnTo>
                <a:lnTo>
                  <a:pt x="194607" y="144770"/>
                </a:lnTo>
                <a:lnTo>
                  <a:pt x="193998" y="144410"/>
                </a:lnTo>
                <a:lnTo>
                  <a:pt x="193376" y="144070"/>
                </a:lnTo>
                <a:lnTo>
                  <a:pt x="192740" y="143751"/>
                </a:lnTo>
                <a:lnTo>
                  <a:pt x="192091" y="143452"/>
                </a:lnTo>
                <a:lnTo>
                  <a:pt x="191428" y="143174"/>
                </a:lnTo>
                <a:lnTo>
                  <a:pt x="190752" y="142916"/>
                </a:lnTo>
                <a:lnTo>
                  <a:pt x="190063" y="142679"/>
                </a:lnTo>
                <a:lnTo>
                  <a:pt x="189360" y="142463"/>
                </a:lnTo>
                <a:lnTo>
                  <a:pt x="188644" y="142268"/>
                </a:lnTo>
                <a:lnTo>
                  <a:pt x="187915" y="142092"/>
                </a:lnTo>
                <a:lnTo>
                  <a:pt x="187173" y="141938"/>
                </a:lnTo>
                <a:lnTo>
                  <a:pt x="186417" y="141804"/>
                </a:lnTo>
                <a:lnTo>
                  <a:pt x="185647" y="141691"/>
                </a:lnTo>
                <a:lnTo>
                  <a:pt x="184865" y="141598"/>
                </a:lnTo>
                <a:lnTo>
                  <a:pt x="184069" y="141526"/>
                </a:lnTo>
                <a:lnTo>
                  <a:pt x="183259" y="141474"/>
                </a:lnTo>
                <a:lnTo>
                  <a:pt x="182437" y="141444"/>
                </a:lnTo>
                <a:lnTo>
                  <a:pt x="181601" y="141433"/>
                </a:lnTo>
                <a:lnTo>
                  <a:pt x="180743" y="141444"/>
                </a:lnTo>
                <a:lnTo>
                  <a:pt x="179898" y="141474"/>
                </a:lnTo>
                <a:lnTo>
                  <a:pt x="179067" y="141526"/>
                </a:lnTo>
                <a:lnTo>
                  <a:pt x="178251" y="141598"/>
                </a:lnTo>
                <a:lnTo>
                  <a:pt x="177448" y="141691"/>
                </a:lnTo>
                <a:lnTo>
                  <a:pt x="176658" y="141804"/>
                </a:lnTo>
                <a:lnTo>
                  <a:pt x="175883" y="141938"/>
                </a:lnTo>
                <a:lnTo>
                  <a:pt x="175122" y="142092"/>
                </a:lnTo>
                <a:lnTo>
                  <a:pt x="174374" y="142268"/>
                </a:lnTo>
                <a:lnTo>
                  <a:pt x="173640" y="142463"/>
                </a:lnTo>
                <a:lnTo>
                  <a:pt x="172920" y="142679"/>
                </a:lnTo>
                <a:lnTo>
                  <a:pt x="172213" y="142916"/>
                </a:lnTo>
                <a:lnTo>
                  <a:pt x="171521" y="143174"/>
                </a:lnTo>
                <a:lnTo>
                  <a:pt x="170842" y="143452"/>
                </a:lnTo>
                <a:lnTo>
                  <a:pt x="170177" y="143751"/>
                </a:lnTo>
                <a:lnTo>
                  <a:pt x="169526" y="144070"/>
                </a:lnTo>
                <a:lnTo>
                  <a:pt x="168889" y="144410"/>
                </a:lnTo>
                <a:lnTo>
                  <a:pt x="168266" y="144770"/>
                </a:lnTo>
                <a:lnTo>
                  <a:pt x="167656" y="145151"/>
                </a:lnTo>
                <a:lnTo>
                  <a:pt x="167060" y="145553"/>
                </a:lnTo>
                <a:lnTo>
                  <a:pt x="166478" y="145975"/>
                </a:lnTo>
                <a:lnTo>
                  <a:pt x="165910" y="146418"/>
                </a:lnTo>
                <a:lnTo>
                  <a:pt x="165355" y="146882"/>
                </a:lnTo>
                <a:lnTo>
                  <a:pt x="164815" y="147366"/>
                </a:lnTo>
                <a:lnTo>
                  <a:pt x="164292" y="147867"/>
                </a:lnTo>
                <a:lnTo>
                  <a:pt x="163792" y="148382"/>
                </a:lnTo>
                <a:lnTo>
                  <a:pt x="163314" y="148912"/>
                </a:lnTo>
                <a:lnTo>
                  <a:pt x="162858" y="149455"/>
                </a:lnTo>
                <a:lnTo>
                  <a:pt x="162424" y="150013"/>
                </a:lnTo>
                <a:lnTo>
                  <a:pt x="162013" y="150585"/>
                </a:lnTo>
                <a:lnTo>
                  <a:pt x="161624" y="151170"/>
                </a:lnTo>
                <a:lnTo>
                  <a:pt x="161257" y="151770"/>
                </a:lnTo>
                <a:lnTo>
                  <a:pt x="160912" y="152384"/>
                </a:lnTo>
                <a:lnTo>
                  <a:pt x="160590" y="153012"/>
                </a:lnTo>
                <a:lnTo>
                  <a:pt x="160290" y="153653"/>
                </a:lnTo>
                <a:lnTo>
                  <a:pt x="160012" y="154309"/>
                </a:lnTo>
                <a:lnTo>
                  <a:pt x="159756" y="154979"/>
                </a:lnTo>
                <a:lnTo>
                  <a:pt x="159522" y="155663"/>
                </a:lnTo>
                <a:lnTo>
                  <a:pt x="159311" y="156361"/>
                </a:lnTo>
                <a:lnTo>
                  <a:pt x="159122" y="157073"/>
                </a:lnTo>
                <a:lnTo>
                  <a:pt x="158955" y="157799"/>
                </a:lnTo>
                <a:lnTo>
                  <a:pt x="158811" y="158539"/>
                </a:lnTo>
                <a:lnTo>
                  <a:pt x="158689" y="159294"/>
                </a:lnTo>
                <a:lnTo>
                  <a:pt x="158588" y="160062"/>
                </a:lnTo>
                <a:lnTo>
                  <a:pt x="158511" y="160844"/>
                </a:lnTo>
                <a:lnTo>
                  <a:pt x="158455" y="161640"/>
                </a:lnTo>
                <a:lnTo>
                  <a:pt x="158422" y="162451"/>
                </a:lnTo>
                <a:lnTo>
                  <a:pt x="158411" y="163275"/>
                </a:lnTo>
                <a:lnTo>
                  <a:pt x="158422" y="164034"/>
                </a:lnTo>
                <a:lnTo>
                  <a:pt x="158455" y="164784"/>
                </a:lnTo>
                <a:lnTo>
                  <a:pt x="158511" y="165524"/>
                </a:lnTo>
                <a:lnTo>
                  <a:pt x="158588" y="166255"/>
                </a:lnTo>
                <a:lnTo>
                  <a:pt x="158689" y="166975"/>
                </a:lnTo>
                <a:lnTo>
                  <a:pt x="158811" y="167687"/>
                </a:lnTo>
                <a:lnTo>
                  <a:pt x="158955" y="168388"/>
                </a:lnTo>
                <a:lnTo>
                  <a:pt x="159122" y="169080"/>
                </a:lnTo>
                <a:lnTo>
                  <a:pt x="159311" y="169763"/>
                </a:lnTo>
                <a:lnTo>
                  <a:pt x="159522" y="170436"/>
                </a:lnTo>
                <a:lnTo>
                  <a:pt x="159756" y="171099"/>
                </a:lnTo>
                <a:lnTo>
                  <a:pt x="160012" y="171752"/>
                </a:lnTo>
                <a:lnTo>
                  <a:pt x="160290" y="172396"/>
                </a:lnTo>
                <a:lnTo>
                  <a:pt x="160590" y="173031"/>
                </a:lnTo>
                <a:lnTo>
                  <a:pt x="160912" y="173656"/>
                </a:lnTo>
                <a:lnTo>
                  <a:pt x="161257" y="174271"/>
                </a:lnTo>
                <a:lnTo>
                  <a:pt x="161624" y="174877"/>
                </a:lnTo>
                <a:lnTo>
                  <a:pt x="162013" y="175473"/>
                </a:lnTo>
                <a:lnTo>
                  <a:pt x="162424" y="176059"/>
                </a:lnTo>
                <a:lnTo>
                  <a:pt x="162858" y="176636"/>
                </a:lnTo>
                <a:lnTo>
                  <a:pt x="163314" y="177203"/>
                </a:lnTo>
                <a:lnTo>
                  <a:pt x="163792" y="177761"/>
                </a:lnTo>
                <a:lnTo>
                  <a:pt x="164292" y="178309"/>
                </a:lnTo>
                <a:lnTo>
                  <a:pt x="164815" y="178848"/>
                </a:lnTo>
                <a:lnTo>
                  <a:pt x="165355" y="179370"/>
                </a:lnTo>
                <a:lnTo>
                  <a:pt x="165910" y="179871"/>
                </a:lnTo>
                <a:lnTo>
                  <a:pt x="166478" y="180349"/>
                </a:lnTo>
                <a:lnTo>
                  <a:pt x="167060" y="180805"/>
                </a:lnTo>
                <a:lnTo>
                  <a:pt x="167656" y="181238"/>
                </a:lnTo>
                <a:lnTo>
                  <a:pt x="168266" y="181650"/>
                </a:lnTo>
                <a:lnTo>
                  <a:pt x="168889" y="182039"/>
                </a:lnTo>
                <a:lnTo>
                  <a:pt x="169526" y="182406"/>
                </a:lnTo>
                <a:lnTo>
                  <a:pt x="170177" y="182750"/>
                </a:lnTo>
                <a:lnTo>
                  <a:pt x="170842" y="183073"/>
                </a:lnTo>
                <a:lnTo>
                  <a:pt x="171521" y="183373"/>
                </a:lnTo>
                <a:lnTo>
                  <a:pt x="172213" y="183651"/>
                </a:lnTo>
                <a:lnTo>
                  <a:pt x="172920" y="183907"/>
                </a:lnTo>
                <a:lnTo>
                  <a:pt x="173640" y="184140"/>
                </a:lnTo>
                <a:lnTo>
                  <a:pt x="174374" y="184351"/>
                </a:lnTo>
                <a:lnTo>
                  <a:pt x="175122" y="184540"/>
                </a:lnTo>
                <a:lnTo>
                  <a:pt x="175883" y="184707"/>
                </a:lnTo>
                <a:lnTo>
                  <a:pt x="176658" y="184852"/>
                </a:lnTo>
                <a:lnTo>
                  <a:pt x="177448" y="184974"/>
                </a:lnTo>
                <a:lnTo>
                  <a:pt x="178251" y="185074"/>
                </a:lnTo>
                <a:lnTo>
                  <a:pt x="179067" y="185152"/>
                </a:lnTo>
                <a:lnTo>
                  <a:pt x="179898" y="185207"/>
                </a:lnTo>
                <a:lnTo>
                  <a:pt x="180743" y="185241"/>
                </a:lnTo>
                <a:lnTo>
                  <a:pt x="181601" y="185252"/>
                </a:lnTo>
                <a:lnTo>
                  <a:pt x="182437" y="185241"/>
                </a:lnTo>
                <a:lnTo>
                  <a:pt x="183259" y="185207"/>
                </a:lnTo>
                <a:lnTo>
                  <a:pt x="184069" y="185152"/>
                </a:lnTo>
                <a:lnTo>
                  <a:pt x="184865" y="185074"/>
                </a:lnTo>
                <a:lnTo>
                  <a:pt x="185647" y="184974"/>
                </a:lnTo>
                <a:lnTo>
                  <a:pt x="186417" y="184852"/>
                </a:lnTo>
                <a:close/>
                <a:moveTo>
                  <a:pt x="1638859" y="34569"/>
                </a:moveTo>
                <a:lnTo>
                  <a:pt x="1639590" y="34474"/>
                </a:lnTo>
                <a:lnTo>
                  <a:pt x="1640305" y="34361"/>
                </a:lnTo>
                <a:lnTo>
                  <a:pt x="1641004" y="34231"/>
                </a:lnTo>
                <a:lnTo>
                  <a:pt x="1641687" y="34084"/>
                </a:lnTo>
                <a:lnTo>
                  <a:pt x="1642354" y="33919"/>
                </a:lnTo>
                <a:lnTo>
                  <a:pt x="1643005" y="33737"/>
                </a:lnTo>
                <a:lnTo>
                  <a:pt x="1643639" y="33538"/>
                </a:lnTo>
                <a:lnTo>
                  <a:pt x="1644257" y="33322"/>
                </a:lnTo>
                <a:lnTo>
                  <a:pt x="1644860" y="33088"/>
                </a:lnTo>
                <a:lnTo>
                  <a:pt x="1645446" y="32837"/>
                </a:lnTo>
                <a:lnTo>
                  <a:pt x="1646016" y="32568"/>
                </a:lnTo>
                <a:lnTo>
                  <a:pt x="1646569" y="32282"/>
                </a:lnTo>
                <a:lnTo>
                  <a:pt x="1647107" y="31979"/>
                </a:lnTo>
                <a:lnTo>
                  <a:pt x="1647628" y="31659"/>
                </a:lnTo>
                <a:lnTo>
                  <a:pt x="1648133" y="31321"/>
                </a:lnTo>
                <a:lnTo>
                  <a:pt x="1648623" y="30966"/>
                </a:lnTo>
                <a:lnTo>
                  <a:pt x="1649095" y="30594"/>
                </a:lnTo>
                <a:lnTo>
                  <a:pt x="1649552" y="30204"/>
                </a:lnTo>
                <a:lnTo>
                  <a:pt x="1649993" y="29797"/>
                </a:lnTo>
                <a:lnTo>
                  <a:pt x="1650416" y="29377"/>
                </a:lnTo>
                <a:lnTo>
                  <a:pt x="1650822" y="28948"/>
                </a:lnTo>
                <a:lnTo>
                  <a:pt x="1651209" y="28512"/>
                </a:lnTo>
                <a:lnTo>
                  <a:pt x="1651579" y="28066"/>
                </a:lnTo>
                <a:lnTo>
                  <a:pt x="1651930" y="27613"/>
                </a:lnTo>
                <a:lnTo>
                  <a:pt x="1652264" y="27151"/>
                </a:lnTo>
                <a:lnTo>
                  <a:pt x="1652579" y="26680"/>
                </a:lnTo>
                <a:lnTo>
                  <a:pt x="1652877" y="26201"/>
                </a:lnTo>
                <a:lnTo>
                  <a:pt x="1653156" y="25714"/>
                </a:lnTo>
                <a:lnTo>
                  <a:pt x="1653417" y="25218"/>
                </a:lnTo>
                <a:lnTo>
                  <a:pt x="1653661" y="24714"/>
                </a:lnTo>
                <a:lnTo>
                  <a:pt x="1653886" y="24201"/>
                </a:lnTo>
                <a:lnTo>
                  <a:pt x="1654093" y="23680"/>
                </a:lnTo>
                <a:lnTo>
                  <a:pt x="1654283" y="23151"/>
                </a:lnTo>
                <a:lnTo>
                  <a:pt x="1654454" y="22613"/>
                </a:lnTo>
                <a:lnTo>
                  <a:pt x="1654607" y="22067"/>
                </a:lnTo>
                <a:lnTo>
                  <a:pt x="1654742" y="21512"/>
                </a:lnTo>
                <a:lnTo>
                  <a:pt x="1654859" y="20949"/>
                </a:lnTo>
                <a:lnTo>
                  <a:pt x="1654958" y="20377"/>
                </a:lnTo>
                <a:lnTo>
                  <a:pt x="1655040" y="19797"/>
                </a:lnTo>
                <a:lnTo>
                  <a:pt x="1655103" y="19209"/>
                </a:lnTo>
                <a:lnTo>
                  <a:pt x="1655148" y="18612"/>
                </a:lnTo>
                <a:lnTo>
                  <a:pt x="1655175" y="18006"/>
                </a:lnTo>
                <a:lnTo>
                  <a:pt x="1655184" y="17393"/>
                </a:lnTo>
                <a:lnTo>
                  <a:pt x="1655175" y="16768"/>
                </a:lnTo>
                <a:lnTo>
                  <a:pt x="1655148" y="16153"/>
                </a:lnTo>
                <a:lnTo>
                  <a:pt x="1655103" y="15546"/>
                </a:lnTo>
                <a:lnTo>
                  <a:pt x="1655040" y="14949"/>
                </a:lnTo>
                <a:lnTo>
                  <a:pt x="1654958" y="14361"/>
                </a:lnTo>
                <a:lnTo>
                  <a:pt x="1654859" y="13782"/>
                </a:lnTo>
                <a:lnTo>
                  <a:pt x="1654742" y="13212"/>
                </a:lnTo>
                <a:lnTo>
                  <a:pt x="1654607" y="12651"/>
                </a:lnTo>
                <a:lnTo>
                  <a:pt x="1654454" y="12100"/>
                </a:lnTo>
                <a:lnTo>
                  <a:pt x="1654283" y="11557"/>
                </a:lnTo>
                <a:lnTo>
                  <a:pt x="1654093" y="11024"/>
                </a:lnTo>
                <a:lnTo>
                  <a:pt x="1653886" y="10500"/>
                </a:lnTo>
                <a:lnTo>
                  <a:pt x="1653661" y="9985"/>
                </a:lnTo>
                <a:lnTo>
                  <a:pt x="1653417" y="9479"/>
                </a:lnTo>
                <a:lnTo>
                  <a:pt x="1653156" y="8982"/>
                </a:lnTo>
                <a:lnTo>
                  <a:pt x="1652877" y="8494"/>
                </a:lnTo>
                <a:lnTo>
                  <a:pt x="1652579" y="8016"/>
                </a:lnTo>
                <a:lnTo>
                  <a:pt x="1652264" y="7546"/>
                </a:lnTo>
                <a:lnTo>
                  <a:pt x="1651930" y="7086"/>
                </a:lnTo>
                <a:lnTo>
                  <a:pt x="1651579" y="6635"/>
                </a:lnTo>
                <a:lnTo>
                  <a:pt x="1651209" y="6193"/>
                </a:lnTo>
                <a:lnTo>
                  <a:pt x="1650822" y="5760"/>
                </a:lnTo>
                <a:lnTo>
                  <a:pt x="1650416" y="5336"/>
                </a:lnTo>
                <a:lnTo>
                  <a:pt x="1649993" y="4921"/>
                </a:lnTo>
                <a:lnTo>
                  <a:pt x="1649552" y="4520"/>
                </a:lnTo>
                <a:lnTo>
                  <a:pt x="1649095" y="4135"/>
                </a:lnTo>
                <a:lnTo>
                  <a:pt x="1648623" y="3768"/>
                </a:lnTo>
                <a:lnTo>
                  <a:pt x="1648133" y="3417"/>
                </a:lnTo>
                <a:lnTo>
                  <a:pt x="1647628" y="3084"/>
                </a:lnTo>
                <a:lnTo>
                  <a:pt x="1647107" y="2768"/>
                </a:lnTo>
                <a:lnTo>
                  <a:pt x="1646569" y="2469"/>
                </a:lnTo>
                <a:lnTo>
                  <a:pt x="1646016" y="2187"/>
                </a:lnTo>
                <a:lnTo>
                  <a:pt x="1645446" y="1922"/>
                </a:lnTo>
                <a:lnTo>
                  <a:pt x="1644860" y="1675"/>
                </a:lnTo>
                <a:lnTo>
                  <a:pt x="1644257" y="1444"/>
                </a:lnTo>
                <a:lnTo>
                  <a:pt x="1643639" y="1230"/>
                </a:lnTo>
                <a:lnTo>
                  <a:pt x="1643005" y="1034"/>
                </a:lnTo>
                <a:lnTo>
                  <a:pt x="1642354" y="854"/>
                </a:lnTo>
                <a:lnTo>
                  <a:pt x="1641687" y="692"/>
                </a:lnTo>
                <a:lnTo>
                  <a:pt x="1641004" y="547"/>
                </a:lnTo>
                <a:lnTo>
                  <a:pt x="1640305" y="419"/>
                </a:lnTo>
                <a:lnTo>
                  <a:pt x="1639590" y="308"/>
                </a:lnTo>
                <a:lnTo>
                  <a:pt x="1638859" y="214"/>
                </a:lnTo>
                <a:lnTo>
                  <a:pt x="1638111" y="137"/>
                </a:lnTo>
                <a:lnTo>
                  <a:pt x="1637348" y="77"/>
                </a:lnTo>
                <a:lnTo>
                  <a:pt x="1636568" y="34"/>
                </a:lnTo>
                <a:lnTo>
                  <a:pt x="1635772" y="9"/>
                </a:lnTo>
                <a:lnTo>
                  <a:pt x="1634960" y="0"/>
                </a:lnTo>
                <a:lnTo>
                  <a:pt x="1634148" y="9"/>
                </a:lnTo>
                <a:lnTo>
                  <a:pt x="1633352" y="34"/>
                </a:lnTo>
                <a:lnTo>
                  <a:pt x="1632572" y="77"/>
                </a:lnTo>
                <a:lnTo>
                  <a:pt x="1631808" y="137"/>
                </a:lnTo>
                <a:lnTo>
                  <a:pt x="1631061" y="214"/>
                </a:lnTo>
                <a:lnTo>
                  <a:pt x="1630329" y="308"/>
                </a:lnTo>
                <a:lnTo>
                  <a:pt x="1629614" y="419"/>
                </a:lnTo>
                <a:lnTo>
                  <a:pt x="1628915" y="547"/>
                </a:lnTo>
                <a:lnTo>
                  <a:pt x="1628232" y="692"/>
                </a:lnTo>
                <a:lnTo>
                  <a:pt x="1627565" y="854"/>
                </a:lnTo>
                <a:lnTo>
                  <a:pt x="1626915" y="1034"/>
                </a:lnTo>
                <a:lnTo>
                  <a:pt x="1626280" y="1230"/>
                </a:lnTo>
                <a:lnTo>
                  <a:pt x="1625662" y="1444"/>
                </a:lnTo>
                <a:lnTo>
                  <a:pt x="1625060" y="1675"/>
                </a:lnTo>
                <a:lnTo>
                  <a:pt x="1624474" y="1922"/>
                </a:lnTo>
                <a:lnTo>
                  <a:pt x="1623904" y="2187"/>
                </a:lnTo>
                <a:lnTo>
                  <a:pt x="1623350" y="2469"/>
                </a:lnTo>
                <a:lnTo>
                  <a:pt x="1622813" y="2768"/>
                </a:lnTo>
                <a:lnTo>
                  <a:pt x="1622291" y="3084"/>
                </a:lnTo>
                <a:lnTo>
                  <a:pt x="1621786" y="3417"/>
                </a:lnTo>
                <a:lnTo>
                  <a:pt x="1621297" y="3768"/>
                </a:lnTo>
                <a:lnTo>
                  <a:pt x="1620824" y="4135"/>
                </a:lnTo>
                <a:lnTo>
                  <a:pt x="1620367" y="4520"/>
                </a:lnTo>
                <a:lnTo>
                  <a:pt x="1619927" y="4921"/>
                </a:lnTo>
                <a:lnTo>
                  <a:pt x="1619503" y="5336"/>
                </a:lnTo>
                <a:lnTo>
                  <a:pt x="1619097" y="5760"/>
                </a:lnTo>
                <a:lnTo>
                  <a:pt x="1618710" y="6193"/>
                </a:lnTo>
                <a:lnTo>
                  <a:pt x="1618340" y="6635"/>
                </a:lnTo>
                <a:lnTo>
                  <a:pt x="1617989" y="7086"/>
                </a:lnTo>
                <a:lnTo>
                  <a:pt x="1617656" y="7546"/>
                </a:lnTo>
                <a:lnTo>
                  <a:pt x="1617340" y="8016"/>
                </a:lnTo>
                <a:lnTo>
                  <a:pt x="1617043" y="8494"/>
                </a:lnTo>
                <a:lnTo>
                  <a:pt x="1616763" y="8982"/>
                </a:lnTo>
                <a:lnTo>
                  <a:pt x="1616502" y="9479"/>
                </a:lnTo>
                <a:lnTo>
                  <a:pt x="1616259" y="9985"/>
                </a:lnTo>
                <a:lnTo>
                  <a:pt x="1616033" y="10500"/>
                </a:lnTo>
                <a:lnTo>
                  <a:pt x="1615826" y="11024"/>
                </a:lnTo>
                <a:lnTo>
                  <a:pt x="1615637" y="11557"/>
                </a:lnTo>
                <a:lnTo>
                  <a:pt x="1615466" y="12100"/>
                </a:lnTo>
                <a:lnTo>
                  <a:pt x="1615312" y="12651"/>
                </a:lnTo>
                <a:lnTo>
                  <a:pt x="1615177" y="13212"/>
                </a:lnTo>
                <a:lnTo>
                  <a:pt x="1615060" y="13782"/>
                </a:lnTo>
                <a:lnTo>
                  <a:pt x="1614961" y="14361"/>
                </a:lnTo>
                <a:lnTo>
                  <a:pt x="1614880" y="14949"/>
                </a:lnTo>
                <a:lnTo>
                  <a:pt x="1614817" y="15546"/>
                </a:lnTo>
                <a:lnTo>
                  <a:pt x="1614772" y="16153"/>
                </a:lnTo>
                <a:lnTo>
                  <a:pt x="1614745" y="16768"/>
                </a:lnTo>
                <a:lnTo>
                  <a:pt x="1614736" y="17393"/>
                </a:lnTo>
                <a:lnTo>
                  <a:pt x="1614745" y="18006"/>
                </a:lnTo>
                <a:lnTo>
                  <a:pt x="1614772" y="18612"/>
                </a:lnTo>
                <a:lnTo>
                  <a:pt x="1614817" y="19209"/>
                </a:lnTo>
                <a:lnTo>
                  <a:pt x="1614880" y="19797"/>
                </a:lnTo>
                <a:lnTo>
                  <a:pt x="1614961" y="20377"/>
                </a:lnTo>
                <a:lnTo>
                  <a:pt x="1615060" y="20949"/>
                </a:lnTo>
                <a:lnTo>
                  <a:pt x="1615177" y="21512"/>
                </a:lnTo>
                <a:lnTo>
                  <a:pt x="1615312" y="22067"/>
                </a:lnTo>
                <a:lnTo>
                  <a:pt x="1615466" y="22613"/>
                </a:lnTo>
                <a:lnTo>
                  <a:pt x="1615637" y="23151"/>
                </a:lnTo>
                <a:lnTo>
                  <a:pt x="1615826" y="23680"/>
                </a:lnTo>
                <a:lnTo>
                  <a:pt x="1616033" y="24201"/>
                </a:lnTo>
                <a:lnTo>
                  <a:pt x="1616259" y="24714"/>
                </a:lnTo>
                <a:lnTo>
                  <a:pt x="1616502" y="25218"/>
                </a:lnTo>
                <a:lnTo>
                  <a:pt x="1616763" y="25714"/>
                </a:lnTo>
                <a:lnTo>
                  <a:pt x="1617043" y="26201"/>
                </a:lnTo>
                <a:lnTo>
                  <a:pt x="1617340" y="26680"/>
                </a:lnTo>
                <a:lnTo>
                  <a:pt x="1617656" y="27151"/>
                </a:lnTo>
                <a:lnTo>
                  <a:pt x="1617989" y="27613"/>
                </a:lnTo>
                <a:lnTo>
                  <a:pt x="1618340" y="28066"/>
                </a:lnTo>
                <a:lnTo>
                  <a:pt x="1618710" y="28512"/>
                </a:lnTo>
                <a:lnTo>
                  <a:pt x="1619097" y="28948"/>
                </a:lnTo>
                <a:lnTo>
                  <a:pt x="1619503" y="29377"/>
                </a:lnTo>
                <a:lnTo>
                  <a:pt x="1619927" y="29797"/>
                </a:lnTo>
                <a:lnTo>
                  <a:pt x="1620367" y="30204"/>
                </a:lnTo>
                <a:lnTo>
                  <a:pt x="1620824" y="30594"/>
                </a:lnTo>
                <a:lnTo>
                  <a:pt x="1621297" y="30966"/>
                </a:lnTo>
                <a:lnTo>
                  <a:pt x="1621786" y="31321"/>
                </a:lnTo>
                <a:lnTo>
                  <a:pt x="1622291" y="31659"/>
                </a:lnTo>
                <a:lnTo>
                  <a:pt x="1622813" y="31979"/>
                </a:lnTo>
                <a:lnTo>
                  <a:pt x="1623350" y="32282"/>
                </a:lnTo>
                <a:lnTo>
                  <a:pt x="1623904" y="32568"/>
                </a:lnTo>
                <a:lnTo>
                  <a:pt x="1624474" y="32837"/>
                </a:lnTo>
                <a:lnTo>
                  <a:pt x="1625060" y="33088"/>
                </a:lnTo>
                <a:lnTo>
                  <a:pt x="1625662" y="33322"/>
                </a:lnTo>
                <a:lnTo>
                  <a:pt x="1626280" y="33538"/>
                </a:lnTo>
                <a:lnTo>
                  <a:pt x="1626915" y="33737"/>
                </a:lnTo>
                <a:lnTo>
                  <a:pt x="1627565" y="33919"/>
                </a:lnTo>
                <a:lnTo>
                  <a:pt x="1628232" y="34084"/>
                </a:lnTo>
                <a:lnTo>
                  <a:pt x="1628915" y="34231"/>
                </a:lnTo>
                <a:lnTo>
                  <a:pt x="1629614" y="34361"/>
                </a:lnTo>
                <a:lnTo>
                  <a:pt x="1630329" y="34474"/>
                </a:lnTo>
                <a:lnTo>
                  <a:pt x="1631061" y="34569"/>
                </a:lnTo>
                <a:lnTo>
                  <a:pt x="1631808" y="34647"/>
                </a:lnTo>
                <a:lnTo>
                  <a:pt x="1632572" y="34707"/>
                </a:lnTo>
                <a:lnTo>
                  <a:pt x="1633352" y="34751"/>
                </a:lnTo>
                <a:lnTo>
                  <a:pt x="1634148" y="34777"/>
                </a:lnTo>
                <a:lnTo>
                  <a:pt x="1634960" y="34785"/>
                </a:lnTo>
                <a:lnTo>
                  <a:pt x="1635772" y="34777"/>
                </a:lnTo>
                <a:lnTo>
                  <a:pt x="1636568" y="34751"/>
                </a:lnTo>
                <a:lnTo>
                  <a:pt x="1637348" y="34707"/>
                </a:lnTo>
                <a:lnTo>
                  <a:pt x="1638111" y="34647"/>
                </a:lnTo>
                <a:lnTo>
                  <a:pt x="1638859" y="34569"/>
                </a:lnTo>
                <a:close/>
                <a:moveTo>
                  <a:pt x="2846522" y="70928"/>
                </a:moveTo>
                <a:lnTo>
                  <a:pt x="2845878" y="69636"/>
                </a:lnTo>
                <a:lnTo>
                  <a:pt x="2845199" y="68381"/>
                </a:lnTo>
                <a:lnTo>
                  <a:pt x="2844482" y="67162"/>
                </a:lnTo>
                <a:lnTo>
                  <a:pt x="2843729" y="65981"/>
                </a:lnTo>
                <a:lnTo>
                  <a:pt x="2842938" y="64836"/>
                </a:lnTo>
                <a:lnTo>
                  <a:pt x="2842112" y="63728"/>
                </a:lnTo>
                <a:lnTo>
                  <a:pt x="2841248" y="62657"/>
                </a:lnTo>
                <a:lnTo>
                  <a:pt x="2840350" y="61625"/>
                </a:lnTo>
                <a:lnTo>
                  <a:pt x="2839420" y="60638"/>
                </a:lnTo>
                <a:lnTo>
                  <a:pt x="2838458" y="59695"/>
                </a:lnTo>
                <a:lnTo>
                  <a:pt x="2837463" y="58796"/>
                </a:lnTo>
                <a:lnTo>
                  <a:pt x="2836437" y="57940"/>
                </a:lnTo>
                <a:lnTo>
                  <a:pt x="2835379" y="57128"/>
                </a:lnTo>
                <a:lnTo>
                  <a:pt x="2834288" y="56361"/>
                </a:lnTo>
                <a:lnTo>
                  <a:pt x="2833166" y="55637"/>
                </a:lnTo>
                <a:lnTo>
                  <a:pt x="2832011" y="54957"/>
                </a:lnTo>
                <a:lnTo>
                  <a:pt x="2830825" y="54320"/>
                </a:lnTo>
                <a:lnTo>
                  <a:pt x="2829606" y="53728"/>
                </a:lnTo>
                <a:lnTo>
                  <a:pt x="2828355" y="53180"/>
                </a:lnTo>
                <a:lnTo>
                  <a:pt x="2827072" y="52675"/>
                </a:lnTo>
                <a:lnTo>
                  <a:pt x="2825757" y="52214"/>
                </a:lnTo>
                <a:lnTo>
                  <a:pt x="2824410" y="51798"/>
                </a:lnTo>
                <a:lnTo>
                  <a:pt x="2823031" y="51425"/>
                </a:lnTo>
                <a:lnTo>
                  <a:pt x="2821620" y="51096"/>
                </a:lnTo>
                <a:lnTo>
                  <a:pt x="2820177" y="50810"/>
                </a:lnTo>
                <a:lnTo>
                  <a:pt x="2818702" y="50569"/>
                </a:lnTo>
                <a:lnTo>
                  <a:pt x="2817195" y="50372"/>
                </a:lnTo>
                <a:lnTo>
                  <a:pt x="2815655" y="50218"/>
                </a:lnTo>
                <a:lnTo>
                  <a:pt x="2814084" y="50108"/>
                </a:lnTo>
                <a:lnTo>
                  <a:pt x="2812480" y="50043"/>
                </a:lnTo>
                <a:lnTo>
                  <a:pt x="2810845" y="50021"/>
                </a:lnTo>
                <a:lnTo>
                  <a:pt x="2809461" y="50032"/>
                </a:lnTo>
                <a:lnTo>
                  <a:pt x="2808095" y="50066"/>
                </a:lnTo>
                <a:lnTo>
                  <a:pt x="2806748" y="50123"/>
                </a:lnTo>
                <a:lnTo>
                  <a:pt x="2805420" y="50202"/>
                </a:lnTo>
                <a:lnTo>
                  <a:pt x="2804110" y="50305"/>
                </a:lnTo>
                <a:lnTo>
                  <a:pt x="2802818" y="50429"/>
                </a:lnTo>
                <a:lnTo>
                  <a:pt x="2801545" y="50577"/>
                </a:lnTo>
                <a:lnTo>
                  <a:pt x="2800291" y="50747"/>
                </a:lnTo>
                <a:lnTo>
                  <a:pt x="2799055" y="50940"/>
                </a:lnTo>
                <a:lnTo>
                  <a:pt x="2797837" y="51156"/>
                </a:lnTo>
                <a:lnTo>
                  <a:pt x="2796638" y="51394"/>
                </a:lnTo>
                <a:lnTo>
                  <a:pt x="2795457" y="51656"/>
                </a:lnTo>
                <a:lnTo>
                  <a:pt x="2794295" y="51939"/>
                </a:lnTo>
                <a:lnTo>
                  <a:pt x="2793152" y="52246"/>
                </a:lnTo>
                <a:lnTo>
                  <a:pt x="2792027" y="52575"/>
                </a:lnTo>
                <a:lnTo>
                  <a:pt x="2790920" y="52927"/>
                </a:lnTo>
                <a:lnTo>
                  <a:pt x="2789832" y="53302"/>
                </a:lnTo>
                <a:lnTo>
                  <a:pt x="2788762" y="53699"/>
                </a:lnTo>
                <a:lnTo>
                  <a:pt x="2787711" y="54119"/>
                </a:lnTo>
                <a:lnTo>
                  <a:pt x="2786679" y="54562"/>
                </a:lnTo>
                <a:lnTo>
                  <a:pt x="2785665" y="55027"/>
                </a:lnTo>
                <a:lnTo>
                  <a:pt x="2784669" y="55515"/>
                </a:lnTo>
                <a:lnTo>
                  <a:pt x="2783692" y="56026"/>
                </a:lnTo>
                <a:lnTo>
                  <a:pt x="2782733" y="56560"/>
                </a:lnTo>
                <a:lnTo>
                  <a:pt x="2781792" y="57108"/>
                </a:lnTo>
                <a:lnTo>
                  <a:pt x="2780869" y="57663"/>
                </a:lnTo>
                <a:lnTo>
                  <a:pt x="2779962" y="58225"/>
                </a:lnTo>
                <a:lnTo>
                  <a:pt x="2779072" y="58794"/>
                </a:lnTo>
                <a:lnTo>
                  <a:pt x="2778200" y="59369"/>
                </a:lnTo>
                <a:lnTo>
                  <a:pt x="2777344" y="59952"/>
                </a:lnTo>
                <a:lnTo>
                  <a:pt x="2776506" y="60541"/>
                </a:lnTo>
                <a:lnTo>
                  <a:pt x="2775685" y="61136"/>
                </a:lnTo>
                <a:lnTo>
                  <a:pt x="2774881" y="61739"/>
                </a:lnTo>
                <a:lnTo>
                  <a:pt x="2774094" y="62348"/>
                </a:lnTo>
                <a:lnTo>
                  <a:pt x="2773324" y="62965"/>
                </a:lnTo>
                <a:lnTo>
                  <a:pt x="2772571" y="63588"/>
                </a:lnTo>
                <a:lnTo>
                  <a:pt x="2771835" y="64217"/>
                </a:lnTo>
                <a:lnTo>
                  <a:pt x="2771116" y="64854"/>
                </a:lnTo>
                <a:lnTo>
                  <a:pt x="2770414" y="65497"/>
                </a:lnTo>
                <a:lnTo>
                  <a:pt x="2769730" y="66148"/>
                </a:lnTo>
                <a:lnTo>
                  <a:pt x="2769062" y="66804"/>
                </a:lnTo>
                <a:lnTo>
                  <a:pt x="2768412" y="67468"/>
                </a:lnTo>
                <a:lnTo>
                  <a:pt x="2767779" y="68139"/>
                </a:lnTo>
                <a:lnTo>
                  <a:pt x="2767163" y="68816"/>
                </a:lnTo>
                <a:lnTo>
                  <a:pt x="2766563" y="69500"/>
                </a:lnTo>
                <a:lnTo>
                  <a:pt x="2765981" y="70191"/>
                </a:lnTo>
                <a:lnTo>
                  <a:pt x="2765416" y="70889"/>
                </a:lnTo>
                <a:lnTo>
                  <a:pt x="2764869" y="71593"/>
                </a:lnTo>
                <a:lnTo>
                  <a:pt x="2764195" y="52043"/>
                </a:lnTo>
                <a:lnTo>
                  <a:pt x="2729814" y="52043"/>
                </a:lnTo>
                <a:lnTo>
                  <a:pt x="2729814" y="185252"/>
                </a:lnTo>
                <a:lnTo>
                  <a:pt x="2765543" y="185252"/>
                </a:lnTo>
                <a:lnTo>
                  <a:pt x="2765543" y="96014"/>
                </a:lnTo>
                <a:lnTo>
                  <a:pt x="2766018" y="95412"/>
                </a:lnTo>
                <a:lnTo>
                  <a:pt x="2766499" y="94818"/>
                </a:lnTo>
                <a:lnTo>
                  <a:pt x="2766986" y="94232"/>
                </a:lnTo>
                <a:lnTo>
                  <a:pt x="2767479" y="93653"/>
                </a:lnTo>
                <a:lnTo>
                  <a:pt x="2767978" y="93082"/>
                </a:lnTo>
                <a:lnTo>
                  <a:pt x="2768484" y="92519"/>
                </a:lnTo>
                <a:lnTo>
                  <a:pt x="2768995" y="91963"/>
                </a:lnTo>
                <a:lnTo>
                  <a:pt x="2769513" y="91414"/>
                </a:lnTo>
                <a:lnTo>
                  <a:pt x="2770036" y="90874"/>
                </a:lnTo>
                <a:lnTo>
                  <a:pt x="2770566" y="90341"/>
                </a:lnTo>
                <a:lnTo>
                  <a:pt x="2771102" y="89815"/>
                </a:lnTo>
                <a:lnTo>
                  <a:pt x="2771644" y="89297"/>
                </a:lnTo>
                <a:lnTo>
                  <a:pt x="2772192" y="88787"/>
                </a:lnTo>
                <a:lnTo>
                  <a:pt x="2772746" y="88285"/>
                </a:lnTo>
                <a:lnTo>
                  <a:pt x="2773306" y="87790"/>
                </a:lnTo>
                <a:lnTo>
                  <a:pt x="2773872" y="87302"/>
                </a:lnTo>
                <a:lnTo>
                  <a:pt x="2774444" y="86822"/>
                </a:lnTo>
                <a:lnTo>
                  <a:pt x="2775023" y="86350"/>
                </a:lnTo>
                <a:lnTo>
                  <a:pt x="2775607" y="85886"/>
                </a:lnTo>
                <a:lnTo>
                  <a:pt x="2776198" y="85429"/>
                </a:lnTo>
                <a:lnTo>
                  <a:pt x="2776794" y="84979"/>
                </a:lnTo>
                <a:lnTo>
                  <a:pt x="2777397" y="84538"/>
                </a:lnTo>
                <a:lnTo>
                  <a:pt x="2778006" y="84103"/>
                </a:lnTo>
                <a:lnTo>
                  <a:pt x="2778621" y="83677"/>
                </a:lnTo>
                <a:lnTo>
                  <a:pt x="2779244" y="83263"/>
                </a:lnTo>
                <a:lnTo>
                  <a:pt x="2779877" y="82867"/>
                </a:lnTo>
                <a:lnTo>
                  <a:pt x="2780521" y="82488"/>
                </a:lnTo>
                <a:lnTo>
                  <a:pt x="2781175" y="82127"/>
                </a:lnTo>
                <a:lnTo>
                  <a:pt x="2781839" y="81783"/>
                </a:lnTo>
                <a:lnTo>
                  <a:pt x="2782514" y="81457"/>
                </a:lnTo>
                <a:lnTo>
                  <a:pt x="2783199" y="81149"/>
                </a:lnTo>
                <a:lnTo>
                  <a:pt x="2783894" y="80859"/>
                </a:lnTo>
                <a:lnTo>
                  <a:pt x="2784600" y="80586"/>
                </a:lnTo>
                <a:lnTo>
                  <a:pt x="2785315" y="80330"/>
                </a:lnTo>
                <a:lnTo>
                  <a:pt x="2786042" y="80092"/>
                </a:lnTo>
                <a:lnTo>
                  <a:pt x="2786778" y="79872"/>
                </a:lnTo>
                <a:lnTo>
                  <a:pt x="2787525" y="79670"/>
                </a:lnTo>
                <a:lnTo>
                  <a:pt x="2788282" y="79485"/>
                </a:lnTo>
                <a:lnTo>
                  <a:pt x="2789049" y="79317"/>
                </a:lnTo>
                <a:lnTo>
                  <a:pt x="2789827" y="79168"/>
                </a:lnTo>
                <a:lnTo>
                  <a:pt x="2790614" y="79036"/>
                </a:lnTo>
                <a:lnTo>
                  <a:pt x="2791413" y="78921"/>
                </a:lnTo>
                <a:lnTo>
                  <a:pt x="2792221" y="78824"/>
                </a:lnTo>
                <a:lnTo>
                  <a:pt x="2793040" y="78745"/>
                </a:lnTo>
                <a:lnTo>
                  <a:pt x="2793869" y="78683"/>
                </a:lnTo>
                <a:lnTo>
                  <a:pt x="2794708" y="78639"/>
                </a:lnTo>
                <a:lnTo>
                  <a:pt x="2795558" y="78613"/>
                </a:lnTo>
                <a:lnTo>
                  <a:pt x="2796418" y="78604"/>
                </a:lnTo>
                <a:lnTo>
                  <a:pt x="2796998" y="78609"/>
                </a:lnTo>
                <a:lnTo>
                  <a:pt x="2797568" y="78625"/>
                </a:lnTo>
                <a:lnTo>
                  <a:pt x="2798130" y="78651"/>
                </a:lnTo>
                <a:lnTo>
                  <a:pt x="2798682" y="78688"/>
                </a:lnTo>
                <a:lnTo>
                  <a:pt x="2799225" y="78735"/>
                </a:lnTo>
                <a:lnTo>
                  <a:pt x="2799759" y="78793"/>
                </a:lnTo>
                <a:lnTo>
                  <a:pt x="2800284" y="78861"/>
                </a:lnTo>
                <a:lnTo>
                  <a:pt x="2800800" y="78939"/>
                </a:lnTo>
                <a:lnTo>
                  <a:pt x="2801307" y="79028"/>
                </a:lnTo>
                <a:lnTo>
                  <a:pt x="2801804" y="79128"/>
                </a:lnTo>
                <a:lnTo>
                  <a:pt x="2802293" y="79238"/>
                </a:lnTo>
                <a:lnTo>
                  <a:pt x="2802772" y="79358"/>
                </a:lnTo>
                <a:lnTo>
                  <a:pt x="2803242" y="79489"/>
                </a:lnTo>
                <a:lnTo>
                  <a:pt x="2803703" y="79631"/>
                </a:lnTo>
                <a:lnTo>
                  <a:pt x="2804155" y="79782"/>
                </a:lnTo>
                <a:lnTo>
                  <a:pt x="2804598" y="79945"/>
                </a:lnTo>
                <a:lnTo>
                  <a:pt x="2805031" y="80118"/>
                </a:lnTo>
                <a:lnTo>
                  <a:pt x="2805456" y="80301"/>
                </a:lnTo>
                <a:lnTo>
                  <a:pt x="2805871" y="80495"/>
                </a:lnTo>
                <a:lnTo>
                  <a:pt x="2806277" y="80699"/>
                </a:lnTo>
                <a:lnTo>
                  <a:pt x="2806674" y="80914"/>
                </a:lnTo>
                <a:lnTo>
                  <a:pt x="2807062" y="81139"/>
                </a:lnTo>
                <a:lnTo>
                  <a:pt x="2807441" y="81375"/>
                </a:lnTo>
                <a:lnTo>
                  <a:pt x="2807811" y="81621"/>
                </a:lnTo>
                <a:lnTo>
                  <a:pt x="2808172" y="81876"/>
                </a:lnTo>
                <a:lnTo>
                  <a:pt x="2808524" y="82141"/>
                </a:lnTo>
                <a:lnTo>
                  <a:pt x="2808869" y="82413"/>
                </a:lnTo>
                <a:lnTo>
                  <a:pt x="2809204" y="82695"/>
                </a:lnTo>
                <a:lnTo>
                  <a:pt x="2809531" y="82985"/>
                </a:lnTo>
                <a:lnTo>
                  <a:pt x="2809850" y="83283"/>
                </a:lnTo>
                <a:lnTo>
                  <a:pt x="2810161" y="83590"/>
                </a:lnTo>
                <a:lnTo>
                  <a:pt x="2810463" y="83906"/>
                </a:lnTo>
                <a:lnTo>
                  <a:pt x="2810756" y="84230"/>
                </a:lnTo>
                <a:lnTo>
                  <a:pt x="2811041" y="84563"/>
                </a:lnTo>
                <a:lnTo>
                  <a:pt x="2811318" y="84904"/>
                </a:lnTo>
                <a:lnTo>
                  <a:pt x="2811586" y="85254"/>
                </a:lnTo>
                <a:lnTo>
                  <a:pt x="2811846" y="85612"/>
                </a:lnTo>
                <a:lnTo>
                  <a:pt x="2812097" y="85979"/>
                </a:lnTo>
                <a:lnTo>
                  <a:pt x="2812340" y="86355"/>
                </a:lnTo>
                <a:lnTo>
                  <a:pt x="2812575" y="86739"/>
                </a:lnTo>
                <a:lnTo>
                  <a:pt x="2812801" y="87131"/>
                </a:lnTo>
                <a:lnTo>
                  <a:pt x="2813019" y="87532"/>
                </a:lnTo>
                <a:lnTo>
                  <a:pt x="2813228" y="87942"/>
                </a:lnTo>
                <a:lnTo>
                  <a:pt x="2813429" y="88360"/>
                </a:lnTo>
                <a:lnTo>
                  <a:pt x="2813621" y="88787"/>
                </a:lnTo>
                <a:lnTo>
                  <a:pt x="2813805" y="89223"/>
                </a:lnTo>
                <a:lnTo>
                  <a:pt x="2813981" y="89667"/>
                </a:lnTo>
                <a:lnTo>
                  <a:pt x="2814148" y="90119"/>
                </a:lnTo>
                <a:lnTo>
                  <a:pt x="2814307" y="90579"/>
                </a:lnTo>
                <a:lnTo>
                  <a:pt x="2814460" y="91045"/>
                </a:lnTo>
                <a:lnTo>
                  <a:pt x="2814606" y="91517"/>
                </a:lnTo>
                <a:lnTo>
                  <a:pt x="2814745" y="91996"/>
                </a:lnTo>
                <a:lnTo>
                  <a:pt x="2814878" y="92481"/>
                </a:lnTo>
                <a:lnTo>
                  <a:pt x="2815003" y="92971"/>
                </a:lnTo>
                <a:lnTo>
                  <a:pt x="2815122" y="93469"/>
                </a:lnTo>
                <a:lnTo>
                  <a:pt x="2815234" y="93972"/>
                </a:lnTo>
                <a:lnTo>
                  <a:pt x="2815339" y="94481"/>
                </a:lnTo>
                <a:lnTo>
                  <a:pt x="2815438" y="94997"/>
                </a:lnTo>
                <a:lnTo>
                  <a:pt x="2815529" y="95519"/>
                </a:lnTo>
                <a:lnTo>
                  <a:pt x="2815614" y="96047"/>
                </a:lnTo>
                <a:lnTo>
                  <a:pt x="2815692" y="96582"/>
                </a:lnTo>
                <a:lnTo>
                  <a:pt x="2815763" y="97122"/>
                </a:lnTo>
                <a:lnTo>
                  <a:pt x="2815828" y="97669"/>
                </a:lnTo>
                <a:lnTo>
                  <a:pt x="2815886" y="98222"/>
                </a:lnTo>
                <a:lnTo>
                  <a:pt x="2815937" y="98781"/>
                </a:lnTo>
                <a:lnTo>
                  <a:pt x="2815981" y="99346"/>
                </a:lnTo>
                <a:lnTo>
                  <a:pt x="2816018" y="99918"/>
                </a:lnTo>
                <a:lnTo>
                  <a:pt x="2816049" y="100496"/>
                </a:lnTo>
                <a:lnTo>
                  <a:pt x="2816072" y="101080"/>
                </a:lnTo>
                <a:lnTo>
                  <a:pt x="2816089" y="101670"/>
                </a:lnTo>
                <a:lnTo>
                  <a:pt x="2816099" y="102266"/>
                </a:lnTo>
                <a:lnTo>
                  <a:pt x="2816103" y="102869"/>
                </a:lnTo>
                <a:lnTo>
                  <a:pt x="2816103" y="185252"/>
                </a:lnTo>
                <a:lnTo>
                  <a:pt x="2851832" y="185252"/>
                </a:lnTo>
                <a:lnTo>
                  <a:pt x="2851832" y="98512"/>
                </a:lnTo>
                <a:lnTo>
                  <a:pt x="2851814" y="96595"/>
                </a:lnTo>
                <a:lnTo>
                  <a:pt x="2851758" y="94716"/>
                </a:lnTo>
                <a:lnTo>
                  <a:pt x="2851745" y="94440"/>
                </a:lnTo>
                <a:lnTo>
                  <a:pt x="2852059" y="94079"/>
                </a:lnTo>
                <a:lnTo>
                  <a:pt x="2852562" y="93518"/>
                </a:lnTo>
                <a:lnTo>
                  <a:pt x="2853070" y="92965"/>
                </a:lnTo>
                <a:lnTo>
                  <a:pt x="2853583" y="92420"/>
                </a:lnTo>
                <a:lnTo>
                  <a:pt x="2854101" y="91883"/>
                </a:lnTo>
                <a:lnTo>
                  <a:pt x="2854625" y="91354"/>
                </a:lnTo>
                <a:lnTo>
                  <a:pt x="2855155" y="90832"/>
                </a:lnTo>
                <a:lnTo>
                  <a:pt x="2855689" y="90319"/>
                </a:lnTo>
                <a:lnTo>
                  <a:pt x="2856230" y="89814"/>
                </a:lnTo>
                <a:lnTo>
                  <a:pt x="2856775" y="89316"/>
                </a:lnTo>
                <a:lnTo>
                  <a:pt x="2857326" y="88827"/>
                </a:lnTo>
                <a:lnTo>
                  <a:pt x="2857882" y="88345"/>
                </a:lnTo>
                <a:lnTo>
                  <a:pt x="2858444" y="87872"/>
                </a:lnTo>
                <a:lnTo>
                  <a:pt x="2859011" y="87406"/>
                </a:lnTo>
                <a:lnTo>
                  <a:pt x="2859583" y="86949"/>
                </a:lnTo>
                <a:lnTo>
                  <a:pt x="2860161" y="86499"/>
                </a:lnTo>
                <a:lnTo>
                  <a:pt x="2860744" y="86057"/>
                </a:lnTo>
                <a:lnTo>
                  <a:pt x="2861333" y="85623"/>
                </a:lnTo>
                <a:lnTo>
                  <a:pt x="2861927" y="85198"/>
                </a:lnTo>
                <a:lnTo>
                  <a:pt x="2862526" y="84780"/>
                </a:lnTo>
                <a:lnTo>
                  <a:pt x="2863131" y="84370"/>
                </a:lnTo>
                <a:lnTo>
                  <a:pt x="2863741" y="83968"/>
                </a:lnTo>
                <a:lnTo>
                  <a:pt x="2864357" y="83574"/>
                </a:lnTo>
                <a:lnTo>
                  <a:pt x="2864978" y="83188"/>
                </a:lnTo>
                <a:lnTo>
                  <a:pt x="2865606" y="82814"/>
                </a:lnTo>
                <a:lnTo>
                  <a:pt x="2866245" y="82456"/>
                </a:lnTo>
                <a:lnTo>
                  <a:pt x="2866894" y="82114"/>
                </a:lnTo>
                <a:lnTo>
                  <a:pt x="2867552" y="81787"/>
                </a:lnTo>
                <a:lnTo>
                  <a:pt x="2868221" y="81477"/>
                </a:lnTo>
                <a:lnTo>
                  <a:pt x="2868900" y="81183"/>
                </a:lnTo>
                <a:lnTo>
                  <a:pt x="2869589" y="80904"/>
                </a:lnTo>
                <a:lnTo>
                  <a:pt x="2870288" y="80641"/>
                </a:lnTo>
                <a:lnTo>
                  <a:pt x="2870997" y="80395"/>
                </a:lnTo>
                <a:lnTo>
                  <a:pt x="2871717" y="80164"/>
                </a:lnTo>
                <a:lnTo>
                  <a:pt x="2872446" y="79949"/>
                </a:lnTo>
                <a:lnTo>
                  <a:pt x="2873185" y="79750"/>
                </a:lnTo>
                <a:lnTo>
                  <a:pt x="2873934" y="79567"/>
                </a:lnTo>
                <a:lnTo>
                  <a:pt x="2874694" y="79400"/>
                </a:lnTo>
                <a:lnTo>
                  <a:pt x="2875463" y="79249"/>
                </a:lnTo>
                <a:lnTo>
                  <a:pt x="2876243" y="79113"/>
                </a:lnTo>
                <a:lnTo>
                  <a:pt x="2877033" y="78994"/>
                </a:lnTo>
                <a:lnTo>
                  <a:pt x="2877832" y="78891"/>
                </a:lnTo>
                <a:lnTo>
                  <a:pt x="2878642" y="78803"/>
                </a:lnTo>
                <a:lnTo>
                  <a:pt x="2879462" y="78731"/>
                </a:lnTo>
                <a:lnTo>
                  <a:pt x="2880292" y="78676"/>
                </a:lnTo>
                <a:lnTo>
                  <a:pt x="2881132" y="78636"/>
                </a:lnTo>
                <a:lnTo>
                  <a:pt x="2881982" y="78612"/>
                </a:lnTo>
                <a:lnTo>
                  <a:pt x="2882842" y="78604"/>
                </a:lnTo>
                <a:lnTo>
                  <a:pt x="2883422" y="78609"/>
                </a:lnTo>
                <a:lnTo>
                  <a:pt x="2883992" y="78625"/>
                </a:lnTo>
                <a:lnTo>
                  <a:pt x="2884554" y="78651"/>
                </a:lnTo>
                <a:lnTo>
                  <a:pt x="2885106" y="78688"/>
                </a:lnTo>
                <a:lnTo>
                  <a:pt x="2885649" y="78735"/>
                </a:lnTo>
                <a:lnTo>
                  <a:pt x="2886183" y="78793"/>
                </a:lnTo>
                <a:lnTo>
                  <a:pt x="2886708" y="78861"/>
                </a:lnTo>
                <a:lnTo>
                  <a:pt x="2887224" y="78939"/>
                </a:lnTo>
                <a:lnTo>
                  <a:pt x="2887731" y="79028"/>
                </a:lnTo>
                <a:lnTo>
                  <a:pt x="2888228" y="79128"/>
                </a:lnTo>
                <a:lnTo>
                  <a:pt x="2888716" y="79238"/>
                </a:lnTo>
                <a:lnTo>
                  <a:pt x="2889196" y="79358"/>
                </a:lnTo>
                <a:lnTo>
                  <a:pt x="2889666" y="79489"/>
                </a:lnTo>
                <a:lnTo>
                  <a:pt x="2890127" y="79631"/>
                </a:lnTo>
                <a:lnTo>
                  <a:pt x="2890579" y="79782"/>
                </a:lnTo>
                <a:lnTo>
                  <a:pt x="2891022" y="79945"/>
                </a:lnTo>
                <a:lnTo>
                  <a:pt x="2891455" y="80118"/>
                </a:lnTo>
                <a:lnTo>
                  <a:pt x="2891880" y="80301"/>
                </a:lnTo>
                <a:lnTo>
                  <a:pt x="2892295" y="80495"/>
                </a:lnTo>
                <a:lnTo>
                  <a:pt x="2892701" y="80699"/>
                </a:lnTo>
                <a:lnTo>
                  <a:pt x="2893098" y="80914"/>
                </a:lnTo>
                <a:lnTo>
                  <a:pt x="2893486" y="81139"/>
                </a:lnTo>
                <a:lnTo>
                  <a:pt x="2893865" y="81375"/>
                </a:lnTo>
                <a:lnTo>
                  <a:pt x="2894235" y="81621"/>
                </a:lnTo>
                <a:lnTo>
                  <a:pt x="2894596" y="81876"/>
                </a:lnTo>
                <a:lnTo>
                  <a:pt x="2894948" y="82141"/>
                </a:lnTo>
                <a:lnTo>
                  <a:pt x="2895292" y="82413"/>
                </a:lnTo>
                <a:lnTo>
                  <a:pt x="2895628" y="82695"/>
                </a:lnTo>
                <a:lnTo>
                  <a:pt x="2895955" y="82985"/>
                </a:lnTo>
                <a:lnTo>
                  <a:pt x="2896274" y="83283"/>
                </a:lnTo>
                <a:lnTo>
                  <a:pt x="2896585" y="83590"/>
                </a:lnTo>
                <a:lnTo>
                  <a:pt x="2896887" y="83906"/>
                </a:lnTo>
                <a:lnTo>
                  <a:pt x="2897180" y="84230"/>
                </a:lnTo>
                <a:lnTo>
                  <a:pt x="2897465" y="84563"/>
                </a:lnTo>
                <a:lnTo>
                  <a:pt x="2897742" y="84904"/>
                </a:lnTo>
                <a:lnTo>
                  <a:pt x="2898010" y="85254"/>
                </a:lnTo>
                <a:lnTo>
                  <a:pt x="2898270" y="85612"/>
                </a:lnTo>
                <a:lnTo>
                  <a:pt x="2898521" y="85979"/>
                </a:lnTo>
                <a:lnTo>
                  <a:pt x="2898764" y="86355"/>
                </a:lnTo>
                <a:lnTo>
                  <a:pt x="2898999" y="86739"/>
                </a:lnTo>
                <a:lnTo>
                  <a:pt x="2899225" y="87131"/>
                </a:lnTo>
                <a:lnTo>
                  <a:pt x="2899443" y="87532"/>
                </a:lnTo>
                <a:lnTo>
                  <a:pt x="2899652" y="87942"/>
                </a:lnTo>
                <a:lnTo>
                  <a:pt x="2899853" y="88360"/>
                </a:lnTo>
                <a:lnTo>
                  <a:pt x="2900045" y="88787"/>
                </a:lnTo>
                <a:lnTo>
                  <a:pt x="2900229" y="89223"/>
                </a:lnTo>
                <a:lnTo>
                  <a:pt x="2900405" y="89667"/>
                </a:lnTo>
                <a:lnTo>
                  <a:pt x="2900572" y="90119"/>
                </a:lnTo>
                <a:lnTo>
                  <a:pt x="2900731" y="90579"/>
                </a:lnTo>
                <a:lnTo>
                  <a:pt x="2900884" y="91045"/>
                </a:lnTo>
                <a:lnTo>
                  <a:pt x="2901030" y="91517"/>
                </a:lnTo>
                <a:lnTo>
                  <a:pt x="2901169" y="91996"/>
                </a:lnTo>
                <a:lnTo>
                  <a:pt x="2901302" y="92481"/>
                </a:lnTo>
                <a:lnTo>
                  <a:pt x="2901427" y="92971"/>
                </a:lnTo>
                <a:lnTo>
                  <a:pt x="2901546" y="93469"/>
                </a:lnTo>
                <a:lnTo>
                  <a:pt x="2901658" y="93972"/>
                </a:lnTo>
                <a:lnTo>
                  <a:pt x="2901763" y="94481"/>
                </a:lnTo>
                <a:lnTo>
                  <a:pt x="2901862" y="94997"/>
                </a:lnTo>
                <a:lnTo>
                  <a:pt x="2901953" y="95519"/>
                </a:lnTo>
                <a:lnTo>
                  <a:pt x="2902038" y="96047"/>
                </a:lnTo>
                <a:lnTo>
                  <a:pt x="2902116" y="96582"/>
                </a:lnTo>
                <a:lnTo>
                  <a:pt x="2902187" y="97122"/>
                </a:lnTo>
                <a:lnTo>
                  <a:pt x="2902252" y="97669"/>
                </a:lnTo>
                <a:lnTo>
                  <a:pt x="2902310" y="98222"/>
                </a:lnTo>
                <a:lnTo>
                  <a:pt x="2902360" y="98781"/>
                </a:lnTo>
                <a:lnTo>
                  <a:pt x="2902405" y="99346"/>
                </a:lnTo>
                <a:lnTo>
                  <a:pt x="2902442" y="99918"/>
                </a:lnTo>
                <a:lnTo>
                  <a:pt x="2902472" y="100496"/>
                </a:lnTo>
                <a:lnTo>
                  <a:pt x="2902496" y="101080"/>
                </a:lnTo>
                <a:lnTo>
                  <a:pt x="2902513" y="101670"/>
                </a:lnTo>
                <a:lnTo>
                  <a:pt x="2902523" y="102266"/>
                </a:lnTo>
                <a:lnTo>
                  <a:pt x="2902527" y="102869"/>
                </a:lnTo>
                <a:lnTo>
                  <a:pt x="2902527" y="185252"/>
                </a:lnTo>
                <a:lnTo>
                  <a:pt x="2938256" y="185252"/>
                </a:lnTo>
                <a:lnTo>
                  <a:pt x="2938256" y="98512"/>
                </a:lnTo>
                <a:lnTo>
                  <a:pt x="2938237" y="96595"/>
                </a:lnTo>
                <a:lnTo>
                  <a:pt x="2938181" y="94716"/>
                </a:lnTo>
                <a:lnTo>
                  <a:pt x="2938088" y="92872"/>
                </a:lnTo>
                <a:lnTo>
                  <a:pt x="2937958" y="91066"/>
                </a:lnTo>
                <a:lnTo>
                  <a:pt x="2937791" y="89297"/>
                </a:lnTo>
                <a:lnTo>
                  <a:pt x="2937586" y="87564"/>
                </a:lnTo>
                <a:lnTo>
                  <a:pt x="2937344" y="85868"/>
                </a:lnTo>
                <a:lnTo>
                  <a:pt x="2937065" y="84208"/>
                </a:lnTo>
                <a:lnTo>
                  <a:pt x="2936749" y="82586"/>
                </a:lnTo>
                <a:lnTo>
                  <a:pt x="2936395" y="81000"/>
                </a:lnTo>
                <a:lnTo>
                  <a:pt x="2936004" y="79451"/>
                </a:lnTo>
                <a:lnTo>
                  <a:pt x="2935576" y="77938"/>
                </a:lnTo>
                <a:lnTo>
                  <a:pt x="2935111" y="76463"/>
                </a:lnTo>
                <a:lnTo>
                  <a:pt x="2934609" y="75024"/>
                </a:lnTo>
                <a:lnTo>
                  <a:pt x="2934069" y="73622"/>
                </a:lnTo>
                <a:lnTo>
                  <a:pt x="2933492" y="72256"/>
                </a:lnTo>
                <a:lnTo>
                  <a:pt x="2932878" y="70928"/>
                </a:lnTo>
                <a:lnTo>
                  <a:pt x="2932227" y="69636"/>
                </a:lnTo>
                <a:lnTo>
                  <a:pt x="2931538" y="68381"/>
                </a:lnTo>
                <a:lnTo>
                  <a:pt x="2930812" y="67162"/>
                </a:lnTo>
                <a:lnTo>
                  <a:pt x="2930049" y="65981"/>
                </a:lnTo>
                <a:lnTo>
                  <a:pt x="2929249" y="64836"/>
                </a:lnTo>
                <a:lnTo>
                  <a:pt x="2928412" y="63728"/>
                </a:lnTo>
                <a:lnTo>
                  <a:pt x="2927537" y="62657"/>
                </a:lnTo>
                <a:lnTo>
                  <a:pt x="2926628" y="61625"/>
                </a:lnTo>
                <a:lnTo>
                  <a:pt x="2925688" y="60638"/>
                </a:lnTo>
                <a:lnTo>
                  <a:pt x="2924717" y="59695"/>
                </a:lnTo>
                <a:lnTo>
                  <a:pt x="2923715" y="58796"/>
                </a:lnTo>
                <a:lnTo>
                  <a:pt x="2922682" y="57940"/>
                </a:lnTo>
                <a:lnTo>
                  <a:pt x="2921617" y="57128"/>
                </a:lnTo>
                <a:lnTo>
                  <a:pt x="2920522" y="56361"/>
                </a:lnTo>
                <a:lnTo>
                  <a:pt x="2919395" y="55637"/>
                </a:lnTo>
                <a:lnTo>
                  <a:pt x="2918237" y="54957"/>
                </a:lnTo>
                <a:lnTo>
                  <a:pt x="2917048" y="54320"/>
                </a:lnTo>
                <a:lnTo>
                  <a:pt x="2915828" y="53728"/>
                </a:lnTo>
                <a:lnTo>
                  <a:pt x="2914577" y="53180"/>
                </a:lnTo>
                <a:lnTo>
                  <a:pt x="2913295" y="52675"/>
                </a:lnTo>
                <a:lnTo>
                  <a:pt x="2911981" y="52214"/>
                </a:lnTo>
                <a:lnTo>
                  <a:pt x="2910636" y="51798"/>
                </a:lnTo>
                <a:lnTo>
                  <a:pt x="2909261" y="51425"/>
                </a:lnTo>
                <a:lnTo>
                  <a:pt x="2907854" y="51096"/>
                </a:lnTo>
                <a:lnTo>
                  <a:pt x="2906416" y="50810"/>
                </a:lnTo>
                <a:lnTo>
                  <a:pt x="2904947" y="50569"/>
                </a:lnTo>
                <a:lnTo>
                  <a:pt x="2903446" y="50372"/>
                </a:lnTo>
                <a:lnTo>
                  <a:pt x="2901915" y="50218"/>
                </a:lnTo>
                <a:lnTo>
                  <a:pt x="2900352" y="50108"/>
                </a:lnTo>
                <a:lnTo>
                  <a:pt x="2898759" y="50043"/>
                </a:lnTo>
                <a:lnTo>
                  <a:pt x="2897134" y="50021"/>
                </a:lnTo>
                <a:lnTo>
                  <a:pt x="2895748" y="50032"/>
                </a:lnTo>
                <a:lnTo>
                  <a:pt x="2894378" y="50068"/>
                </a:lnTo>
                <a:lnTo>
                  <a:pt x="2893023" y="50126"/>
                </a:lnTo>
                <a:lnTo>
                  <a:pt x="2891683" y="50208"/>
                </a:lnTo>
                <a:lnTo>
                  <a:pt x="2890358" y="50313"/>
                </a:lnTo>
                <a:lnTo>
                  <a:pt x="2889048" y="50442"/>
                </a:lnTo>
                <a:lnTo>
                  <a:pt x="2887754" y="50594"/>
                </a:lnTo>
                <a:lnTo>
                  <a:pt x="2886475" y="50770"/>
                </a:lnTo>
                <a:lnTo>
                  <a:pt x="2885211" y="50969"/>
                </a:lnTo>
                <a:lnTo>
                  <a:pt x="2883962" y="51191"/>
                </a:lnTo>
                <a:lnTo>
                  <a:pt x="2882729" y="51437"/>
                </a:lnTo>
                <a:lnTo>
                  <a:pt x="2881511" y="51706"/>
                </a:lnTo>
                <a:lnTo>
                  <a:pt x="2880308" y="51999"/>
                </a:lnTo>
                <a:lnTo>
                  <a:pt x="2879120" y="52315"/>
                </a:lnTo>
                <a:lnTo>
                  <a:pt x="2877947" y="52654"/>
                </a:lnTo>
                <a:lnTo>
                  <a:pt x="2876790" y="53017"/>
                </a:lnTo>
                <a:lnTo>
                  <a:pt x="2875648" y="53403"/>
                </a:lnTo>
                <a:lnTo>
                  <a:pt x="2874521" y="53813"/>
                </a:lnTo>
                <a:lnTo>
                  <a:pt x="2873409" y="54246"/>
                </a:lnTo>
                <a:lnTo>
                  <a:pt x="2872312" y="54702"/>
                </a:lnTo>
                <a:lnTo>
                  <a:pt x="2871231" y="55182"/>
                </a:lnTo>
                <a:lnTo>
                  <a:pt x="2870165" y="55685"/>
                </a:lnTo>
                <a:lnTo>
                  <a:pt x="2869114" y="56212"/>
                </a:lnTo>
                <a:lnTo>
                  <a:pt x="2868079" y="56762"/>
                </a:lnTo>
                <a:lnTo>
                  <a:pt x="2867057" y="57328"/>
                </a:lnTo>
                <a:lnTo>
                  <a:pt x="2866049" y="57902"/>
                </a:lnTo>
                <a:lnTo>
                  <a:pt x="2865054" y="58483"/>
                </a:lnTo>
                <a:lnTo>
                  <a:pt x="2864073" y="59073"/>
                </a:lnTo>
                <a:lnTo>
                  <a:pt x="2863105" y="59670"/>
                </a:lnTo>
                <a:lnTo>
                  <a:pt x="2862150" y="60276"/>
                </a:lnTo>
                <a:lnTo>
                  <a:pt x="2861209" y="60889"/>
                </a:lnTo>
                <a:lnTo>
                  <a:pt x="2860281" y="61511"/>
                </a:lnTo>
                <a:lnTo>
                  <a:pt x="2859366" y="62140"/>
                </a:lnTo>
                <a:lnTo>
                  <a:pt x="2858465" y="62778"/>
                </a:lnTo>
                <a:lnTo>
                  <a:pt x="2857577" y="63423"/>
                </a:lnTo>
                <a:lnTo>
                  <a:pt x="2856703" y="64076"/>
                </a:lnTo>
                <a:lnTo>
                  <a:pt x="2855841" y="64738"/>
                </a:lnTo>
                <a:lnTo>
                  <a:pt x="2854993" y="65407"/>
                </a:lnTo>
                <a:lnTo>
                  <a:pt x="2854159" y="66084"/>
                </a:lnTo>
                <a:lnTo>
                  <a:pt x="2853337" y="66769"/>
                </a:lnTo>
                <a:lnTo>
                  <a:pt x="2852530" y="67462"/>
                </a:lnTo>
                <a:lnTo>
                  <a:pt x="2851735" y="68163"/>
                </a:lnTo>
                <a:lnTo>
                  <a:pt x="2850954" y="68872"/>
                </a:lnTo>
                <a:lnTo>
                  <a:pt x="2850186" y="69589"/>
                </a:lnTo>
                <a:lnTo>
                  <a:pt x="2849431" y="70314"/>
                </a:lnTo>
                <a:lnTo>
                  <a:pt x="2848690" y="71047"/>
                </a:lnTo>
                <a:lnTo>
                  <a:pt x="2847962" y="71788"/>
                </a:lnTo>
                <a:lnTo>
                  <a:pt x="2847248" y="72537"/>
                </a:lnTo>
                <a:lnTo>
                  <a:pt x="2847250" y="72550"/>
                </a:lnTo>
                <a:lnTo>
                  <a:pt x="2847128" y="72256"/>
                </a:lnTo>
                <a:lnTo>
                  <a:pt x="2846522" y="70928"/>
                </a:lnTo>
                <a:close/>
                <a:moveTo>
                  <a:pt x="2390352" y="53082"/>
                </a:moveTo>
                <a:lnTo>
                  <a:pt x="2434036" y="127276"/>
                </a:lnTo>
                <a:lnTo>
                  <a:pt x="2457361" y="127276"/>
                </a:lnTo>
                <a:lnTo>
                  <a:pt x="2500101" y="52870"/>
                </a:lnTo>
                <a:lnTo>
                  <a:pt x="2500101" y="185252"/>
                </a:lnTo>
                <a:lnTo>
                  <a:pt x="2537448" y="185252"/>
                </a:lnTo>
                <a:lnTo>
                  <a:pt x="2537448" y="3775"/>
                </a:lnTo>
                <a:lnTo>
                  <a:pt x="2495517" y="3775"/>
                </a:lnTo>
                <a:lnTo>
                  <a:pt x="2446925" y="87643"/>
                </a:lnTo>
                <a:lnTo>
                  <a:pt x="2397633" y="3775"/>
                </a:lnTo>
                <a:lnTo>
                  <a:pt x="2354084" y="3775"/>
                </a:lnTo>
                <a:lnTo>
                  <a:pt x="2354084" y="185252"/>
                </a:lnTo>
                <a:lnTo>
                  <a:pt x="2390352" y="185252"/>
                </a:lnTo>
                <a:lnTo>
                  <a:pt x="2390352" y="53082"/>
                </a:lnTo>
                <a:close/>
                <a:moveTo>
                  <a:pt x="2188583" y="187325"/>
                </a:moveTo>
                <a:lnTo>
                  <a:pt x="2189718" y="187197"/>
                </a:lnTo>
                <a:lnTo>
                  <a:pt x="2190838" y="187050"/>
                </a:lnTo>
                <a:lnTo>
                  <a:pt x="2191943" y="186883"/>
                </a:lnTo>
                <a:lnTo>
                  <a:pt x="2193032" y="186696"/>
                </a:lnTo>
                <a:lnTo>
                  <a:pt x="2194106" y="186489"/>
                </a:lnTo>
                <a:lnTo>
                  <a:pt x="2195164" y="186263"/>
                </a:lnTo>
                <a:lnTo>
                  <a:pt x="2196207" y="186017"/>
                </a:lnTo>
                <a:lnTo>
                  <a:pt x="2197234" y="185752"/>
                </a:lnTo>
                <a:lnTo>
                  <a:pt x="2198246" y="185467"/>
                </a:lnTo>
                <a:lnTo>
                  <a:pt x="2199243" y="185162"/>
                </a:lnTo>
                <a:lnTo>
                  <a:pt x="2200224" y="184838"/>
                </a:lnTo>
                <a:lnTo>
                  <a:pt x="2201189" y="184494"/>
                </a:lnTo>
                <a:lnTo>
                  <a:pt x="2202139" y="184130"/>
                </a:lnTo>
                <a:lnTo>
                  <a:pt x="2203074" y="183746"/>
                </a:lnTo>
                <a:lnTo>
                  <a:pt x="2203993" y="183343"/>
                </a:lnTo>
                <a:lnTo>
                  <a:pt x="2204897" y="182921"/>
                </a:lnTo>
                <a:lnTo>
                  <a:pt x="2205785" y="182478"/>
                </a:lnTo>
                <a:lnTo>
                  <a:pt x="2206658" y="182016"/>
                </a:lnTo>
                <a:lnTo>
                  <a:pt x="2207517" y="181537"/>
                </a:lnTo>
                <a:lnTo>
                  <a:pt x="2208365" y="181044"/>
                </a:lnTo>
                <a:lnTo>
                  <a:pt x="2209201" y="180537"/>
                </a:lnTo>
                <a:lnTo>
                  <a:pt x="2210025" y="180016"/>
                </a:lnTo>
                <a:lnTo>
                  <a:pt x="2210838" y="179481"/>
                </a:lnTo>
                <a:lnTo>
                  <a:pt x="2211638" y="178932"/>
                </a:lnTo>
                <a:lnTo>
                  <a:pt x="2212427" y="178369"/>
                </a:lnTo>
                <a:lnTo>
                  <a:pt x="2213205" y="177792"/>
                </a:lnTo>
                <a:lnTo>
                  <a:pt x="2213970" y="177200"/>
                </a:lnTo>
                <a:lnTo>
                  <a:pt x="2214724" y="176595"/>
                </a:lnTo>
                <a:lnTo>
                  <a:pt x="2215467" y="175976"/>
                </a:lnTo>
                <a:lnTo>
                  <a:pt x="2216197" y="175342"/>
                </a:lnTo>
                <a:lnTo>
                  <a:pt x="2216916" y="174695"/>
                </a:lnTo>
                <a:lnTo>
                  <a:pt x="2217623" y="174033"/>
                </a:lnTo>
                <a:lnTo>
                  <a:pt x="2218319" y="173358"/>
                </a:lnTo>
                <a:lnTo>
                  <a:pt x="2219002" y="172668"/>
                </a:lnTo>
                <a:lnTo>
                  <a:pt x="2219674" y="171965"/>
                </a:lnTo>
                <a:lnTo>
                  <a:pt x="2220335" y="171247"/>
                </a:lnTo>
                <a:lnTo>
                  <a:pt x="2220983" y="170515"/>
                </a:lnTo>
                <a:lnTo>
                  <a:pt x="2221620" y="169769"/>
                </a:lnTo>
                <a:lnTo>
                  <a:pt x="2222245" y="169010"/>
                </a:lnTo>
                <a:lnTo>
                  <a:pt x="2222859" y="168236"/>
                </a:lnTo>
                <a:lnTo>
                  <a:pt x="2223461" y="167448"/>
                </a:lnTo>
                <a:lnTo>
                  <a:pt x="2224051" y="166646"/>
                </a:lnTo>
                <a:lnTo>
                  <a:pt x="2225534" y="185252"/>
                </a:lnTo>
                <a:lnTo>
                  <a:pt x="2259780" y="185252"/>
                </a:lnTo>
                <a:lnTo>
                  <a:pt x="2259780" y="3775"/>
                </a:lnTo>
                <a:lnTo>
                  <a:pt x="2224051" y="3775"/>
                </a:lnTo>
                <a:lnTo>
                  <a:pt x="2224051" y="70514"/>
                </a:lnTo>
                <a:lnTo>
                  <a:pt x="2223561" y="69756"/>
                </a:lnTo>
                <a:lnTo>
                  <a:pt x="2223056" y="69011"/>
                </a:lnTo>
                <a:lnTo>
                  <a:pt x="2222538" y="68277"/>
                </a:lnTo>
                <a:lnTo>
                  <a:pt x="2222006" y="67556"/>
                </a:lnTo>
                <a:lnTo>
                  <a:pt x="2221460" y="66846"/>
                </a:lnTo>
                <a:lnTo>
                  <a:pt x="2220899" y="66149"/>
                </a:lnTo>
                <a:lnTo>
                  <a:pt x="2220325" y="65464"/>
                </a:lnTo>
                <a:lnTo>
                  <a:pt x="2219736" y="64792"/>
                </a:lnTo>
                <a:lnTo>
                  <a:pt x="2219134" y="64131"/>
                </a:lnTo>
                <a:lnTo>
                  <a:pt x="2218517" y="63483"/>
                </a:lnTo>
                <a:lnTo>
                  <a:pt x="2217887" y="62847"/>
                </a:lnTo>
                <a:lnTo>
                  <a:pt x="2217242" y="62223"/>
                </a:lnTo>
                <a:lnTo>
                  <a:pt x="2216583" y="61611"/>
                </a:lnTo>
                <a:lnTo>
                  <a:pt x="2215911" y="61011"/>
                </a:lnTo>
                <a:lnTo>
                  <a:pt x="2215224" y="60423"/>
                </a:lnTo>
                <a:lnTo>
                  <a:pt x="2214523" y="59848"/>
                </a:lnTo>
                <a:lnTo>
                  <a:pt x="2213808" y="59285"/>
                </a:lnTo>
                <a:lnTo>
                  <a:pt x="2213079" y="58734"/>
                </a:lnTo>
                <a:lnTo>
                  <a:pt x="2212336" y="58195"/>
                </a:lnTo>
                <a:lnTo>
                  <a:pt x="2211579" y="57668"/>
                </a:lnTo>
                <a:lnTo>
                  <a:pt x="2210808" y="57154"/>
                </a:lnTo>
                <a:lnTo>
                  <a:pt x="2210023" y="56652"/>
                </a:lnTo>
                <a:lnTo>
                  <a:pt x="2209224" y="56161"/>
                </a:lnTo>
                <a:lnTo>
                  <a:pt x="2208411" y="55683"/>
                </a:lnTo>
                <a:lnTo>
                  <a:pt x="2207584" y="55221"/>
                </a:lnTo>
                <a:lnTo>
                  <a:pt x="2206743" y="54779"/>
                </a:lnTo>
                <a:lnTo>
                  <a:pt x="2205889" y="54356"/>
                </a:lnTo>
                <a:lnTo>
                  <a:pt x="2205022" y="53953"/>
                </a:lnTo>
                <a:lnTo>
                  <a:pt x="2204140" y="53570"/>
                </a:lnTo>
                <a:lnTo>
                  <a:pt x="2203245" y="53206"/>
                </a:lnTo>
                <a:lnTo>
                  <a:pt x="2202337" y="52862"/>
                </a:lnTo>
                <a:lnTo>
                  <a:pt x="2201415" y="52537"/>
                </a:lnTo>
                <a:lnTo>
                  <a:pt x="2200479" y="52233"/>
                </a:lnTo>
                <a:lnTo>
                  <a:pt x="2199530" y="51948"/>
                </a:lnTo>
                <a:lnTo>
                  <a:pt x="2198567" y="51682"/>
                </a:lnTo>
                <a:lnTo>
                  <a:pt x="2197591" y="51436"/>
                </a:lnTo>
                <a:lnTo>
                  <a:pt x="2196601" y="51210"/>
                </a:lnTo>
                <a:lnTo>
                  <a:pt x="2195598" y="51004"/>
                </a:lnTo>
                <a:lnTo>
                  <a:pt x="2194581" y="50817"/>
                </a:lnTo>
                <a:lnTo>
                  <a:pt x="2193550" y="50650"/>
                </a:lnTo>
                <a:lnTo>
                  <a:pt x="2192506" y="50502"/>
                </a:lnTo>
                <a:lnTo>
                  <a:pt x="2191448" y="50375"/>
                </a:lnTo>
                <a:lnTo>
                  <a:pt x="2190377" y="50267"/>
                </a:lnTo>
                <a:lnTo>
                  <a:pt x="2189292" y="50178"/>
                </a:lnTo>
                <a:lnTo>
                  <a:pt x="2188193" y="50109"/>
                </a:lnTo>
                <a:lnTo>
                  <a:pt x="2187081" y="50060"/>
                </a:lnTo>
                <a:lnTo>
                  <a:pt x="2185955" y="50031"/>
                </a:lnTo>
                <a:lnTo>
                  <a:pt x="2184816" y="50021"/>
                </a:lnTo>
                <a:lnTo>
                  <a:pt x="2183518" y="50034"/>
                </a:lnTo>
                <a:lnTo>
                  <a:pt x="2182231" y="50072"/>
                </a:lnTo>
                <a:lnTo>
                  <a:pt x="2180955" y="50136"/>
                </a:lnTo>
                <a:lnTo>
                  <a:pt x="2179689" y="50225"/>
                </a:lnTo>
                <a:lnTo>
                  <a:pt x="2178434" y="50341"/>
                </a:lnTo>
                <a:lnTo>
                  <a:pt x="2177190" y="50481"/>
                </a:lnTo>
                <a:lnTo>
                  <a:pt x="2175957" y="50648"/>
                </a:lnTo>
                <a:lnTo>
                  <a:pt x="2174734" y="50840"/>
                </a:lnTo>
                <a:lnTo>
                  <a:pt x="2173522" y="51057"/>
                </a:lnTo>
                <a:lnTo>
                  <a:pt x="2172321" y="51300"/>
                </a:lnTo>
                <a:lnTo>
                  <a:pt x="2171131" y="51569"/>
                </a:lnTo>
                <a:lnTo>
                  <a:pt x="2169952" y="51863"/>
                </a:lnTo>
                <a:lnTo>
                  <a:pt x="2168783" y="52183"/>
                </a:lnTo>
                <a:lnTo>
                  <a:pt x="2167625" y="52528"/>
                </a:lnTo>
                <a:lnTo>
                  <a:pt x="2166478" y="52899"/>
                </a:lnTo>
                <a:lnTo>
                  <a:pt x="2165341" y="53296"/>
                </a:lnTo>
                <a:lnTo>
                  <a:pt x="2164216" y="53718"/>
                </a:lnTo>
                <a:lnTo>
                  <a:pt x="2163101" y="54166"/>
                </a:lnTo>
                <a:lnTo>
                  <a:pt x="2161997" y="54639"/>
                </a:lnTo>
                <a:lnTo>
                  <a:pt x="2160903" y="55138"/>
                </a:lnTo>
                <a:lnTo>
                  <a:pt x="2159821" y="55663"/>
                </a:lnTo>
                <a:lnTo>
                  <a:pt x="2158749" y="56213"/>
                </a:lnTo>
                <a:lnTo>
                  <a:pt x="2157688" y="56789"/>
                </a:lnTo>
                <a:lnTo>
                  <a:pt x="2156637" y="57390"/>
                </a:lnTo>
                <a:lnTo>
                  <a:pt x="2155602" y="58017"/>
                </a:lnTo>
                <a:lnTo>
                  <a:pt x="2154584" y="58670"/>
                </a:lnTo>
                <a:lnTo>
                  <a:pt x="2153584" y="59351"/>
                </a:lnTo>
                <a:lnTo>
                  <a:pt x="2152602" y="60057"/>
                </a:lnTo>
                <a:lnTo>
                  <a:pt x="2151638" y="60790"/>
                </a:lnTo>
                <a:lnTo>
                  <a:pt x="2150692" y="61550"/>
                </a:lnTo>
                <a:lnTo>
                  <a:pt x="2149765" y="62336"/>
                </a:lnTo>
                <a:lnTo>
                  <a:pt x="2148855" y="63149"/>
                </a:lnTo>
                <a:lnTo>
                  <a:pt x="2147963" y="63988"/>
                </a:lnTo>
                <a:lnTo>
                  <a:pt x="2147090" y="64854"/>
                </a:lnTo>
                <a:lnTo>
                  <a:pt x="2146234" y="65747"/>
                </a:lnTo>
                <a:lnTo>
                  <a:pt x="2145396" y="66666"/>
                </a:lnTo>
                <a:lnTo>
                  <a:pt x="2144577" y="67611"/>
                </a:lnTo>
                <a:lnTo>
                  <a:pt x="2143775" y="68583"/>
                </a:lnTo>
                <a:lnTo>
                  <a:pt x="2142991" y="69582"/>
                </a:lnTo>
                <a:lnTo>
                  <a:pt x="2142226" y="70607"/>
                </a:lnTo>
                <a:lnTo>
                  <a:pt x="2141478" y="71658"/>
                </a:lnTo>
                <a:lnTo>
                  <a:pt x="2140749" y="72736"/>
                </a:lnTo>
                <a:lnTo>
                  <a:pt x="2140037" y="73841"/>
                </a:lnTo>
                <a:lnTo>
                  <a:pt x="2139344" y="74972"/>
                </a:lnTo>
                <a:lnTo>
                  <a:pt x="2138669" y="76130"/>
                </a:lnTo>
                <a:lnTo>
                  <a:pt x="2138011" y="77314"/>
                </a:lnTo>
                <a:lnTo>
                  <a:pt x="2137372" y="78525"/>
                </a:lnTo>
                <a:lnTo>
                  <a:pt x="2136750" y="79763"/>
                </a:lnTo>
                <a:lnTo>
                  <a:pt x="2136151" y="81027"/>
                </a:lnTo>
                <a:lnTo>
                  <a:pt x="2135577" y="82320"/>
                </a:lnTo>
                <a:lnTo>
                  <a:pt x="2135028" y="83640"/>
                </a:lnTo>
                <a:lnTo>
                  <a:pt x="2134505" y="84989"/>
                </a:lnTo>
                <a:lnTo>
                  <a:pt x="2134008" y="86365"/>
                </a:lnTo>
                <a:lnTo>
                  <a:pt x="2133536" y="87770"/>
                </a:lnTo>
                <a:lnTo>
                  <a:pt x="2133089" y="89202"/>
                </a:lnTo>
                <a:lnTo>
                  <a:pt x="2132668" y="90662"/>
                </a:lnTo>
                <a:lnTo>
                  <a:pt x="2132273" y="92150"/>
                </a:lnTo>
                <a:lnTo>
                  <a:pt x="2131903" y="93666"/>
                </a:lnTo>
                <a:lnTo>
                  <a:pt x="2131558" y="95210"/>
                </a:lnTo>
                <a:lnTo>
                  <a:pt x="2131239" y="96782"/>
                </a:lnTo>
                <a:lnTo>
                  <a:pt x="2130946" y="98382"/>
                </a:lnTo>
                <a:lnTo>
                  <a:pt x="2130678" y="100010"/>
                </a:lnTo>
                <a:lnTo>
                  <a:pt x="2130436" y="101666"/>
                </a:lnTo>
                <a:lnTo>
                  <a:pt x="2130219" y="103350"/>
                </a:lnTo>
                <a:lnTo>
                  <a:pt x="2130028" y="105062"/>
                </a:lnTo>
                <a:lnTo>
                  <a:pt x="2129862" y="106801"/>
                </a:lnTo>
                <a:lnTo>
                  <a:pt x="2129721" y="108569"/>
                </a:lnTo>
                <a:lnTo>
                  <a:pt x="2129607" y="110364"/>
                </a:lnTo>
                <a:lnTo>
                  <a:pt x="2129517" y="112188"/>
                </a:lnTo>
                <a:lnTo>
                  <a:pt x="2129453" y="114039"/>
                </a:lnTo>
                <a:lnTo>
                  <a:pt x="2129415" y="115919"/>
                </a:lnTo>
                <a:lnTo>
                  <a:pt x="2129402" y="117826"/>
                </a:lnTo>
                <a:lnTo>
                  <a:pt x="2129414" y="119801"/>
                </a:lnTo>
                <a:lnTo>
                  <a:pt x="2129450" y="121747"/>
                </a:lnTo>
                <a:lnTo>
                  <a:pt x="2129509" y="123664"/>
                </a:lnTo>
                <a:lnTo>
                  <a:pt x="2129592" y="125552"/>
                </a:lnTo>
                <a:lnTo>
                  <a:pt x="2129698" y="127410"/>
                </a:lnTo>
                <a:lnTo>
                  <a:pt x="2129828" y="129240"/>
                </a:lnTo>
                <a:lnTo>
                  <a:pt x="2129982" y="131040"/>
                </a:lnTo>
                <a:lnTo>
                  <a:pt x="2130159" y="132811"/>
                </a:lnTo>
                <a:lnTo>
                  <a:pt x="2130360" y="134553"/>
                </a:lnTo>
                <a:lnTo>
                  <a:pt x="2130585" y="136266"/>
                </a:lnTo>
                <a:lnTo>
                  <a:pt x="2130833" y="137950"/>
                </a:lnTo>
                <a:lnTo>
                  <a:pt x="2131105" y="139605"/>
                </a:lnTo>
                <a:lnTo>
                  <a:pt x="2131400" y="141230"/>
                </a:lnTo>
                <a:lnTo>
                  <a:pt x="2131719" y="142826"/>
                </a:lnTo>
                <a:lnTo>
                  <a:pt x="2132062" y="144394"/>
                </a:lnTo>
                <a:lnTo>
                  <a:pt x="2132429" y="145932"/>
                </a:lnTo>
                <a:lnTo>
                  <a:pt x="2132819" y="147441"/>
                </a:lnTo>
                <a:lnTo>
                  <a:pt x="2133232" y="148920"/>
                </a:lnTo>
                <a:lnTo>
                  <a:pt x="2133670" y="150371"/>
                </a:lnTo>
                <a:lnTo>
                  <a:pt x="2134131" y="151792"/>
                </a:lnTo>
                <a:lnTo>
                  <a:pt x="2134615" y="153185"/>
                </a:lnTo>
                <a:lnTo>
                  <a:pt x="2135124" y="154548"/>
                </a:lnTo>
                <a:lnTo>
                  <a:pt x="2135656" y="155882"/>
                </a:lnTo>
                <a:lnTo>
                  <a:pt x="2136211" y="157187"/>
                </a:lnTo>
                <a:lnTo>
                  <a:pt x="2136787" y="158463"/>
                </a:lnTo>
                <a:lnTo>
                  <a:pt x="2137381" y="159712"/>
                </a:lnTo>
                <a:lnTo>
                  <a:pt x="2137991" y="160933"/>
                </a:lnTo>
                <a:lnTo>
                  <a:pt x="2138619" y="162127"/>
                </a:lnTo>
                <a:lnTo>
                  <a:pt x="2139265" y="163292"/>
                </a:lnTo>
                <a:lnTo>
                  <a:pt x="2139927" y="164430"/>
                </a:lnTo>
                <a:lnTo>
                  <a:pt x="2140607" y="165540"/>
                </a:lnTo>
                <a:lnTo>
                  <a:pt x="2141305" y="166623"/>
                </a:lnTo>
                <a:lnTo>
                  <a:pt x="2142019" y="167678"/>
                </a:lnTo>
                <a:lnTo>
                  <a:pt x="2142751" y="168705"/>
                </a:lnTo>
                <a:lnTo>
                  <a:pt x="2143500" y="169704"/>
                </a:lnTo>
                <a:lnTo>
                  <a:pt x="2144267" y="170676"/>
                </a:lnTo>
                <a:lnTo>
                  <a:pt x="2145051" y="171620"/>
                </a:lnTo>
                <a:lnTo>
                  <a:pt x="2145852" y="172536"/>
                </a:lnTo>
                <a:lnTo>
                  <a:pt x="2146671" y="173425"/>
                </a:lnTo>
                <a:lnTo>
                  <a:pt x="2147507" y="174286"/>
                </a:lnTo>
                <a:lnTo>
                  <a:pt x="2148360" y="175119"/>
                </a:lnTo>
                <a:lnTo>
                  <a:pt x="2149230" y="175924"/>
                </a:lnTo>
                <a:lnTo>
                  <a:pt x="2150118" y="176702"/>
                </a:lnTo>
                <a:lnTo>
                  <a:pt x="2151023" y="177452"/>
                </a:lnTo>
                <a:lnTo>
                  <a:pt x="2151946" y="178174"/>
                </a:lnTo>
                <a:lnTo>
                  <a:pt x="2152886" y="178869"/>
                </a:lnTo>
                <a:lnTo>
                  <a:pt x="2153843" y="179536"/>
                </a:lnTo>
                <a:lnTo>
                  <a:pt x="2154817" y="180175"/>
                </a:lnTo>
                <a:lnTo>
                  <a:pt x="2155806" y="180787"/>
                </a:lnTo>
                <a:lnTo>
                  <a:pt x="2156805" y="181373"/>
                </a:lnTo>
                <a:lnTo>
                  <a:pt x="2157814" y="181934"/>
                </a:lnTo>
                <a:lnTo>
                  <a:pt x="2158834" y="182468"/>
                </a:lnTo>
                <a:lnTo>
                  <a:pt x="2159865" y="182976"/>
                </a:lnTo>
                <a:lnTo>
                  <a:pt x="2160906" y="183458"/>
                </a:lnTo>
                <a:lnTo>
                  <a:pt x="2161957" y="183914"/>
                </a:lnTo>
                <a:lnTo>
                  <a:pt x="2163019" y="184344"/>
                </a:lnTo>
                <a:lnTo>
                  <a:pt x="2164092" y="184748"/>
                </a:lnTo>
                <a:lnTo>
                  <a:pt x="2165175" y="185125"/>
                </a:lnTo>
                <a:lnTo>
                  <a:pt x="2166269" y="185477"/>
                </a:lnTo>
                <a:lnTo>
                  <a:pt x="2167373" y="185803"/>
                </a:lnTo>
                <a:lnTo>
                  <a:pt x="2168488" y="186103"/>
                </a:lnTo>
                <a:lnTo>
                  <a:pt x="2169613" y="186376"/>
                </a:lnTo>
                <a:lnTo>
                  <a:pt x="2170749" y="186624"/>
                </a:lnTo>
                <a:lnTo>
                  <a:pt x="2171895" y="186845"/>
                </a:lnTo>
                <a:lnTo>
                  <a:pt x="2173052" y="187040"/>
                </a:lnTo>
                <a:lnTo>
                  <a:pt x="2174220" y="187210"/>
                </a:lnTo>
                <a:lnTo>
                  <a:pt x="2175398" y="187353"/>
                </a:lnTo>
                <a:lnTo>
                  <a:pt x="2176586" y="187470"/>
                </a:lnTo>
                <a:lnTo>
                  <a:pt x="2177785" y="187562"/>
                </a:lnTo>
                <a:lnTo>
                  <a:pt x="2178995" y="187627"/>
                </a:lnTo>
                <a:lnTo>
                  <a:pt x="2180215" y="187666"/>
                </a:lnTo>
                <a:lnTo>
                  <a:pt x="2181446" y="187679"/>
                </a:lnTo>
                <a:lnTo>
                  <a:pt x="2182674" y="187669"/>
                </a:lnTo>
                <a:lnTo>
                  <a:pt x="2183886" y="187640"/>
                </a:lnTo>
                <a:lnTo>
                  <a:pt x="2185084" y="187590"/>
                </a:lnTo>
                <a:lnTo>
                  <a:pt x="2186266" y="187522"/>
                </a:lnTo>
                <a:lnTo>
                  <a:pt x="2187432" y="187433"/>
                </a:lnTo>
                <a:lnTo>
                  <a:pt x="2188583" y="187325"/>
                </a:lnTo>
                <a:close/>
                <a:moveTo>
                  <a:pt x="2186219" y="159791"/>
                </a:moveTo>
                <a:lnTo>
                  <a:pt x="2185325" y="159555"/>
                </a:lnTo>
                <a:lnTo>
                  <a:pt x="2184449" y="159283"/>
                </a:lnTo>
                <a:lnTo>
                  <a:pt x="2183591" y="158974"/>
                </a:lnTo>
                <a:lnTo>
                  <a:pt x="2182751" y="158630"/>
                </a:lnTo>
                <a:lnTo>
                  <a:pt x="2181929" y="158249"/>
                </a:lnTo>
                <a:lnTo>
                  <a:pt x="2181125" y="157832"/>
                </a:lnTo>
                <a:lnTo>
                  <a:pt x="2180339" y="157378"/>
                </a:lnTo>
                <a:lnTo>
                  <a:pt x="2179572" y="156888"/>
                </a:lnTo>
                <a:lnTo>
                  <a:pt x="2178822" y="156362"/>
                </a:lnTo>
                <a:lnTo>
                  <a:pt x="2178090" y="155800"/>
                </a:lnTo>
                <a:lnTo>
                  <a:pt x="2177376" y="155201"/>
                </a:lnTo>
                <a:lnTo>
                  <a:pt x="2176680" y="154566"/>
                </a:lnTo>
                <a:lnTo>
                  <a:pt x="2176003" y="153895"/>
                </a:lnTo>
                <a:lnTo>
                  <a:pt x="2175343" y="153188"/>
                </a:lnTo>
                <a:lnTo>
                  <a:pt x="2174701" y="152444"/>
                </a:lnTo>
                <a:lnTo>
                  <a:pt x="2174077" y="151664"/>
                </a:lnTo>
                <a:lnTo>
                  <a:pt x="2173472" y="150847"/>
                </a:lnTo>
                <a:lnTo>
                  <a:pt x="2172884" y="149995"/>
                </a:lnTo>
                <a:lnTo>
                  <a:pt x="2172317" y="149104"/>
                </a:lnTo>
                <a:lnTo>
                  <a:pt x="2171775" y="148175"/>
                </a:lnTo>
                <a:lnTo>
                  <a:pt x="2171257" y="147206"/>
                </a:lnTo>
                <a:lnTo>
                  <a:pt x="2170762" y="146199"/>
                </a:lnTo>
                <a:lnTo>
                  <a:pt x="2170292" y="145152"/>
                </a:lnTo>
                <a:lnTo>
                  <a:pt x="2169846" y="144066"/>
                </a:lnTo>
                <a:lnTo>
                  <a:pt x="2169424" y="142940"/>
                </a:lnTo>
                <a:lnTo>
                  <a:pt x="2169027" y="141776"/>
                </a:lnTo>
                <a:lnTo>
                  <a:pt x="2168653" y="140572"/>
                </a:lnTo>
                <a:lnTo>
                  <a:pt x="2168303" y="139330"/>
                </a:lnTo>
                <a:lnTo>
                  <a:pt x="2167978" y="138048"/>
                </a:lnTo>
                <a:lnTo>
                  <a:pt x="2167676" y="136727"/>
                </a:lnTo>
                <a:lnTo>
                  <a:pt x="2167399" y="135367"/>
                </a:lnTo>
                <a:lnTo>
                  <a:pt x="2167146" y="133968"/>
                </a:lnTo>
                <a:lnTo>
                  <a:pt x="2166917" y="132529"/>
                </a:lnTo>
                <a:lnTo>
                  <a:pt x="2166712" y="131052"/>
                </a:lnTo>
                <a:lnTo>
                  <a:pt x="2166531" y="129535"/>
                </a:lnTo>
                <a:lnTo>
                  <a:pt x="2166374" y="127979"/>
                </a:lnTo>
                <a:lnTo>
                  <a:pt x="2166242" y="126384"/>
                </a:lnTo>
                <a:lnTo>
                  <a:pt x="2166133" y="124750"/>
                </a:lnTo>
                <a:lnTo>
                  <a:pt x="2166049" y="123077"/>
                </a:lnTo>
                <a:lnTo>
                  <a:pt x="2165989" y="121364"/>
                </a:lnTo>
                <a:lnTo>
                  <a:pt x="2165953" y="119612"/>
                </a:lnTo>
                <a:lnTo>
                  <a:pt x="2165940" y="117822"/>
                </a:lnTo>
                <a:lnTo>
                  <a:pt x="2165953" y="116188"/>
                </a:lnTo>
                <a:lnTo>
                  <a:pt x="2165991" y="114586"/>
                </a:lnTo>
                <a:lnTo>
                  <a:pt x="2166054" y="113017"/>
                </a:lnTo>
                <a:lnTo>
                  <a:pt x="2166143" y="111481"/>
                </a:lnTo>
                <a:lnTo>
                  <a:pt x="2166256" y="109977"/>
                </a:lnTo>
                <a:lnTo>
                  <a:pt x="2166396" y="108505"/>
                </a:lnTo>
                <a:lnTo>
                  <a:pt x="2166560" y="107066"/>
                </a:lnTo>
                <a:lnTo>
                  <a:pt x="2166749" y="105659"/>
                </a:lnTo>
                <a:lnTo>
                  <a:pt x="2166964" y="104285"/>
                </a:lnTo>
                <a:lnTo>
                  <a:pt x="2167204" y="102943"/>
                </a:lnTo>
                <a:lnTo>
                  <a:pt x="2167470" y="101634"/>
                </a:lnTo>
                <a:lnTo>
                  <a:pt x="2167761" y="100357"/>
                </a:lnTo>
                <a:lnTo>
                  <a:pt x="2168077" y="99113"/>
                </a:lnTo>
                <a:lnTo>
                  <a:pt x="2168418" y="97901"/>
                </a:lnTo>
                <a:lnTo>
                  <a:pt x="2168784" y="96722"/>
                </a:lnTo>
                <a:lnTo>
                  <a:pt x="2169176" y="95575"/>
                </a:lnTo>
                <a:lnTo>
                  <a:pt x="2169593" y="94461"/>
                </a:lnTo>
                <a:lnTo>
                  <a:pt x="2170036" y="93379"/>
                </a:lnTo>
                <a:lnTo>
                  <a:pt x="2170504" y="92330"/>
                </a:lnTo>
                <a:lnTo>
                  <a:pt x="2170996" y="91313"/>
                </a:lnTo>
                <a:lnTo>
                  <a:pt x="2171515" y="90328"/>
                </a:lnTo>
                <a:lnTo>
                  <a:pt x="2172058" y="89376"/>
                </a:lnTo>
                <a:lnTo>
                  <a:pt x="2172627" y="88457"/>
                </a:lnTo>
                <a:lnTo>
                  <a:pt x="2173221" y="87570"/>
                </a:lnTo>
                <a:lnTo>
                  <a:pt x="2173838" y="86717"/>
                </a:lnTo>
                <a:lnTo>
                  <a:pt x="2174476" y="85901"/>
                </a:lnTo>
                <a:lnTo>
                  <a:pt x="2175134" y="85121"/>
                </a:lnTo>
                <a:lnTo>
                  <a:pt x="2175813" y="84377"/>
                </a:lnTo>
                <a:lnTo>
                  <a:pt x="2176512" y="83670"/>
                </a:lnTo>
                <a:lnTo>
                  <a:pt x="2177232" y="82999"/>
                </a:lnTo>
                <a:lnTo>
                  <a:pt x="2177973" y="82364"/>
                </a:lnTo>
                <a:lnTo>
                  <a:pt x="2178734" y="81765"/>
                </a:lnTo>
                <a:lnTo>
                  <a:pt x="2179516" y="81203"/>
                </a:lnTo>
                <a:lnTo>
                  <a:pt x="2180318" y="80676"/>
                </a:lnTo>
                <a:lnTo>
                  <a:pt x="2181141" y="80187"/>
                </a:lnTo>
                <a:lnTo>
                  <a:pt x="2181985" y="79733"/>
                </a:lnTo>
                <a:lnTo>
                  <a:pt x="2182849" y="79316"/>
                </a:lnTo>
                <a:lnTo>
                  <a:pt x="2183734" y="78935"/>
                </a:lnTo>
                <a:lnTo>
                  <a:pt x="2184639" y="78590"/>
                </a:lnTo>
                <a:lnTo>
                  <a:pt x="2185565" y="78282"/>
                </a:lnTo>
                <a:lnTo>
                  <a:pt x="2186512" y="78010"/>
                </a:lnTo>
                <a:lnTo>
                  <a:pt x="2187479" y="77774"/>
                </a:lnTo>
                <a:lnTo>
                  <a:pt x="2188467" y="77574"/>
                </a:lnTo>
                <a:lnTo>
                  <a:pt x="2189475" y="77411"/>
                </a:lnTo>
                <a:lnTo>
                  <a:pt x="2190504" y="77284"/>
                </a:lnTo>
                <a:lnTo>
                  <a:pt x="2191554" y="77193"/>
                </a:lnTo>
                <a:lnTo>
                  <a:pt x="2192624" y="77139"/>
                </a:lnTo>
                <a:lnTo>
                  <a:pt x="2193715" y="77121"/>
                </a:lnTo>
                <a:lnTo>
                  <a:pt x="2194630" y="77133"/>
                </a:lnTo>
                <a:lnTo>
                  <a:pt x="2195533" y="77168"/>
                </a:lnTo>
                <a:lnTo>
                  <a:pt x="2196424" y="77226"/>
                </a:lnTo>
                <a:lnTo>
                  <a:pt x="2197303" y="77308"/>
                </a:lnTo>
                <a:lnTo>
                  <a:pt x="2198169" y="77413"/>
                </a:lnTo>
                <a:lnTo>
                  <a:pt x="2199024" y="77542"/>
                </a:lnTo>
                <a:lnTo>
                  <a:pt x="2199866" y="77694"/>
                </a:lnTo>
                <a:lnTo>
                  <a:pt x="2200696" y="77869"/>
                </a:lnTo>
                <a:lnTo>
                  <a:pt x="2201514" y="78068"/>
                </a:lnTo>
                <a:lnTo>
                  <a:pt x="2202319" y="78291"/>
                </a:lnTo>
                <a:lnTo>
                  <a:pt x="2203113" y="78536"/>
                </a:lnTo>
                <a:lnTo>
                  <a:pt x="2203894" y="78805"/>
                </a:lnTo>
                <a:lnTo>
                  <a:pt x="2204663" y="79098"/>
                </a:lnTo>
                <a:lnTo>
                  <a:pt x="2205420" y="79413"/>
                </a:lnTo>
                <a:lnTo>
                  <a:pt x="2206165" y="79753"/>
                </a:lnTo>
                <a:lnTo>
                  <a:pt x="2206898" y="80115"/>
                </a:lnTo>
                <a:lnTo>
                  <a:pt x="2207618" y="80501"/>
                </a:lnTo>
                <a:lnTo>
                  <a:pt x="2208327" y="80911"/>
                </a:lnTo>
                <a:lnTo>
                  <a:pt x="2209023" y="81343"/>
                </a:lnTo>
                <a:lnTo>
                  <a:pt x="2209707" y="81799"/>
                </a:lnTo>
                <a:lnTo>
                  <a:pt x="2210379" y="82279"/>
                </a:lnTo>
                <a:lnTo>
                  <a:pt x="2211038" y="82782"/>
                </a:lnTo>
                <a:lnTo>
                  <a:pt x="2211686" y="83308"/>
                </a:lnTo>
                <a:lnTo>
                  <a:pt x="2212321" y="83858"/>
                </a:lnTo>
                <a:lnTo>
                  <a:pt x="2212944" y="84424"/>
                </a:lnTo>
                <a:lnTo>
                  <a:pt x="2213556" y="84997"/>
                </a:lnTo>
                <a:lnTo>
                  <a:pt x="2214156" y="85579"/>
                </a:lnTo>
                <a:lnTo>
                  <a:pt x="2214744" y="86169"/>
                </a:lnTo>
                <a:lnTo>
                  <a:pt x="2215321" y="86767"/>
                </a:lnTo>
                <a:lnTo>
                  <a:pt x="2215885" y="87373"/>
                </a:lnTo>
                <a:lnTo>
                  <a:pt x="2216438" y="87987"/>
                </a:lnTo>
                <a:lnTo>
                  <a:pt x="2216980" y="88609"/>
                </a:lnTo>
                <a:lnTo>
                  <a:pt x="2217510" y="89240"/>
                </a:lnTo>
                <a:lnTo>
                  <a:pt x="2218028" y="89878"/>
                </a:lnTo>
                <a:lnTo>
                  <a:pt x="2218534" y="90525"/>
                </a:lnTo>
                <a:lnTo>
                  <a:pt x="2219029" y="91180"/>
                </a:lnTo>
                <a:lnTo>
                  <a:pt x="2219511" y="91843"/>
                </a:lnTo>
                <a:lnTo>
                  <a:pt x="2219983" y="92514"/>
                </a:lnTo>
                <a:lnTo>
                  <a:pt x="2220442" y="93193"/>
                </a:lnTo>
                <a:lnTo>
                  <a:pt x="2220890" y="93880"/>
                </a:lnTo>
                <a:lnTo>
                  <a:pt x="2221326" y="94576"/>
                </a:lnTo>
                <a:lnTo>
                  <a:pt x="2221750" y="95279"/>
                </a:lnTo>
                <a:lnTo>
                  <a:pt x="2222163" y="95991"/>
                </a:lnTo>
                <a:lnTo>
                  <a:pt x="2222564" y="96710"/>
                </a:lnTo>
                <a:lnTo>
                  <a:pt x="2222953" y="97438"/>
                </a:lnTo>
                <a:lnTo>
                  <a:pt x="2223331" y="98174"/>
                </a:lnTo>
                <a:lnTo>
                  <a:pt x="2223697" y="98918"/>
                </a:lnTo>
                <a:lnTo>
                  <a:pt x="2224051" y="99671"/>
                </a:lnTo>
                <a:lnTo>
                  <a:pt x="2224051" y="138859"/>
                </a:lnTo>
                <a:lnTo>
                  <a:pt x="2223684" y="139577"/>
                </a:lnTo>
                <a:lnTo>
                  <a:pt x="2223305" y="140287"/>
                </a:lnTo>
                <a:lnTo>
                  <a:pt x="2222911" y="140989"/>
                </a:lnTo>
                <a:lnTo>
                  <a:pt x="2222504" y="141684"/>
                </a:lnTo>
                <a:lnTo>
                  <a:pt x="2222083" y="142371"/>
                </a:lnTo>
                <a:lnTo>
                  <a:pt x="2221649" y="143051"/>
                </a:lnTo>
                <a:lnTo>
                  <a:pt x="2221201" y="143723"/>
                </a:lnTo>
                <a:lnTo>
                  <a:pt x="2220740" y="144387"/>
                </a:lnTo>
                <a:lnTo>
                  <a:pt x="2220265" y="145044"/>
                </a:lnTo>
                <a:lnTo>
                  <a:pt x="2219777" y="145693"/>
                </a:lnTo>
                <a:lnTo>
                  <a:pt x="2219275" y="146335"/>
                </a:lnTo>
                <a:lnTo>
                  <a:pt x="2218759" y="146969"/>
                </a:lnTo>
                <a:lnTo>
                  <a:pt x="2218230" y="147595"/>
                </a:lnTo>
                <a:lnTo>
                  <a:pt x="2217687" y="148213"/>
                </a:lnTo>
                <a:lnTo>
                  <a:pt x="2217130" y="148824"/>
                </a:lnTo>
                <a:lnTo>
                  <a:pt x="2216560" y="149428"/>
                </a:lnTo>
                <a:lnTo>
                  <a:pt x="2215977" y="150024"/>
                </a:lnTo>
                <a:lnTo>
                  <a:pt x="2215380" y="150612"/>
                </a:lnTo>
                <a:lnTo>
                  <a:pt x="2214769" y="151192"/>
                </a:lnTo>
                <a:lnTo>
                  <a:pt x="2214145" y="151765"/>
                </a:lnTo>
                <a:lnTo>
                  <a:pt x="2213507" y="152330"/>
                </a:lnTo>
                <a:lnTo>
                  <a:pt x="2212856" y="152888"/>
                </a:lnTo>
                <a:lnTo>
                  <a:pt x="2212191" y="153438"/>
                </a:lnTo>
                <a:lnTo>
                  <a:pt x="2211512" y="153981"/>
                </a:lnTo>
                <a:lnTo>
                  <a:pt x="2210821" y="154508"/>
                </a:lnTo>
                <a:lnTo>
                  <a:pt x="2210120" y="155013"/>
                </a:lnTo>
                <a:lnTo>
                  <a:pt x="2209407" y="155495"/>
                </a:lnTo>
                <a:lnTo>
                  <a:pt x="2208684" y="155955"/>
                </a:lnTo>
                <a:lnTo>
                  <a:pt x="2207950" y="156393"/>
                </a:lnTo>
                <a:lnTo>
                  <a:pt x="2207206" y="156808"/>
                </a:lnTo>
                <a:lnTo>
                  <a:pt x="2206451" y="157201"/>
                </a:lnTo>
                <a:lnTo>
                  <a:pt x="2205684" y="157571"/>
                </a:lnTo>
                <a:lnTo>
                  <a:pt x="2204908" y="157919"/>
                </a:lnTo>
                <a:lnTo>
                  <a:pt x="2204120" y="158245"/>
                </a:lnTo>
                <a:lnTo>
                  <a:pt x="2203321" y="158548"/>
                </a:lnTo>
                <a:lnTo>
                  <a:pt x="2202512" y="158828"/>
                </a:lnTo>
                <a:lnTo>
                  <a:pt x="2201692" y="159086"/>
                </a:lnTo>
                <a:lnTo>
                  <a:pt x="2200862" y="159322"/>
                </a:lnTo>
                <a:lnTo>
                  <a:pt x="2200020" y="159535"/>
                </a:lnTo>
                <a:lnTo>
                  <a:pt x="2199168" y="159726"/>
                </a:lnTo>
                <a:lnTo>
                  <a:pt x="2198305" y="159894"/>
                </a:lnTo>
                <a:lnTo>
                  <a:pt x="2197431" y="160040"/>
                </a:lnTo>
                <a:lnTo>
                  <a:pt x="2196546" y="160163"/>
                </a:lnTo>
                <a:lnTo>
                  <a:pt x="2195651" y="160264"/>
                </a:lnTo>
                <a:lnTo>
                  <a:pt x="2194745" y="160343"/>
                </a:lnTo>
                <a:lnTo>
                  <a:pt x="2193828" y="160399"/>
                </a:lnTo>
                <a:lnTo>
                  <a:pt x="2192900" y="160433"/>
                </a:lnTo>
                <a:lnTo>
                  <a:pt x="2191962" y="160444"/>
                </a:lnTo>
                <a:lnTo>
                  <a:pt x="2190960" y="160426"/>
                </a:lnTo>
                <a:lnTo>
                  <a:pt x="2189976" y="160371"/>
                </a:lnTo>
                <a:lnTo>
                  <a:pt x="2189010" y="160281"/>
                </a:lnTo>
                <a:lnTo>
                  <a:pt x="2188061" y="160154"/>
                </a:lnTo>
                <a:lnTo>
                  <a:pt x="2187131" y="159990"/>
                </a:lnTo>
                <a:lnTo>
                  <a:pt x="2186219" y="159791"/>
                </a:lnTo>
                <a:close/>
                <a:moveTo>
                  <a:pt x="3169790" y="94646"/>
                </a:moveTo>
                <a:lnTo>
                  <a:pt x="3170169" y="94164"/>
                </a:lnTo>
                <a:lnTo>
                  <a:pt x="3170554" y="93691"/>
                </a:lnTo>
                <a:lnTo>
                  <a:pt x="3170944" y="93227"/>
                </a:lnTo>
                <a:lnTo>
                  <a:pt x="3171340" y="92773"/>
                </a:lnTo>
                <a:lnTo>
                  <a:pt x="3171742" y="92328"/>
                </a:lnTo>
                <a:lnTo>
                  <a:pt x="3172149" y="91892"/>
                </a:lnTo>
                <a:lnTo>
                  <a:pt x="3172562" y="91466"/>
                </a:lnTo>
                <a:lnTo>
                  <a:pt x="3172981" y="91048"/>
                </a:lnTo>
                <a:lnTo>
                  <a:pt x="3173405" y="90640"/>
                </a:lnTo>
                <a:lnTo>
                  <a:pt x="3173834" y="90242"/>
                </a:lnTo>
                <a:lnTo>
                  <a:pt x="3174270" y="89853"/>
                </a:lnTo>
                <a:lnTo>
                  <a:pt x="3174711" y="89473"/>
                </a:lnTo>
                <a:lnTo>
                  <a:pt x="3175157" y="89102"/>
                </a:lnTo>
                <a:lnTo>
                  <a:pt x="3175610" y="88740"/>
                </a:lnTo>
                <a:lnTo>
                  <a:pt x="3176068" y="88388"/>
                </a:lnTo>
                <a:lnTo>
                  <a:pt x="3176531" y="88045"/>
                </a:lnTo>
                <a:lnTo>
                  <a:pt x="3177000" y="87712"/>
                </a:lnTo>
                <a:lnTo>
                  <a:pt x="3177475" y="87387"/>
                </a:lnTo>
                <a:lnTo>
                  <a:pt x="3177955" y="87072"/>
                </a:lnTo>
                <a:lnTo>
                  <a:pt x="3178441" y="86767"/>
                </a:lnTo>
                <a:lnTo>
                  <a:pt x="3178933" y="86470"/>
                </a:lnTo>
                <a:lnTo>
                  <a:pt x="3179429" y="86182"/>
                </a:lnTo>
                <a:lnTo>
                  <a:pt x="3179931" y="85901"/>
                </a:lnTo>
                <a:lnTo>
                  <a:pt x="3180437" y="85627"/>
                </a:lnTo>
                <a:lnTo>
                  <a:pt x="3180947" y="85360"/>
                </a:lnTo>
                <a:lnTo>
                  <a:pt x="3181463" y="85101"/>
                </a:lnTo>
                <a:lnTo>
                  <a:pt x="3181983" y="84848"/>
                </a:lnTo>
                <a:lnTo>
                  <a:pt x="3182508" y="84603"/>
                </a:lnTo>
                <a:lnTo>
                  <a:pt x="3183037" y="84365"/>
                </a:lnTo>
                <a:lnTo>
                  <a:pt x="3183571" y="84134"/>
                </a:lnTo>
                <a:lnTo>
                  <a:pt x="3184110" y="83910"/>
                </a:lnTo>
                <a:lnTo>
                  <a:pt x="3184654" y="83694"/>
                </a:lnTo>
                <a:lnTo>
                  <a:pt x="3185202" y="83484"/>
                </a:lnTo>
                <a:lnTo>
                  <a:pt x="3185755" y="83282"/>
                </a:lnTo>
                <a:lnTo>
                  <a:pt x="3186312" y="83087"/>
                </a:lnTo>
                <a:lnTo>
                  <a:pt x="3186875" y="82899"/>
                </a:lnTo>
                <a:lnTo>
                  <a:pt x="3187442" y="82718"/>
                </a:lnTo>
                <a:lnTo>
                  <a:pt x="3188013" y="82544"/>
                </a:lnTo>
                <a:lnTo>
                  <a:pt x="3188590" y="82377"/>
                </a:lnTo>
                <a:lnTo>
                  <a:pt x="3189171" y="82218"/>
                </a:lnTo>
                <a:lnTo>
                  <a:pt x="3189756" y="82066"/>
                </a:lnTo>
                <a:lnTo>
                  <a:pt x="3190346" y="81920"/>
                </a:lnTo>
                <a:lnTo>
                  <a:pt x="3190942" y="81783"/>
                </a:lnTo>
                <a:lnTo>
                  <a:pt x="3191541" y="81652"/>
                </a:lnTo>
                <a:lnTo>
                  <a:pt x="3192146" y="81528"/>
                </a:lnTo>
                <a:lnTo>
                  <a:pt x="3192753" y="81410"/>
                </a:lnTo>
                <a:lnTo>
                  <a:pt x="3193364" y="81298"/>
                </a:lnTo>
                <a:lnTo>
                  <a:pt x="3193976" y="81190"/>
                </a:lnTo>
                <a:lnTo>
                  <a:pt x="3194591" y="81088"/>
                </a:lnTo>
                <a:lnTo>
                  <a:pt x="3195208" y="80990"/>
                </a:lnTo>
                <a:lnTo>
                  <a:pt x="3195828" y="80898"/>
                </a:lnTo>
                <a:lnTo>
                  <a:pt x="3196450" y="80810"/>
                </a:lnTo>
                <a:lnTo>
                  <a:pt x="3197074" y="80728"/>
                </a:lnTo>
                <a:lnTo>
                  <a:pt x="3197701" y="80650"/>
                </a:lnTo>
                <a:lnTo>
                  <a:pt x="3198330" y="80577"/>
                </a:lnTo>
                <a:lnTo>
                  <a:pt x="3198961" y="80510"/>
                </a:lnTo>
                <a:lnTo>
                  <a:pt x="3199595" y="80447"/>
                </a:lnTo>
                <a:lnTo>
                  <a:pt x="3200231" y="80390"/>
                </a:lnTo>
                <a:lnTo>
                  <a:pt x="3200869" y="80337"/>
                </a:lnTo>
                <a:lnTo>
                  <a:pt x="3201510" y="80290"/>
                </a:lnTo>
                <a:lnTo>
                  <a:pt x="3202153" y="80247"/>
                </a:lnTo>
                <a:lnTo>
                  <a:pt x="3202798" y="80210"/>
                </a:lnTo>
                <a:lnTo>
                  <a:pt x="3203446" y="80177"/>
                </a:lnTo>
                <a:lnTo>
                  <a:pt x="3204096" y="80150"/>
                </a:lnTo>
                <a:lnTo>
                  <a:pt x="3204748" y="80127"/>
                </a:lnTo>
                <a:lnTo>
                  <a:pt x="3205403" y="80110"/>
                </a:lnTo>
                <a:lnTo>
                  <a:pt x="3206060" y="80097"/>
                </a:lnTo>
                <a:lnTo>
                  <a:pt x="3206719" y="80090"/>
                </a:lnTo>
                <a:lnTo>
                  <a:pt x="3207381" y="80087"/>
                </a:lnTo>
                <a:lnTo>
                  <a:pt x="3210752" y="80087"/>
                </a:lnTo>
                <a:lnTo>
                  <a:pt x="3210752" y="50021"/>
                </a:lnTo>
                <a:lnTo>
                  <a:pt x="3208055" y="50021"/>
                </a:lnTo>
                <a:lnTo>
                  <a:pt x="3206849" y="50032"/>
                </a:lnTo>
                <a:lnTo>
                  <a:pt x="3205658" y="50065"/>
                </a:lnTo>
                <a:lnTo>
                  <a:pt x="3204482" y="50120"/>
                </a:lnTo>
                <a:lnTo>
                  <a:pt x="3203321" y="50197"/>
                </a:lnTo>
                <a:lnTo>
                  <a:pt x="3202175" y="50296"/>
                </a:lnTo>
                <a:lnTo>
                  <a:pt x="3201044" y="50417"/>
                </a:lnTo>
                <a:lnTo>
                  <a:pt x="3199928" y="50560"/>
                </a:lnTo>
                <a:lnTo>
                  <a:pt x="3198827" y="50725"/>
                </a:lnTo>
                <a:lnTo>
                  <a:pt x="3197741" y="50912"/>
                </a:lnTo>
                <a:lnTo>
                  <a:pt x="3196670" y="51121"/>
                </a:lnTo>
                <a:lnTo>
                  <a:pt x="3195614" y="51352"/>
                </a:lnTo>
                <a:lnTo>
                  <a:pt x="3194572" y="51605"/>
                </a:lnTo>
                <a:lnTo>
                  <a:pt x="3193546" y="51880"/>
                </a:lnTo>
                <a:lnTo>
                  <a:pt x="3192535" y="52177"/>
                </a:lnTo>
                <a:lnTo>
                  <a:pt x="3191539" y="52496"/>
                </a:lnTo>
                <a:lnTo>
                  <a:pt x="3190558" y="52837"/>
                </a:lnTo>
                <a:lnTo>
                  <a:pt x="3189591" y="53200"/>
                </a:lnTo>
                <a:lnTo>
                  <a:pt x="3188640" y="53585"/>
                </a:lnTo>
                <a:lnTo>
                  <a:pt x="3187704" y="53992"/>
                </a:lnTo>
                <a:lnTo>
                  <a:pt x="3186782" y="54421"/>
                </a:lnTo>
                <a:lnTo>
                  <a:pt x="3185876" y="54872"/>
                </a:lnTo>
                <a:lnTo>
                  <a:pt x="3184985" y="55345"/>
                </a:lnTo>
                <a:lnTo>
                  <a:pt x="3184108" y="55841"/>
                </a:lnTo>
                <a:lnTo>
                  <a:pt x="3183247" y="56358"/>
                </a:lnTo>
                <a:lnTo>
                  <a:pt x="3182402" y="56895"/>
                </a:lnTo>
                <a:lnTo>
                  <a:pt x="3181575" y="57452"/>
                </a:lnTo>
                <a:lnTo>
                  <a:pt x="3180765" y="58028"/>
                </a:lnTo>
                <a:lnTo>
                  <a:pt x="3179974" y="58623"/>
                </a:lnTo>
                <a:lnTo>
                  <a:pt x="3179200" y="59238"/>
                </a:lnTo>
                <a:lnTo>
                  <a:pt x="3178444" y="59872"/>
                </a:lnTo>
                <a:lnTo>
                  <a:pt x="3177706" y="60524"/>
                </a:lnTo>
                <a:lnTo>
                  <a:pt x="3176985" y="61196"/>
                </a:lnTo>
                <a:lnTo>
                  <a:pt x="3176282" y="61888"/>
                </a:lnTo>
                <a:lnTo>
                  <a:pt x="3175597" y="62598"/>
                </a:lnTo>
                <a:lnTo>
                  <a:pt x="3174930" y="63328"/>
                </a:lnTo>
                <a:lnTo>
                  <a:pt x="3174281" y="64076"/>
                </a:lnTo>
                <a:lnTo>
                  <a:pt x="3173650" y="64844"/>
                </a:lnTo>
                <a:lnTo>
                  <a:pt x="3173036" y="65632"/>
                </a:lnTo>
                <a:lnTo>
                  <a:pt x="3172440" y="66438"/>
                </a:lnTo>
                <a:lnTo>
                  <a:pt x="3171862" y="67264"/>
                </a:lnTo>
                <a:lnTo>
                  <a:pt x="3171301" y="68108"/>
                </a:lnTo>
                <a:lnTo>
                  <a:pt x="3170759" y="68972"/>
                </a:lnTo>
                <a:lnTo>
                  <a:pt x="3170234" y="69855"/>
                </a:lnTo>
                <a:lnTo>
                  <a:pt x="3169727" y="70758"/>
                </a:lnTo>
                <a:lnTo>
                  <a:pt x="3169238" y="71679"/>
                </a:lnTo>
                <a:lnTo>
                  <a:pt x="3168766" y="72620"/>
                </a:lnTo>
                <a:lnTo>
                  <a:pt x="3168313" y="73580"/>
                </a:lnTo>
                <a:lnTo>
                  <a:pt x="3167877" y="74559"/>
                </a:lnTo>
                <a:lnTo>
                  <a:pt x="3167203" y="52043"/>
                </a:lnTo>
                <a:lnTo>
                  <a:pt x="3132957" y="52043"/>
                </a:lnTo>
                <a:lnTo>
                  <a:pt x="3132957" y="185252"/>
                </a:lnTo>
                <a:lnTo>
                  <a:pt x="3168686" y="185252"/>
                </a:lnTo>
                <a:lnTo>
                  <a:pt x="3168686" y="96148"/>
                </a:lnTo>
                <a:lnTo>
                  <a:pt x="3169048" y="95638"/>
                </a:lnTo>
                <a:lnTo>
                  <a:pt x="3169416" y="95137"/>
                </a:lnTo>
                <a:lnTo>
                  <a:pt x="3169790" y="94646"/>
                </a:lnTo>
                <a:close/>
                <a:moveTo>
                  <a:pt x="1652757" y="185252"/>
                </a:moveTo>
                <a:lnTo>
                  <a:pt x="1652757" y="52043"/>
                </a:lnTo>
                <a:lnTo>
                  <a:pt x="1617028" y="52043"/>
                </a:lnTo>
                <a:lnTo>
                  <a:pt x="1617028" y="185252"/>
                </a:lnTo>
                <a:lnTo>
                  <a:pt x="1652757" y="185252"/>
                </a:lnTo>
                <a:close/>
                <a:moveTo>
                  <a:pt x="1730550" y="187465"/>
                </a:moveTo>
                <a:lnTo>
                  <a:pt x="1731688" y="187371"/>
                </a:lnTo>
                <a:lnTo>
                  <a:pt x="1732814" y="187260"/>
                </a:lnTo>
                <a:lnTo>
                  <a:pt x="1733928" y="187132"/>
                </a:lnTo>
                <a:lnTo>
                  <a:pt x="1735031" y="186987"/>
                </a:lnTo>
                <a:lnTo>
                  <a:pt x="1736122" y="186824"/>
                </a:lnTo>
                <a:lnTo>
                  <a:pt x="1737201" y="186645"/>
                </a:lnTo>
                <a:lnTo>
                  <a:pt x="1738269" y="186449"/>
                </a:lnTo>
                <a:lnTo>
                  <a:pt x="1739325" y="186235"/>
                </a:lnTo>
                <a:lnTo>
                  <a:pt x="1740369" y="186004"/>
                </a:lnTo>
                <a:lnTo>
                  <a:pt x="1741402" y="185757"/>
                </a:lnTo>
                <a:lnTo>
                  <a:pt x="1742422" y="185492"/>
                </a:lnTo>
                <a:lnTo>
                  <a:pt x="1743432" y="185210"/>
                </a:lnTo>
                <a:lnTo>
                  <a:pt x="1744429" y="184911"/>
                </a:lnTo>
                <a:lnTo>
                  <a:pt x="1745415" y="184595"/>
                </a:lnTo>
                <a:lnTo>
                  <a:pt x="1746389" y="184261"/>
                </a:lnTo>
                <a:lnTo>
                  <a:pt x="1747351" y="183911"/>
                </a:lnTo>
                <a:lnTo>
                  <a:pt x="1748301" y="183544"/>
                </a:lnTo>
                <a:lnTo>
                  <a:pt x="1749240" y="183159"/>
                </a:lnTo>
                <a:lnTo>
                  <a:pt x="1750167" y="182758"/>
                </a:lnTo>
                <a:lnTo>
                  <a:pt x="1751084" y="182340"/>
                </a:lnTo>
                <a:lnTo>
                  <a:pt x="1751991" y="181905"/>
                </a:lnTo>
                <a:lnTo>
                  <a:pt x="1752889" y="181455"/>
                </a:lnTo>
                <a:lnTo>
                  <a:pt x="1753778" y="180988"/>
                </a:lnTo>
                <a:lnTo>
                  <a:pt x="1754657" y="180505"/>
                </a:lnTo>
                <a:lnTo>
                  <a:pt x="1755527" y="180006"/>
                </a:lnTo>
                <a:lnTo>
                  <a:pt x="1756387" y="179491"/>
                </a:lnTo>
                <a:lnTo>
                  <a:pt x="1757238" y="178960"/>
                </a:lnTo>
                <a:lnTo>
                  <a:pt x="1758080" y="178413"/>
                </a:lnTo>
                <a:lnTo>
                  <a:pt x="1758912" y="177849"/>
                </a:lnTo>
                <a:lnTo>
                  <a:pt x="1759735" y="177269"/>
                </a:lnTo>
                <a:lnTo>
                  <a:pt x="1760549" y="176674"/>
                </a:lnTo>
                <a:lnTo>
                  <a:pt x="1761353" y="176062"/>
                </a:lnTo>
                <a:lnTo>
                  <a:pt x="1762148" y="175433"/>
                </a:lnTo>
                <a:lnTo>
                  <a:pt x="1762934" y="174789"/>
                </a:lnTo>
                <a:lnTo>
                  <a:pt x="1763710" y="174129"/>
                </a:lnTo>
                <a:lnTo>
                  <a:pt x="1764477" y="173452"/>
                </a:lnTo>
                <a:lnTo>
                  <a:pt x="1765234" y="172759"/>
                </a:lnTo>
                <a:lnTo>
                  <a:pt x="1765982" y="172051"/>
                </a:lnTo>
                <a:lnTo>
                  <a:pt x="1766721" y="171325"/>
                </a:lnTo>
                <a:lnTo>
                  <a:pt x="1767451" y="170584"/>
                </a:lnTo>
                <a:lnTo>
                  <a:pt x="1768171" y="169827"/>
                </a:lnTo>
                <a:lnTo>
                  <a:pt x="1768881" y="169053"/>
                </a:lnTo>
                <a:lnTo>
                  <a:pt x="1769583" y="168264"/>
                </a:lnTo>
                <a:lnTo>
                  <a:pt x="1770661" y="185252"/>
                </a:lnTo>
                <a:lnTo>
                  <a:pt x="1804098" y="185252"/>
                </a:lnTo>
                <a:lnTo>
                  <a:pt x="1804098" y="95870"/>
                </a:lnTo>
                <a:lnTo>
                  <a:pt x="1804091" y="94764"/>
                </a:lnTo>
                <a:lnTo>
                  <a:pt x="1804069" y="93672"/>
                </a:lnTo>
                <a:lnTo>
                  <a:pt x="1804033" y="92596"/>
                </a:lnTo>
                <a:lnTo>
                  <a:pt x="1803982" y="91536"/>
                </a:lnTo>
                <a:lnTo>
                  <a:pt x="1803917" y="90491"/>
                </a:lnTo>
                <a:lnTo>
                  <a:pt x="1803837" y="89461"/>
                </a:lnTo>
                <a:lnTo>
                  <a:pt x="1803743" y="88447"/>
                </a:lnTo>
                <a:lnTo>
                  <a:pt x="1803634" y="87448"/>
                </a:lnTo>
                <a:lnTo>
                  <a:pt x="1803510" y="86464"/>
                </a:lnTo>
                <a:lnTo>
                  <a:pt x="1803373" y="85496"/>
                </a:lnTo>
                <a:lnTo>
                  <a:pt x="1803220" y="84544"/>
                </a:lnTo>
                <a:lnTo>
                  <a:pt x="1803053" y="83606"/>
                </a:lnTo>
                <a:lnTo>
                  <a:pt x="1802872" y="82684"/>
                </a:lnTo>
                <a:lnTo>
                  <a:pt x="1802676" y="81778"/>
                </a:lnTo>
                <a:lnTo>
                  <a:pt x="1802466" y="80887"/>
                </a:lnTo>
                <a:lnTo>
                  <a:pt x="1802241" y="80011"/>
                </a:lnTo>
                <a:lnTo>
                  <a:pt x="1802001" y="79151"/>
                </a:lnTo>
                <a:lnTo>
                  <a:pt x="1801747" y="78306"/>
                </a:lnTo>
                <a:lnTo>
                  <a:pt x="1801479" y="77477"/>
                </a:lnTo>
                <a:lnTo>
                  <a:pt x="1801196" y="76663"/>
                </a:lnTo>
                <a:lnTo>
                  <a:pt x="1800898" y="75864"/>
                </a:lnTo>
                <a:lnTo>
                  <a:pt x="1800586" y="75081"/>
                </a:lnTo>
                <a:lnTo>
                  <a:pt x="1800260" y="74313"/>
                </a:lnTo>
                <a:lnTo>
                  <a:pt x="1799919" y="73561"/>
                </a:lnTo>
                <a:lnTo>
                  <a:pt x="1799564" y="72822"/>
                </a:lnTo>
                <a:lnTo>
                  <a:pt x="1799198" y="72097"/>
                </a:lnTo>
                <a:lnTo>
                  <a:pt x="1798820" y="71384"/>
                </a:lnTo>
                <a:lnTo>
                  <a:pt x="1798430" y="70685"/>
                </a:lnTo>
                <a:lnTo>
                  <a:pt x="1798028" y="69998"/>
                </a:lnTo>
                <a:lnTo>
                  <a:pt x="1797614" y="69325"/>
                </a:lnTo>
                <a:lnTo>
                  <a:pt x="1797188" y="68665"/>
                </a:lnTo>
                <a:lnTo>
                  <a:pt x="1796750" y="68018"/>
                </a:lnTo>
                <a:lnTo>
                  <a:pt x="1796300" y="67384"/>
                </a:lnTo>
                <a:lnTo>
                  <a:pt x="1795839" y="66763"/>
                </a:lnTo>
                <a:lnTo>
                  <a:pt x="1795365" y="66155"/>
                </a:lnTo>
                <a:lnTo>
                  <a:pt x="1794879" y="65560"/>
                </a:lnTo>
                <a:lnTo>
                  <a:pt x="1794382" y="64978"/>
                </a:lnTo>
                <a:lnTo>
                  <a:pt x="1793872" y="64409"/>
                </a:lnTo>
                <a:lnTo>
                  <a:pt x="1793351" y="63853"/>
                </a:lnTo>
                <a:lnTo>
                  <a:pt x="1792818" y="63310"/>
                </a:lnTo>
                <a:lnTo>
                  <a:pt x="1792272" y="62780"/>
                </a:lnTo>
                <a:lnTo>
                  <a:pt x="1791715" y="62264"/>
                </a:lnTo>
                <a:lnTo>
                  <a:pt x="1791146" y="61760"/>
                </a:lnTo>
                <a:lnTo>
                  <a:pt x="1790565" y="61269"/>
                </a:lnTo>
                <a:lnTo>
                  <a:pt x="1789972" y="60792"/>
                </a:lnTo>
                <a:lnTo>
                  <a:pt x="1789367" y="60327"/>
                </a:lnTo>
                <a:lnTo>
                  <a:pt x="1788750" y="59876"/>
                </a:lnTo>
                <a:lnTo>
                  <a:pt x="1788121" y="59438"/>
                </a:lnTo>
                <a:lnTo>
                  <a:pt x="1787482" y="59011"/>
                </a:lnTo>
                <a:lnTo>
                  <a:pt x="1786832" y="58594"/>
                </a:lnTo>
                <a:lnTo>
                  <a:pt x="1786174" y="58189"/>
                </a:lnTo>
                <a:lnTo>
                  <a:pt x="1785505" y="57794"/>
                </a:lnTo>
                <a:lnTo>
                  <a:pt x="1784827" y="57410"/>
                </a:lnTo>
                <a:lnTo>
                  <a:pt x="1784140" y="57036"/>
                </a:lnTo>
                <a:lnTo>
                  <a:pt x="1783442" y="56673"/>
                </a:lnTo>
                <a:lnTo>
                  <a:pt x="1782736" y="56321"/>
                </a:lnTo>
                <a:lnTo>
                  <a:pt x="1782019" y="55980"/>
                </a:lnTo>
                <a:lnTo>
                  <a:pt x="1781293" y="55649"/>
                </a:lnTo>
                <a:lnTo>
                  <a:pt x="1780558" y="55328"/>
                </a:lnTo>
                <a:lnTo>
                  <a:pt x="1779813" y="55019"/>
                </a:lnTo>
                <a:lnTo>
                  <a:pt x="1779058" y="54720"/>
                </a:lnTo>
                <a:lnTo>
                  <a:pt x="1778293" y="54432"/>
                </a:lnTo>
                <a:lnTo>
                  <a:pt x="1777519" y="54154"/>
                </a:lnTo>
                <a:lnTo>
                  <a:pt x="1776736" y="53887"/>
                </a:lnTo>
                <a:lnTo>
                  <a:pt x="1775943" y="53631"/>
                </a:lnTo>
                <a:lnTo>
                  <a:pt x="1775140" y="53385"/>
                </a:lnTo>
                <a:lnTo>
                  <a:pt x="1774328" y="53150"/>
                </a:lnTo>
                <a:lnTo>
                  <a:pt x="1773506" y="52926"/>
                </a:lnTo>
                <a:lnTo>
                  <a:pt x="1772674" y="52713"/>
                </a:lnTo>
                <a:lnTo>
                  <a:pt x="1771833" y="52510"/>
                </a:lnTo>
                <a:lnTo>
                  <a:pt x="1770982" y="52317"/>
                </a:lnTo>
                <a:lnTo>
                  <a:pt x="1770122" y="52136"/>
                </a:lnTo>
                <a:lnTo>
                  <a:pt x="1769253" y="51963"/>
                </a:lnTo>
                <a:lnTo>
                  <a:pt x="1768377" y="51798"/>
                </a:lnTo>
                <a:lnTo>
                  <a:pt x="1767493" y="51640"/>
                </a:lnTo>
                <a:lnTo>
                  <a:pt x="1766601" y="51490"/>
                </a:lnTo>
                <a:lnTo>
                  <a:pt x="1765703" y="51346"/>
                </a:lnTo>
                <a:lnTo>
                  <a:pt x="1764796" y="51210"/>
                </a:lnTo>
                <a:lnTo>
                  <a:pt x="1763882" y="51082"/>
                </a:lnTo>
                <a:lnTo>
                  <a:pt x="1762961" y="50961"/>
                </a:lnTo>
                <a:lnTo>
                  <a:pt x="1762032" y="50847"/>
                </a:lnTo>
                <a:lnTo>
                  <a:pt x="1761096" y="50740"/>
                </a:lnTo>
                <a:lnTo>
                  <a:pt x="1760152" y="50641"/>
                </a:lnTo>
                <a:lnTo>
                  <a:pt x="1759201" y="50550"/>
                </a:lnTo>
                <a:lnTo>
                  <a:pt x="1758242" y="50465"/>
                </a:lnTo>
                <a:lnTo>
                  <a:pt x="1757276" y="50388"/>
                </a:lnTo>
                <a:lnTo>
                  <a:pt x="1756302" y="50318"/>
                </a:lnTo>
                <a:lnTo>
                  <a:pt x="1755321" y="50256"/>
                </a:lnTo>
                <a:lnTo>
                  <a:pt x="1754332" y="50201"/>
                </a:lnTo>
                <a:lnTo>
                  <a:pt x="1753336" y="50153"/>
                </a:lnTo>
                <a:lnTo>
                  <a:pt x="1752332" y="50113"/>
                </a:lnTo>
                <a:lnTo>
                  <a:pt x="1751321" y="50079"/>
                </a:lnTo>
                <a:lnTo>
                  <a:pt x="1750302" y="50054"/>
                </a:lnTo>
                <a:lnTo>
                  <a:pt x="1749276" y="50035"/>
                </a:lnTo>
                <a:lnTo>
                  <a:pt x="1748242" y="50024"/>
                </a:lnTo>
                <a:lnTo>
                  <a:pt x="1747201" y="50021"/>
                </a:lnTo>
                <a:lnTo>
                  <a:pt x="1745782" y="50028"/>
                </a:lnTo>
                <a:lnTo>
                  <a:pt x="1744376" y="50051"/>
                </a:lnTo>
                <a:lnTo>
                  <a:pt x="1742985" y="50089"/>
                </a:lnTo>
                <a:lnTo>
                  <a:pt x="1741608" y="50142"/>
                </a:lnTo>
                <a:lnTo>
                  <a:pt x="1740245" y="50210"/>
                </a:lnTo>
                <a:lnTo>
                  <a:pt x="1738897" y="50294"/>
                </a:lnTo>
                <a:lnTo>
                  <a:pt x="1737563" y="50392"/>
                </a:lnTo>
                <a:lnTo>
                  <a:pt x="1736243" y="50506"/>
                </a:lnTo>
                <a:lnTo>
                  <a:pt x="1734937" y="50635"/>
                </a:lnTo>
                <a:lnTo>
                  <a:pt x="1733646" y="50779"/>
                </a:lnTo>
                <a:lnTo>
                  <a:pt x="1732369" y="50939"/>
                </a:lnTo>
                <a:lnTo>
                  <a:pt x="1731106" y="51113"/>
                </a:lnTo>
                <a:lnTo>
                  <a:pt x="1729858" y="51303"/>
                </a:lnTo>
                <a:lnTo>
                  <a:pt x="1728624" y="51507"/>
                </a:lnTo>
                <a:lnTo>
                  <a:pt x="1727404" y="51727"/>
                </a:lnTo>
                <a:lnTo>
                  <a:pt x="1726198" y="51963"/>
                </a:lnTo>
                <a:lnTo>
                  <a:pt x="1725007" y="52213"/>
                </a:lnTo>
                <a:lnTo>
                  <a:pt x="1723830" y="52478"/>
                </a:lnTo>
                <a:lnTo>
                  <a:pt x="1722667" y="52759"/>
                </a:lnTo>
                <a:lnTo>
                  <a:pt x="1721519" y="53055"/>
                </a:lnTo>
                <a:lnTo>
                  <a:pt x="1720384" y="53366"/>
                </a:lnTo>
                <a:lnTo>
                  <a:pt x="1719265" y="53692"/>
                </a:lnTo>
                <a:lnTo>
                  <a:pt x="1718159" y="54033"/>
                </a:lnTo>
                <a:lnTo>
                  <a:pt x="1717068" y="54390"/>
                </a:lnTo>
                <a:lnTo>
                  <a:pt x="1715993" y="54764"/>
                </a:lnTo>
                <a:lnTo>
                  <a:pt x="1714938" y="55157"/>
                </a:lnTo>
                <a:lnTo>
                  <a:pt x="1713903" y="55570"/>
                </a:lnTo>
                <a:lnTo>
                  <a:pt x="1712888" y="56002"/>
                </a:lnTo>
                <a:lnTo>
                  <a:pt x="1711892" y="56454"/>
                </a:lnTo>
                <a:lnTo>
                  <a:pt x="1710916" y="56925"/>
                </a:lnTo>
                <a:lnTo>
                  <a:pt x="1709960" y="57415"/>
                </a:lnTo>
                <a:lnTo>
                  <a:pt x="1709023" y="57925"/>
                </a:lnTo>
                <a:lnTo>
                  <a:pt x="1708106" y="58455"/>
                </a:lnTo>
                <a:lnTo>
                  <a:pt x="1707208" y="59004"/>
                </a:lnTo>
                <a:lnTo>
                  <a:pt x="1706331" y="59572"/>
                </a:lnTo>
                <a:lnTo>
                  <a:pt x="1705472" y="60160"/>
                </a:lnTo>
                <a:lnTo>
                  <a:pt x="1704634" y="60767"/>
                </a:lnTo>
                <a:lnTo>
                  <a:pt x="1703815" y="61394"/>
                </a:lnTo>
                <a:lnTo>
                  <a:pt x="1703016" y="62040"/>
                </a:lnTo>
                <a:lnTo>
                  <a:pt x="1702237" y="62706"/>
                </a:lnTo>
                <a:lnTo>
                  <a:pt x="1701477" y="63391"/>
                </a:lnTo>
                <a:lnTo>
                  <a:pt x="1700737" y="64096"/>
                </a:lnTo>
                <a:lnTo>
                  <a:pt x="1700016" y="64820"/>
                </a:lnTo>
                <a:lnTo>
                  <a:pt x="1699315" y="65563"/>
                </a:lnTo>
                <a:lnTo>
                  <a:pt x="1698634" y="66326"/>
                </a:lnTo>
                <a:lnTo>
                  <a:pt x="1697973" y="67109"/>
                </a:lnTo>
                <a:lnTo>
                  <a:pt x="1697331" y="67911"/>
                </a:lnTo>
                <a:lnTo>
                  <a:pt x="1696709" y="68732"/>
                </a:lnTo>
                <a:lnTo>
                  <a:pt x="1696109" y="69575"/>
                </a:lnTo>
                <a:lnTo>
                  <a:pt x="1695535" y="70443"/>
                </a:lnTo>
                <a:lnTo>
                  <a:pt x="1694986" y="71335"/>
                </a:lnTo>
                <a:lnTo>
                  <a:pt x="1694463" y="72252"/>
                </a:lnTo>
                <a:lnTo>
                  <a:pt x="1693966" y="73194"/>
                </a:lnTo>
                <a:lnTo>
                  <a:pt x="1693494" y="74160"/>
                </a:lnTo>
                <a:lnTo>
                  <a:pt x="1693047" y="75151"/>
                </a:lnTo>
                <a:lnTo>
                  <a:pt x="1692626" y="76167"/>
                </a:lnTo>
                <a:lnTo>
                  <a:pt x="1692231" y="77207"/>
                </a:lnTo>
                <a:lnTo>
                  <a:pt x="1691861" y="78272"/>
                </a:lnTo>
                <a:lnTo>
                  <a:pt x="1691517" y="79362"/>
                </a:lnTo>
                <a:lnTo>
                  <a:pt x="1691198" y="80476"/>
                </a:lnTo>
                <a:lnTo>
                  <a:pt x="1690904" y="81615"/>
                </a:lnTo>
                <a:lnTo>
                  <a:pt x="1690636" y="82778"/>
                </a:lnTo>
                <a:lnTo>
                  <a:pt x="1690394" y="83966"/>
                </a:lnTo>
                <a:lnTo>
                  <a:pt x="1690177" y="85179"/>
                </a:lnTo>
                <a:lnTo>
                  <a:pt x="1689986" y="86417"/>
                </a:lnTo>
                <a:lnTo>
                  <a:pt x="1689820" y="87679"/>
                </a:lnTo>
                <a:lnTo>
                  <a:pt x="1689680" y="88966"/>
                </a:lnTo>
                <a:lnTo>
                  <a:pt x="1689565" y="90277"/>
                </a:lnTo>
                <a:lnTo>
                  <a:pt x="1689475" y="91613"/>
                </a:lnTo>
                <a:lnTo>
                  <a:pt x="1689412" y="92974"/>
                </a:lnTo>
                <a:lnTo>
                  <a:pt x="1689373" y="94359"/>
                </a:lnTo>
                <a:lnTo>
                  <a:pt x="1689361" y="95769"/>
                </a:lnTo>
                <a:lnTo>
                  <a:pt x="1722798" y="95769"/>
                </a:lnTo>
                <a:lnTo>
                  <a:pt x="1722810" y="94811"/>
                </a:lnTo>
                <a:lnTo>
                  <a:pt x="1722845" y="93875"/>
                </a:lnTo>
                <a:lnTo>
                  <a:pt x="1722905" y="92962"/>
                </a:lnTo>
                <a:lnTo>
                  <a:pt x="1722989" y="92070"/>
                </a:lnTo>
                <a:lnTo>
                  <a:pt x="1723096" y="91202"/>
                </a:lnTo>
                <a:lnTo>
                  <a:pt x="1723227" y="90355"/>
                </a:lnTo>
                <a:lnTo>
                  <a:pt x="1723383" y="89531"/>
                </a:lnTo>
                <a:lnTo>
                  <a:pt x="1723562" y="88730"/>
                </a:lnTo>
                <a:lnTo>
                  <a:pt x="1723765" y="87950"/>
                </a:lnTo>
                <a:lnTo>
                  <a:pt x="1723991" y="87193"/>
                </a:lnTo>
                <a:lnTo>
                  <a:pt x="1724242" y="86459"/>
                </a:lnTo>
                <a:lnTo>
                  <a:pt x="1724517" y="85747"/>
                </a:lnTo>
                <a:lnTo>
                  <a:pt x="1724815" y="85057"/>
                </a:lnTo>
                <a:lnTo>
                  <a:pt x="1725137" y="84389"/>
                </a:lnTo>
                <a:lnTo>
                  <a:pt x="1725484" y="83744"/>
                </a:lnTo>
                <a:lnTo>
                  <a:pt x="1725854" y="83122"/>
                </a:lnTo>
                <a:lnTo>
                  <a:pt x="1726248" y="82521"/>
                </a:lnTo>
                <a:lnTo>
                  <a:pt x="1726665" y="81943"/>
                </a:lnTo>
                <a:lnTo>
                  <a:pt x="1727107" y="81388"/>
                </a:lnTo>
                <a:lnTo>
                  <a:pt x="1727573" y="80855"/>
                </a:lnTo>
                <a:lnTo>
                  <a:pt x="1728062" y="80344"/>
                </a:lnTo>
                <a:lnTo>
                  <a:pt x="1728576" y="79855"/>
                </a:lnTo>
                <a:lnTo>
                  <a:pt x="1729113" y="79389"/>
                </a:lnTo>
                <a:lnTo>
                  <a:pt x="1729674" y="78945"/>
                </a:lnTo>
                <a:lnTo>
                  <a:pt x="1730253" y="78521"/>
                </a:lnTo>
                <a:lnTo>
                  <a:pt x="1730846" y="78116"/>
                </a:lnTo>
                <a:lnTo>
                  <a:pt x="1731452" y="77728"/>
                </a:lnTo>
                <a:lnTo>
                  <a:pt x="1732071" y="77358"/>
                </a:lnTo>
                <a:lnTo>
                  <a:pt x="1732703" y="77006"/>
                </a:lnTo>
                <a:lnTo>
                  <a:pt x="1733348" y="76672"/>
                </a:lnTo>
                <a:lnTo>
                  <a:pt x="1734006" y="76357"/>
                </a:lnTo>
                <a:lnTo>
                  <a:pt x="1734677" y="76059"/>
                </a:lnTo>
                <a:lnTo>
                  <a:pt x="1735362" y="75780"/>
                </a:lnTo>
                <a:lnTo>
                  <a:pt x="1736059" y="75518"/>
                </a:lnTo>
                <a:lnTo>
                  <a:pt x="1736770" y="75274"/>
                </a:lnTo>
                <a:lnTo>
                  <a:pt x="1737494" y="75049"/>
                </a:lnTo>
                <a:lnTo>
                  <a:pt x="1738231" y="74842"/>
                </a:lnTo>
                <a:lnTo>
                  <a:pt x="1738981" y="74652"/>
                </a:lnTo>
                <a:lnTo>
                  <a:pt x="1739744" y="74481"/>
                </a:lnTo>
                <a:lnTo>
                  <a:pt x="1740520" y="74327"/>
                </a:lnTo>
                <a:lnTo>
                  <a:pt x="1741309" y="74192"/>
                </a:lnTo>
                <a:lnTo>
                  <a:pt x="1742112" y="74075"/>
                </a:lnTo>
                <a:lnTo>
                  <a:pt x="1742927" y="73976"/>
                </a:lnTo>
                <a:lnTo>
                  <a:pt x="1743756" y="73895"/>
                </a:lnTo>
                <a:lnTo>
                  <a:pt x="1744597" y="73831"/>
                </a:lnTo>
                <a:lnTo>
                  <a:pt x="1745452" y="73786"/>
                </a:lnTo>
                <a:lnTo>
                  <a:pt x="1746320" y="73759"/>
                </a:lnTo>
                <a:lnTo>
                  <a:pt x="1747201" y="73750"/>
                </a:lnTo>
                <a:lnTo>
                  <a:pt x="1748004" y="73759"/>
                </a:lnTo>
                <a:lnTo>
                  <a:pt x="1748794" y="73784"/>
                </a:lnTo>
                <a:lnTo>
                  <a:pt x="1749572" y="73826"/>
                </a:lnTo>
                <a:lnTo>
                  <a:pt x="1750338" y="73886"/>
                </a:lnTo>
                <a:lnTo>
                  <a:pt x="1751091" y="73962"/>
                </a:lnTo>
                <a:lnTo>
                  <a:pt x="1751832" y="74055"/>
                </a:lnTo>
                <a:lnTo>
                  <a:pt x="1752560" y="74165"/>
                </a:lnTo>
                <a:lnTo>
                  <a:pt x="1753276" y="74291"/>
                </a:lnTo>
                <a:lnTo>
                  <a:pt x="1753979" y="74435"/>
                </a:lnTo>
                <a:lnTo>
                  <a:pt x="1754671" y="74596"/>
                </a:lnTo>
                <a:lnTo>
                  <a:pt x="1755349" y="74773"/>
                </a:lnTo>
                <a:lnTo>
                  <a:pt x="1756016" y="74968"/>
                </a:lnTo>
                <a:lnTo>
                  <a:pt x="1756669" y="75179"/>
                </a:lnTo>
                <a:lnTo>
                  <a:pt x="1757311" y="75408"/>
                </a:lnTo>
                <a:lnTo>
                  <a:pt x="1757940" y="75653"/>
                </a:lnTo>
                <a:lnTo>
                  <a:pt x="1758557" y="75915"/>
                </a:lnTo>
                <a:lnTo>
                  <a:pt x="1759161" y="76194"/>
                </a:lnTo>
                <a:lnTo>
                  <a:pt x="1759753" y="76490"/>
                </a:lnTo>
                <a:lnTo>
                  <a:pt x="1760332" y="76803"/>
                </a:lnTo>
                <a:lnTo>
                  <a:pt x="1760899" y="77133"/>
                </a:lnTo>
                <a:lnTo>
                  <a:pt x="1761454" y="77479"/>
                </a:lnTo>
                <a:lnTo>
                  <a:pt x="1761996" y="77843"/>
                </a:lnTo>
                <a:lnTo>
                  <a:pt x="1762526" y="78223"/>
                </a:lnTo>
                <a:lnTo>
                  <a:pt x="1763043" y="78621"/>
                </a:lnTo>
                <a:lnTo>
                  <a:pt x="1763544" y="79041"/>
                </a:lnTo>
                <a:lnTo>
                  <a:pt x="1764023" y="79491"/>
                </a:lnTo>
                <a:lnTo>
                  <a:pt x="1764481" y="79969"/>
                </a:lnTo>
                <a:lnTo>
                  <a:pt x="1764918" y="80476"/>
                </a:lnTo>
                <a:lnTo>
                  <a:pt x="1765333" y="81013"/>
                </a:lnTo>
                <a:lnTo>
                  <a:pt x="1765727" y="81578"/>
                </a:lnTo>
                <a:lnTo>
                  <a:pt x="1766100" y="82172"/>
                </a:lnTo>
                <a:lnTo>
                  <a:pt x="1766452" y="82796"/>
                </a:lnTo>
                <a:lnTo>
                  <a:pt x="1766782" y="83448"/>
                </a:lnTo>
                <a:lnTo>
                  <a:pt x="1767091" y="84130"/>
                </a:lnTo>
                <a:lnTo>
                  <a:pt x="1767378" y="84840"/>
                </a:lnTo>
                <a:lnTo>
                  <a:pt x="1767644" y="85579"/>
                </a:lnTo>
                <a:lnTo>
                  <a:pt x="1767889" y="86348"/>
                </a:lnTo>
                <a:lnTo>
                  <a:pt x="1768113" y="87145"/>
                </a:lnTo>
                <a:lnTo>
                  <a:pt x="1768315" y="87971"/>
                </a:lnTo>
                <a:lnTo>
                  <a:pt x="1768496" y="88826"/>
                </a:lnTo>
                <a:lnTo>
                  <a:pt x="1768656" y="89711"/>
                </a:lnTo>
                <a:lnTo>
                  <a:pt x="1768795" y="90624"/>
                </a:lnTo>
                <a:lnTo>
                  <a:pt x="1768912" y="91566"/>
                </a:lnTo>
                <a:lnTo>
                  <a:pt x="1769008" y="92538"/>
                </a:lnTo>
                <a:lnTo>
                  <a:pt x="1769082" y="93538"/>
                </a:lnTo>
                <a:lnTo>
                  <a:pt x="1769135" y="94567"/>
                </a:lnTo>
                <a:lnTo>
                  <a:pt x="1769167" y="95626"/>
                </a:lnTo>
                <a:lnTo>
                  <a:pt x="1769178" y="96713"/>
                </a:lnTo>
                <a:lnTo>
                  <a:pt x="1769178" y="103947"/>
                </a:lnTo>
                <a:lnTo>
                  <a:pt x="1767021" y="103997"/>
                </a:lnTo>
                <a:lnTo>
                  <a:pt x="1764886" y="104057"/>
                </a:lnTo>
                <a:lnTo>
                  <a:pt x="1762773" y="104127"/>
                </a:lnTo>
                <a:lnTo>
                  <a:pt x="1760682" y="104206"/>
                </a:lnTo>
                <a:lnTo>
                  <a:pt x="1758614" y="104295"/>
                </a:lnTo>
                <a:lnTo>
                  <a:pt x="1756568" y="104394"/>
                </a:lnTo>
                <a:lnTo>
                  <a:pt x="1754544" y="104502"/>
                </a:lnTo>
                <a:lnTo>
                  <a:pt x="1752542" y="104620"/>
                </a:lnTo>
                <a:lnTo>
                  <a:pt x="1750562" y="104748"/>
                </a:lnTo>
                <a:lnTo>
                  <a:pt x="1748605" y="104885"/>
                </a:lnTo>
                <a:lnTo>
                  <a:pt x="1746670" y="105032"/>
                </a:lnTo>
                <a:lnTo>
                  <a:pt x="1744758" y="105189"/>
                </a:lnTo>
                <a:lnTo>
                  <a:pt x="1742867" y="105356"/>
                </a:lnTo>
                <a:lnTo>
                  <a:pt x="1740999" y="105532"/>
                </a:lnTo>
                <a:lnTo>
                  <a:pt x="1739153" y="105718"/>
                </a:lnTo>
                <a:lnTo>
                  <a:pt x="1737329" y="105913"/>
                </a:lnTo>
                <a:lnTo>
                  <a:pt x="1735527" y="106119"/>
                </a:lnTo>
                <a:lnTo>
                  <a:pt x="1733748" y="106334"/>
                </a:lnTo>
                <a:lnTo>
                  <a:pt x="1731991" y="106559"/>
                </a:lnTo>
                <a:lnTo>
                  <a:pt x="1730256" y="106793"/>
                </a:lnTo>
                <a:lnTo>
                  <a:pt x="1728544" y="107037"/>
                </a:lnTo>
                <a:lnTo>
                  <a:pt x="1726853" y="107291"/>
                </a:lnTo>
                <a:lnTo>
                  <a:pt x="1725185" y="107554"/>
                </a:lnTo>
                <a:lnTo>
                  <a:pt x="1723539" y="107828"/>
                </a:lnTo>
                <a:lnTo>
                  <a:pt x="1721920" y="108116"/>
                </a:lnTo>
                <a:lnTo>
                  <a:pt x="1720330" y="108425"/>
                </a:lnTo>
                <a:lnTo>
                  <a:pt x="1718771" y="108756"/>
                </a:lnTo>
                <a:lnTo>
                  <a:pt x="1717242" y="109106"/>
                </a:lnTo>
                <a:lnTo>
                  <a:pt x="1715743" y="109478"/>
                </a:lnTo>
                <a:lnTo>
                  <a:pt x="1714274" y="109871"/>
                </a:lnTo>
                <a:lnTo>
                  <a:pt x="1712836" y="110284"/>
                </a:lnTo>
                <a:lnTo>
                  <a:pt x="1711427" y="110718"/>
                </a:lnTo>
                <a:lnTo>
                  <a:pt x="1710049" y="111173"/>
                </a:lnTo>
                <a:lnTo>
                  <a:pt x="1708701" y="111649"/>
                </a:lnTo>
                <a:lnTo>
                  <a:pt x="1707383" y="112145"/>
                </a:lnTo>
                <a:lnTo>
                  <a:pt x="1706096" y="112663"/>
                </a:lnTo>
                <a:lnTo>
                  <a:pt x="1704839" y="113201"/>
                </a:lnTo>
                <a:lnTo>
                  <a:pt x="1703612" y="113760"/>
                </a:lnTo>
                <a:lnTo>
                  <a:pt x="1702415" y="114339"/>
                </a:lnTo>
                <a:lnTo>
                  <a:pt x="1701248" y="114940"/>
                </a:lnTo>
                <a:lnTo>
                  <a:pt x="1700111" y="115561"/>
                </a:lnTo>
                <a:lnTo>
                  <a:pt x="1699005" y="116203"/>
                </a:lnTo>
                <a:lnTo>
                  <a:pt x="1697929" y="116866"/>
                </a:lnTo>
                <a:lnTo>
                  <a:pt x="1696883" y="117550"/>
                </a:lnTo>
                <a:lnTo>
                  <a:pt x="1695867" y="118255"/>
                </a:lnTo>
                <a:lnTo>
                  <a:pt x="1694881" y="118980"/>
                </a:lnTo>
                <a:lnTo>
                  <a:pt x="1693926" y="119726"/>
                </a:lnTo>
                <a:lnTo>
                  <a:pt x="1693001" y="120493"/>
                </a:lnTo>
                <a:lnTo>
                  <a:pt x="1692110" y="121286"/>
                </a:lnTo>
                <a:lnTo>
                  <a:pt x="1691257" y="122110"/>
                </a:lnTo>
                <a:lnTo>
                  <a:pt x="1690441" y="122965"/>
                </a:lnTo>
                <a:lnTo>
                  <a:pt x="1689664" y="123853"/>
                </a:lnTo>
                <a:lnTo>
                  <a:pt x="1688925" y="124771"/>
                </a:lnTo>
                <a:lnTo>
                  <a:pt x="1688223" y="125721"/>
                </a:lnTo>
                <a:lnTo>
                  <a:pt x="1687559" y="126702"/>
                </a:lnTo>
                <a:lnTo>
                  <a:pt x="1686934" y="127715"/>
                </a:lnTo>
                <a:lnTo>
                  <a:pt x="1686346" y="128759"/>
                </a:lnTo>
                <a:lnTo>
                  <a:pt x="1685796" y="129835"/>
                </a:lnTo>
                <a:lnTo>
                  <a:pt x="1685284" y="130942"/>
                </a:lnTo>
                <a:lnTo>
                  <a:pt x="1684810" y="132081"/>
                </a:lnTo>
                <a:lnTo>
                  <a:pt x="1684374" y="133251"/>
                </a:lnTo>
                <a:lnTo>
                  <a:pt x="1683976" y="134452"/>
                </a:lnTo>
                <a:lnTo>
                  <a:pt x="1683616" y="135685"/>
                </a:lnTo>
                <a:lnTo>
                  <a:pt x="1683293" y="136949"/>
                </a:lnTo>
                <a:lnTo>
                  <a:pt x="1683009" y="138245"/>
                </a:lnTo>
                <a:lnTo>
                  <a:pt x="1682763" y="139572"/>
                </a:lnTo>
                <a:lnTo>
                  <a:pt x="1682554" y="140931"/>
                </a:lnTo>
                <a:lnTo>
                  <a:pt x="1682383" y="142321"/>
                </a:lnTo>
                <a:lnTo>
                  <a:pt x="1682251" y="143743"/>
                </a:lnTo>
                <a:lnTo>
                  <a:pt x="1682156" y="145195"/>
                </a:lnTo>
                <a:lnTo>
                  <a:pt x="1682099" y="146680"/>
                </a:lnTo>
                <a:lnTo>
                  <a:pt x="1682080" y="148196"/>
                </a:lnTo>
                <a:lnTo>
                  <a:pt x="1682090" y="149288"/>
                </a:lnTo>
                <a:lnTo>
                  <a:pt x="1682122" y="150366"/>
                </a:lnTo>
                <a:lnTo>
                  <a:pt x="1682174" y="151428"/>
                </a:lnTo>
                <a:lnTo>
                  <a:pt x="1682247" y="152474"/>
                </a:lnTo>
                <a:lnTo>
                  <a:pt x="1682340" y="153506"/>
                </a:lnTo>
                <a:lnTo>
                  <a:pt x="1682455" y="154522"/>
                </a:lnTo>
                <a:lnTo>
                  <a:pt x="1682590" y="155522"/>
                </a:lnTo>
                <a:lnTo>
                  <a:pt x="1682747" y="156508"/>
                </a:lnTo>
                <a:lnTo>
                  <a:pt x="1682924" y="157478"/>
                </a:lnTo>
                <a:lnTo>
                  <a:pt x="1683122" y="158432"/>
                </a:lnTo>
                <a:lnTo>
                  <a:pt x="1683340" y="159371"/>
                </a:lnTo>
                <a:lnTo>
                  <a:pt x="1683580" y="160295"/>
                </a:lnTo>
                <a:lnTo>
                  <a:pt x="1683840" y="161204"/>
                </a:lnTo>
                <a:lnTo>
                  <a:pt x="1684122" y="162097"/>
                </a:lnTo>
                <a:lnTo>
                  <a:pt x="1684424" y="162975"/>
                </a:lnTo>
                <a:lnTo>
                  <a:pt x="1684747" y="163837"/>
                </a:lnTo>
                <a:lnTo>
                  <a:pt x="1685090" y="164685"/>
                </a:lnTo>
                <a:lnTo>
                  <a:pt x="1685455" y="165516"/>
                </a:lnTo>
                <a:lnTo>
                  <a:pt x="1685840" y="166333"/>
                </a:lnTo>
                <a:lnTo>
                  <a:pt x="1686246" y="167134"/>
                </a:lnTo>
                <a:lnTo>
                  <a:pt x="1686674" y="167920"/>
                </a:lnTo>
                <a:lnTo>
                  <a:pt x="1687121" y="168690"/>
                </a:lnTo>
                <a:lnTo>
                  <a:pt x="1687590" y="169445"/>
                </a:lnTo>
                <a:lnTo>
                  <a:pt x="1688080" y="170185"/>
                </a:lnTo>
                <a:lnTo>
                  <a:pt x="1688586" y="170909"/>
                </a:lnTo>
                <a:lnTo>
                  <a:pt x="1689105" y="171618"/>
                </a:lnTo>
                <a:lnTo>
                  <a:pt x="1689638" y="172311"/>
                </a:lnTo>
                <a:lnTo>
                  <a:pt x="1690183" y="172989"/>
                </a:lnTo>
                <a:lnTo>
                  <a:pt x="1690741" y="173652"/>
                </a:lnTo>
                <a:lnTo>
                  <a:pt x="1691311" y="174299"/>
                </a:lnTo>
                <a:lnTo>
                  <a:pt x="1691895" y="174931"/>
                </a:lnTo>
                <a:lnTo>
                  <a:pt x="1692492" y="175547"/>
                </a:lnTo>
                <a:lnTo>
                  <a:pt x="1693101" y="176148"/>
                </a:lnTo>
                <a:lnTo>
                  <a:pt x="1693723" y="176734"/>
                </a:lnTo>
                <a:lnTo>
                  <a:pt x="1694358" y="177305"/>
                </a:lnTo>
                <a:lnTo>
                  <a:pt x="1695006" y="177860"/>
                </a:lnTo>
                <a:lnTo>
                  <a:pt x="1695667" y="178399"/>
                </a:lnTo>
                <a:lnTo>
                  <a:pt x="1696341" y="178924"/>
                </a:lnTo>
                <a:lnTo>
                  <a:pt x="1697028" y="179433"/>
                </a:lnTo>
                <a:lnTo>
                  <a:pt x="1697727" y="179926"/>
                </a:lnTo>
                <a:lnTo>
                  <a:pt x="1698440" y="180405"/>
                </a:lnTo>
                <a:lnTo>
                  <a:pt x="1699165" y="180867"/>
                </a:lnTo>
                <a:lnTo>
                  <a:pt x="1699903" y="181315"/>
                </a:lnTo>
                <a:lnTo>
                  <a:pt x="1700654" y="181747"/>
                </a:lnTo>
                <a:lnTo>
                  <a:pt x="1701418" y="182164"/>
                </a:lnTo>
                <a:lnTo>
                  <a:pt x="1702195" y="182565"/>
                </a:lnTo>
                <a:lnTo>
                  <a:pt x="1702985" y="182952"/>
                </a:lnTo>
                <a:lnTo>
                  <a:pt x="1703787" y="183322"/>
                </a:lnTo>
                <a:lnTo>
                  <a:pt x="1704599" y="183678"/>
                </a:lnTo>
                <a:lnTo>
                  <a:pt x="1705415" y="184018"/>
                </a:lnTo>
                <a:lnTo>
                  <a:pt x="1706237" y="184343"/>
                </a:lnTo>
                <a:lnTo>
                  <a:pt x="1707064" y="184653"/>
                </a:lnTo>
                <a:lnTo>
                  <a:pt x="1707896" y="184948"/>
                </a:lnTo>
                <a:lnTo>
                  <a:pt x="1708734" y="185228"/>
                </a:lnTo>
                <a:lnTo>
                  <a:pt x="1709576" y="185493"/>
                </a:lnTo>
                <a:lnTo>
                  <a:pt x="1710424" y="185743"/>
                </a:lnTo>
                <a:lnTo>
                  <a:pt x="1711276" y="185977"/>
                </a:lnTo>
                <a:lnTo>
                  <a:pt x="1712134" y="186196"/>
                </a:lnTo>
                <a:lnTo>
                  <a:pt x="1712997" y="186401"/>
                </a:lnTo>
                <a:lnTo>
                  <a:pt x="1713865" y="186590"/>
                </a:lnTo>
                <a:lnTo>
                  <a:pt x="1714739" y="186764"/>
                </a:lnTo>
                <a:lnTo>
                  <a:pt x="1715617" y="186922"/>
                </a:lnTo>
                <a:lnTo>
                  <a:pt x="1716501" y="187066"/>
                </a:lnTo>
                <a:lnTo>
                  <a:pt x="1717390" y="187195"/>
                </a:lnTo>
                <a:lnTo>
                  <a:pt x="1718284" y="187308"/>
                </a:lnTo>
                <a:lnTo>
                  <a:pt x="1719183" y="187407"/>
                </a:lnTo>
                <a:lnTo>
                  <a:pt x="1720087" y="187490"/>
                </a:lnTo>
                <a:lnTo>
                  <a:pt x="1720996" y="187558"/>
                </a:lnTo>
                <a:lnTo>
                  <a:pt x="1721911" y="187611"/>
                </a:lnTo>
                <a:lnTo>
                  <a:pt x="1722830" y="187649"/>
                </a:lnTo>
                <a:lnTo>
                  <a:pt x="1723755" y="187671"/>
                </a:lnTo>
                <a:lnTo>
                  <a:pt x="1724685" y="187679"/>
                </a:lnTo>
                <a:lnTo>
                  <a:pt x="1725882" y="187670"/>
                </a:lnTo>
                <a:lnTo>
                  <a:pt x="1727066" y="187645"/>
                </a:lnTo>
                <a:lnTo>
                  <a:pt x="1728239" y="187602"/>
                </a:lnTo>
                <a:lnTo>
                  <a:pt x="1729400" y="187542"/>
                </a:lnTo>
                <a:lnTo>
                  <a:pt x="1730550" y="187465"/>
                </a:lnTo>
                <a:close/>
                <a:moveTo>
                  <a:pt x="1733120" y="162961"/>
                </a:moveTo>
                <a:lnTo>
                  <a:pt x="1732493" y="162882"/>
                </a:lnTo>
                <a:lnTo>
                  <a:pt x="1731876" y="162789"/>
                </a:lnTo>
                <a:lnTo>
                  <a:pt x="1731269" y="162682"/>
                </a:lnTo>
                <a:lnTo>
                  <a:pt x="1730673" y="162560"/>
                </a:lnTo>
                <a:lnTo>
                  <a:pt x="1730088" y="162424"/>
                </a:lnTo>
                <a:lnTo>
                  <a:pt x="1729513" y="162273"/>
                </a:lnTo>
                <a:lnTo>
                  <a:pt x="1728949" y="162108"/>
                </a:lnTo>
                <a:lnTo>
                  <a:pt x="1728395" y="161929"/>
                </a:lnTo>
                <a:lnTo>
                  <a:pt x="1727852" y="161735"/>
                </a:lnTo>
                <a:lnTo>
                  <a:pt x="1727320" y="161527"/>
                </a:lnTo>
                <a:lnTo>
                  <a:pt x="1726797" y="161305"/>
                </a:lnTo>
                <a:lnTo>
                  <a:pt x="1726286" y="161069"/>
                </a:lnTo>
                <a:lnTo>
                  <a:pt x="1725785" y="160818"/>
                </a:lnTo>
                <a:lnTo>
                  <a:pt x="1725294" y="160553"/>
                </a:lnTo>
                <a:lnTo>
                  <a:pt x="1724814" y="160273"/>
                </a:lnTo>
                <a:lnTo>
                  <a:pt x="1724345" y="159979"/>
                </a:lnTo>
                <a:lnTo>
                  <a:pt x="1723886" y="159671"/>
                </a:lnTo>
                <a:lnTo>
                  <a:pt x="1723438" y="159348"/>
                </a:lnTo>
                <a:lnTo>
                  <a:pt x="1723000" y="159011"/>
                </a:lnTo>
                <a:lnTo>
                  <a:pt x="1722576" y="158660"/>
                </a:lnTo>
                <a:lnTo>
                  <a:pt x="1722171" y="158293"/>
                </a:lnTo>
                <a:lnTo>
                  <a:pt x="1721783" y="157910"/>
                </a:lnTo>
                <a:lnTo>
                  <a:pt x="1721414" y="157513"/>
                </a:lnTo>
                <a:lnTo>
                  <a:pt x="1721062" y="157100"/>
                </a:lnTo>
                <a:lnTo>
                  <a:pt x="1720729" y="156671"/>
                </a:lnTo>
                <a:lnTo>
                  <a:pt x="1720413" y="156228"/>
                </a:lnTo>
                <a:lnTo>
                  <a:pt x="1720116" y="155769"/>
                </a:lnTo>
                <a:lnTo>
                  <a:pt x="1719837" y="155295"/>
                </a:lnTo>
                <a:lnTo>
                  <a:pt x="1719575" y="154805"/>
                </a:lnTo>
                <a:lnTo>
                  <a:pt x="1719332" y="154301"/>
                </a:lnTo>
                <a:lnTo>
                  <a:pt x="1719107" y="153780"/>
                </a:lnTo>
                <a:lnTo>
                  <a:pt x="1718899" y="153245"/>
                </a:lnTo>
                <a:lnTo>
                  <a:pt x="1718710" y="152694"/>
                </a:lnTo>
                <a:lnTo>
                  <a:pt x="1718539" y="152128"/>
                </a:lnTo>
                <a:lnTo>
                  <a:pt x="1718386" y="151547"/>
                </a:lnTo>
                <a:lnTo>
                  <a:pt x="1718251" y="150951"/>
                </a:lnTo>
                <a:lnTo>
                  <a:pt x="1718133" y="150339"/>
                </a:lnTo>
                <a:lnTo>
                  <a:pt x="1718034" y="149711"/>
                </a:lnTo>
                <a:lnTo>
                  <a:pt x="1717953" y="149069"/>
                </a:lnTo>
                <a:lnTo>
                  <a:pt x="1717890" y="148411"/>
                </a:lnTo>
                <a:lnTo>
                  <a:pt x="1717845" y="147738"/>
                </a:lnTo>
                <a:lnTo>
                  <a:pt x="1717818" y="147050"/>
                </a:lnTo>
                <a:lnTo>
                  <a:pt x="1717809" y="146346"/>
                </a:lnTo>
                <a:lnTo>
                  <a:pt x="1717829" y="145371"/>
                </a:lnTo>
                <a:lnTo>
                  <a:pt x="1717888" y="144418"/>
                </a:lnTo>
                <a:lnTo>
                  <a:pt x="1717986" y="143488"/>
                </a:lnTo>
                <a:lnTo>
                  <a:pt x="1718124" y="142581"/>
                </a:lnTo>
                <a:lnTo>
                  <a:pt x="1718301" y="141697"/>
                </a:lnTo>
                <a:lnTo>
                  <a:pt x="1718517" y="140835"/>
                </a:lnTo>
                <a:lnTo>
                  <a:pt x="1718772" y="139996"/>
                </a:lnTo>
                <a:lnTo>
                  <a:pt x="1719067" y="139180"/>
                </a:lnTo>
                <a:lnTo>
                  <a:pt x="1719402" y="138386"/>
                </a:lnTo>
                <a:lnTo>
                  <a:pt x="1719775" y="137615"/>
                </a:lnTo>
                <a:lnTo>
                  <a:pt x="1720188" y="136867"/>
                </a:lnTo>
                <a:lnTo>
                  <a:pt x="1720640" y="136141"/>
                </a:lnTo>
                <a:lnTo>
                  <a:pt x="1721132" y="135439"/>
                </a:lnTo>
                <a:lnTo>
                  <a:pt x="1721663" y="134758"/>
                </a:lnTo>
                <a:lnTo>
                  <a:pt x="1722233" y="134101"/>
                </a:lnTo>
                <a:lnTo>
                  <a:pt x="1722843" y="133466"/>
                </a:lnTo>
                <a:lnTo>
                  <a:pt x="1723491" y="132854"/>
                </a:lnTo>
                <a:lnTo>
                  <a:pt x="1724180" y="132265"/>
                </a:lnTo>
                <a:lnTo>
                  <a:pt x="1724907" y="131698"/>
                </a:lnTo>
                <a:lnTo>
                  <a:pt x="1725674" y="131155"/>
                </a:lnTo>
                <a:lnTo>
                  <a:pt x="1726480" y="130633"/>
                </a:lnTo>
                <a:lnTo>
                  <a:pt x="1727326" y="130135"/>
                </a:lnTo>
                <a:lnTo>
                  <a:pt x="1728210" y="129659"/>
                </a:lnTo>
                <a:lnTo>
                  <a:pt x="1729134" y="129206"/>
                </a:lnTo>
                <a:lnTo>
                  <a:pt x="1730108" y="128773"/>
                </a:lnTo>
                <a:lnTo>
                  <a:pt x="1731140" y="128359"/>
                </a:lnTo>
                <a:lnTo>
                  <a:pt x="1732231" y="127962"/>
                </a:lnTo>
                <a:lnTo>
                  <a:pt x="1733382" y="127583"/>
                </a:lnTo>
                <a:lnTo>
                  <a:pt x="1734591" y="127222"/>
                </a:lnTo>
                <a:lnTo>
                  <a:pt x="1735859" y="126879"/>
                </a:lnTo>
                <a:lnTo>
                  <a:pt x="1737186" y="126553"/>
                </a:lnTo>
                <a:lnTo>
                  <a:pt x="1738572" y="126246"/>
                </a:lnTo>
                <a:lnTo>
                  <a:pt x="1740018" y="125957"/>
                </a:lnTo>
                <a:lnTo>
                  <a:pt x="1741522" y="125685"/>
                </a:lnTo>
                <a:lnTo>
                  <a:pt x="1743085" y="125432"/>
                </a:lnTo>
                <a:lnTo>
                  <a:pt x="1744707" y="125196"/>
                </a:lnTo>
                <a:lnTo>
                  <a:pt x="1746388" y="124978"/>
                </a:lnTo>
                <a:lnTo>
                  <a:pt x="1748128" y="124779"/>
                </a:lnTo>
                <a:lnTo>
                  <a:pt x="1749927" y="124597"/>
                </a:lnTo>
                <a:lnTo>
                  <a:pt x="1751785" y="124433"/>
                </a:lnTo>
                <a:lnTo>
                  <a:pt x="1753702" y="124287"/>
                </a:lnTo>
                <a:lnTo>
                  <a:pt x="1755679" y="124159"/>
                </a:lnTo>
                <a:lnTo>
                  <a:pt x="1757714" y="124049"/>
                </a:lnTo>
                <a:lnTo>
                  <a:pt x="1759808" y="123956"/>
                </a:lnTo>
                <a:lnTo>
                  <a:pt x="1761961" y="123882"/>
                </a:lnTo>
                <a:lnTo>
                  <a:pt x="1764173" y="123826"/>
                </a:lnTo>
                <a:lnTo>
                  <a:pt x="1766444" y="123787"/>
                </a:lnTo>
                <a:lnTo>
                  <a:pt x="1768774" y="123767"/>
                </a:lnTo>
                <a:lnTo>
                  <a:pt x="1768774" y="145520"/>
                </a:lnTo>
                <a:lnTo>
                  <a:pt x="1768341" y="146091"/>
                </a:lnTo>
                <a:lnTo>
                  <a:pt x="1767896" y="146656"/>
                </a:lnTo>
                <a:lnTo>
                  <a:pt x="1767439" y="147217"/>
                </a:lnTo>
                <a:lnTo>
                  <a:pt x="1766970" y="147772"/>
                </a:lnTo>
                <a:lnTo>
                  <a:pt x="1766490" y="148322"/>
                </a:lnTo>
                <a:lnTo>
                  <a:pt x="1765997" y="148866"/>
                </a:lnTo>
                <a:lnTo>
                  <a:pt x="1765492" y="149405"/>
                </a:lnTo>
                <a:lnTo>
                  <a:pt x="1764976" y="149940"/>
                </a:lnTo>
                <a:lnTo>
                  <a:pt x="1764448" y="150468"/>
                </a:lnTo>
                <a:lnTo>
                  <a:pt x="1763907" y="150992"/>
                </a:lnTo>
                <a:lnTo>
                  <a:pt x="1763355" y="151510"/>
                </a:lnTo>
                <a:lnTo>
                  <a:pt x="1762791" y="152023"/>
                </a:lnTo>
                <a:lnTo>
                  <a:pt x="1762214" y="152531"/>
                </a:lnTo>
                <a:lnTo>
                  <a:pt x="1761626" y="153034"/>
                </a:lnTo>
                <a:lnTo>
                  <a:pt x="1761026" y="153531"/>
                </a:lnTo>
                <a:lnTo>
                  <a:pt x="1760414" y="154024"/>
                </a:lnTo>
                <a:lnTo>
                  <a:pt x="1759790" y="154511"/>
                </a:lnTo>
                <a:lnTo>
                  <a:pt x="1759155" y="154992"/>
                </a:lnTo>
                <a:lnTo>
                  <a:pt x="1758507" y="155469"/>
                </a:lnTo>
                <a:lnTo>
                  <a:pt x="1757847" y="155940"/>
                </a:lnTo>
                <a:lnTo>
                  <a:pt x="1757175" y="156406"/>
                </a:lnTo>
                <a:lnTo>
                  <a:pt x="1756492" y="156867"/>
                </a:lnTo>
                <a:lnTo>
                  <a:pt x="1755796" y="157322"/>
                </a:lnTo>
                <a:lnTo>
                  <a:pt x="1755089" y="157773"/>
                </a:lnTo>
                <a:lnTo>
                  <a:pt x="1754372" y="158211"/>
                </a:lnTo>
                <a:lnTo>
                  <a:pt x="1753651" y="158630"/>
                </a:lnTo>
                <a:lnTo>
                  <a:pt x="1752924" y="159031"/>
                </a:lnTo>
                <a:lnTo>
                  <a:pt x="1752192" y="159413"/>
                </a:lnTo>
                <a:lnTo>
                  <a:pt x="1751454" y="159776"/>
                </a:lnTo>
                <a:lnTo>
                  <a:pt x="1750711" y="160121"/>
                </a:lnTo>
                <a:lnTo>
                  <a:pt x="1749963" y="160447"/>
                </a:lnTo>
                <a:lnTo>
                  <a:pt x="1749209" y="160755"/>
                </a:lnTo>
                <a:lnTo>
                  <a:pt x="1748449" y="161044"/>
                </a:lnTo>
                <a:lnTo>
                  <a:pt x="1747685" y="161314"/>
                </a:lnTo>
                <a:lnTo>
                  <a:pt x="1746915" y="161565"/>
                </a:lnTo>
                <a:lnTo>
                  <a:pt x="1746140" y="161798"/>
                </a:lnTo>
                <a:lnTo>
                  <a:pt x="1745359" y="162013"/>
                </a:lnTo>
                <a:lnTo>
                  <a:pt x="1744573" y="162208"/>
                </a:lnTo>
                <a:lnTo>
                  <a:pt x="1743781" y="162386"/>
                </a:lnTo>
                <a:lnTo>
                  <a:pt x="1742984" y="162544"/>
                </a:lnTo>
                <a:lnTo>
                  <a:pt x="1742182" y="162684"/>
                </a:lnTo>
                <a:lnTo>
                  <a:pt x="1741374" y="162805"/>
                </a:lnTo>
                <a:lnTo>
                  <a:pt x="1740561" y="162907"/>
                </a:lnTo>
                <a:lnTo>
                  <a:pt x="1739743" y="162991"/>
                </a:lnTo>
                <a:lnTo>
                  <a:pt x="1738919" y="163057"/>
                </a:lnTo>
                <a:lnTo>
                  <a:pt x="1738090" y="163103"/>
                </a:lnTo>
                <a:lnTo>
                  <a:pt x="1737255" y="163131"/>
                </a:lnTo>
                <a:lnTo>
                  <a:pt x="1736415" y="163140"/>
                </a:lnTo>
                <a:lnTo>
                  <a:pt x="1735735" y="163133"/>
                </a:lnTo>
                <a:lnTo>
                  <a:pt x="1735065" y="163112"/>
                </a:lnTo>
                <a:lnTo>
                  <a:pt x="1734406" y="163076"/>
                </a:lnTo>
                <a:lnTo>
                  <a:pt x="1733758" y="163026"/>
                </a:lnTo>
                <a:lnTo>
                  <a:pt x="1733120" y="162961"/>
                </a:lnTo>
                <a:close/>
                <a:moveTo>
                  <a:pt x="1900878" y="187578"/>
                </a:moveTo>
                <a:lnTo>
                  <a:pt x="1901785" y="187534"/>
                </a:lnTo>
                <a:lnTo>
                  <a:pt x="1902690" y="187482"/>
                </a:lnTo>
                <a:lnTo>
                  <a:pt x="1903592" y="187421"/>
                </a:lnTo>
                <a:lnTo>
                  <a:pt x="1904491" y="187353"/>
                </a:lnTo>
                <a:lnTo>
                  <a:pt x="1905388" y="187277"/>
                </a:lnTo>
                <a:lnTo>
                  <a:pt x="1906282" y="187192"/>
                </a:lnTo>
                <a:lnTo>
                  <a:pt x="1907174" y="187100"/>
                </a:lnTo>
                <a:lnTo>
                  <a:pt x="1908063" y="186999"/>
                </a:lnTo>
                <a:lnTo>
                  <a:pt x="1908950" y="186890"/>
                </a:lnTo>
                <a:lnTo>
                  <a:pt x="1909834" y="186774"/>
                </a:lnTo>
                <a:lnTo>
                  <a:pt x="1910715" y="186649"/>
                </a:lnTo>
                <a:lnTo>
                  <a:pt x="1911594" y="186516"/>
                </a:lnTo>
                <a:lnTo>
                  <a:pt x="1912470" y="186375"/>
                </a:lnTo>
                <a:lnTo>
                  <a:pt x="1913344" y="186226"/>
                </a:lnTo>
                <a:lnTo>
                  <a:pt x="1914215" y="186070"/>
                </a:lnTo>
                <a:lnTo>
                  <a:pt x="1915083" y="185905"/>
                </a:lnTo>
                <a:lnTo>
                  <a:pt x="1915949" y="185732"/>
                </a:lnTo>
                <a:lnTo>
                  <a:pt x="1916813" y="185551"/>
                </a:lnTo>
                <a:lnTo>
                  <a:pt x="1917674" y="185362"/>
                </a:lnTo>
                <a:lnTo>
                  <a:pt x="1918529" y="185164"/>
                </a:lnTo>
                <a:lnTo>
                  <a:pt x="1919377" y="184956"/>
                </a:lnTo>
                <a:lnTo>
                  <a:pt x="1920216" y="184739"/>
                </a:lnTo>
                <a:lnTo>
                  <a:pt x="1921048" y="184511"/>
                </a:lnTo>
                <a:lnTo>
                  <a:pt x="1921872" y="184275"/>
                </a:lnTo>
                <a:lnTo>
                  <a:pt x="1922687" y="184028"/>
                </a:lnTo>
                <a:lnTo>
                  <a:pt x="1923495" y="183772"/>
                </a:lnTo>
                <a:lnTo>
                  <a:pt x="1924295" y="183506"/>
                </a:lnTo>
                <a:lnTo>
                  <a:pt x="1925087" y="183231"/>
                </a:lnTo>
                <a:lnTo>
                  <a:pt x="1925871" y="182945"/>
                </a:lnTo>
                <a:lnTo>
                  <a:pt x="1926647" y="182650"/>
                </a:lnTo>
                <a:lnTo>
                  <a:pt x="1927415" y="182346"/>
                </a:lnTo>
                <a:lnTo>
                  <a:pt x="1928175" y="182031"/>
                </a:lnTo>
                <a:lnTo>
                  <a:pt x="1928927" y="181707"/>
                </a:lnTo>
                <a:lnTo>
                  <a:pt x="1929671" y="181374"/>
                </a:lnTo>
                <a:lnTo>
                  <a:pt x="1930407" y="181030"/>
                </a:lnTo>
                <a:lnTo>
                  <a:pt x="1931135" y="180677"/>
                </a:lnTo>
                <a:lnTo>
                  <a:pt x="1931856" y="180314"/>
                </a:lnTo>
                <a:lnTo>
                  <a:pt x="1932568" y="179942"/>
                </a:lnTo>
                <a:lnTo>
                  <a:pt x="1933272" y="179559"/>
                </a:lnTo>
                <a:lnTo>
                  <a:pt x="1933969" y="179167"/>
                </a:lnTo>
                <a:lnTo>
                  <a:pt x="1934657" y="178766"/>
                </a:lnTo>
                <a:lnTo>
                  <a:pt x="1935338" y="178354"/>
                </a:lnTo>
                <a:lnTo>
                  <a:pt x="1936010" y="177933"/>
                </a:lnTo>
                <a:lnTo>
                  <a:pt x="1936673" y="177502"/>
                </a:lnTo>
                <a:lnTo>
                  <a:pt x="1937325" y="177059"/>
                </a:lnTo>
                <a:lnTo>
                  <a:pt x="1937965" y="176606"/>
                </a:lnTo>
                <a:lnTo>
                  <a:pt x="1938594" y="176141"/>
                </a:lnTo>
                <a:lnTo>
                  <a:pt x="1939212" y="175665"/>
                </a:lnTo>
                <a:lnTo>
                  <a:pt x="1939819" y="175178"/>
                </a:lnTo>
                <a:lnTo>
                  <a:pt x="1940414" y="174680"/>
                </a:lnTo>
                <a:lnTo>
                  <a:pt x="1940999" y="174170"/>
                </a:lnTo>
                <a:lnTo>
                  <a:pt x="1941572" y="173650"/>
                </a:lnTo>
                <a:lnTo>
                  <a:pt x="1942133" y="173118"/>
                </a:lnTo>
                <a:lnTo>
                  <a:pt x="1942684" y="172576"/>
                </a:lnTo>
                <a:lnTo>
                  <a:pt x="1943223" y="172022"/>
                </a:lnTo>
                <a:lnTo>
                  <a:pt x="1943751" y="171457"/>
                </a:lnTo>
                <a:lnTo>
                  <a:pt x="1944268" y="170881"/>
                </a:lnTo>
                <a:lnTo>
                  <a:pt x="1944774" y="170294"/>
                </a:lnTo>
                <a:lnTo>
                  <a:pt x="1945268" y="169696"/>
                </a:lnTo>
                <a:lnTo>
                  <a:pt x="1945751" y="169087"/>
                </a:lnTo>
                <a:lnTo>
                  <a:pt x="1946223" y="168466"/>
                </a:lnTo>
                <a:lnTo>
                  <a:pt x="1946684" y="167834"/>
                </a:lnTo>
                <a:lnTo>
                  <a:pt x="1947133" y="167192"/>
                </a:lnTo>
                <a:lnTo>
                  <a:pt x="1947571" y="166538"/>
                </a:lnTo>
                <a:lnTo>
                  <a:pt x="1947998" y="165873"/>
                </a:lnTo>
                <a:lnTo>
                  <a:pt x="1948414" y="165197"/>
                </a:lnTo>
                <a:lnTo>
                  <a:pt x="1948819" y="164510"/>
                </a:lnTo>
                <a:lnTo>
                  <a:pt x="1949209" y="163811"/>
                </a:lnTo>
                <a:lnTo>
                  <a:pt x="1949583" y="163099"/>
                </a:lnTo>
                <a:lnTo>
                  <a:pt x="1949940" y="162374"/>
                </a:lnTo>
                <a:lnTo>
                  <a:pt x="1950281" y="161636"/>
                </a:lnTo>
                <a:lnTo>
                  <a:pt x="1950605" y="160886"/>
                </a:lnTo>
                <a:lnTo>
                  <a:pt x="1950913" y="160123"/>
                </a:lnTo>
                <a:lnTo>
                  <a:pt x="1951203" y="159347"/>
                </a:lnTo>
                <a:lnTo>
                  <a:pt x="1951478" y="158559"/>
                </a:lnTo>
                <a:lnTo>
                  <a:pt x="1951735" y="157757"/>
                </a:lnTo>
                <a:lnTo>
                  <a:pt x="1951976" y="156943"/>
                </a:lnTo>
                <a:lnTo>
                  <a:pt x="1952201" y="156116"/>
                </a:lnTo>
                <a:lnTo>
                  <a:pt x="1952408" y="155276"/>
                </a:lnTo>
                <a:lnTo>
                  <a:pt x="1952599" y="154424"/>
                </a:lnTo>
                <a:lnTo>
                  <a:pt x="1952774" y="153558"/>
                </a:lnTo>
                <a:lnTo>
                  <a:pt x="1952932" y="152680"/>
                </a:lnTo>
                <a:lnTo>
                  <a:pt x="1953073" y="151789"/>
                </a:lnTo>
                <a:lnTo>
                  <a:pt x="1953198" y="150885"/>
                </a:lnTo>
                <a:lnTo>
                  <a:pt x="1953306" y="149969"/>
                </a:lnTo>
                <a:lnTo>
                  <a:pt x="1953397" y="149040"/>
                </a:lnTo>
                <a:lnTo>
                  <a:pt x="1953472" y="148098"/>
                </a:lnTo>
                <a:lnTo>
                  <a:pt x="1953530" y="147143"/>
                </a:lnTo>
                <a:lnTo>
                  <a:pt x="1953572" y="146175"/>
                </a:lnTo>
                <a:lnTo>
                  <a:pt x="1953597" y="145195"/>
                </a:lnTo>
                <a:lnTo>
                  <a:pt x="1953605" y="144201"/>
                </a:lnTo>
                <a:lnTo>
                  <a:pt x="1953595" y="143142"/>
                </a:lnTo>
                <a:lnTo>
                  <a:pt x="1953564" y="142099"/>
                </a:lnTo>
                <a:lnTo>
                  <a:pt x="1953512" y="141073"/>
                </a:lnTo>
                <a:lnTo>
                  <a:pt x="1953440" y="140063"/>
                </a:lnTo>
                <a:lnTo>
                  <a:pt x="1953347" y="139070"/>
                </a:lnTo>
                <a:lnTo>
                  <a:pt x="1953234" y="138093"/>
                </a:lnTo>
                <a:lnTo>
                  <a:pt x="1953100" y="137133"/>
                </a:lnTo>
                <a:lnTo>
                  <a:pt x="1952946" y="136190"/>
                </a:lnTo>
                <a:lnTo>
                  <a:pt x="1952771" y="135263"/>
                </a:lnTo>
                <a:lnTo>
                  <a:pt x="1952575" y="134353"/>
                </a:lnTo>
                <a:lnTo>
                  <a:pt x="1952359" y="133459"/>
                </a:lnTo>
                <a:lnTo>
                  <a:pt x="1952122" y="132582"/>
                </a:lnTo>
                <a:lnTo>
                  <a:pt x="1951864" y="131722"/>
                </a:lnTo>
                <a:lnTo>
                  <a:pt x="1951586" y="130878"/>
                </a:lnTo>
                <a:lnTo>
                  <a:pt x="1951288" y="130050"/>
                </a:lnTo>
                <a:lnTo>
                  <a:pt x="1950968" y="129239"/>
                </a:lnTo>
                <a:lnTo>
                  <a:pt x="1950628" y="128445"/>
                </a:lnTo>
                <a:lnTo>
                  <a:pt x="1950268" y="127668"/>
                </a:lnTo>
                <a:lnTo>
                  <a:pt x="1949887" y="126906"/>
                </a:lnTo>
                <a:lnTo>
                  <a:pt x="1949485" y="126162"/>
                </a:lnTo>
                <a:lnTo>
                  <a:pt x="1949063" y="125434"/>
                </a:lnTo>
                <a:lnTo>
                  <a:pt x="1948620" y="124723"/>
                </a:lnTo>
                <a:lnTo>
                  <a:pt x="1948157" y="124028"/>
                </a:lnTo>
                <a:lnTo>
                  <a:pt x="1947673" y="123350"/>
                </a:lnTo>
                <a:lnTo>
                  <a:pt x="1947171" y="122685"/>
                </a:lnTo>
                <a:lnTo>
                  <a:pt x="1946655" y="122032"/>
                </a:lnTo>
                <a:lnTo>
                  <a:pt x="1946124" y="121390"/>
                </a:lnTo>
                <a:lnTo>
                  <a:pt x="1945579" y="120759"/>
                </a:lnTo>
                <a:lnTo>
                  <a:pt x="1945019" y="120140"/>
                </a:lnTo>
                <a:lnTo>
                  <a:pt x="1944445" y="119533"/>
                </a:lnTo>
                <a:lnTo>
                  <a:pt x="1943856" y="118936"/>
                </a:lnTo>
                <a:lnTo>
                  <a:pt x="1943253" y="118351"/>
                </a:lnTo>
                <a:lnTo>
                  <a:pt x="1942636" y="117778"/>
                </a:lnTo>
                <a:lnTo>
                  <a:pt x="1942003" y="117215"/>
                </a:lnTo>
                <a:lnTo>
                  <a:pt x="1941357" y="116664"/>
                </a:lnTo>
                <a:lnTo>
                  <a:pt x="1940695" y="116125"/>
                </a:lnTo>
                <a:lnTo>
                  <a:pt x="1940020" y="115597"/>
                </a:lnTo>
                <a:lnTo>
                  <a:pt x="1939329" y="115080"/>
                </a:lnTo>
                <a:lnTo>
                  <a:pt x="1938624" y="114574"/>
                </a:lnTo>
                <a:lnTo>
                  <a:pt x="1937905" y="114080"/>
                </a:lnTo>
                <a:lnTo>
                  <a:pt x="1937171" y="113598"/>
                </a:lnTo>
                <a:lnTo>
                  <a:pt x="1936423" y="113126"/>
                </a:lnTo>
                <a:lnTo>
                  <a:pt x="1935660" y="112666"/>
                </a:lnTo>
                <a:lnTo>
                  <a:pt x="1934883" y="112218"/>
                </a:lnTo>
                <a:lnTo>
                  <a:pt x="1934091" y="111780"/>
                </a:lnTo>
                <a:lnTo>
                  <a:pt x="1933284" y="111355"/>
                </a:lnTo>
                <a:lnTo>
                  <a:pt x="1932464" y="110940"/>
                </a:lnTo>
                <a:lnTo>
                  <a:pt x="1931628" y="110537"/>
                </a:lnTo>
                <a:lnTo>
                  <a:pt x="1930781" y="110142"/>
                </a:lnTo>
                <a:lnTo>
                  <a:pt x="1929924" y="109754"/>
                </a:lnTo>
                <a:lnTo>
                  <a:pt x="1929058" y="109372"/>
                </a:lnTo>
                <a:lnTo>
                  <a:pt x="1928183" y="108996"/>
                </a:lnTo>
                <a:lnTo>
                  <a:pt x="1927298" y="108626"/>
                </a:lnTo>
                <a:lnTo>
                  <a:pt x="1926404" y="108263"/>
                </a:lnTo>
                <a:lnTo>
                  <a:pt x="1925500" y="107905"/>
                </a:lnTo>
                <a:lnTo>
                  <a:pt x="1924587" y="107554"/>
                </a:lnTo>
                <a:lnTo>
                  <a:pt x="1923665" y="107209"/>
                </a:lnTo>
                <a:lnTo>
                  <a:pt x="1922733" y="106870"/>
                </a:lnTo>
                <a:lnTo>
                  <a:pt x="1921792" y="106537"/>
                </a:lnTo>
                <a:lnTo>
                  <a:pt x="1920842" y="106210"/>
                </a:lnTo>
                <a:lnTo>
                  <a:pt x="1919882" y="105889"/>
                </a:lnTo>
                <a:lnTo>
                  <a:pt x="1918913" y="105575"/>
                </a:lnTo>
                <a:lnTo>
                  <a:pt x="1917935" y="105266"/>
                </a:lnTo>
                <a:lnTo>
                  <a:pt x="1916947" y="104964"/>
                </a:lnTo>
                <a:lnTo>
                  <a:pt x="1915950" y="104668"/>
                </a:lnTo>
                <a:lnTo>
                  <a:pt x="1914943" y="104378"/>
                </a:lnTo>
                <a:lnTo>
                  <a:pt x="1913927" y="104094"/>
                </a:lnTo>
                <a:lnTo>
                  <a:pt x="1912902" y="103817"/>
                </a:lnTo>
                <a:lnTo>
                  <a:pt x="1911868" y="103545"/>
                </a:lnTo>
                <a:lnTo>
                  <a:pt x="1910824" y="103280"/>
                </a:lnTo>
                <a:lnTo>
                  <a:pt x="1909770" y="103021"/>
                </a:lnTo>
                <a:lnTo>
                  <a:pt x="1908708" y="102767"/>
                </a:lnTo>
                <a:lnTo>
                  <a:pt x="1907705" y="102541"/>
                </a:lnTo>
                <a:lnTo>
                  <a:pt x="1906718" y="102316"/>
                </a:lnTo>
                <a:lnTo>
                  <a:pt x="1905748" y="102091"/>
                </a:lnTo>
                <a:lnTo>
                  <a:pt x="1904794" y="101868"/>
                </a:lnTo>
                <a:lnTo>
                  <a:pt x="1903856" y="101646"/>
                </a:lnTo>
                <a:lnTo>
                  <a:pt x="1902935" y="101426"/>
                </a:lnTo>
                <a:lnTo>
                  <a:pt x="1902031" y="101206"/>
                </a:lnTo>
                <a:lnTo>
                  <a:pt x="1901142" y="100988"/>
                </a:lnTo>
                <a:lnTo>
                  <a:pt x="1900270" y="100771"/>
                </a:lnTo>
                <a:lnTo>
                  <a:pt x="1899415" y="100555"/>
                </a:lnTo>
                <a:lnTo>
                  <a:pt x="1898576" y="100340"/>
                </a:lnTo>
                <a:lnTo>
                  <a:pt x="1897753" y="100127"/>
                </a:lnTo>
                <a:lnTo>
                  <a:pt x="1896947" y="99914"/>
                </a:lnTo>
                <a:lnTo>
                  <a:pt x="1896157" y="99703"/>
                </a:lnTo>
                <a:lnTo>
                  <a:pt x="1895383" y="99493"/>
                </a:lnTo>
                <a:lnTo>
                  <a:pt x="1894626" y="99284"/>
                </a:lnTo>
                <a:lnTo>
                  <a:pt x="1893885" y="99077"/>
                </a:lnTo>
                <a:lnTo>
                  <a:pt x="1893160" y="98870"/>
                </a:lnTo>
                <a:lnTo>
                  <a:pt x="1892452" y="98665"/>
                </a:lnTo>
                <a:lnTo>
                  <a:pt x="1891761" y="98461"/>
                </a:lnTo>
                <a:lnTo>
                  <a:pt x="1891085" y="98258"/>
                </a:lnTo>
                <a:lnTo>
                  <a:pt x="1890426" y="98057"/>
                </a:lnTo>
                <a:lnTo>
                  <a:pt x="1889784" y="97856"/>
                </a:lnTo>
                <a:lnTo>
                  <a:pt x="1889158" y="97657"/>
                </a:lnTo>
                <a:lnTo>
                  <a:pt x="1888547" y="97457"/>
                </a:lnTo>
                <a:lnTo>
                  <a:pt x="1887950" y="97256"/>
                </a:lnTo>
                <a:lnTo>
                  <a:pt x="1887367" y="97054"/>
                </a:lnTo>
                <a:lnTo>
                  <a:pt x="1886798" y="96850"/>
                </a:lnTo>
                <a:lnTo>
                  <a:pt x="1886244" y="96645"/>
                </a:lnTo>
                <a:lnTo>
                  <a:pt x="1885703" y="96439"/>
                </a:lnTo>
                <a:lnTo>
                  <a:pt x="1885176" y="96231"/>
                </a:lnTo>
                <a:lnTo>
                  <a:pt x="1884664" y="96021"/>
                </a:lnTo>
                <a:lnTo>
                  <a:pt x="1884165" y="95811"/>
                </a:lnTo>
                <a:lnTo>
                  <a:pt x="1883680" y="95598"/>
                </a:lnTo>
                <a:lnTo>
                  <a:pt x="1883210" y="95385"/>
                </a:lnTo>
                <a:lnTo>
                  <a:pt x="1882753" y="95170"/>
                </a:lnTo>
                <a:lnTo>
                  <a:pt x="1882311" y="94953"/>
                </a:lnTo>
                <a:lnTo>
                  <a:pt x="1881883" y="94735"/>
                </a:lnTo>
                <a:lnTo>
                  <a:pt x="1881468" y="94516"/>
                </a:lnTo>
                <a:lnTo>
                  <a:pt x="1881068" y="94295"/>
                </a:lnTo>
                <a:lnTo>
                  <a:pt x="1880682" y="94073"/>
                </a:lnTo>
                <a:lnTo>
                  <a:pt x="1880310" y="93850"/>
                </a:lnTo>
                <a:lnTo>
                  <a:pt x="1879952" y="93625"/>
                </a:lnTo>
                <a:lnTo>
                  <a:pt x="1879608" y="93398"/>
                </a:lnTo>
                <a:lnTo>
                  <a:pt x="1879277" y="93170"/>
                </a:lnTo>
                <a:lnTo>
                  <a:pt x="1878961" y="92941"/>
                </a:lnTo>
                <a:lnTo>
                  <a:pt x="1878660" y="92711"/>
                </a:lnTo>
                <a:lnTo>
                  <a:pt x="1878372" y="92479"/>
                </a:lnTo>
                <a:lnTo>
                  <a:pt x="1878097" y="92244"/>
                </a:lnTo>
                <a:lnTo>
                  <a:pt x="1877833" y="92006"/>
                </a:lnTo>
                <a:lnTo>
                  <a:pt x="1877582" y="91765"/>
                </a:lnTo>
                <a:lnTo>
                  <a:pt x="1877342" y="91522"/>
                </a:lnTo>
                <a:lnTo>
                  <a:pt x="1877113" y="91275"/>
                </a:lnTo>
                <a:lnTo>
                  <a:pt x="1876897" y="91025"/>
                </a:lnTo>
                <a:lnTo>
                  <a:pt x="1876692" y="90772"/>
                </a:lnTo>
                <a:lnTo>
                  <a:pt x="1876499" y="90516"/>
                </a:lnTo>
                <a:lnTo>
                  <a:pt x="1876318" y="90256"/>
                </a:lnTo>
                <a:lnTo>
                  <a:pt x="1876148" y="89994"/>
                </a:lnTo>
                <a:lnTo>
                  <a:pt x="1875990" y="89729"/>
                </a:lnTo>
                <a:lnTo>
                  <a:pt x="1875844" y="89461"/>
                </a:lnTo>
                <a:lnTo>
                  <a:pt x="1875709" y="89189"/>
                </a:lnTo>
                <a:lnTo>
                  <a:pt x="1875586" y="88915"/>
                </a:lnTo>
                <a:lnTo>
                  <a:pt x="1875475" y="88637"/>
                </a:lnTo>
                <a:lnTo>
                  <a:pt x="1875375" y="88357"/>
                </a:lnTo>
                <a:lnTo>
                  <a:pt x="1875288" y="88073"/>
                </a:lnTo>
                <a:lnTo>
                  <a:pt x="1875212" y="87787"/>
                </a:lnTo>
                <a:lnTo>
                  <a:pt x="1875147" y="87497"/>
                </a:lnTo>
                <a:lnTo>
                  <a:pt x="1875095" y="87204"/>
                </a:lnTo>
                <a:lnTo>
                  <a:pt x="1875054" y="86908"/>
                </a:lnTo>
                <a:lnTo>
                  <a:pt x="1875024" y="86610"/>
                </a:lnTo>
                <a:lnTo>
                  <a:pt x="1875007" y="86308"/>
                </a:lnTo>
                <a:lnTo>
                  <a:pt x="1875001" y="86003"/>
                </a:lnTo>
                <a:lnTo>
                  <a:pt x="1875010" y="85475"/>
                </a:lnTo>
                <a:lnTo>
                  <a:pt x="1875038" y="84960"/>
                </a:lnTo>
                <a:lnTo>
                  <a:pt x="1875084" y="84457"/>
                </a:lnTo>
                <a:lnTo>
                  <a:pt x="1875149" y="83967"/>
                </a:lnTo>
                <a:lnTo>
                  <a:pt x="1875232" y="83490"/>
                </a:lnTo>
                <a:lnTo>
                  <a:pt x="1875334" y="83025"/>
                </a:lnTo>
                <a:lnTo>
                  <a:pt x="1875454" y="82573"/>
                </a:lnTo>
                <a:lnTo>
                  <a:pt x="1875593" y="82133"/>
                </a:lnTo>
                <a:lnTo>
                  <a:pt x="1875750" y="81706"/>
                </a:lnTo>
                <a:lnTo>
                  <a:pt x="1875926" y="81291"/>
                </a:lnTo>
                <a:lnTo>
                  <a:pt x="1876120" y="80889"/>
                </a:lnTo>
                <a:lnTo>
                  <a:pt x="1876332" y="80500"/>
                </a:lnTo>
                <a:lnTo>
                  <a:pt x="1876564" y="80123"/>
                </a:lnTo>
                <a:lnTo>
                  <a:pt x="1876813" y="79759"/>
                </a:lnTo>
                <a:lnTo>
                  <a:pt x="1877081" y="79407"/>
                </a:lnTo>
                <a:lnTo>
                  <a:pt x="1877368" y="79068"/>
                </a:lnTo>
                <a:lnTo>
                  <a:pt x="1877673" y="78742"/>
                </a:lnTo>
                <a:lnTo>
                  <a:pt x="1877997" y="78428"/>
                </a:lnTo>
                <a:lnTo>
                  <a:pt x="1878339" y="78127"/>
                </a:lnTo>
                <a:lnTo>
                  <a:pt x="1878699" y="77838"/>
                </a:lnTo>
                <a:lnTo>
                  <a:pt x="1879078" y="77562"/>
                </a:lnTo>
                <a:lnTo>
                  <a:pt x="1879476" y="77298"/>
                </a:lnTo>
                <a:lnTo>
                  <a:pt x="1879892" y="77048"/>
                </a:lnTo>
                <a:lnTo>
                  <a:pt x="1880327" y="76809"/>
                </a:lnTo>
                <a:lnTo>
                  <a:pt x="1880777" y="76582"/>
                </a:lnTo>
                <a:lnTo>
                  <a:pt x="1881242" y="76364"/>
                </a:lnTo>
                <a:lnTo>
                  <a:pt x="1881720" y="76155"/>
                </a:lnTo>
                <a:lnTo>
                  <a:pt x="1882212" y="75957"/>
                </a:lnTo>
                <a:lnTo>
                  <a:pt x="1882718" y="75768"/>
                </a:lnTo>
                <a:lnTo>
                  <a:pt x="1883238" y="75589"/>
                </a:lnTo>
                <a:lnTo>
                  <a:pt x="1883772" y="75419"/>
                </a:lnTo>
                <a:lnTo>
                  <a:pt x="1884319" y="75260"/>
                </a:lnTo>
                <a:lnTo>
                  <a:pt x="1884880" y="75109"/>
                </a:lnTo>
                <a:lnTo>
                  <a:pt x="1885455" y="74969"/>
                </a:lnTo>
                <a:lnTo>
                  <a:pt x="1886044" y="74838"/>
                </a:lnTo>
                <a:lnTo>
                  <a:pt x="1886647" y="74717"/>
                </a:lnTo>
                <a:lnTo>
                  <a:pt x="1887263" y="74606"/>
                </a:lnTo>
                <a:lnTo>
                  <a:pt x="1887893" y="74504"/>
                </a:lnTo>
                <a:lnTo>
                  <a:pt x="1888537" y="74412"/>
                </a:lnTo>
                <a:lnTo>
                  <a:pt x="1889195" y="74330"/>
                </a:lnTo>
                <a:lnTo>
                  <a:pt x="1889867" y="74257"/>
                </a:lnTo>
                <a:lnTo>
                  <a:pt x="1890552" y="74194"/>
                </a:lnTo>
                <a:lnTo>
                  <a:pt x="1891252" y="74141"/>
                </a:lnTo>
                <a:lnTo>
                  <a:pt x="1891965" y="74097"/>
                </a:lnTo>
                <a:lnTo>
                  <a:pt x="1892692" y="74063"/>
                </a:lnTo>
                <a:lnTo>
                  <a:pt x="1893432" y="74039"/>
                </a:lnTo>
                <a:lnTo>
                  <a:pt x="1894187" y="74025"/>
                </a:lnTo>
                <a:lnTo>
                  <a:pt x="1894955" y="74020"/>
                </a:lnTo>
                <a:lnTo>
                  <a:pt x="1895671" y="74027"/>
                </a:lnTo>
                <a:lnTo>
                  <a:pt x="1896378" y="74048"/>
                </a:lnTo>
                <a:lnTo>
                  <a:pt x="1897078" y="74083"/>
                </a:lnTo>
                <a:lnTo>
                  <a:pt x="1897770" y="74131"/>
                </a:lnTo>
                <a:lnTo>
                  <a:pt x="1898454" y="74194"/>
                </a:lnTo>
                <a:lnTo>
                  <a:pt x="1899131" y="74271"/>
                </a:lnTo>
                <a:lnTo>
                  <a:pt x="1899800" y="74361"/>
                </a:lnTo>
                <a:lnTo>
                  <a:pt x="1900461" y="74466"/>
                </a:lnTo>
                <a:lnTo>
                  <a:pt x="1901114" y="74584"/>
                </a:lnTo>
                <a:lnTo>
                  <a:pt x="1901760" y="74716"/>
                </a:lnTo>
                <a:lnTo>
                  <a:pt x="1902398" y="74863"/>
                </a:lnTo>
                <a:lnTo>
                  <a:pt x="1903028" y="75023"/>
                </a:lnTo>
                <a:lnTo>
                  <a:pt x="1903651" y="75197"/>
                </a:lnTo>
                <a:lnTo>
                  <a:pt x="1904265" y="75385"/>
                </a:lnTo>
                <a:lnTo>
                  <a:pt x="1904872" y="75587"/>
                </a:lnTo>
                <a:lnTo>
                  <a:pt x="1905472" y="75803"/>
                </a:lnTo>
                <a:lnTo>
                  <a:pt x="1906063" y="76032"/>
                </a:lnTo>
                <a:lnTo>
                  <a:pt x="1906647" y="76276"/>
                </a:lnTo>
                <a:lnTo>
                  <a:pt x="1907223" y="76534"/>
                </a:lnTo>
                <a:lnTo>
                  <a:pt x="1907792" y="76805"/>
                </a:lnTo>
                <a:lnTo>
                  <a:pt x="1908353" y="77091"/>
                </a:lnTo>
                <a:lnTo>
                  <a:pt x="1908906" y="77390"/>
                </a:lnTo>
                <a:lnTo>
                  <a:pt x="1909451" y="77704"/>
                </a:lnTo>
                <a:lnTo>
                  <a:pt x="1909988" y="78031"/>
                </a:lnTo>
                <a:lnTo>
                  <a:pt x="1910511" y="78376"/>
                </a:lnTo>
                <a:lnTo>
                  <a:pt x="1911011" y="78743"/>
                </a:lnTo>
                <a:lnTo>
                  <a:pt x="1911489" y="79132"/>
                </a:lnTo>
                <a:lnTo>
                  <a:pt x="1911945" y="79543"/>
                </a:lnTo>
                <a:lnTo>
                  <a:pt x="1912379" y="79977"/>
                </a:lnTo>
                <a:lnTo>
                  <a:pt x="1912790" y="80432"/>
                </a:lnTo>
                <a:lnTo>
                  <a:pt x="1913180" y="80910"/>
                </a:lnTo>
                <a:lnTo>
                  <a:pt x="1913546" y="81409"/>
                </a:lnTo>
                <a:lnTo>
                  <a:pt x="1913891" y="81931"/>
                </a:lnTo>
                <a:lnTo>
                  <a:pt x="1914214" y="82475"/>
                </a:lnTo>
                <a:lnTo>
                  <a:pt x="1914514" y="83040"/>
                </a:lnTo>
                <a:lnTo>
                  <a:pt x="1914792" y="83628"/>
                </a:lnTo>
                <a:lnTo>
                  <a:pt x="1915047" y="84238"/>
                </a:lnTo>
                <a:lnTo>
                  <a:pt x="1915281" y="84871"/>
                </a:lnTo>
                <a:lnTo>
                  <a:pt x="1915492" y="85525"/>
                </a:lnTo>
                <a:lnTo>
                  <a:pt x="1915681" y="86201"/>
                </a:lnTo>
                <a:lnTo>
                  <a:pt x="1915848" y="86900"/>
                </a:lnTo>
                <a:lnTo>
                  <a:pt x="1915992" y="87620"/>
                </a:lnTo>
                <a:lnTo>
                  <a:pt x="1916115" y="88363"/>
                </a:lnTo>
                <a:lnTo>
                  <a:pt x="1916215" y="89127"/>
                </a:lnTo>
                <a:lnTo>
                  <a:pt x="1916293" y="89914"/>
                </a:lnTo>
                <a:lnTo>
                  <a:pt x="1916348" y="90723"/>
                </a:lnTo>
                <a:lnTo>
                  <a:pt x="1916382" y="91554"/>
                </a:lnTo>
                <a:lnTo>
                  <a:pt x="1916393" y="92407"/>
                </a:lnTo>
                <a:lnTo>
                  <a:pt x="1949560" y="92407"/>
                </a:lnTo>
                <a:lnTo>
                  <a:pt x="1949552" y="91392"/>
                </a:lnTo>
                <a:lnTo>
                  <a:pt x="1949527" y="90391"/>
                </a:lnTo>
                <a:lnTo>
                  <a:pt x="1949486" y="89404"/>
                </a:lnTo>
                <a:lnTo>
                  <a:pt x="1949429" y="88432"/>
                </a:lnTo>
                <a:lnTo>
                  <a:pt x="1949355" y="87474"/>
                </a:lnTo>
                <a:lnTo>
                  <a:pt x="1949265" y="86530"/>
                </a:lnTo>
                <a:lnTo>
                  <a:pt x="1949159" y="85600"/>
                </a:lnTo>
                <a:lnTo>
                  <a:pt x="1949036" y="84684"/>
                </a:lnTo>
                <a:lnTo>
                  <a:pt x="1948897" y="83783"/>
                </a:lnTo>
                <a:lnTo>
                  <a:pt x="1948741" y="82896"/>
                </a:lnTo>
                <a:lnTo>
                  <a:pt x="1948569" y="82022"/>
                </a:lnTo>
                <a:lnTo>
                  <a:pt x="1948380" y="81164"/>
                </a:lnTo>
                <a:lnTo>
                  <a:pt x="1948176" y="80319"/>
                </a:lnTo>
                <a:lnTo>
                  <a:pt x="1947954" y="79488"/>
                </a:lnTo>
                <a:lnTo>
                  <a:pt x="1947717" y="78672"/>
                </a:lnTo>
                <a:lnTo>
                  <a:pt x="1947463" y="77870"/>
                </a:lnTo>
                <a:lnTo>
                  <a:pt x="1947192" y="77082"/>
                </a:lnTo>
                <a:lnTo>
                  <a:pt x="1946906" y="76308"/>
                </a:lnTo>
                <a:lnTo>
                  <a:pt x="1946603" y="75549"/>
                </a:lnTo>
                <a:lnTo>
                  <a:pt x="1946283" y="74803"/>
                </a:lnTo>
                <a:lnTo>
                  <a:pt x="1945947" y="74072"/>
                </a:lnTo>
                <a:lnTo>
                  <a:pt x="1945595" y="73355"/>
                </a:lnTo>
                <a:lnTo>
                  <a:pt x="1945226" y="72652"/>
                </a:lnTo>
                <a:lnTo>
                  <a:pt x="1944841" y="71964"/>
                </a:lnTo>
                <a:lnTo>
                  <a:pt x="1944443" y="71288"/>
                </a:lnTo>
                <a:lnTo>
                  <a:pt x="1944033" y="70624"/>
                </a:lnTo>
                <a:lnTo>
                  <a:pt x="1943613" y="69971"/>
                </a:lnTo>
                <a:lnTo>
                  <a:pt x="1943182" y="69331"/>
                </a:lnTo>
                <a:lnTo>
                  <a:pt x="1942740" y="68701"/>
                </a:lnTo>
                <a:lnTo>
                  <a:pt x="1942288" y="68084"/>
                </a:lnTo>
                <a:lnTo>
                  <a:pt x="1941825" y="67477"/>
                </a:lnTo>
                <a:lnTo>
                  <a:pt x="1941351" y="66883"/>
                </a:lnTo>
                <a:lnTo>
                  <a:pt x="1940866" y="66300"/>
                </a:lnTo>
                <a:lnTo>
                  <a:pt x="1940370" y="65729"/>
                </a:lnTo>
                <a:lnTo>
                  <a:pt x="1939864" y="65169"/>
                </a:lnTo>
                <a:lnTo>
                  <a:pt x="1939347" y="64621"/>
                </a:lnTo>
                <a:lnTo>
                  <a:pt x="1938819" y="64085"/>
                </a:lnTo>
                <a:lnTo>
                  <a:pt x="1938281" y="63560"/>
                </a:lnTo>
                <a:lnTo>
                  <a:pt x="1937731" y="63046"/>
                </a:lnTo>
                <a:lnTo>
                  <a:pt x="1937171" y="62545"/>
                </a:lnTo>
                <a:lnTo>
                  <a:pt x="1936600" y="62055"/>
                </a:lnTo>
                <a:lnTo>
                  <a:pt x="1936018" y="61576"/>
                </a:lnTo>
                <a:lnTo>
                  <a:pt x="1935426" y="61109"/>
                </a:lnTo>
                <a:lnTo>
                  <a:pt x="1934823" y="60654"/>
                </a:lnTo>
                <a:lnTo>
                  <a:pt x="1934209" y="60210"/>
                </a:lnTo>
                <a:lnTo>
                  <a:pt x="1933584" y="59778"/>
                </a:lnTo>
                <a:lnTo>
                  <a:pt x="1932949" y="59358"/>
                </a:lnTo>
                <a:lnTo>
                  <a:pt x="1932302" y="58949"/>
                </a:lnTo>
                <a:lnTo>
                  <a:pt x="1931647" y="58550"/>
                </a:lnTo>
                <a:lnTo>
                  <a:pt x="1930986" y="58161"/>
                </a:lnTo>
                <a:lnTo>
                  <a:pt x="1930318" y="57782"/>
                </a:lnTo>
                <a:lnTo>
                  <a:pt x="1929643" y="57413"/>
                </a:lnTo>
                <a:lnTo>
                  <a:pt x="1928962" y="57053"/>
                </a:lnTo>
                <a:lnTo>
                  <a:pt x="1928274" y="56703"/>
                </a:lnTo>
                <a:lnTo>
                  <a:pt x="1927580" y="56363"/>
                </a:lnTo>
                <a:lnTo>
                  <a:pt x="1926879" y="56032"/>
                </a:lnTo>
                <a:lnTo>
                  <a:pt x="1926172" y="55711"/>
                </a:lnTo>
                <a:lnTo>
                  <a:pt x="1925458" y="55400"/>
                </a:lnTo>
                <a:lnTo>
                  <a:pt x="1924738" y="55099"/>
                </a:lnTo>
                <a:lnTo>
                  <a:pt x="1924010" y="54807"/>
                </a:lnTo>
                <a:lnTo>
                  <a:pt x="1923277" y="54525"/>
                </a:lnTo>
                <a:lnTo>
                  <a:pt x="1922537" y="54253"/>
                </a:lnTo>
                <a:lnTo>
                  <a:pt x="1921790" y="53990"/>
                </a:lnTo>
                <a:lnTo>
                  <a:pt x="1921037" y="53737"/>
                </a:lnTo>
                <a:lnTo>
                  <a:pt x="1920277" y="53494"/>
                </a:lnTo>
                <a:lnTo>
                  <a:pt x="1919511" y="53261"/>
                </a:lnTo>
                <a:lnTo>
                  <a:pt x="1918738" y="53037"/>
                </a:lnTo>
                <a:lnTo>
                  <a:pt x="1917958" y="52823"/>
                </a:lnTo>
                <a:lnTo>
                  <a:pt x="1917172" y="52619"/>
                </a:lnTo>
                <a:lnTo>
                  <a:pt x="1916380" y="52424"/>
                </a:lnTo>
                <a:lnTo>
                  <a:pt x="1915581" y="52239"/>
                </a:lnTo>
                <a:lnTo>
                  <a:pt x="1914775" y="52064"/>
                </a:lnTo>
                <a:lnTo>
                  <a:pt x="1913965" y="51897"/>
                </a:lnTo>
                <a:lnTo>
                  <a:pt x="1913154" y="51738"/>
                </a:lnTo>
                <a:lnTo>
                  <a:pt x="1912342" y="51585"/>
                </a:lnTo>
                <a:lnTo>
                  <a:pt x="1911528" y="51440"/>
                </a:lnTo>
                <a:lnTo>
                  <a:pt x="1910712" y="51301"/>
                </a:lnTo>
                <a:lnTo>
                  <a:pt x="1909896" y="51170"/>
                </a:lnTo>
                <a:lnTo>
                  <a:pt x="1909078" y="51046"/>
                </a:lnTo>
                <a:lnTo>
                  <a:pt x="1908258" y="50929"/>
                </a:lnTo>
                <a:lnTo>
                  <a:pt x="1907437" y="50819"/>
                </a:lnTo>
                <a:lnTo>
                  <a:pt x="1906615" y="50716"/>
                </a:lnTo>
                <a:lnTo>
                  <a:pt x="1905791" y="50620"/>
                </a:lnTo>
                <a:lnTo>
                  <a:pt x="1904966" y="50532"/>
                </a:lnTo>
                <a:lnTo>
                  <a:pt x="1904140" y="50450"/>
                </a:lnTo>
                <a:lnTo>
                  <a:pt x="1903312" y="50375"/>
                </a:lnTo>
                <a:lnTo>
                  <a:pt x="1902482" y="50308"/>
                </a:lnTo>
                <a:lnTo>
                  <a:pt x="1901652" y="50248"/>
                </a:lnTo>
                <a:lnTo>
                  <a:pt x="1900820" y="50195"/>
                </a:lnTo>
                <a:lnTo>
                  <a:pt x="1899986" y="50148"/>
                </a:lnTo>
                <a:lnTo>
                  <a:pt x="1899151" y="50109"/>
                </a:lnTo>
                <a:lnTo>
                  <a:pt x="1898315" y="50077"/>
                </a:lnTo>
                <a:lnTo>
                  <a:pt x="1897477" y="50053"/>
                </a:lnTo>
                <a:lnTo>
                  <a:pt x="1896638" y="50035"/>
                </a:lnTo>
                <a:lnTo>
                  <a:pt x="1895797" y="50024"/>
                </a:lnTo>
                <a:lnTo>
                  <a:pt x="1894955" y="50021"/>
                </a:lnTo>
                <a:lnTo>
                  <a:pt x="1894091" y="50024"/>
                </a:lnTo>
                <a:lnTo>
                  <a:pt x="1893228" y="50035"/>
                </a:lnTo>
                <a:lnTo>
                  <a:pt x="1892367" y="50053"/>
                </a:lnTo>
                <a:lnTo>
                  <a:pt x="1891508" y="50078"/>
                </a:lnTo>
                <a:lnTo>
                  <a:pt x="1890650" y="50110"/>
                </a:lnTo>
                <a:lnTo>
                  <a:pt x="1889794" y="50149"/>
                </a:lnTo>
                <a:lnTo>
                  <a:pt x="1888939" y="50195"/>
                </a:lnTo>
                <a:lnTo>
                  <a:pt x="1888087" y="50248"/>
                </a:lnTo>
                <a:lnTo>
                  <a:pt x="1887235" y="50309"/>
                </a:lnTo>
                <a:lnTo>
                  <a:pt x="1886386" y="50376"/>
                </a:lnTo>
                <a:lnTo>
                  <a:pt x="1885538" y="50451"/>
                </a:lnTo>
                <a:lnTo>
                  <a:pt x="1884692" y="50533"/>
                </a:lnTo>
                <a:lnTo>
                  <a:pt x="1883847" y="50622"/>
                </a:lnTo>
                <a:lnTo>
                  <a:pt x="1883004" y="50718"/>
                </a:lnTo>
                <a:lnTo>
                  <a:pt x="1882163" y="50821"/>
                </a:lnTo>
                <a:lnTo>
                  <a:pt x="1881323" y="50931"/>
                </a:lnTo>
                <a:lnTo>
                  <a:pt x="1880485" y="51048"/>
                </a:lnTo>
                <a:lnTo>
                  <a:pt x="1879648" y="51173"/>
                </a:lnTo>
                <a:lnTo>
                  <a:pt x="1878813" y="51304"/>
                </a:lnTo>
                <a:lnTo>
                  <a:pt x="1877980" y="51443"/>
                </a:lnTo>
                <a:lnTo>
                  <a:pt x="1877149" y="51588"/>
                </a:lnTo>
                <a:lnTo>
                  <a:pt x="1876319" y="51741"/>
                </a:lnTo>
                <a:lnTo>
                  <a:pt x="1875491" y="51901"/>
                </a:lnTo>
                <a:lnTo>
                  <a:pt x="1874664" y="52068"/>
                </a:lnTo>
                <a:lnTo>
                  <a:pt x="1873842" y="52243"/>
                </a:lnTo>
                <a:lnTo>
                  <a:pt x="1873026" y="52426"/>
                </a:lnTo>
                <a:lnTo>
                  <a:pt x="1872218" y="52617"/>
                </a:lnTo>
                <a:lnTo>
                  <a:pt x="1871417" y="52816"/>
                </a:lnTo>
                <a:lnTo>
                  <a:pt x="1870623" y="53023"/>
                </a:lnTo>
                <a:lnTo>
                  <a:pt x="1869835" y="53239"/>
                </a:lnTo>
                <a:lnTo>
                  <a:pt x="1869055" y="53463"/>
                </a:lnTo>
                <a:lnTo>
                  <a:pt x="1868282" y="53696"/>
                </a:lnTo>
                <a:lnTo>
                  <a:pt x="1867516" y="53936"/>
                </a:lnTo>
                <a:lnTo>
                  <a:pt x="1866757" y="54185"/>
                </a:lnTo>
                <a:lnTo>
                  <a:pt x="1866005" y="54443"/>
                </a:lnTo>
                <a:lnTo>
                  <a:pt x="1865260" y="54708"/>
                </a:lnTo>
                <a:lnTo>
                  <a:pt x="1864522" y="54982"/>
                </a:lnTo>
                <a:lnTo>
                  <a:pt x="1863791" y="55264"/>
                </a:lnTo>
                <a:lnTo>
                  <a:pt x="1863067" y="55554"/>
                </a:lnTo>
                <a:lnTo>
                  <a:pt x="1862350" y="55853"/>
                </a:lnTo>
                <a:lnTo>
                  <a:pt x="1861640" y="56160"/>
                </a:lnTo>
                <a:lnTo>
                  <a:pt x="1860937" y="56475"/>
                </a:lnTo>
                <a:lnTo>
                  <a:pt x="1860241" y="56799"/>
                </a:lnTo>
                <a:lnTo>
                  <a:pt x="1859552" y="57130"/>
                </a:lnTo>
                <a:lnTo>
                  <a:pt x="1858870" y="57470"/>
                </a:lnTo>
                <a:lnTo>
                  <a:pt x="1858195" y="57819"/>
                </a:lnTo>
                <a:lnTo>
                  <a:pt x="1857528" y="58175"/>
                </a:lnTo>
                <a:lnTo>
                  <a:pt x="1856867" y="58540"/>
                </a:lnTo>
                <a:lnTo>
                  <a:pt x="1856215" y="58914"/>
                </a:lnTo>
                <a:lnTo>
                  <a:pt x="1855574" y="59298"/>
                </a:lnTo>
                <a:lnTo>
                  <a:pt x="1854944" y="59691"/>
                </a:lnTo>
                <a:lnTo>
                  <a:pt x="1854326" y="60094"/>
                </a:lnTo>
                <a:lnTo>
                  <a:pt x="1853718" y="60507"/>
                </a:lnTo>
                <a:lnTo>
                  <a:pt x="1853121" y="60929"/>
                </a:lnTo>
                <a:lnTo>
                  <a:pt x="1852535" y="61361"/>
                </a:lnTo>
                <a:lnTo>
                  <a:pt x="1851961" y="61803"/>
                </a:lnTo>
                <a:lnTo>
                  <a:pt x="1851397" y="62255"/>
                </a:lnTo>
                <a:lnTo>
                  <a:pt x="1850844" y="62716"/>
                </a:lnTo>
                <a:lnTo>
                  <a:pt x="1850302" y="63187"/>
                </a:lnTo>
                <a:lnTo>
                  <a:pt x="1849771" y="63668"/>
                </a:lnTo>
                <a:lnTo>
                  <a:pt x="1849252" y="64158"/>
                </a:lnTo>
                <a:lnTo>
                  <a:pt x="1848743" y="64658"/>
                </a:lnTo>
                <a:lnTo>
                  <a:pt x="1848245" y="65168"/>
                </a:lnTo>
                <a:lnTo>
                  <a:pt x="1847758" y="65688"/>
                </a:lnTo>
                <a:lnTo>
                  <a:pt x="1847283" y="66217"/>
                </a:lnTo>
                <a:lnTo>
                  <a:pt x="1846818" y="66756"/>
                </a:lnTo>
                <a:lnTo>
                  <a:pt x="1846364" y="67305"/>
                </a:lnTo>
                <a:lnTo>
                  <a:pt x="1845921" y="67863"/>
                </a:lnTo>
                <a:lnTo>
                  <a:pt x="1845490" y="68431"/>
                </a:lnTo>
                <a:lnTo>
                  <a:pt x="1845069" y="69009"/>
                </a:lnTo>
                <a:lnTo>
                  <a:pt x="1844659" y="69597"/>
                </a:lnTo>
                <a:lnTo>
                  <a:pt x="1844260" y="70194"/>
                </a:lnTo>
                <a:lnTo>
                  <a:pt x="1843875" y="70801"/>
                </a:lnTo>
                <a:lnTo>
                  <a:pt x="1843507" y="71420"/>
                </a:lnTo>
                <a:lnTo>
                  <a:pt x="1843154" y="72049"/>
                </a:lnTo>
                <a:lnTo>
                  <a:pt x="1842819" y="72689"/>
                </a:lnTo>
                <a:lnTo>
                  <a:pt x="1842499" y="73339"/>
                </a:lnTo>
                <a:lnTo>
                  <a:pt x="1842196" y="74001"/>
                </a:lnTo>
                <a:lnTo>
                  <a:pt x="1841909" y="74674"/>
                </a:lnTo>
                <a:lnTo>
                  <a:pt x="1841639" y="75357"/>
                </a:lnTo>
                <a:lnTo>
                  <a:pt x="1841385" y="76052"/>
                </a:lnTo>
                <a:lnTo>
                  <a:pt x="1841147" y="76757"/>
                </a:lnTo>
                <a:lnTo>
                  <a:pt x="1840926" y="77473"/>
                </a:lnTo>
                <a:lnTo>
                  <a:pt x="1840721" y="78201"/>
                </a:lnTo>
                <a:lnTo>
                  <a:pt x="1840533" y="78939"/>
                </a:lnTo>
                <a:lnTo>
                  <a:pt x="1840361" y="79688"/>
                </a:lnTo>
                <a:lnTo>
                  <a:pt x="1840205" y="80447"/>
                </a:lnTo>
                <a:lnTo>
                  <a:pt x="1840066" y="81218"/>
                </a:lnTo>
                <a:lnTo>
                  <a:pt x="1839943" y="82000"/>
                </a:lnTo>
                <a:lnTo>
                  <a:pt x="1839836" y="82792"/>
                </a:lnTo>
                <a:lnTo>
                  <a:pt x="1839746" y="83596"/>
                </a:lnTo>
                <a:lnTo>
                  <a:pt x="1839673" y="84410"/>
                </a:lnTo>
                <a:lnTo>
                  <a:pt x="1839615" y="85235"/>
                </a:lnTo>
                <a:lnTo>
                  <a:pt x="1839574" y="86071"/>
                </a:lnTo>
                <a:lnTo>
                  <a:pt x="1839550" y="86919"/>
                </a:lnTo>
                <a:lnTo>
                  <a:pt x="1839542" y="87776"/>
                </a:lnTo>
                <a:lnTo>
                  <a:pt x="1839552" y="88869"/>
                </a:lnTo>
                <a:lnTo>
                  <a:pt x="1839585" y="89945"/>
                </a:lnTo>
                <a:lnTo>
                  <a:pt x="1839638" y="91002"/>
                </a:lnTo>
                <a:lnTo>
                  <a:pt x="1839714" y="92042"/>
                </a:lnTo>
                <a:lnTo>
                  <a:pt x="1839811" y="93064"/>
                </a:lnTo>
                <a:lnTo>
                  <a:pt x="1839929" y="94068"/>
                </a:lnTo>
                <a:lnTo>
                  <a:pt x="1840069" y="95054"/>
                </a:lnTo>
                <a:lnTo>
                  <a:pt x="1840231" y="96023"/>
                </a:lnTo>
                <a:lnTo>
                  <a:pt x="1840414" y="96974"/>
                </a:lnTo>
                <a:lnTo>
                  <a:pt x="1840618" y="97907"/>
                </a:lnTo>
                <a:lnTo>
                  <a:pt x="1840844" y="98822"/>
                </a:lnTo>
                <a:lnTo>
                  <a:pt x="1841092" y="99720"/>
                </a:lnTo>
                <a:lnTo>
                  <a:pt x="1841361" y="100600"/>
                </a:lnTo>
                <a:lnTo>
                  <a:pt x="1841652" y="101462"/>
                </a:lnTo>
                <a:lnTo>
                  <a:pt x="1841964" y="102307"/>
                </a:lnTo>
                <a:lnTo>
                  <a:pt x="1842298" y="103134"/>
                </a:lnTo>
                <a:lnTo>
                  <a:pt x="1842653" y="103943"/>
                </a:lnTo>
                <a:lnTo>
                  <a:pt x="1843030" y="104734"/>
                </a:lnTo>
                <a:lnTo>
                  <a:pt x="1843429" y="105507"/>
                </a:lnTo>
                <a:lnTo>
                  <a:pt x="1843848" y="106263"/>
                </a:lnTo>
                <a:lnTo>
                  <a:pt x="1844290" y="107001"/>
                </a:lnTo>
                <a:lnTo>
                  <a:pt x="1844753" y="107721"/>
                </a:lnTo>
                <a:lnTo>
                  <a:pt x="1845237" y="108424"/>
                </a:lnTo>
                <a:lnTo>
                  <a:pt x="1845744" y="109109"/>
                </a:lnTo>
                <a:lnTo>
                  <a:pt x="1846269" y="109778"/>
                </a:lnTo>
                <a:lnTo>
                  <a:pt x="1846810" y="110437"/>
                </a:lnTo>
                <a:lnTo>
                  <a:pt x="1847369" y="111084"/>
                </a:lnTo>
                <a:lnTo>
                  <a:pt x="1847944" y="111720"/>
                </a:lnTo>
                <a:lnTo>
                  <a:pt x="1848535" y="112344"/>
                </a:lnTo>
                <a:lnTo>
                  <a:pt x="1849144" y="112957"/>
                </a:lnTo>
                <a:lnTo>
                  <a:pt x="1849769" y="113559"/>
                </a:lnTo>
                <a:lnTo>
                  <a:pt x="1850410" y="114150"/>
                </a:lnTo>
                <a:lnTo>
                  <a:pt x="1851068" y="114729"/>
                </a:lnTo>
                <a:lnTo>
                  <a:pt x="1851743" y="115296"/>
                </a:lnTo>
                <a:lnTo>
                  <a:pt x="1852434" y="115853"/>
                </a:lnTo>
                <a:lnTo>
                  <a:pt x="1853142" y="116398"/>
                </a:lnTo>
                <a:lnTo>
                  <a:pt x="1853867" y="116931"/>
                </a:lnTo>
                <a:lnTo>
                  <a:pt x="1854608" y="117454"/>
                </a:lnTo>
                <a:lnTo>
                  <a:pt x="1855366" y="117964"/>
                </a:lnTo>
                <a:lnTo>
                  <a:pt x="1856140" y="118464"/>
                </a:lnTo>
                <a:lnTo>
                  <a:pt x="1856931" y="118952"/>
                </a:lnTo>
                <a:lnTo>
                  <a:pt x="1857739" y="119429"/>
                </a:lnTo>
                <a:lnTo>
                  <a:pt x="1858563" y="119895"/>
                </a:lnTo>
                <a:lnTo>
                  <a:pt x="1859404" y="120349"/>
                </a:lnTo>
                <a:lnTo>
                  <a:pt x="1860262" y="120792"/>
                </a:lnTo>
                <a:lnTo>
                  <a:pt x="1861136" y="121223"/>
                </a:lnTo>
                <a:lnTo>
                  <a:pt x="1862027" y="121643"/>
                </a:lnTo>
                <a:lnTo>
                  <a:pt x="1862934" y="122052"/>
                </a:lnTo>
                <a:lnTo>
                  <a:pt x="1863855" y="122453"/>
                </a:lnTo>
                <a:lnTo>
                  <a:pt x="1864786" y="122848"/>
                </a:lnTo>
                <a:lnTo>
                  <a:pt x="1865728" y="123239"/>
                </a:lnTo>
                <a:lnTo>
                  <a:pt x="1866681" y="123625"/>
                </a:lnTo>
                <a:lnTo>
                  <a:pt x="1867644" y="124005"/>
                </a:lnTo>
                <a:lnTo>
                  <a:pt x="1868618" y="124381"/>
                </a:lnTo>
                <a:lnTo>
                  <a:pt x="1869602" y="124752"/>
                </a:lnTo>
                <a:lnTo>
                  <a:pt x="1870597" y="125118"/>
                </a:lnTo>
                <a:lnTo>
                  <a:pt x="1871602" y="125479"/>
                </a:lnTo>
                <a:lnTo>
                  <a:pt x="1872618" y="125835"/>
                </a:lnTo>
                <a:lnTo>
                  <a:pt x="1873644" y="126186"/>
                </a:lnTo>
                <a:lnTo>
                  <a:pt x="1874681" y="126532"/>
                </a:lnTo>
                <a:lnTo>
                  <a:pt x="1875728" y="126873"/>
                </a:lnTo>
                <a:lnTo>
                  <a:pt x="1876786" y="127209"/>
                </a:lnTo>
                <a:lnTo>
                  <a:pt x="1877854" y="127540"/>
                </a:lnTo>
                <a:lnTo>
                  <a:pt x="1878933" y="127866"/>
                </a:lnTo>
                <a:lnTo>
                  <a:pt x="1880023" y="128188"/>
                </a:lnTo>
                <a:lnTo>
                  <a:pt x="1881123" y="128504"/>
                </a:lnTo>
                <a:lnTo>
                  <a:pt x="1882233" y="128815"/>
                </a:lnTo>
                <a:lnTo>
                  <a:pt x="1883355" y="129122"/>
                </a:lnTo>
                <a:lnTo>
                  <a:pt x="1884486" y="129423"/>
                </a:lnTo>
                <a:lnTo>
                  <a:pt x="1885628" y="129719"/>
                </a:lnTo>
                <a:lnTo>
                  <a:pt x="1886781" y="130011"/>
                </a:lnTo>
                <a:lnTo>
                  <a:pt x="1887944" y="130297"/>
                </a:lnTo>
                <a:lnTo>
                  <a:pt x="1889320" y="130615"/>
                </a:lnTo>
                <a:lnTo>
                  <a:pt x="1890661" y="130933"/>
                </a:lnTo>
                <a:lnTo>
                  <a:pt x="1891967" y="131250"/>
                </a:lnTo>
                <a:lnTo>
                  <a:pt x="1893238" y="131566"/>
                </a:lnTo>
                <a:lnTo>
                  <a:pt x="1894474" y="131882"/>
                </a:lnTo>
                <a:lnTo>
                  <a:pt x="1895676" y="132198"/>
                </a:lnTo>
                <a:lnTo>
                  <a:pt x="1896842" y="132513"/>
                </a:lnTo>
                <a:lnTo>
                  <a:pt x="1897974" y="132827"/>
                </a:lnTo>
                <a:lnTo>
                  <a:pt x="1899071" y="133141"/>
                </a:lnTo>
                <a:lnTo>
                  <a:pt x="1900133" y="133455"/>
                </a:lnTo>
                <a:lnTo>
                  <a:pt x="1901160" y="133768"/>
                </a:lnTo>
                <a:lnTo>
                  <a:pt x="1902152" y="134081"/>
                </a:lnTo>
                <a:lnTo>
                  <a:pt x="1903109" y="134393"/>
                </a:lnTo>
                <a:lnTo>
                  <a:pt x="1904031" y="134705"/>
                </a:lnTo>
                <a:lnTo>
                  <a:pt x="1904919" y="135016"/>
                </a:lnTo>
                <a:lnTo>
                  <a:pt x="1905771" y="135327"/>
                </a:lnTo>
                <a:lnTo>
                  <a:pt x="1906589" y="135638"/>
                </a:lnTo>
                <a:lnTo>
                  <a:pt x="1907372" y="135948"/>
                </a:lnTo>
                <a:lnTo>
                  <a:pt x="1908120" y="136257"/>
                </a:lnTo>
                <a:lnTo>
                  <a:pt x="1908833" y="136566"/>
                </a:lnTo>
                <a:lnTo>
                  <a:pt x="1909511" y="136874"/>
                </a:lnTo>
                <a:lnTo>
                  <a:pt x="1910155" y="137182"/>
                </a:lnTo>
                <a:lnTo>
                  <a:pt x="1910763" y="137490"/>
                </a:lnTo>
                <a:lnTo>
                  <a:pt x="1911337" y="137797"/>
                </a:lnTo>
                <a:lnTo>
                  <a:pt x="1911881" y="138110"/>
                </a:lnTo>
                <a:lnTo>
                  <a:pt x="1912403" y="138437"/>
                </a:lnTo>
                <a:lnTo>
                  <a:pt x="1912901" y="138776"/>
                </a:lnTo>
                <a:lnTo>
                  <a:pt x="1913376" y="139129"/>
                </a:lnTo>
                <a:lnTo>
                  <a:pt x="1913828" y="139495"/>
                </a:lnTo>
                <a:lnTo>
                  <a:pt x="1914257" y="139875"/>
                </a:lnTo>
                <a:lnTo>
                  <a:pt x="1914662" y="140268"/>
                </a:lnTo>
                <a:lnTo>
                  <a:pt x="1915044" y="140673"/>
                </a:lnTo>
                <a:lnTo>
                  <a:pt x="1915404" y="141093"/>
                </a:lnTo>
                <a:lnTo>
                  <a:pt x="1915740" y="141525"/>
                </a:lnTo>
                <a:lnTo>
                  <a:pt x="1916053" y="141971"/>
                </a:lnTo>
                <a:lnTo>
                  <a:pt x="1916342" y="142430"/>
                </a:lnTo>
                <a:lnTo>
                  <a:pt x="1916609" y="142902"/>
                </a:lnTo>
                <a:lnTo>
                  <a:pt x="1916852" y="143387"/>
                </a:lnTo>
                <a:lnTo>
                  <a:pt x="1917072" y="143886"/>
                </a:lnTo>
                <a:lnTo>
                  <a:pt x="1917269" y="144398"/>
                </a:lnTo>
                <a:lnTo>
                  <a:pt x="1917443" y="144923"/>
                </a:lnTo>
                <a:lnTo>
                  <a:pt x="1917594" y="145462"/>
                </a:lnTo>
                <a:lnTo>
                  <a:pt x="1917721" y="146013"/>
                </a:lnTo>
                <a:lnTo>
                  <a:pt x="1917825" y="146578"/>
                </a:lnTo>
                <a:lnTo>
                  <a:pt x="1917906" y="147157"/>
                </a:lnTo>
                <a:lnTo>
                  <a:pt x="1917964" y="147748"/>
                </a:lnTo>
                <a:lnTo>
                  <a:pt x="1917999" y="148353"/>
                </a:lnTo>
                <a:lnTo>
                  <a:pt x="1918011" y="148971"/>
                </a:lnTo>
                <a:lnTo>
                  <a:pt x="1918001" y="149633"/>
                </a:lnTo>
                <a:lnTo>
                  <a:pt x="1917971" y="150280"/>
                </a:lnTo>
                <a:lnTo>
                  <a:pt x="1917922" y="150910"/>
                </a:lnTo>
                <a:lnTo>
                  <a:pt x="1917853" y="151524"/>
                </a:lnTo>
                <a:lnTo>
                  <a:pt x="1917765" y="152122"/>
                </a:lnTo>
                <a:lnTo>
                  <a:pt x="1917657" y="152704"/>
                </a:lnTo>
                <a:lnTo>
                  <a:pt x="1917529" y="153270"/>
                </a:lnTo>
                <a:lnTo>
                  <a:pt x="1917381" y="153820"/>
                </a:lnTo>
                <a:lnTo>
                  <a:pt x="1917214" y="154353"/>
                </a:lnTo>
                <a:lnTo>
                  <a:pt x="1917028" y="154870"/>
                </a:lnTo>
                <a:lnTo>
                  <a:pt x="1916821" y="155372"/>
                </a:lnTo>
                <a:lnTo>
                  <a:pt x="1916595" y="155857"/>
                </a:lnTo>
                <a:lnTo>
                  <a:pt x="1916349" y="156325"/>
                </a:lnTo>
                <a:lnTo>
                  <a:pt x="1916084" y="156778"/>
                </a:lnTo>
                <a:lnTo>
                  <a:pt x="1915799" y="157215"/>
                </a:lnTo>
                <a:lnTo>
                  <a:pt x="1915494" y="157635"/>
                </a:lnTo>
                <a:lnTo>
                  <a:pt x="1915169" y="158040"/>
                </a:lnTo>
                <a:lnTo>
                  <a:pt x="1914825" y="158428"/>
                </a:lnTo>
                <a:lnTo>
                  <a:pt x="1914462" y="158800"/>
                </a:lnTo>
                <a:lnTo>
                  <a:pt x="1914078" y="159156"/>
                </a:lnTo>
                <a:lnTo>
                  <a:pt x="1913675" y="159496"/>
                </a:lnTo>
                <a:lnTo>
                  <a:pt x="1913252" y="159820"/>
                </a:lnTo>
                <a:lnTo>
                  <a:pt x="1912810" y="160127"/>
                </a:lnTo>
                <a:lnTo>
                  <a:pt x="1912348" y="160419"/>
                </a:lnTo>
                <a:lnTo>
                  <a:pt x="1911868" y="160696"/>
                </a:lnTo>
                <a:lnTo>
                  <a:pt x="1911372" y="160961"/>
                </a:lnTo>
                <a:lnTo>
                  <a:pt x="1910861" y="161214"/>
                </a:lnTo>
                <a:lnTo>
                  <a:pt x="1910333" y="161456"/>
                </a:lnTo>
                <a:lnTo>
                  <a:pt x="1909790" y="161686"/>
                </a:lnTo>
                <a:lnTo>
                  <a:pt x="1909230" y="161904"/>
                </a:lnTo>
                <a:lnTo>
                  <a:pt x="1908655" y="162111"/>
                </a:lnTo>
                <a:lnTo>
                  <a:pt x="1908063" y="162305"/>
                </a:lnTo>
                <a:lnTo>
                  <a:pt x="1907456" y="162488"/>
                </a:lnTo>
                <a:lnTo>
                  <a:pt x="1906833" y="162659"/>
                </a:lnTo>
                <a:lnTo>
                  <a:pt x="1906194" y="162818"/>
                </a:lnTo>
                <a:lnTo>
                  <a:pt x="1905539" y="162966"/>
                </a:lnTo>
                <a:lnTo>
                  <a:pt x="1904868" y="163101"/>
                </a:lnTo>
                <a:lnTo>
                  <a:pt x="1904182" y="163225"/>
                </a:lnTo>
                <a:lnTo>
                  <a:pt x="1903479" y="163337"/>
                </a:lnTo>
                <a:lnTo>
                  <a:pt x="1902760" y="163437"/>
                </a:lnTo>
                <a:lnTo>
                  <a:pt x="1902026" y="163526"/>
                </a:lnTo>
                <a:lnTo>
                  <a:pt x="1901275" y="163602"/>
                </a:lnTo>
                <a:lnTo>
                  <a:pt x="1900509" y="163667"/>
                </a:lnTo>
                <a:lnTo>
                  <a:pt x="1899727" y="163720"/>
                </a:lnTo>
                <a:lnTo>
                  <a:pt x="1898928" y="163761"/>
                </a:lnTo>
                <a:lnTo>
                  <a:pt x="1898114" y="163791"/>
                </a:lnTo>
                <a:lnTo>
                  <a:pt x="1897284" y="163809"/>
                </a:lnTo>
                <a:lnTo>
                  <a:pt x="1896438" y="163815"/>
                </a:lnTo>
                <a:lnTo>
                  <a:pt x="1895578" y="163807"/>
                </a:lnTo>
                <a:lnTo>
                  <a:pt x="1894726" y="163784"/>
                </a:lnTo>
                <a:lnTo>
                  <a:pt x="1893884" y="163745"/>
                </a:lnTo>
                <a:lnTo>
                  <a:pt x="1893051" y="163692"/>
                </a:lnTo>
                <a:lnTo>
                  <a:pt x="1892227" y="163623"/>
                </a:lnTo>
                <a:lnTo>
                  <a:pt x="1891412" y="163538"/>
                </a:lnTo>
                <a:lnTo>
                  <a:pt x="1890606" y="163439"/>
                </a:lnTo>
                <a:lnTo>
                  <a:pt x="1889809" y="163323"/>
                </a:lnTo>
                <a:lnTo>
                  <a:pt x="1889022" y="163193"/>
                </a:lnTo>
                <a:lnTo>
                  <a:pt x="1888243" y="163047"/>
                </a:lnTo>
                <a:lnTo>
                  <a:pt x="1887474" y="162886"/>
                </a:lnTo>
                <a:lnTo>
                  <a:pt x="1886714" y="162710"/>
                </a:lnTo>
                <a:lnTo>
                  <a:pt x="1885963" y="162518"/>
                </a:lnTo>
                <a:lnTo>
                  <a:pt x="1885221" y="162311"/>
                </a:lnTo>
                <a:lnTo>
                  <a:pt x="1884488" y="162088"/>
                </a:lnTo>
                <a:lnTo>
                  <a:pt x="1883765" y="161850"/>
                </a:lnTo>
                <a:lnTo>
                  <a:pt x="1883050" y="161597"/>
                </a:lnTo>
                <a:lnTo>
                  <a:pt x="1882345" y="161328"/>
                </a:lnTo>
                <a:lnTo>
                  <a:pt x="1881649" y="161044"/>
                </a:lnTo>
                <a:lnTo>
                  <a:pt x="1880961" y="160745"/>
                </a:lnTo>
                <a:lnTo>
                  <a:pt x="1880283" y="160431"/>
                </a:lnTo>
                <a:lnTo>
                  <a:pt x="1879615" y="160101"/>
                </a:lnTo>
                <a:lnTo>
                  <a:pt x="1878955" y="159755"/>
                </a:lnTo>
                <a:lnTo>
                  <a:pt x="1878304" y="159395"/>
                </a:lnTo>
                <a:lnTo>
                  <a:pt x="1877672" y="159014"/>
                </a:lnTo>
                <a:lnTo>
                  <a:pt x="1877066" y="158610"/>
                </a:lnTo>
                <a:lnTo>
                  <a:pt x="1876487" y="158182"/>
                </a:lnTo>
                <a:lnTo>
                  <a:pt x="1875935" y="157730"/>
                </a:lnTo>
                <a:lnTo>
                  <a:pt x="1875410" y="157254"/>
                </a:lnTo>
                <a:lnTo>
                  <a:pt x="1874912" y="156753"/>
                </a:lnTo>
                <a:lnTo>
                  <a:pt x="1874441" y="156229"/>
                </a:lnTo>
                <a:lnTo>
                  <a:pt x="1873997" y="155681"/>
                </a:lnTo>
                <a:lnTo>
                  <a:pt x="1873580" y="155109"/>
                </a:lnTo>
                <a:lnTo>
                  <a:pt x="1873190" y="154513"/>
                </a:lnTo>
                <a:lnTo>
                  <a:pt x="1872826" y="153893"/>
                </a:lnTo>
                <a:lnTo>
                  <a:pt x="1872490" y="153250"/>
                </a:lnTo>
                <a:lnTo>
                  <a:pt x="1872180" y="152582"/>
                </a:lnTo>
                <a:lnTo>
                  <a:pt x="1871898" y="151890"/>
                </a:lnTo>
                <a:lnTo>
                  <a:pt x="1871642" y="151174"/>
                </a:lnTo>
                <a:lnTo>
                  <a:pt x="1871413" y="150434"/>
                </a:lnTo>
                <a:lnTo>
                  <a:pt x="1871211" y="149671"/>
                </a:lnTo>
                <a:lnTo>
                  <a:pt x="1871036" y="148883"/>
                </a:lnTo>
                <a:lnTo>
                  <a:pt x="1870888" y="148071"/>
                </a:lnTo>
                <a:lnTo>
                  <a:pt x="1870767" y="147236"/>
                </a:lnTo>
                <a:lnTo>
                  <a:pt x="1870673" y="146376"/>
                </a:lnTo>
                <a:lnTo>
                  <a:pt x="1870605" y="145493"/>
                </a:lnTo>
                <a:lnTo>
                  <a:pt x="1870565" y="144585"/>
                </a:lnTo>
                <a:lnTo>
                  <a:pt x="1870552" y="143654"/>
                </a:lnTo>
                <a:lnTo>
                  <a:pt x="1837384" y="143654"/>
                </a:lnTo>
                <a:lnTo>
                  <a:pt x="1837393" y="144714"/>
                </a:lnTo>
                <a:lnTo>
                  <a:pt x="1837419" y="145760"/>
                </a:lnTo>
                <a:lnTo>
                  <a:pt x="1837462" y="146791"/>
                </a:lnTo>
                <a:lnTo>
                  <a:pt x="1837523" y="147807"/>
                </a:lnTo>
                <a:lnTo>
                  <a:pt x="1837601" y="148809"/>
                </a:lnTo>
                <a:lnTo>
                  <a:pt x="1837696" y="149796"/>
                </a:lnTo>
                <a:lnTo>
                  <a:pt x="1837809" y="150768"/>
                </a:lnTo>
                <a:lnTo>
                  <a:pt x="1837939" y="151726"/>
                </a:lnTo>
                <a:lnTo>
                  <a:pt x="1838086" y="152669"/>
                </a:lnTo>
                <a:lnTo>
                  <a:pt x="1838250" y="153597"/>
                </a:lnTo>
                <a:lnTo>
                  <a:pt x="1838432" y="154511"/>
                </a:lnTo>
                <a:lnTo>
                  <a:pt x="1838631" y="155410"/>
                </a:lnTo>
                <a:lnTo>
                  <a:pt x="1838848" y="156294"/>
                </a:lnTo>
                <a:lnTo>
                  <a:pt x="1839082" y="157164"/>
                </a:lnTo>
                <a:lnTo>
                  <a:pt x="1839333" y="158019"/>
                </a:lnTo>
                <a:lnTo>
                  <a:pt x="1839601" y="158859"/>
                </a:lnTo>
                <a:lnTo>
                  <a:pt x="1839887" y="159685"/>
                </a:lnTo>
                <a:lnTo>
                  <a:pt x="1840190" y="160496"/>
                </a:lnTo>
                <a:lnTo>
                  <a:pt x="1840511" y="161292"/>
                </a:lnTo>
                <a:lnTo>
                  <a:pt x="1840849" y="162074"/>
                </a:lnTo>
                <a:lnTo>
                  <a:pt x="1841204" y="162841"/>
                </a:lnTo>
                <a:lnTo>
                  <a:pt x="1841576" y="163593"/>
                </a:lnTo>
                <a:lnTo>
                  <a:pt x="1841966" y="164330"/>
                </a:lnTo>
                <a:lnTo>
                  <a:pt x="1842373" y="165053"/>
                </a:lnTo>
                <a:lnTo>
                  <a:pt x="1842795" y="165763"/>
                </a:lnTo>
                <a:lnTo>
                  <a:pt x="1843229" y="166459"/>
                </a:lnTo>
                <a:lnTo>
                  <a:pt x="1843675" y="167144"/>
                </a:lnTo>
                <a:lnTo>
                  <a:pt x="1844133" y="167815"/>
                </a:lnTo>
                <a:lnTo>
                  <a:pt x="1844604" y="168474"/>
                </a:lnTo>
                <a:lnTo>
                  <a:pt x="1845086" y="169121"/>
                </a:lnTo>
                <a:lnTo>
                  <a:pt x="1845581" y="169755"/>
                </a:lnTo>
                <a:lnTo>
                  <a:pt x="1846088" y="170377"/>
                </a:lnTo>
                <a:lnTo>
                  <a:pt x="1846607" y="170986"/>
                </a:lnTo>
                <a:lnTo>
                  <a:pt x="1847139" y="171582"/>
                </a:lnTo>
                <a:lnTo>
                  <a:pt x="1847682" y="172166"/>
                </a:lnTo>
                <a:lnTo>
                  <a:pt x="1848238" y="172737"/>
                </a:lnTo>
                <a:lnTo>
                  <a:pt x="1848806" y="173296"/>
                </a:lnTo>
                <a:lnTo>
                  <a:pt x="1849386" y="173842"/>
                </a:lnTo>
                <a:lnTo>
                  <a:pt x="1849978" y="174376"/>
                </a:lnTo>
                <a:lnTo>
                  <a:pt x="1850582" y="174897"/>
                </a:lnTo>
                <a:lnTo>
                  <a:pt x="1851199" y="175406"/>
                </a:lnTo>
                <a:lnTo>
                  <a:pt x="1851828" y="175902"/>
                </a:lnTo>
                <a:lnTo>
                  <a:pt x="1852468" y="176386"/>
                </a:lnTo>
                <a:lnTo>
                  <a:pt x="1853122" y="176857"/>
                </a:lnTo>
                <a:lnTo>
                  <a:pt x="1853787" y="177316"/>
                </a:lnTo>
                <a:lnTo>
                  <a:pt x="1854464" y="177762"/>
                </a:lnTo>
                <a:lnTo>
                  <a:pt x="1855154" y="178195"/>
                </a:lnTo>
                <a:lnTo>
                  <a:pt x="1855856" y="178616"/>
                </a:lnTo>
                <a:lnTo>
                  <a:pt x="1856567" y="179026"/>
                </a:lnTo>
                <a:lnTo>
                  <a:pt x="1857285" y="179425"/>
                </a:lnTo>
                <a:lnTo>
                  <a:pt x="1858011" y="179814"/>
                </a:lnTo>
                <a:lnTo>
                  <a:pt x="1858743" y="180193"/>
                </a:lnTo>
                <a:lnTo>
                  <a:pt x="1859483" y="180562"/>
                </a:lnTo>
                <a:lnTo>
                  <a:pt x="1860229" y="180921"/>
                </a:lnTo>
                <a:lnTo>
                  <a:pt x="1860982" y="181269"/>
                </a:lnTo>
                <a:lnTo>
                  <a:pt x="1861743" y="181607"/>
                </a:lnTo>
                <a:lnTo>
                  <a:pt x="1862511" y="181936"/>
                </a:lnTo>
                <a:lnTo>
                  <a:pt x="1863285" y="182253"/>
                </a:lnTo>
                <a:lnTo>
                  <a:pt x="1864067" y="182561"/>
                </a:lnTo>
                <a:lnTo>
                  <a:pt x="1864855" y="182859"/>
                </a:lnTo>
                <a:lnTo>
                  <a:pt x="1865651" y="183146"/>
                </a:lnTo>
                <a:lnTo>
                  <a:pt x="1866453" y="183423"/>
                </a:lnTo>
                <a:lnTo>
                  <a:pt x="1867263" y="183690"/>
                </a:lnTo>
                <a:lnTo>
                  <a:pt x="1868080" y="183947"/>
                </a:lnTo>
                <a:lnTo>
                  <a:pt x="1868904" y="184194"/>
                </a:lnTo>
                <a:lnTo>
                  <a:pt x="1869734" y="184430"/>
                </a:lnTo>
                <a:lnTo>
                  <a:pt x="1870572" y="184657"/>
                </a:lnTo>
                <a:lnTo>
                  <a:pt x="1871417" y="184873"/>
                </a:lnTo>
                <a:lnTo>
                  <a:pt x="1872269" y="185079"/>
                </a:lnTo>
                <a:lnTo>
                  <a:pt x="1873127" y="185274"/>
                </a:lnTo>
                <a:lnTo>
                  <a:pt x="1873993" y="185460"/>
                </a:lnTo>
                <a:lnTo>
                  <a:pt x="1874866" y="185635"/>
                </a:lnTo>
                <a:lnTo>
                  <a:pt x="1875743" y="185802"/>
                </a:lnTo>
                <a:lnTo>
                  <a:pt x="1876622" y="185962"/>
                </a:lnTo>
                <a:lnTo>
                  <a:pt x="1877502" y="186114"/>
                </a:lnTo>
                <a:lnTo>
                  <a:pt x="1878383" y="186260"/>
                </a:lnTo>
                <a:lnTo>
                  <a:pt x="1879266" y="186398"/>
                </a:lnTo>
                <a:lnTo>
                  <a:pt x="1880150" y="186529"/>
                </a:lnTo>
                <a:lnTo>
                  <a:pt x="1881035" y="186654"/>
                </a:lnTo>
                <a:lnTo>
                  <a:pt x="1881922" y="186771"/>
                </a:lnTo>
                <a:lnTo>
                  <a:pt x="1882810" y="186881"/>
                </a:lnTo>
                <a:lnTo>
                  <a:pt x="1883700" y="186984"/>
                </a:lnTo>
                <a:lnTo>
                  <a:pt x="1884591" y="187079"/>
                </a:lnTo>
                <a:lnTo>
                  <a:pt x="1885484" y="187168"/>
                </a:lnTo>
                <a:lnTo>
                  <a:pt x="1886378" y="187250"/>
                </a:lnTo>
                <a:lnTo>
                  <a:pt x="1887273" y="187324"/>
                </a:lnTo>
                <a:lnTo>
                  <a:pt x="1888170" y="187391"/>
                </a:lnTo>
                <a:lnTo>
                  <a:pt x="1889068" y="187452"/>
                </a:lnTo>
                <a:lnTo>
                  <a:pt x="1889967" y="187505"/>
                </a:lnTo>
                <a:lnTo>
                  <a:pt x="1890868" y="187551"/>
                </a:lnTo>
                <a:lnTo>
                  <a:pt x="1891771" y="187590"/>
                </a:lnTo>
                <a:lnTo>
                  <a:pt x="1892674" y="187622"/>
                </a:lnTo>
                <a:lnTo>
                  <a:pt x="1893580" y="187647"/>
                </a:lnTo>
                <a:lnTo>
                  <a:pt x="1894486" y="187665"/>
                </a:lnTo>
                <a:lnTo>
                  <a:pt x="1895394" y="187675"/>
                </a:lnTo>
                <a:lnTo>
                  <a:pt x="1896304" y="187679"/>
                </a:lnTo>
                <a:lnTo>
                  <a:pt x="1897224" y="187675"/>
                </a:lnTo>
                <a:lnTo>
                  <a:pt x="1898141" y="187663"/>
                </a:lnTo>
                <a:lnTo>
                  <a:pt x="1899056" y="187643"/>
                </a:lnTo>
                <a:lnTo>
                  <a:pt x="1899968" y="187614"/>
                </a:lnTo>
                <a:lnTo>
                  <a:pt x="1900878" y="187578"/>
                </a:lnTo>
                <a:close/>
                <a:moveTo>
                  <a:pt x="2052087" y="187456"/>
                </a:moveTo>
                <a:lnTo>
                  <a:pt x="2053495" y="187359"/>
                </a:lnTo>
                <a:lnTo>
                  <a:pt x="2054888" y="187243"/>
                </a:lnTo>
                <a:lnTo>
                  <a:pt x="2056265" y="187110"/>
                </a:lnTo>
                <a:lnTo>
                  <a:pt x="2057626" y="186958"/>
                </a:lnTo>
                <a:lnTo>
                  <a:pt x="2058971" y="186789"/>
                </a:lnTo>
                <a:lnTo>
                  <a:pt x="2060301" y="186603"/>
                </a:lnTo>
                <a:lnTo>
                  <a:pt x="2061615" y="186398"/>
                </a:lnTo>
                <a:lnTo>
                  <a:pt x="2062913" y="186176"/>
                </a:lnTo>
                <a:lnTo>
                  <a:pt x="2064195" y="185935"/>
                </a:lnTo>
                <a:lnTo>
                  <a:pt x="2065462" y="185678"/>
                </a:lnTo>
                <a:lnTo>
                  <a:pt x="2066714" y="185402"/>
                </a:lnTo>
                <a:lnTo>
                  <a:pt x="2067949" y="185108"/>
                </a:lnTo>
                <a:lnTo>
                  <a:pt x="2069169" y="184797"/>
                </a:lnTo>
                <a:lnTo>
                  <a:pt x="2070373" y="184468"/>
                </a:lnTo>
                <a:lnTo>
                  <a:pt x="2071562" y="184121"/>
                </a:lnTo>
                <a:lnTo>
                  <a:pt x="2072735" y="183756"/>
                </a:lnTo>
                <a:lnTo>
                  <a:pt x="2073892" y="183374"/>
                </a:lnTo>
                <a:lnTo>
                  <a:pt x="2075033" y="182973"/>
                </a:lnTo>
                <a:lnTo>
                  <a:pt x="2076159" y="182555"/>
                </a:lnTo>
                <a:lnTo>
                  <a:pt x="2077267" y="182119"/>
                </a:lnTo>
                <a:lnTo>
                  <a:pt x="2078355" y="181665"/>
                </a:lnTo>
                <a:lnTo>
                  <a:pt x="2079424" y="181192"/>
                </a:lnTo>
                <a:lnTo>
                  <a:pt x="2080473" y="180702"/>
                </a:lnTo>
                <a:lnTo>
                  <a:pt x="2081503" y="180192"/>
                </a:lnTo>
                <a:lnTo>
                  <a:pt x="2082513" y="179665"/>
                </a:lnTo>
                <a:lnTo>
                  <a:pt x="2083503" y="179119"/>
                </a:lnTo>
                <a:lnTo>
                  <a:pt x="2084473" y="178556"/>
                </a:lnTo>
                <a:lnTo>
                  <a:pt x="2085424" y="177973"/>
                </a:lnTo>
                <a:lnTo>
                  <a:pt x="2086355" y="177373"/>
                </a:lnTo>
                <a:lnTo>
                  <a:pt x="2087267" y="176754"/>
                </a:lnTo>
                <a:lnTo>
                  <a:pt x="2088159" y="176117"/>
                </a:lnTo>
                <a:lnTo>
                  <a:pt x="2089031" y="175462"/>
                </a:lnTo>
                <a:lnTo>
                  <a:pt x="2089883" y="174789"/>
                </a:lnTo>
                <a:lnTo>
                  <a:pt x="2090716" y="174097"/>
                </a:lnTo>
                <a:lnTo>
                  <a:pt x="2091529" y="173387"/>
                </a:lnTo>
                <a:lnTo>
                  <a:pt x="2092323" y="172659"/>
                </a:lnTo>
                <a:lnTo>
                  <a:pt x="2093097" y="171913"/>
                </a:lnTo>
                <a:lnTo>
                  <a:pt x="2093851" y="171148"/>
                </a:lnTo>
                <a:lnTo>
                  <a:pt x="2094585" y="170365"/>
                </a:lnTo>
                <a:lnTo>
                  <a:pt x="2095300" y="169564"/>
                </a:lnTo>
                <a:lnTo>
                  <a:pt x="2095995" y="168744"/>
                </a:lnTo>
                <a:lnTo>
                  <a:pt x="2096671" y="167906"/>
                </a:lnTo>
                <a:lnTo>
                  <a:pt x="2097327" y="167050"/>
                </a:lnTo>
                <a:lnTo>
                  <a:pt x="2097961" y="166176"/>
                </a:lnTo>
                <a:lnTo>
                  <a:pt x="2098570" y="165284"/>
                </a:lnTo>
                <a:lnTo>
                  <a:pt x="2099154" y="164374"/>
                </a:lnTo>
                <a:lnTo>
                  <a:pt x="2099714" y="163446"/>
                </a:lnTo>
                <a:lnTo>
                  <a:pt x="2100250" y="162499"/>
                </a:lnTo>
                <a:lnTo>
                  <a:pt x="2100761" y="161535"/>
                </a:lnTo>
                <a:lnTo>
                  <a:pt x="2101247" y="160553"/>
                </a:lnTo>
                <a:lnTo>
                  <a:pt x="2101709" y="159552"/>
                </a:lnTo>
                <a:lnTo>
                  <a:pt x="2102146" y="158534"/>
                </a:lnTo>
                <a:lnTo>
                  <a:pt x="2102558" y="157498"/>
                </a:lnTo>
                <a:lnTo>
                  <a:pt x="2102946" y="156443"/>
                </a:lnTo>
                <a:lnTo>
                  <a:pt x="2103310" y="155371"/>
                </a:lnTo>
                <a:lnTo>
                  <a:pt x="2103648" y="154281"/>
                </a:lnTo>
                <a:lnTo>
                  <a:pt x="2103963" y="153172"/>
                </a:lnTo>
                <a:lnTo>
                  <a:pt x="2104252" y="152046"/>
                </a:lnTo>
                <a:lnTo>
                  <a:pt x="2104517" y="150901"/>
                </a:lnTo>
                <a:lnTo>
                  <a:pt x="2104758" y="149739"/>
                </a:lnTo>
                <a:lnTo>
                  <a:pt x="2104974" y="148558"/>
                </a:lnTo>
                <a:lnTo>
                  <a:pt x="2105165" y="147359"/>
                </a:lnTo>
                <a:lnTo>
                  <a:pt x="2105332" y="146143"/>
                </a:lnTo>
                <a:lnTo>
                  <a:pt x="2105474" y="144908"/>
                </a:lnTo>
                <a:lnTo>
                  <a:pt x="2105592" y="143656"/>
                </a:lnTo>
                <a:lnTo>
                  <a:pt x="2105685" y="142385"/>
                </a:lnTo>
                <a:lnTo>
                  <a:pt x="2105753" y="141096"/>
                </a:lnTo>
                <a:lnTo>
                  <a:pt x="2070564" y="141096"/>
                </a:lnTo>
                <a:lnTo>
                  <a:pt x="2070540" y="141944"/>
                </a:lnTo>
                <a:lnTo>
                  <a:pt x="2070493" y="142774"/>
                </a:lnTo>
                <a:lnTo>
                  <a:pt x="2070422" y="143587"/>
                </a:lnTo>
                <a:lnTo>
                  <a:pt x="2070328" y="144382"/>
                </a:lnTo>
                <a:lnTo>
                  <a:pt x="2070209" y="145160"/>
                </a:lnTo>
                <a:lnTo>
                  <a:pt x="2070066" y="145919"/>
                </a:lnTo>
                <a:lnTo>
                  <a:pt x="2069900" y="146662"/>
                </a:lnTo>
                <a:lnTo>
                  <a:pt x="2069710" y="147386"/>
                </a:lnTo>
                <a:lnTo>
                  <a:pt x="2069496" y="148093"/>
                </a:lnTo>
                <a:lnTo>
                  <a:pt x="2069257" y="148783"/>
                </a:lnTo>
                <a:lnTo>
                  <a:pt x="2068996" y="149454"/>
                </a:lnTo>
                <a:lnTo>
                  <a:pt x="2068710" y="150109"/>
                </a:lnTo>
                <a:lnTo>
                  <a:pt x="2068400" y="150745"/>
                </a:lnTo>
                <a:lnTo>
                  <a:pt x="2068067" y="151364"/>
                </a:lnTo>
                <a:lnTo>
                  <a:pt x="2067709" y="151965"/>
                </a:lnTo>
                <a:lnTo>
                  <a:pt x="2067328" y="152549"/>
                </a:lnTo>
                <a:lnTo>
                  <a:pt x="2066923" y="153115"/>
                </a:lnTo>
                <a:lnTo>
                  <a:pt x="2066494" y="153664"/>
                </a:lnTo>
                <a:lnTo>
                  <a:pt x="2066041" y="154194"/>
                </a:lnTo>
                <a:lnTo>
                  <a:pt x="2065564" y="154708"/>
                </a:lnTo>
                <a:lnTo>
                  <a:pt x="2065063" y="155203"/>
                </a:lnTo>
                <a:lnTo>
                  <a:pt x="2064539" y="155681"/>
                </a:lnTo>
                <a:lnTo>
                  <a:pt x="2063990" y="156142"/>
                </a:lnTo>
                <a:lnTo>
                  <a:pt x="2063418" y="156584"/>
                </a:lnTo>
                <a:lnTo>
                  <a:pt x="2062826" y="157009"/>
                </a:lnTo>
                <a:lnTo>
                  <a:pt x="2062217" y="157416"/>
                </a:lnTo>
                <a:lnTo>
                  <a:pt x="2061593" y="157805"/>
                </a:lnTo>
                <a:lnTo>
                  <a:pt x="2060953" y="158176"/>
                </a:lnTo>
                <a:lnTo>
                  <a:pt x="2060298" y="158528"/>
                </a:lnTo>
                <a:lnTo>
                  <a:pt x="2059626" y="158863"/>
                </a:lnTo>
                <a:lnTo>
                  <a:pt x="2058938" y="159179"/>
                </a:lnTo>
                <a:lnTo>
                  <a:pt x="2058234" y="159478"/>
                </a:lnTo>
                <a:lnTo>
                  <a:pt x="2057515" y="159758"/>
                </a:lnTo>
                <a:lnTo>
                  <a:pt x="2056779" y="160020"/>
                </a:lnTo>
                <a:lnTo>
                  <a:pt x="2056028" y="160264"/>
                </a:lnTo>
                <a:lnTo>
                  <a:pt x="2055261" y="160490"/>
                </a:lnTo>
                <a:lnTo>
                  <a:pt x="2054478" y="160698"/>
                </a:lnTo>
                <a:lnTo>
                  <a:pt x="2053678" y="160888"/>
                </a:lnTo>
                <a:lnTo>
                  <a:pt x="2052863" y="161060"/>
                </a:lnTo>
                <a:lnTo>
                  <a:pt x="2052032" y="161213"/>
                </a:lnTo>
                <a:lnTo>
                  <a:pt x="2051186" y="161349"/>
                </a:lnTo>
                <a:lnTo>
                  <a:pt x="2050323" y="161467"/>
                </a:lnTo>
                <a:lnTo>
                  <a:pt x="2049444" y="161566"/>
                </a:lnTo>
                <a:lnTo>
                  <a:pt x="2048549" y="161647"/>
                </a:lnTo>
                <a:lnTo>
                  <a:pt x="2047639" y="161711"/>
                </a:lnTo>
                <a:lnTo>
                  <a:pt x="2046712" y="161756"/>
                </a:lnTo>
                <a:lnTo>
                  <a:pt x="2045770" y="161783"/>
                </a:lnTo>
                <a:lnTo>
                  <a:pt x="2044812" y="161792"/>
                </a:lnTo>
                <a:lnTo>
                  <a:pt x="2043887" y="161783"/>
                </a:lnTo>
                <a:lnTo>
                  <a:pt x="2042977" y="161757"/>
                </a:lnTo>
                <a:lnTo>
                  <a:pt x="2042081" y="161714"/>
                </a:lnTo>
                <a:lnTo>
                  <a:pt x="2041201" y="161652"/>
                </a:lnTo>
                <a:lnTo>
                  <a:pt x="2040336" y="161574"/>
                </a:lnTo>
                <a:lnTo>
                  <a:pt x="2039486" y="161478"/>
                </a:lnTo>
                <a:lnTo>
                  <a:pt x="2038651" y="161364"/>
                </a:lnTo>
                <a:lnTo>
                  <a:pt x="2037831" y="161233"/>
                </a:lnTo>
                <a:lnTo>
                  <a:pt x="2037025" y="161085"/>
                </a:lnTo>
                <a:lnTo>
                  <a:pt x="2036235" y="160919"/>
                </a:lnTo>
                <a:lnTo>
                  <a:pt x="2035460" y="160735"/>
                </a:lnTo>
                <a:lnTo>
                  <a:pt x="2034700" y="160534"/>
                </a:lnTo>
                <a:lnTo>
                  <a:pt x="2033954" y="160316"/>
                </a:lnTo>
                <a:lnTo>
                  <a:pt x="2033224" y="160080"/>
                </a:lnTo>
                <a:lnTo>
                  <a:pt x="2032509" y="159827"/>
                </a:lnTo>
                <a:lnTo>
                  <a:pt x="2031808" y="159556"/>
                </a:lnTo>
                <a:lnTo>
                  <a:pt x="2031123" y="159268"/>
                </a:lnTo>
                <a:lnTo>
                  <a:pt x="2030453" y="158962"/>
                </a:lnTo>
                <a:lnTo>
                  <a:pt x="2029797" y="158639"/>
                </a:lnTo>
                <a:lnTo>
                  <a:pt x="2029157" y="158299"/>
                </a:lnTo>
                <a:lnTo>
                  <a:pt x="2028531" y="157940"/>
                </a:lnTo>
                <a:lnTo>
                  <a:pt x="2027921" y="157565"/>
                </a:lnTo>
                <a:lnTo>
                  <a:pt x="2027325" y="157172"/>
                </a:lnTo>
                <a:lnTo>
                  <a:pt x="2026745" y="156761"/>
                </a:lnTo>
                <a:lnTo>
                  <a:pt x="2026178" y="156336"/>
                </a:lnTo>
                <a:lnTo>
                  <a:pt x="2025625" y="155900"/>
                </a:lnTo>
                <a:lnTo>
                  <a:pt x="2025084" y="155452"/>
                </a:lnTo>
                <a:lnTo>
                  <a:pt x="2024556" y="154993"/>
                </a:lnTo>
                <a:lnTo>
                  <a:pt x="2024041" y="154523"/>
                </a:lnTo>
                <a:lnTo>
                  <a:pt x="2023539" y="154041"/>
                </a:lnTo>
                <a:lnTo>
                  <a:pt x="2023049" y="153549"/>
                </a:lnTo>
                <a:lnTo>
                  <a:pt x="2022573" y="153045"/>
                </a:lnTo>
                <a:lnTo>
                  <a:pt x="2022109" y="152530"/>
                </a:lnTo>
                <a:lnTo>
                  <a:pt x="2021659" y="152003"/>
                </a:lnTo>
                <a:lnTo>
                  <a:pt x="2021221" y="151465"/>
                </a:lnTo>
                <a:lnTo>
                  <a:pt x="2020796" y="150916"/>
                </a:lnTo>
                <a:lnTo>
                  <a:pt x="2020384" y="150356"/>
                </a:lnTo>
                <a:lnTo>
                  <a:pt x="2019984" y="149785"/>
                </a:lnTo>
                <a:lnTo>
                  <a:pt x="2019598" y="149202"/>
                </a:lnTo>
                <a:lnTo>
                  <a:pt x="2019225" y="148608"/>
                </a:lnTo>
                <a:lnTo>
                  <a:pt x="2018864" y="148003"/>
                </a:lnTo>
                <a:lnTo>
                  <a:pt x="2018516" y="147386"/>
                </a:lnTo>
                <a:lnTo>
                  <a:pt x="2018181" y="146759"/>
                </a:lnTo>
                <a:lnTo>
                  <a:pt x="2017859" y="146120"/>
                </a:lnTo>
                <a:lnTo>
                  <a:pt x="2017550" y="145470"/>
                </a:lnTo>
                <a:lnTo>
                  <a:pt x="2017254" y="144808"/>
                </a:lnTo>
                <a:lnTo>
                  <a:pt x="2016971" y="144135"/>
                </a:lnTo>
                <a:lnTo>
                  <a:pt x="2016700" y="143451"/>
                </a:lnTo>
                <a:lnTo>
                  <a:pt x="2016441" y="142760"/>
                </a:lnTo>
                <a:lnTo>
                  <a:pt x="2016192" y="142064"/>
                </a:lnTo>
                <a:lnTo>
                  <a:pt x="2015954" y="141363"/>
                </a:lnTo>
                <a:lnTo>
                  <a:pt x="2015725" y="140659"/>
                </a:lnTo>
                <a:lnTo>
                  <a:pt x="2015506" y="139950"/>
                </a:lnTo>
                <a:lnTo>
                  <a:pt x="2015297" y="139236"/>
                </a:lnTo>
                <a:lnTo>
                  <a:pt x="2015099" y="138519"/>
                </a:lnTo>
                <a:lnTo>
                  <a:pt x="2014910" y="137797"/>
                </a:lnTo>
                <a:lnTo>
                  <a:pt x="2014732" y="137070"/>
                </a:lnTo>
                <a:lnTo>
                  <a:pt x="2014563" y="136340"/>
                </a:lnTo>
                <a:lnTo>
                  <a:pt x="2014405" y="135605"/>
                </a:lnTo>
                <a:lnTo>
                  <a:pt x="2014257" y="134866"/>
                </a:lnTo>
                <a:lnTo>
                  <a:pt x="2014118" y="134122"/>
                </a:lnTo>
                <a:lnTo>
                  <a:pt x="2013990" y="133374"/>
                </a:lnTo>
                <a:lnTo>
                  <a:pt x="2013872" y="132622"/>
                </a:lnTo>
                <a:lnTo>
                  <a:pt x="2013764" y="131866"/>
                </a:lnTo>
                <a:lnTo>
                  <a:pt x="2013666" y="131105"/>
                </a:lnTo>
                <a:lnTo>
                  <a:pt x="2013578" y="130340"/>
                </a:lnTo>
                <a:lnTo>
                  <a:pt x="2013500" y="129570"/>
                </a:lnTo>
                <a:lnTo>
                  <a:pt x="2013433" y="128797"/>
                </a:lnTo>
                <a:lnTo>
                  <a:pt x="2013375" y="128019"/>
                </a:lnTo>
                <a:lnTo>
                  <a:pt x="2013327" y="127236"/>
                </a:lnTo>
                <a:lnTo>
                  <a:pt x="2013290" y="126450"/>
                </a:lnTo>
                <a:lnTo>
                  <a:pt x="2013262" y="125659"/>
                </a:lnTo>
                <a:lnTo>
                  <a:pt x="2105619" y="125659"/>
                </a:lnTo>
                <a:lnTo>
                  <a:pt x="2105641" y="125531"/>
                </a:lnTo>
                <a:lnTo>
                  <a:pt x="2105663" y="125400"/>
                </a:lnTo>
                <a:lnTo>
                  <a:pt x="2105684" y="125263"/>
                </a:lnTo>
                <a:lnTo>
                  <a:pt x="2105705" y="125123"/>
                </a:lnTo>
                <a:lnTo>
                  <a:pt x="2105725" y="124977"/>
                </a:lnTo>
                <a:lnTo>
                  <a:pt x="2105745" y="124828"/>
                </a:lnTo>
                <a:lnTo>
                  <a:pt x="2105764" y="124674"/>
                </a:lnTo>
                <a:lnTo>
                  <a:pt x="2105783" y="124515"/>
                </a:lnTo>
                <a:lnTo>
                  <a:pt x="2105802" y="124352"/>
                </a:lnTo>
                <a:lnTo>
                  <a:pt x="2105820" y="124184"/>
                </a:lnTo>
                <a:lnTo>
                  <a:pt x="2105837" y="124012"/>
                </a:lnTo>
                <a:lnTo>
                  <a:pt x="2105855" y="123835"/>
                </a:lnTo>
                <a:lnTo>
                  <a:pt x="2105871" y="123654"/>
                </a:lnTo>
                <a:lnTo>
                  <a:pt x="2105887" y="123468"/>
                </a:lnTo>
                <a:lnTo>
                  <a:pt x="2105903" y="123278"/>
                </a:lnTo>
                <a:lnTo>
                  <a:pt x="2105918" y="123084"/>
                </a:lnTo>
                <a:lnTo>
                  <a:pt x="2105933" y="122885"/>
                </a:lnTo>
                <a:lnTo>
                  <a:pt x="2105947" y="122681"/>
                </a:lnTo>
                <a:lnTo>
                  <a:pt x="2105961" y="122473"/>
                </a:lnTo>
                <a:lnTo>
                  <a:pt x="2105974" y="122260"/>
                </a:lnTo>
                <a:lnTo>
                  <a:pt x="2105987" y="122043"/>
                </a:lnTo>
                <a:lnTo>
                  <a:pt x="2106000" y="121822"/>
                </a:lnTo>
                <a:lnTo>
                  <a:pt x="2106012" y="121596"/>
                </a:lnTo>
                <a:lnTo>
                  <a:pt x="2106023" y="121365"/>
                </a:lnTo>
                <a:lnTo>
                  <a:pt x="2106034" y="121134"/>
                </a:lnTo>
                <a:lnTo>
                  <a:pt x="2106045" y="120908"/>
                </a:lnTo>
                <a:lnTo>
                  <a:pt x="2106055" y="120685"/>
                </a:lnTo>
                <a:lnTo>
                  <a:pt x="2106064" y="120466"/>
                </a:lnTo>
                <a:lnTo>
                  <a:pt x="2106073" y="120252"/>
                </a:lnTo>
                <a:lnTo>
                  <a:pt x="2106082" y="120041"/>
                </a:lnTo>
                <a:lnTo>
                  <a:pt x="2106090" y="119834"/>
                </a:lnTo>
                <a:lnTo>
                  <a:pt x="2106098" y="119632"/>
                </a:lnTo>
                <a:lnTo>
                  <a:pt x="2106105" y="119433"/>
                </a:lnTo>
                <a:lnTo>
                  <a:pt x="2106112" y="119238"/>
                </a:lnTo>
                <a:lnTo>
                  <a:pt x="2106118" y="119048"/>
                </a:lnTo>
                <a:lnTo>
                  <a:pt x="2106124" y="118861"/>
                </a:lnTo>
                <a:lnTo>
                  <a:pt x="2106130" y="118679"/>
                </a:lnTo>
                <a:lnTo>
                  <a:pt x="2106134" y="118500"/>
                </a:lnTo>
                <a:lnTo>
                  <a:pt x="2106139" y="118326"/>
                </a:lnTo>
                <a:lnTo>
                  <a:pt x="2106143" y="118156"/>
                </a:lnTo>
                <a:lnTo>
                  <a:pt x="2106146" y="117989"/>
                </a:lnTo>
                <a:lnTo>
                  <a:pt x="2106149" y="117827"/>
                </a:lnTo>
                <a:lnTo>
                  <a:pt x="2106152" y="117668"/>
                </a:lnTo>
                <a:lnTo>
                  <a:pt x="2106154" y="117514"/>
                </a:lnTo>
                <a:lnTo>
                  <a:pt x="2106156" y="117364"/>
                </a:lnTo>
                <a:lnTo>
                  <a:pt x="2106157" y="117217"/>
                </a:lnTo>
                <a:lnTo>
                  <a:pt x="2106158" y="117075"/>
                </a:lnTo>
                <a:lnTo>
                  <a:pt x="2106158" y="116937"/>
                </a:lnTo>
                <a:lnTo>
                  <a:pt x="2106128" y="114282"/>
                </a:lnTo>
                <a:lnTo>
                  <a:pt x="2106039" y="111679"/>
                </a:lnTo>
                <a:lnTo>
                  <a:pt x="2105891" y="109127"/>
                </a:lnTo>
                <a:lnTo>
                  <a:pt x="2105684" y="106626"/>
                </a:lnTo>
                <a:lnTo>
                  <a:pt x="2105418" y="104177"/>
                </a:lnTo>
                <a:lnTo>
                  <a:pt x="2105092" y="101779"/>
                </a:lnTo>
                <a:lnTo>
                  <a:pt x="2104707" y="99432"/>
                </a:lnTo>
                <a:lnTo>
                  <a:pt x="2104263" y="97137"/>
                </a:lnTo>
                <a:lnTo>
                  <a:pt x="2103759" y="94893"/>
                </a:lnTo>
                <a:lnTo>
                  <a:pt x="2103197" y="92701"/>
                </a:lnTo>
                <a:lnTo>
                  <a:pt x="2102575" y="90559"/>
                </a:lnTo>
                <a:lnTo>
                  <a:pt x="2101894" y="88470"/>
                </a:lnTo>
                <a:lnTo>
                  <a:pt x="2101154" y="86431"/>
                </a:lnTo>
                <a:lnTo>
                  <a:pt x="2100354" y="84444"/>
                </a:lnTo>
                <a:lnTo>
                  <a:pt x="2099496" y="82508"/>
                </a:lnTo>
                <a:lnTo>
                  <a:pt x="2098578" y="80624"/>
                </a:lnTo>
                <a:lnTo>
                  <a:pt x="2097600" y="78790"/>
                </a:lnTo>
                <a:lnTo>
                  <a:pt x="2096564" y="77009"/>
                </a:lnTo>
                <a:lnTo>
                  <a:pt x="2095469" y="75278"/>
                </a:lnTo>
                <a:lnTo>
                  <a:pt x="2094314" y="73599"/>
                </a:lnTo>
                <a:lnTo>
                  <a:pt x="2093100" y="71972"/>
                </a:lnTo>
                <a:lnTo>
                  <a:pt x="2091826" y="70395"/>
                </a:lnTo>
                <a:lnTo>
                  <a:pt x="2090494" y="68870"/>
                </a:lnTo>
                <a:lnTo>
                  <a:pt x="2089102" y="67397"/>
                </a:lnTo>
                <a:lnTo>
                  <a:pt x="2087660" y="65979"/>
                </a:lnTo>
                <a:lnTo>
                  <a:pt x="2086174" y="64621"/>
                </a:lnTo>
                <a:lnTo>
                  <a:pt x="2084646" y="63324"/>
                </a:lnTo>
                <a:lnTo>
                  <a:pt x="2083074" y="62087"/>
                </a:lnTo>
                <a:lnTo>
                  <a:pt x="2081460" y="60911"/>
                </a:lnTo>
                <a:lnTo>
                  <a:pt x="2079803" y="59795"/>
                </a:lnTo>
                <a:lnTo>
                  <a:pt x="2078104" y="58739"/>
                </a:lnTo>
                <a:lnTo>
                  <a:pt x="2076361" y="57743"/>
                </a:lnTo>
                <a:lnTo>
                  <a:pt x="2074576" y="56808"/>
                </a:lnTo>
                <a:lnTo>
                  <a:pt x="2072748" y="55933"/>
                </a:lnTo>
                <a:lnTo>
                  <a:pt x="2070876" y="55119"/>
                </a:lnTo>
                <a:lnTo>
                  <a:pt x="2068963" y="54365"/>
                </a:lnTo>
                <a:lnTo>
                  <a:pt x="2067006" y="53671"/>
                </a:lnTo>
                <a:lnTo>
                  <a:pt x="2065006" y="53037"/>
                </a:lnTo>
                <a:lnTo>
                  <a:pt x="2062964" y="52464"/>
                </a:lnTo>
                <a:lnTo>
                  <a:pt x="2060879" y="51951"/>
                </a:lnTo>
                <a:lnTo>
                  <a:pt x="2058750" y="51499"/>
                </a:lnTo>
                <a:lnTo>
                  <a:pt x="2056580" y="51107"/>
                </a:lnTo>
                <a:lnTo>
                  <a:pt x="2054366" y="50775"/>
                </a:lnTo>
                <a:lnTo>
                  <a:pt x="2052109" y="50503"/>
                </a:lnTo>
                <a:lnTo>
                  <a:pt x="2049810" y="50292"/>
                </a:lnTo>
                <a:lnTo>
                  <a:pt x="2047468" y="50141"/>
                </a:lnTo>
                <a:lnTo>
                  <a:pt x="2045082" y="50051"/>
                </a:lnTo>
                <a:lnTo>
                  <a:pt x="2042654" y="50021"/>
                </a:lnTo>
                <a:lnTo>
                  <a:pt x="2040902" y="50035"/>
                </a:lnTo>
                <a:lnTo>
                  <a:pt x="2039173" y="50078"/>
                </a:lnTo>
                <a:lnTo>
                  <a:pt x="2037467" y="50150"/>
                </a:lnTo>
                <a:lnTo>
                  <a:pt x="2035784" y="50250"/>
                </a:lnTo>
                <a:lnTo>
                  <a:pt x="2034124" y="50379"/>
                </a:lnTo>
                <a:lnTo>
                  <a:pt x="2032488" y="50537"/>
                </a:lnTo>
                <a:lnTo>
                  <a:pt x="2030874" y="50723"/>
                </a:lnTo>
                <a:lnTo>
                  <a:pt x="2029284" y="50938"/>
                </a:lnTo>
                <a:lnTo>
                  <a:pt x="2027717" y="51181"/>
                </a:lnTo>
                <a:lnTo>
                  <a:pt x="2026173" y="51454"/>
                </a:lnTo>
                <a:lnTo>
                  <a:pt x="2024653" y="51755"/>
                </a:lnTo>
                <a:lnTo>
                  <a:pt x="2023155" y="52084"/>
                </a:lnTo>
                <a:lnTo>
                  <a:pt x="2021681" y="52442"/>
                </a:lnTo>
                <a:lnTo>
                  <a:pt x="2020230" y="52829"/>
                </a:lnTo>
                <a:lnTo>
                  <a:pt x="2018802" y="53245"/>
                </a:lnTo>
                <a:lnTo>
                  <a:pt x="2017397" y="53689"/>
                </a:lnTo>
                <a:lnTo>
                  <a:pt x="2016015" y="54162"/>
                </a:lnTo>
                <a:lnTo>
                  <a:pt x="2014657" y="54664"/>
                </a:lnTo>
                <a:lnTo>
                  <a:pt x="2013322" y="55194"/>
                </a:lnTo>
                <a:lnTo>
                  <a:pt x="2012009" y="55753"/>
                </a:lnTo>
                <a:lnTo>
                  <a:pt x="2010721" y="56340"/>
                </a:lnTo>
                <a:lnTo>
                  <a:pt x="2009455" y="56956"/>
                </a:lnTo>
                <a:lnTo>
                  <a:pt x="2008212" y="57601"/>
                </a:lnTo>
                <a:lnTo>
                  <a:pt x="2006993" y="58275"/>
                </a:lnTo>
                <a:lnTo>
                  <a:pt x="2005797" y="58975"/>
                </a:lnTo>
                <a:lnTo>
                  <a:pt x="2004626" y="59699"/>
                </a:lnTo>
                <a:lnTo>
                  <a:pt x="2003479" y="60448"/>
                </a:lnTo>
                <a:lnTo>
                  <a:pt x="2002356" y="61221"/>
                </a:lnTo>
                <a:lnTo>
                  <a:pt x="2001258" y="62019"/>
                </a:lnTo>
                <a:lnTo>
                  <a:pt x="2000184" y="62841"/>
                </a:lnTo>
                <a:lnTo>
                  <a:pt x="1999134" y="63687"/>
                </a:lnTo>
                <a:lnTo>
                  <a:pt x="1998109" y="64558"/>
                </a:lnTo>
                <a:lnTo>
                  <a:pt x="1997108" y="65453"/>
                </a:lnTo>
                <a:lnTo>
                  <a:pt x="1996132" y="66373"/>
                </a:lnTo>
                <a:lnTo>
                  <a:pt x="1995180" y="67317"/>
                </a:lnTo>
                <a:lnTo>
                  <a:pt x="1994252" y="68286"/>
                </a:lnTo>
                <a:lnTo>
                  <a:pt x="1993348" y="69278"/>
                </a:lnTo>
                <a:lnTo>
                  <a:pt x="1992469" y="70296"/>
                </a:lnTo>
                <a:lnTo>
                  <a:pt x="1991614" y="71337"/>
                </a:lnTo>
                <a:lnTo>
                  <a:pt x="1990784" y="72403"/>
                </a:lnTo>
                <a:lnTo>
                  <a:pt x="1989977" y="73494"/>
                </a:lnTo>
                <a:lnTo>
                  <a:pt x="1989196" y="74609"/>
                </a:lnTo>
                <a:lnTo>
                  <a:pt x="1988438" y="75748"/>
                </a:lnTo>
                <a:lnTo>
                  <a:pt x="1987705" y="76912"/>
                </a:lnTo>
                <a:lnTo>
                  <a:pt x="1986996" y="78100"/>
                </a:lnTo>
                <a:lnTo>
                  <a:pt x="1986312" y="79312"/>
                </a:lnTo>
                <a:lnTo>
                  <a:pt x="1985652" y="80549"/>
                </a:lnTo>
                <a:lnTo>
                  <a:pt x="1985016" y="81810"/>
                </a:lnTo>
                <a:lnTo>
                  <a:pt x="1984405" y="83094"/>
                </a:lnTo>
                <a:lnTo>
                  <a:pt x="1983821" y="84397"/>
                </a:lnTo>
                <a:lnTo>
                  <a:pt x="1983262" y="85721"/>
                </a:lnTo>
                <a:lnTo>
                  <a:pt x="1982730" y="87066"/>
                </a:lnTo>
                <a:lnTo>
                  <a:pt x="1982223" y="88431"/>
                </a:lnTo>
                <a:lnTo>
                  <a:pt x="1981742" y="89816"/>
                </a:lnTo>
                <a:lnTo>
                  <a:pt x="1981288" y="91222"/>
                </a:lnTo>
                <a:lnTo>
                  <a:pt x="1980859" y="92648"/>
                </a:lnTo>
                <a:lnTo>
                  <a:pt x="1980456" y="94094"/>
                </a:lnTo>
                <a:lnTo>
                  <a:pt x="1980079" y="95561"/>
                </a:lnTo>
                <a:lnTo>
                  <a:pt x="1979729" y="97048"/>
                </a:lnTo>
                <a:lnTo>
                  <a:pt x="1979404" y="98555"/>
                </a:lnTo>
                <a:lnTo>
                  <a:pt x="1979105" y="100083"/>
                </a:lnTo>
                <a:lnTo>
                  <a:pt x="1978832" y="101631"/>
                </a:lnTo>
                <a:lnTo>
                  <a:pt x="1978585" y="103200"/>
                </a:lnTo>
                <a:lnTo>
                  <a:pt x="1978365" y="104789"/>
                </a:lnTo>
                <a:lnTo>
                  <a:pt x="1978170" y="106398"/>
                </a:lnTo>
                <a:lnTo>
                  <a:pt x="1978001" y="108028"/>
                </a:lnTo>
                <a:lnTo>
                  <a:pt x="1977858" y="109678"/>
                </a:lnTo>
                <a:lnTo>
                  <a:pt x="1977741" y="111349"/>
                </a:lnTo>
                <a:lnTo>
                  <a:pt x="1977650" y="113040"/>
                </a:lnTo>
                <a:lnTo>
                  <a:pt x="1977585" y="114751"/>
                </a:lnTo>
                <a:lnTo>
                  <a:pt x="1977546" y="116483"/>
                </a:lnTo>
                <a:lnTo>
                  <a:pt x="1977533" y="118235"/>
                </a:lnTo>
                <a:lnTo>
                  <a:pt x="1977547" y="120043"/>
                </a:lnTo>
                <a:lnTo>
                  <a:pt x="1977587" y="121829"/>
                </a:lnTo>
                <a:lnTo>
                  <a:pt x="1977653" y="123594"/>
                </a:lnTo>
                <a:lnTo>
                  <a:pt x="1977747" y="125337"/>
                </a:lnTo>
                <a:lnTo>
                  <a:pt x="1977867" y="127058"/>
                </a:lnTo>
                <a:lnTo>
                  <a:pt x="1978013" y="128757"/>
                </a:lnTo>
                <a:lnTo>
                  <a:pt x="1978187" y="130435"/>
                </a:lnTo>
                <a:lnTo>
                  <a:pt x="1978387" y="132090"/>
                </a:lnTo>
                <a:lnTo>
                  <a:pt x="1978614" y="133724"/>
                </a:lnTo>
                <a:lnTo>
                  <a:pt x="1978867" y="135337"/>
                </a:lnTo>
                <a:lnTo>
                  <a:pt x="1979148" y="136927"/>
                </a:lnTo>
                <a:lnTo>
                  <a:pt x="1979454" y="138496"/>
                </a:lnTo>
                <a:lnTo>
                  <a:pt x="1979788" y="140042"/>
                </a:lnTo>
                <a:lnTo>
                  <a:pt x="1980148" y="141567"/>
                </a:lnTo>
                <a:lnTo>
                  <a:pt x="1980535" y="143071"/>
                </a:lnTo>
                <a:lnTo>
                  <a:pt x="1980949" y="144552"/>
                </a:lnTo>
                <a:lnTo>
                  <a:pt x="1981389" y="146012"/>
                </a:lnTo>
                <a:lnTo>
                  <a:pt x="1981856" y="147450"/>
                </a:lnTo>
                <a:lnTo>
                  <a:pt x="1982350" y="148866"/>
                </a:lnTo>
                <a:lnTo>
                  <a:pt x="1982870" y="150260"/>
                </a:lnTo>
                <a:lnTo>
                  <a:pt x="1983417" y="151633"/>
                </a:lnTo>
                <a:lnTo>
                  <a:pt x="1983991" y="152983"/>
                </a:lnTo>
                <a:lnTo>
                  <a:pt x="1984591" y="154312"/>
                </a:lnTo>
                <a:lnTo>
                  <a:pt x="1985218" y="155620"/>
                </a:lnTo>
                <a:lnTo>
                  <a:pt x="1985871" y="156903"/>
                </a:lnTo>
                <a:lnTo>
                  <a:pt x="1986550" y="158161"/>
                </a:lnTo>
                <a:lnTo>
                  <a:pt x="1987253" y="159393"/>
                </a:lnTo>
                <a:lnTo>
                  <a:pt x="1987982" y="160601"/>
                </a:lnTo>
                <a:lnTo>
                  <a:pt x="1988736" y="161783"/>
                </a:lnTo>
                <a:lnTo>
                  <a:pt x="1989516" y="162939"/>
                </a:lnTo>
                <a:lnTo>
                  <a:pt x="1990321" y="164070"/>
                </a:lnTo>
                <a:lnTo>
                  <a:pt x="1991151" y="165176"/>
                </a:lnTo>
                <a:lnTo>
                  <a:pt x="1992006" y="166257"/>
                </a:lnTo>
                <a:lnTo>
                  <a:pt x="1992887" y="167312"/>
                </a:lnTo>
                <a:lnTo>
                  <a:pt x="1993792" y="168342"/>
                </a:lnTo>
                <a:lnTo>
                  <a:pt x="1994724" y="169347"/>
                </a:lnTo>
                <a:lnTo>
                  <a:pt x="1995680" y="170326"/>
                </a:lnTo>
                <a:lnTo>
                  <a:pt x="1996662" y="171280"/>
                </a:lnTo>
                <a:lnTo>
                  <a:pt x="1997669" y="172208"/>
                </a:lnTo>
                <a:lnTo>
                  <a:pt x="1998701" y="173111"/>
                </a:lnTo>
                <a:lnTo>
                  <a:pt x="1999759" y="173989"/>
                </a:lnTo>
                <a:lnTo>
                  <a:pt x="2000841" y="174842"/>
                </a:lnTo>
                <a:lnTo>
                  <a:pt x="2001949" y="175669"/>
                </a:lnTo>
                <a:lnTo>
                  <a:pt x="2003083" y="176471"/>
                </a:lnTo>
                <a:lnTo>
                  <a:pt x="2004242" y="177247"/>
                </a:lnTo>
                <a:lnTo>
                  <a:pt x="2005425" y="177999"/>
                </a:lnTo>
                <a:lnTo>
                  <a:pt x="2006635" y="178724"/>
                </a:lnTo>
                <a:lnTo>
                  <a:pt x="2007869" y="179425"/>
                </a:lnTo>
                <a:lnTo>
                  <a:pt x="2009129" y="180098"/>
                </a:lnTo>
                <a:lnTo>
                  <a:pt x="2010412" y="180743"/>
                </a:lnTo>
                <a:lnTo>
                  <a:pt x="2011720" y="181359"/>
                </a:lnTo>
                <a:lnTo>
                  <a:pt x="2013053" y="181947"/>
                </a:lnTo>
                <a:lnTo>
                  <a:pt x="2014409" y="182506"/>
                </a:lnTo>
                <a:lnTo>
                  <a:pt x="2015790" y="183036"/>
                </a:lnTo>
                <a:lnTo>
                  <a:pt x="2017196" y="183538"/>
                </a:lnTo>
                <a:lnTo>
                  <a:pt x="2018625" y="184010"/>
                </a:lnTo>
                <a:lnTo>
                  <a:pt x="2020079" y="184455"/>
                </a:lnTo>
                <a:lnTo>
                  <a:pt x="2021558" y="184870"/>
                </a:lnTo>
                <a:lnTo>
                  <a:pt x="2023061" y="185257"/>
                </a:lnTo>
                <a:lnTo>
                  <a:pt x="2024588" y="185615"/>
                </a:lnTo>
                <a:lnTo>
                  <a:pt x="2026139" y="185945"/>
                </a:lnTo>
                <a:lnTo>
                  <a:pt x="2027715" y="186246"/>
                </a:lnTo>
                <a:lnTo>
                  <a:pt x="2029315" y="186518"/>
                </a:lnTo>
                <a:lnTo>
                  <a:pt x="2030940" y="186762"/>
                </a:lnTo>
                <a:lnTo>
                  <a:pt x="2032588" y="186977"/>
                </a:lnTo>
                <a:lnTo>
                  <a:pt x="2034262" y="187163"/>
                </a:lnTo>
                <a:lnTo>
                  <a:pt x="2035959" y="187321"/>
                </a:lnTo>
                <a:lnTo>
                  <a:pt x="2037681" y="187450"/>
                </a:lnTo>
                <a:lnTo>
                  <a:pt x="2039427" y="187550"/>
                </a:lnTo>
                <a:lnTo>
                  <a:pt x="2041198" y="187622"/>
                </a:lnTo>
                <a:lnTo>
                  <a:pt x="2042992" y="187665"/>
                </a:lnTo>
                <a:lnTo>
                  <a:pt x="2044812" y="187679"/>
                </a:lnTo>
                <a:lnTo>
                  <a:pt x="2046298" y="187670"/>
                </a:lnTo>
                <a:lnTo>
                  <a:pt x="2047769" y="187643"/>
                </a:lnTo>
                <a:lnTo>
                  <a:pt x="2049224" y="187599"/>
                </a:lnTo>
                <a:lnTo>
                  <a:pt x="2050664" y="187537"/>
                </a:lnTo>
                <a:lnTo>
                  <a:pt x="2052087" y="187456"/>
                </a:lnTo>
                <a:close/>
                <a:moveTo>
                  <a:pt x="2014311" y="97564"/>
                </a:moveTo>
                <a:lnTo>
                  <a:pt x="2014514" y="96544"/>
                </a:lnTo>
                <a:lnTo>
                  <a:pt x="2014741" y="95546"/>
                </a:lnTo>
                <a:lnTo>
                  <a:pt x="2014993" y="94570"/>
                </a:lnTo>
                <a:lnTo>
                  <a:pt x="2015269" y="93618"/>
                </a:lnTo>
                <a:lnTo>
                  <a:pt x="2015570" y="92687"/>
                </a:lnTo>
                <a:lnTo>
                  <a:pt x="2015895" y="91780"/>
                </a:lnTo>
                <a:lnTo>
                  <a:pt x="2016245" y="90895"/>
                </a:lnTo>
                <a:lnTo>
                  <a:pt x="2016620" y="90033"/>
                </a:lnTo>
                <a:lnTo>
                  <a:pt x="2017019" y="89194"/>
                </a:lnTo>
                <a:lnTo>
                  <a:pt x="2017443" y="88377"/>
                </a:lnTo>
                <a:lnTo>
                  <a:pt x="2017891" y="87583"/>
                </a:lnTo>
                <a:lnTo>
                  <a:pt x="2018364" y="86812"/>
                </a:lnTo>
                <a:lnTo>
                  <a:pt x="2018862" y="86063"/>
                </a:lnTo>
                <a:lnTo>
                  <a:pt x="2019384" y="85337"/>
                </a:lnTo>
                <a:lnTo>
                  <a:pt x="2019931" y="84633"/>
                </a:lnTo>
                <a:lnTo>
                  <a:pt x="2020502" y="83953"/>
                </a:lnTo>
                <a:lnTo>
                  <a:pt x="2021098" y="83295"/>
                </a:lnTo>
                <a:lnTo>
                  <a:pt x="2021718" y="82659"/>
                </a:lnTo>
                <a:lnTo>
                  <a:pt x="2022363" y="82046"/>
                </a:lnTo>
                <a:lnTo>
                  <a:pt x="2023028" y="81457"/>
                </a:lnTo>
                <a:lnTo>
                  <a:pt x="2023709" y="80894"/>
                </a:lnTo>
                <a:lnTo>
                  <a:pt x="2024405" y="80355"/>
                </a:lnTo>
                <a:lnTo>
                  <a:pt x="2025118" y="79841"/>
                </a:lnTo>
                <a:lnTo>
                  <a:pt x="2025846" y="79352"/>
                </a:lnTo>
                <a:lnTo>
                  <a:pt x="2026589" y="78889"/>
                </a:lnTo>
                <a:lnTo>
                  <a:pt x="2027348" y="78450"/>
                </a:lnTo>
                <a:lnTo>
                  <a:pt x="2028123" y="78037"/>
                </a:lnTo>
                <a:lnTo>
                  <a:pt x="2028914" y="77648"/>
                </a:lnTo>
                <a:lnTo>
                  <a:pt x="2029720" y="77285"/>
                </a:lnTo>
                <a:lnTo>
                  <a:pt x="2030542" y="76946"/>
                </a:lnTo>
                <a:lnTo>
                  <a:pt x="2031380" y="76633"/>
                </a:lnTo>
                <a:lnTo>
                  <a:pt x="2032233" y="76345"/>
                </a:lnTo>
                <a:lnTo>
                  <a:pt x="2033102" y="76082"/>
                </a:lnTo>
                <a:lnTo>
                  <a:pt x="2033987" y="75844"/>
                </a:lnTo>
                <a:lnTo>
                  <a:pt x="2034887" y="75631"/>
                </a:lnTo>
                <a:lnTo>
                  <a:pt x="2035803" y="75443"/>
                </a:lnTo>
                <a:lnTo>
                  <a:pt x="2036735" y="75280"/>
                </a:lnTo>
                <a:lnTo>
                  <a:pt x="2037682" y="75142"/>
                </a:lnTo>
                <a:lnTo>
                  <a:pt x="2038645" y="75029"/>
                </a:lnTo>
                <a:lnTo>
                  <a:pt x="2039624" y="74942"/>
                </a:lnTo>
                <a:lnTo>
                  <a:pt x="2040619" y="74879"/>
                </a:lnTo>
                <a:lnTo>
                  <a:pt x="2041629" y="74841"/>
                </a:lnTo>
                <a:lnTo>
                  <a:pt x="2042654" y="74829"/>
                </a:lnTo>
                <a:lnTo>
                  <a:pt x="2043658" y="74841"/>
                </a:lnTo>
                <a:lnTo>
                  <a:pt x="2044646" y="74878"/>
                </a:lnTo>
                <a:lnTo>
                  <a:pt x="2045620" y="74938"/>
                </a:lnTo>
                <a:lnTo>
                  <a:pt x="2046578" y="75024"/>
                </a:lnTo>
                <a:lnTo>
                  <a:pt x="2047520" y="75133"/>
                </a:lnTo>
                <a:lnTo>
                  <a:pt x="2048448" y="75267"/>
                </a:lnTo>
                <a:lnTo>
                  <a:pt x="2049360" y="75425"/>
                </a:lnTo>
                <a:lnTo>
                  <a:pt x="2050257" y="75608"/>
                </a:lnTo>
                <a:lnTo>
                  <a:pt x="2051139" y="75815"/>
                </a:lnTo>
                <a:lnTo>
                  <a:pt x="2052006" y="76046"/>
                </a:lnTo>
                <a:lnTo>
                  <a:pt x="2052857" y="76302"/>
                </a:lnTo>
                <a:lnTo>
                  <a:pt x="2053693" y="76582"/>
                </a:lnTo>
                <a:lnTo>
                  <a:pt x="2054514" y="76886"/>
                </a:lnTo>
                <a:lnTo>
                  <a:pt x="2055320" y="77215"/>
                </a:lnTo>
                <a:lnTo>
                  <a:pt x="2056111" y="77568"/>
                </a:lnTo>
                <a:lnTo>
                  <a:pt x="2056886" y="77945"/>
                </a:lnTo>
                <a:lnTo>
                  <a:pt x="2057646" y="78347"/>
                </a:lnTo>
                <a:lnTo>
                  <a:pt x="2058391" y="78773"/>
                </a:lnTo>
                <a:lnTo>
                  <a:pt x="2059121" y="79223"/>
                </a:lnTo>
                <a:lnTo>
                  <a:pt x="2059836" y="79698"/>
                </a:lnTo>
                <a:lnTo>
                  <a:pt x="2060535" y="80197"/>
                </a:lnTo>
                <a:lnTo>
                  <a:pt x="2061219" y="80720"/>
                </a:lnTo>
                <a:lnTo>
                  <a:pt x="2061888" y="81268"/>
                </a:lnTo>
                <a:lnTo>
                  <a:pt x="2062541" y="81840"/>
                </a:lnTo>
                <a:lnTo>
                  <a:pt x="2063175" y="82436"/>
                </a:lnTo>
                <a:lnTo>
                  <a:pt x="2063783" y="83058"/>
                </a:lnTo>
                <a:lnTo>
                  <a:pt x="2064365" y="83704"/>
                </a:lnTo>
                <a:lnTo>
                  <a:pt x="2064922" y="84375"/>
                </a:lnTo>
                <a:lnTo>
                  <a:pt x="2065453" y="85071"/>
                </a:lnTo>
                <a:lnTo>
                  <a:pt x="2065958" y="85792"/>
                </a:lnTo>
                <a:lnTo>
                  <a:pt x="2066439" y="86537"/>
                </a:lnTo>
                <a:lnTo>
                  <a:pt x="2066893" y="87308"/>
                </a:lnTo>
                <a:lnTo>
                  <a:pt x="2067323" y="88103"/>
                </a:lnTo>
                <a:lnTo>
                  <a:pt x="2067726" y="88923"/>
                </a:lnTo>
                <a:lnTo>
                  <a:pt x="2068104" y="89768"/>
                </a:lnTo>
                <a:lnTo>
                  <a:pt x="2068457" y="90637"/>
                </a:lnTo>
                <a:lnTo>
                  <a:pt x="2068784" y="91532"/>
                </a:lnTo>
                <a:lnTo>
                  <a:pt x="2069086" y="92451"/>
                </a:lnTo>
                <a:lnTo>
                  <a:pt x="2069362" y="93395"/>
                </a:lnTo>
                <a:lnTo>
                  <a:pt x="2069612" y="94364"/>
                </a:lnTo>
                <a:lnTo>
                  <a:pt x="2069837" y="95357"/>
                </a:lnTo>
                <a:lnTo>
                  <a:pt x="2070037" y="96376"/>
                </a:lnTo>
                <a:lnTo>
                  <a:pt x="2070211" y="97419"/>
                </a:lnTo>
                <a:lnTo>
                  <a:pt x="2070360" y="98487"/>
                </a:lnTo>
                <a:lnTo>
                  <a:pt x="2070483" y="99580"/>
                </a:lnTo>
                <a:lnTo>
                  <a:pt x="2070580" y="100698"/>
                </a:lnTo>
                <a:lnTo>
                  <a:pt x="2070652" y="101840"/>
                </a:lnTo>
                <a:lnTo>
                  <a:pt x="2070698" y="103008"/>
                </a:lnTo>
                <a:lnTo>
                  <a:pt x="2013667" y="103008"/>
                </a:lnTo>
                <a:lnTo>
                  <a:pt x="2013746" y="101874"/>
                </a:lnTo>
                <a:lnTo>
                  <a:pt x="2013851" y="100762"/>
                </a:lnTo>
                <a:lnTo>
                  <a:pt x="2013980" y="99674"/>
                </a:lnTo>
                <a:lnTo>
                  <a:pt x="2014133" y="98608"/>
                </a:lnTo>
                <a:lnTo>
                  <a:pt x="2014311" y="97564"/>
                </a:lnTo>
                <a:close/>
                <a:moveTo>
                  <a:pt x="2645757" y="187456"/>
                </a:moveTo>
                <a:lnTo>
                  <a:pt x="2647165" y="187359"/>
                </a:lnTo>
                <a:lnTo>
                  <a:pt x="2648558" y="187243"/>
                </a:lnTo>
                <a:lnTo>
                  <a:pt x="2649934" y="187110"/>
                </a:lnTo>
                <a:lnTo>
                  <a:pt x="2651295" y="186958"/>
                </a:lnTo>
                <a:lnTo>
                  <a:pt x="2652641" y="186789"/>
                </a:lnTo>
                <a:lnTo>
                  <a:pt x="2653970" y="186603"/>
                </a:lnTo>
                <a:lnTo>
                  <a:pt x="2655284" y="186398"/>
                </a:lnTo>
                <a:lnTo>
                  <a:pt x="2656583" y="186176"/>
                </a:lnTo>
                <a:lnTo>
                  <a:pt x="2657865" y="185935"/>
                </a:lnTo>
                <a:lnTo>
                  <a:pt x="2659132" y="185678"/>
                </a:lnTo>
                <a:lnTo>
                  <a:pt x="2660383" y="185402"/>
                </a:lnTo>
                <a:lnTo>
                  <a:pt x="2661619" y="185108"/>
                </a:lnTo>
                <a:lnTo>
                  <a:pt x="2662839" y="184797"/>
                </a:lnTo>
                <a:lnTo>
                  <a:pt x="2664043" y="184468"/>
                </a:lnTo>
                <a:lnTo>
                  <a:pt x="2665232" y="184121"/>
                </a:lnTo>
                <a:lnTo>
                  <a:pt x="2666404" y="183756"/>
                </a:lnTo>
                <a:lnTo>
                  <a:pt x="2667562" y="183374"/>
                </a:lnTo>
                <a:lnTo>
                  <a:pt x="2668703" y="182973"/>
                </a:lnTo>
                <a:lnTo>
                  <a:pt x="2669829" y="182555"/>
                </a:lnTo>
                <a:lnTo>
                  <a:pt x="2670937" y="182119"/>
                </a:lnTo>
                <a:lnTo>
                  <a:pt x="2672025" y="181665"/>
                </a:lnTo>
                <a:lnTo>
                  <a:pt x="2673094" y="181192"/>
                </a:lnTo>
                <a:lnTo>
                  <a:pt x="2674143" y="180702"/>
                </a:lnTo>
                <a:lnTo>
                  <a:pt x="2675173" y="180192"/>
                </a:lnTo>
                <a:lnTo>
                  <a:pt x="2676183" y="179665"/>
                </a:lnTo>
                <a:lnTo>
                  <a:pt x="2677173" y="179119"/>
                </a:lnTo>
                <a:lnTo>
                  <a:pt x="2678143" y="178556"/>
                </a:lnTo>
                <a:lnTo>
                  <a:pt x="2679094" y="177973"/>
                </a:lnTo>
                <a:lnTo>
                  <a:pt x="2680025" y="177373"/>
                </a:lnTo>
                <a:lnTo>
                  <a:pt x="2680937" y="176754"/>
                </a:lnTo>
                <a:lnTo>
                  <a:pt x="2681828" y="176117"/>
                </a:lnTo>
                <a:lnTo>
                  <a:pt x="2682701" y="175462"/>
                </a:lnTo>
                <a:lnTo>
                  <a:pt x="2683553" y="174789"/>
                </a:lnTo>
                <a:lnTo>
                  <a:pt x="2684386" y="174097"/>
                </a:lnTo>
                <a:lnTo>
                  <a:pt x="2685199" y="173387"/>
                </a:lnTo>
                <a:lnTo>
                  <a:pt x="2685993" y="172659"/>
                </a:lnTo>
                <a:lnTo>
                  <a:pt x="2686766" y="171913"/>
                </a:lnTo>
                <a:lnTo>
                  <a:pt x="2687521" y="171148"/>
                </a:lnTo>
                <a:lnTo>
                  <a:pt x="2688255" y="170365"/>
                </a:lnTo>
                <a:lnTo>
                  <a:pt x="2688970" y="169564"/>
                </a:lnTo>
                <a:lnTo>
                  <a:pt x="2689665" y="168744"/>
                </a:lnTo>
                <a:lnTo>
                  <a:pt x="2690341" y="167906"/>
                </a:lnTo>
                <a:lnTo>
                  <a:pt x="2690997" y="167050"/>
                </a:lnTo>
                <a:lnTo>
                  <a:pt x="2691630" y="166176"/>
                </a:lnTo>
                <a:lnTo>
                  <a:pt x="2692240" y="165284"/>
                </a:lnTo>
                <a:lnTo>
                  <a:pt x="2692824" y="164374"/>
                </a:lnTo>
                <a:lnTo>
                  <a:pt x="2693384" y="163446"/>
                </a:lnTo>
                <a:lnTo>
                  <a:pt x="2693920" y="162499"/>
                </a:lnTo>
                <a:lnTo>
                  <a:pt x="2694431" y="161535"/>
                </a:lnTo>
                <a:lnTo>
                  <a:pt x="2694917" y="160553"/>
                </a:lnTo>
                <a:lnTo>
                  <a:pt x="2695379" y="159552"/>
                </a:lnTo>
                <a:lnTo>
                  <a:pt x="2695816" y="158534"/>
                </a:lnTo>
                <a:lnTo>
                  <a:pt x="2696228" y="157498"/>
                </a:lnTo>
                <a:lnTo>
                  <a:pt x="2696616" y="156443"/>
                </a:lnTo>
                <a:lnTo>
                  <a:pt x="2696980" y="155371"/>
                </a:lnTo>
                <a:lnTo>
                  <a:pt x="2697318" y="154281"/>
                </a:lnTo>
                <a:lnTo>
                  <a:pt x="2697633" y="153172"/>
                </a:lnTo>
                <a:lnTo>
                  <a:pt x="2697922" y="152046"/>
                </a:lnTo>
                <a:lnTo>
                  <a:pt x="2698187" y="150901"/>
                </a:lnTo>
                <a:lnTo>
                  <a:pt x="2698428" y="149739"/>
                </a:lnTo>
                <a:lnTo>
                  <a:pt x="2698644" y="148558"/>
                </a:lnTo>
                <a:lnTo>
                  <a:pt x="2698835" y="147359"/>
                </a:lnTo>
                <a:lnTo>
                  <a:pt x="2699002" y="146143"/>
                </a:lnTo>
                <a:lnTo>
                  <a:pt x="2699144" y="144908"/>
                </a:lnTo>
                <a:lnTo>
                  <a:pt x="2699262" y="143656"/>
                </a:lnTo>
                <a:lnTo>
                  <a:pt x="2699355" y="142385"/>
                </a:lnTo>
                <a:lnTo>
                  <a:pt x="2699423" y="141096"/>
                </a:lnTo>
                <a:lnTo>
                  <a:pt x="2664234" y="141096"/>
                </a:lnTo>
                <a:lnTo>
                  <a:pt x="2664210" y="141944"/>
                </a:lnTo>
                <a:lnTo>
                  <a:pt x="2664163" y="142774"/>
                </a:lnTo>
                <a:lnTo>
                  <a:pt x="2664092" y="143587"/>
                </a:lnTo>
                <a:lnTo>
                  <a:pt x="2663998" y="144382"/>
                </a:lnTo>
                <a:lnTo>
                  <a:pt x="2663879" y="145160"/>
                </a:lnTo>
                <a:lnTo>
                  <a:pt x="2663736" y="145919"/>
                </a:lnTo>
                <a:lnTo>
                  <a:pt x="2663570" y="146662"/>
                </a:lnTo>
                <a:lnTo>
                  <a:pt x="2663380" y="147386"/>
                </a:lnTo>
                <a:lnTo>
                  <a:pt x="2663165" y="148093"/>
                </a:lnTo>
                <a:lnTo>
                  <a:pt x="2662927" y="148783"/>
                </a:lnTo>
                <a:lnTo>
                  <a:pt x="2662665" y="149454"/>
                </a:lnTo>
                <a:lnTo>
                  <a:pt x="2662380" y="150109"/>
                </a:lnTo>
                <a:lnTo>
                  <a:pt x="2662070" y="150745"/>
                </a:lnTo>
                <a:lnTo>
                  <a:pt x="2661736" y="151364"/>
                </a:lnTo>
                <a:lnTo>
                  <a:pt x="2661379" y="151965"/>
                </a:lnTo>
                <a:lnTo>
                  <a:pt x="2660998" y="152549"/>
                </a:lnTo>
                <a:lnTo>
                  <a:pt x="2660593" y="153115"/>
                </a:lnTo>
                <a:lnTo>
                  <a:pt x="2660163" y="153664"/>
                </a:lnTo>
                <a:lnTo>
                  <a:pt x="2659711" y="154194"/>
                </a:lnTo>
                <a:lnTo>
                  <a:pt x="2659234" y="154708"/>
                </a:lnTo>
                <a:lnTo>
                  <a:pt x="2658733" y="155203"/>
                </a:lnTo>
                <a:lnTo>
                  <a:pt x="2658208" y="155681"/>
                </a:lnTo>
                <a:lnTo>
                  <a:pt x="2657660" y="156142"/>
                </a:lnTo>
                <a:lnTo>
                  <a:pt x="2657088" y="156584"/>
                </a:lnTo>
                <a:lnTo>
                  <a:pt x="2656496" y="157009"/>
                </a:lnTo>
                <a:lnTo>
                  <a:pt x="2655887" y="157416"/>
                </a:lnTo>
                <a:lnTo>
                  <a:pt x="2655263" y="157805"/>
                </a:lnTo>
                <a:lnTo>
                  <a:pt x="2654623" y="158176"/>
                </a:lnTo>
                <a:lnTo>
                  <a:pt x="2653968" y="158528"/>
                </a:lnTo>
                <a:lnTo>
                  <a:pt x="2653296" y="158863"/>
                </a:lnTo>
                <a:lnTo>
                  <a:pt x="2652608" y="159179"/>
                </a:lnTo>
                <a:lnTo>
                  <a:pt x="2651904" y="159478"/>
                </a:lnTo>
                <a:lnTo>
                  <a:pt x="2651185" y="159758"/>
                </a:lnTo>
                <a:lnTo>
                  <a:pt x="2650449" y="160020"/>
                </a:lnTo>
                <a:lnTo>
                  <a:pt x="2649698" y="160264"/>
                </a:lnTo>
                <a:lnTo>
                  <a:pt x="2648931" y="160490"/>
                </a:lnTo>
                <a:lnTo>
                  <a:pt x="2648147" y="160698"/>
                </a:lnTo>
                <a:lnTo>
                  <a:pt x="2647348" y="160888"/>
                </a:lnTo>
                <a:lnTo>
                  <a:pt x="2646533" y="161060"/>
                </a:lnTo>
                <a:lnTo>
                  <a:pt x="2645702" y="161213"/>
                </a:lnTo>
                <a:lnTo>
                  <a:pt x="2644855" y="161349"/>
                </a:lnTo>
                <a:lnTo>
                  <a:pt x="2643993" y="161467"/>
                </a:lnTo>
                <a:lnTo>
                  <a:pt x="2643114" y="161566"/>
                </a:lnTo>
                <a:lnTo>
                  <a:pt x="2642219" y="161647"/>
                </a:lnTo>
                <a:lnTo>
                  <a:pt x="2641309" y="161711"/>
                </a:lnTo>
                <a:lnTo>
                  <a:pt x="2640382" y="161756"/>
                </a:lnTo>
                <a:lnTo>
                  <a:pt x="2639440" y="161783"/>
                </a:lnTo>
                <a:lnTo>
                  <a:pt x="2638482" y="161792"/>
                </a:lnTo>
                <a:lnTo>
                  <a:pt x="2637557" y="161783"/>
                </a:lnTo>
                <a:lnTo>
                  <a:pt x="2636646" y="161757"/>
                </a:lnTo>
                <a:lnTo>
                  <a:pt x="2635751" y="161714"/>
                </a:lnTo>
                <a:lnTo>
                  <a:pt x="2634871" y="161652"/>
                </a:lnTo>
                <a:lnTo>
                  <a:pt x="2634006" y="161574"/>
                </a:lnTo>
                <a:lnTo>
                  <a:pt x="2633156" y="161478"/>
                </a:lnTo>
                <a:lnTo>
                  <a:pt x="2632321" y="161364"/>
                </a:lnTo>
                <a:lnTo>
                  <a:pt x="2631501" y="161233"/>
                </a:lnTo>
                <a:lnTo>
                  <a:pt x="2630695" y="161085"/>
                </a:lnTo>
                <a:lnTo>
                  <a:pt x="2629905" y="160919"/>
                </a:lnTo>
                <a:lnTo>
                  <a:pt x="2629130" y="160735"/>
                </a:lnTo>
                <a:lnTo>
                  <a:pt x="2628370" y="160534"/>
                </a:lnTo>
                <a:lnTo>
                  <a:pt x="2627624" y="160316"/>
                </a:lnTo>
                <a:lnTo>
                  <a:pt x="2626894" y="160080"/>
                </a:lnTo>
                <a:lnTo>
                  <a:pt x="2626179" y="159827"/>
                </a:lnTo>
                <a:lnTo>
                  <a:pt x="2625478" y="159556"/>
                </a:lnTo>
                <a:lnTo>
                  <a:pt x="2624793" y="159268"/>
                </a:lnTo>
                <a:lnTo>
                  <a:pt x="2624123" y="158962"/>
                </a:lnTo>
                <a:lnTo>
                  <a:pt x="2623467" y="158639"/>
                </a:lnTo>
                <a:lnTo>
                  <a:pt x="2622827" y="158299"/>
                </a:lnTo>
                <a:lnTo>
                  <a:pt x="2622201" y="157940"/>
                </a:lnTo>
                <a:lnTo>
                  <a:pt x="2621591" y="157565"/>
                </a:lnTo>
                <a:lnTo>
                  <a:pt x="2620995" y="157172"/>
                </a:lnTo>
                <a:lnTo>
                  <a:pt x="2620415" y="156761"/>
                </a:lnTo>
                <a:lnTo>
                  <a:pt x="2619848" y="156336"/>
                </a:lnTo>
                <a:lnTo>
                  <a:pt x="2619295" y="155900"/>
                </a:lnTo>
                <a:lnTo>
                  <a:pt x="2618754" y="155452"/>
                </a:lnTo>
                <a:lnTo>
                  <a:pt x="2618226" y="154993"/>
                </a:lnTo>
                <a:lnTo>
                  <a:pt x="2617711" y="154523"/>
                </a:lnTo>
                <a:lnTo>
                  <a:pt x="2617209" y="154041"/>
                </a:lnTo>
                <a:lnTo>
                  <a:pt x="2616719" y="153549"/>
                </a:lnTo>
                <a:lnTo>
                  <a:pt x="2616243" y="153045"/>
                </a:lnTo>
                <a:lnTo>
                  <a:pt x="2615779" y="152530"/>
                </a:lnTo>
                <a:lnTo>
                  <a:pt x="2615328" y="152003"/>
                </a:lnTo>
                <a:lnTo>
                  <a:pt x="2614891" y="151465"/>
                </a:lnTo>
                <a:lnTo>
                  <a:pt x="2614466" y="150916"/>
                </a:lnTo>
                <a:lnTo>
                  <a:pt x="2614054" y="150356"/>
                </a:lnTo>
                <a:lnTo>
                  <a:pt x="2613654" y="149785"/>
                </a:lnTo>
                <a:lnTo>
                  <a:pt x="2613268" y="149202"/>
                </a:lnTo>
                <a:lnTo>
                  <a:pt x="2612895" y="148608"/>
                </a:lnTo>
                <a:lnTo>
                  <a:pt x="2612534" y="148003"/>
                </a:lnTo>
                <a:lnTo>
                  <a:pt x="2612186" y="147386"/>
                </a:lnTo>
                <a:lnTo>
                  <a:pt x="2611851" y="146759"/>
                </a:lnTo>
                <a:lnTo>
                  <a:pt x="2611529" y="146120"/>
                </a:lnTo>
                <a:lnTo>
                  <a:pt x="2611220" y="145470"/>
                </a:lnTo>
                <a:lnTo>
                  <a:pt x="2610924" y="144808"/>
                </a:lnTo>
                <a:lnTo>
                  <a:pt x="2610641" y="144135"/>
                </a:lnTo>
                <a:lnTo>
                  <a:pt x="2610370" y="143451"/>
                </a:lnTo>
                <a:lnTo>
                  <a:pt x="2610111" y="142760"/>
                </a:lnTo>
                <a:lnTo>
                  <a:pt x="2609862" y="142064"/>
                </a:lnTo>
                <a:lnTo>
                  <a:pt x="2609623" y="141363"/>
                </a:lnTo>
                <a:lnTo>
                  <a:pt x="2609395" y="140659"/>
                </a:lnTo>
                <a:lnTo>
                  <a:pt x="2609176" y="139950"/>
                </a:lnTo>
                <a:lnTo>
                  <a:pt x="2608967" y="139236"/>
                </a:lnTo>
                <a:lnTo>
                  <a:pt x="2608769" y="138519"/>
                </a:lnTo>
                <a:lnTo>
                  <a:pt x="2608580" y="137797"/>
                </a:lnTo>
                <a:lnTo>
                  <a:pt x="2608402" y="137070"/>
                </a:lnTo>
                <a:lnTo>
                  <a:pt x="2608233" y="136340"/>
                </a:lnTo>
                <a:lnTo>
                  <a:pt x="2608075" y="135605"/>
                </a:lnTo>
                <a:lnTo>
                  <a:pt x="2607927" y="134866"/>
                </a:lnTo>
                <a:lnTo>
                  <a:pt x="2607788" y="134122"/>
                </a:lnTo>
                <a:lnTo>
                  <a:pt x="2607660" y="133374"/>
                </a:lnTo>
                <a:lnTo>
                  <a:pt x="2607542" y="132622"/>
                </a:lnTo>
                <a:lnTo>
                  <a:pt x="2607434" y="131866"/>
                </a:lnTo>
                <a:lnTo>
                  <a:pt x="2607336" y="131105"/>
                </a:lnTo>
                <a:lnTo>
                  <a:pt x="2607248" y="130340"/>
                </a:lnTo>
                <a:lnTo>
                  <a:pt x="2607170" y="129570"/>
                </a:lnTo>
                <a:lnTo>
                  <a:pt x="2607103" y="128797"/>
                </a:lnTo>
                <a:lnTo>
                  <a:pt x="2607045" y="128019"/>
                </a:lnTo>
                <a:lnTo>
                  <a:pt x="2606997" y="127236"/>
                </a:lnTo>
                <a:lnTo>
                  <a:pt x="2606960" y="126450"/>
                </a:lnTo>
                <a:lnTo>
                  <a:pt x="2606932" y="125659"/>
                </a:lnTo>
                <a:lnTo>
                  <a:pt x="2699289" y="125659"/>
                </a:lnTo>
                <a:lnTo>
                  <a:pt x="2699311" y="125531"/>
                </a:lnTo>
                <a:lnTo>
                  <a:pt x="2699333" y="125400"/>
                </a:lnTo>
                <a:lnTo>
                  <a:pt x="2699354" y="125263"/>
                </a:lnTo>
                <a:lnTo>
                  <a:pt x="2699375" y="125123"/>
                </a:lnTo>
                <a:lnTo>
                  <a:pt x="2699395" y="124977"/>
                </a:lnTo>
                <a:lnTo>
                  <a:pt x="2699415" y="124828"/>
                </a:lnTo>
                <a:lnTo>
                  <a:pt x="2699434" y="124674"/>
                </a:lnTo>
                <a:lnTo>
                  <a:pt x="2699453" y="124515"/>
                </a:lnTo>
                <a:lnTo>
                  <a:pt x="2699472" y="124352"/>
                </a:lnTo>
                <a:lnTo>
                  <a:pt x="2699490" y="124184"/>
                </a:lnTo>
                <a:lnTo>
                  <a:pt x="2699507" y="124012"/>
                </a:lnTo>
                <a:lnTo>
                  <a:pt x="2699524" y="123835"/>
                </a:lnTo>
                <a:lnTo>
                  <a:pt x="2699541" y="123654"/>
                </a:lnTo>
                <a:lnTo>
                  <a:pt x="2699557" y="123468"/>
                </a:lnTo>
                <a:lnTo>
                  <a:pt x="2699573" y="123278"/>
                </a:lnTo>
                <a:lnTo>
                  <a:pt x="2699588" y="123084"/>
                </a:lnTo>
                <a:lnTo>
                  <a:pt x="2699603" y="122885"/>
                </a:lnTo>
                <a:lnTo>
                  <a:pt x="2699617" y="122681"/>
                </a:lnTo>
                <a:lnTo>
                  <a:pt x="2699631" y="122473"/>
                </a:lnTo>
                <a:lnTo>
                  <a:pt x="2699644" y="122260"/>
                </a:lnTo>
                <a:lnTo>
                  <a:pt x="2699657" y="122043"/>
                </a:lnTo>
                <a:lnTo>
                  <a:pt x="2699670" y="121822"/>
                </a:lnTo>
                <a:lnTo>
                  <a:pt x="2699682" y="121596"/>
                </a:lnTo>
                <a:lnTo>
                  <a:pt x="2699693" y="121365"/>
                </a:lnTo>
                <a:lnTo>
                  <a:pt x="2699704" y="121134"/>
                </a:lnTo>
                <a:lnTo>
                  <a:pt x="2699715" y="120908"/>
                </a:lnTo>
                <a:lnTo>
                  <a:pt x="2699725" y="120685"/>
                </a:lnTo>
                <a:lnTo>
                  <a:pt x="2699734" y="120466"/>
                </a:lnTo>
                <a:lnTo>
                  <a:pt x="2699743" y="120252"/>
                </a:lnTo>
                <a:lnTo>
                  <a:pt x="2699752" y="120041"/>
                </a:lnTo>
                <a:lnTo>
                  <a:pt x="2699760" y="119834"/>
                </a:lnTo>
                <a:lnTo>
                  <a:pt x="2699768" y="119632"/>
                </a:lnTo>
                <a:lnTo>
                  <a:pt x="2699775" y="119433"/>
                </a:lnTo>
                <a:lnTo>
                  <a:pt x="2699782" y="119238"/>
                </a:lnTo>
                <a:lnTo>
                  <a:pt x="2699788" y="119048"/>
                </a:lnTo>
                <a:lnTo>
                  <a:pt x="2699794" y="118861"/>
                </a:lnTo>
                <a:lnTo>
                  <a:pt x="2699799" y="118679"/>
                </a:lnTo>
                <a:lnTo>
                  <a:pt x="2699804" y="118500"/>
                </a:lnTo>
                <a:lnTo>
                  <a:pt x="2699809" y="118326"/>
                </a:lnTo>
                <a:lnTo>
                  <a:pt x="2699813" y="118156"/>
                </a:lnTo>
                <a:lnTo>
                  <a:pt x="2699816" y="117989"/>
                </a:lnTo>
                <a:lnTo>
                  <a:pt x="2699819" y="117827"/>
                </a:lnTo>
                <a:lnTo>
                  <a:pt x="2699822" y="117668"/>
                </a:lnTo>
                <a:lnTo>
                  <a:pt x="2699824" y="117514"/>
                </a:lnTo>
                <a:lnTo>
                  <a:pt x="2699826" y="117364"/>
                </a:lnTo>
                <a:lnTo>
                  <a:pt x="2699827" y="117217"/>
                </a:lnTo>
                <a:lnTo>
                  <a:pt x="2699828" y="117075"/>
                </a:lnTo>
                <a:lnTo>
                  <a:pt x="2699828" y="116937"/>
                </a:lnTo>
                <a:lnTo>
                  <a:pt x="2699798" y="114282"/>
                </a:lnTo>
                <a:lnTo>
                  <a:pt x="2699709" y="111679"/>
                </a:lnTo>
                <a:lnTo>
                  <a:pt x="2699561" y="109127"/>
                </a:lnTo>
                <a:lnTo>
                  <a:pt x="2699354" y="106626"/>
                </a:lnTo>
                <a:lnTo>
                  <a:pt x="2699088" y="104177"/>
                </a:lnTo>
                <a:lnTo>
                  <a:pt x="2698762" y="101779"/>
                </a:lnTo>
                <a:lnTo>
                  <a:pt x="2698377" y="99432"/>
                </a:lnTo>
                <a:lnTo>
                  <a:pt x="2697933" y="97137"/>
                </a:lnTo>
                <a:lnTo>
                  <a:pt x="2697429" y="94893"/>
                </a:lnTo>
                <a:lnTo>
                  <a:pt x="2696867" y="92701"/>
                </a:lnTo>
                <a:lnTo>
                  <a:pt x="2696245" y="90559"/>
                </a:lnTo>
                <a:lnTo>
                  <a:pt x="2695564" y="88470"/>
                </a:lnTo>
                <a:lnTo>
                  <a:pt x="2694824" y="86431"/>
                </a:lnTo>
                <a:lnTo>
                  <a:pt x="2694024" y="84444"/>
                </a:lnTo>
                <a:lnTo>
                  <a:pt x="2693165" y="82508"/>
                </a:lnTo>
                <a:lnTo>
                  <a:pt x="2692248" y="80624"/>
                </a:lnTo>
                <a:lnTo>
                  <a:pt x="2691270" y="78790"/>
                </a:lnTo>
                <a:lnTo>
                  <a:pt x="2690234" y="77009"/>
                </a:lnTo>
                <a:lnTo>
                  <a:pt x="2689138" y="75278"/>
                </a:lnTo>
                <a:lnTo>
                  <a:pt x="2687984" y="73599"/>
                </a:lnTo>
                <a:lnTo>
                  <a:pt x="2686770" y="71972"/>
                </a:lnTo>
                <a:lnTo>
                  <a:pt x="2685496" y="70395"/>
                </a:lnTo>
                <a:lnTo>
                  <a:pt x="2684164" y="68870"/>
                </a:lnTo>
                <a:lnTo>
                  <a:pt x="2682772" y="67397"/>
                </a:lnTo>
                <a:lnTo>
                  <a:pt x="2681330" y="65979"/>
                </a:lnTo>
                <a:lnTo>
                  <a:pt x="2679844" y="64621"/>
                </a:lnTo>
                <a:lnTo>
                  <a:pt x="2678316" y="63324"/>
                </a:lnTo>
                <a:lnTo>
                  <a:pt x="2676744" y="62087"/>
                </a:lnTo>
                <a:lnTo>
                  <a:pt x="2675130" y="60911"/>
                </a:lnTo>
                <a:lnTo>
                  <a:pt x="2673473" y="59795"/>
                </a:lnTo>
                <a:lnTo>
                  <a:pt x="2671774" y="58739"/>
                </a:lnTo>
                <a:lnTo>
                  <a:pt x="2670031" y="57743"/>
                </a:lnTo>
                <a:lnTo>
                  <a:pt x="2668246" y="56808"/>
                </a:lnTo>
                <a:lnTo>
                  <a:pt x="2666417" y="55933"/>
                </a:lnTo>
                <a:lnTo>
                  <a:pt x="2664546" y="55119"/>
                </a:lnTo>
                <a:lnTo>
                  <a:pt x="2662632" y="54365"/>
                </a:lnTo>
                <a:lnTo>
                  <a:pt x="2660676" y="53671"/>
                </a:lnTo>
                <a:lnTo>
                  <a:pt x="2658676" y="53037"/>
                </a:lnTo>
                <a:lnTo>
                  <a:pt x="2656634" y="52464"/>
                </a:lnTo>
                <a:lnTo>
                  <a:pt x="2654548" y="51951"/>
                </a:lnTo>
                <a:lnTo>
                  <a:pt x="2652420" y="51499"/>
                </a:lnTo>
                <a:lnTo>
                  <a:pt x="2650249" y="51107"/>
                </a:lnTo>
                <a:lnTo>
                  <a:pt x="2648036" y="50775"/>
                </a:lnTo>
                <a:lnTo>
                  <a:pt x="2645779" y="50503"/>
                </a:lnTo>
                <a:lnTo>
                  <a:pt x="2643480" y="50292"/>
                </a:lnTo>
                <a:lnTo>
                  <a:pt x="2641137" y="50141"/>
                </a:lnTo>
                <a:lnTo>
                  <a:pt x="2638752" y="50051"/>
                </a:lnTo>
                <a:lnTo>
                  <a:pt x="2636324" y="50021"/>
                </a:lnTo>
                <a:lnTo>
                  <a:pt x="2634572" y="50035"/>
                </a:lnTo>
                <a:lnTo>
                  <a:pt x="2632843" y="50078"/>
                </a:lnTo>
                <a:lnTo>
                  <a:pt x="2631137" y="50150"/>
                </a:lnTo>
                <a:lnTo>
                  <a:pt x="2629454" y="50250"/>
                </a:lnTo>
                <a:lnTo>
                  <a:pt x="2627794" y="50379"/>
                </a:lnTo>
                <a:lnTo>
                  <a:pt x="2626158" y="50537"/>
                </a:lnTo>
                <a:lnTo>
                  <a:pt x="2624544" y="50723"/>
                </a:lnTo>
                <a:lnTo>
                  <a:pt x="2622954" y="50938"/>
                </a:lnTo>
                <a:lnTo>
                  <a:pt x="2621387" y="51181"/>
                </a:lnTo>
                <a:lnTo>
                  <a:pt x="2619843" y="51454"/>
                </a:lnTo>
                <a:lnTo>
                  <a:pt x="2618323" y="51755"/>
                </a:lnTo>
                <a:lnTo>
                  <a:pt x="2616825" y="52084"/>
                </a:lnTo>
                <a:lnTo>
                  <a:pt x="2615351" y="52442"/>
                </a:lnTo>
                <a:lnTo>
                  <a:pt x="2613900" y="52829"/>
                </a:lnTo>
                <a:lnTo>
                  <a:pt x="2612472" y="53245"/>
                </a:lnTo>
                <a:lnTo>
                  <a:pt x="2611067" y="53689"/>
                </a:lnTo>
                <a:lnTo>
                  <a:pt x="2609685" y="54162"/>
                </a:lnTo>
                <a:lnTo>
                  <a:pt x="2608327" y="54664"/>
                </a:lnTo>
                <a:lnTo>
                  <a:pt x="2606992" y="55194"/>
                </a:lnTo>
                <a:lnTo>
                  <a:pt x="2605679" y="55753"/>
                </a:lnTo>
                <a:lnTo>
                  <a:pt x="2604390" y="56340"/>
                </a:lnTo>
                <a:lnTo>
                  <a:pt x="2603125" y="56956"/>
                </a:lnTo>
                <a:lnTo>
                  <a:pt x="2601882" y="57601"/>
                </a:lnTo>
                <a:lnTo>
                  <a:pt x="2600663" y="58275"/>
                </a:lnTo>
                <a:lnTo>
                  <a:pt x="2599467" y="58975"/>
                </a:lnTo>
                <a:lnTo>
                  <a:pt x="2598296" y="59699"/>
                </a:lnTo>
                <a:lnTo>
                  <a:pt x="2597149" y="60448"/>
                </a:lnTo>
                <a:lnTo>
                  <a:pt x="2596026" y="61221"/>
                </a:lnTo>
                <a:lnTo>
                  <a:pt x="2594928" y="62019"/>
                </a:lnTo>
                <a:lnTo>
                  <a:pt x="2593854" y="62841"/>
                </a:lnTo>
                <a:lnTo>
                  <a:pt x="2592804" y="63687"/>
                </a:lnTo>
                <a:lnTo>
                  <a:pt x="2591779" y="64558"/>
                </a:lnTo>
                <a:lnTo>
                  <a:pt x="2590778" y="65453"/>
                </a:lnTo>
                <a:lnTo>
                  <a:pt x="2589802" y="66373"/>
                </a:lnTo>
                <a:lnTo>
                  <a:pt x="2588849" y="67317"/>
                </a:lnTo>
                <a:lnTo>
                  <a:pt x="2587922" y="68286"/>
                </a:lnTo>
                <a:lnTo>
                  <a:pt x="2587018" y="69278"/>
                </a:lnTo>
                <a:lnTo>
                  <a:pt x="2586139" y="70296"/>
                </a:lnTo>
                <a:lnTo>
                  <a:pt x="2585284" y="71337"/>
                </a:lnTo>
                <a:lnTo>
                  <a:pt x="2584454" y="72403"/>
                </a:lnTo>
                <a:lnTo>
                  <a:pt x="2583647" y="73494"/>
                </a:lnTo>
                <a:lnTo>
                  <a:pt x="2582866" y="74609"/>
                </a:lnTo>
                <a:lnTo>
                  <a:pt x="2582108" y="75748"/>
                </a:lnTo>
                <a:lnTo>
                  <a:pt x="2581375" y="76912"/>
                </a:lnTo>
                <a:lnTo>
                  <a:pt x="2580666" y="78100"/>
                </a:lnTo>
                <a:lnTo>
                  <a:pt x="2579982" y="79312"/>
                </a:lnTo>
                <a:lnTo>
                  <a:pt x="2579322" y="80549"/>
                </a:lnTo>
                <a:lnTo>
                  <a:pt x="2578686" y="81810"/>
                </a:lnTo>
                <a:lnTo>
                  <a:pt x="2578075" y="83094"/>
                </a:lnTo>
                <a:lnTo>
                  <a:pt x="2577491" y="84397"/>
                </a:lnTo>
                <a:lnTo>
                  <a:pt x="2576932" y="85721"/>
                </a:lnTo>
                <a:lnTo>
                  <a:pt x="2576400" y="87066"/>
                </a:lnTo>
                <a:lnTo>
                  <a:pt x="2575893" y="88431"/>
                </a:lnTo>
                <a:lnTo>
                  <a:pt x="2575412" y="89816"/>
                </a:lnTo>
                <a:lnTo>
                  <a:pt x="2574958" y="91222"/>
                </a:lnTo>
                <a:lnTo>
                  <a:pt x="2574529" y="92648"/>
                </a:lnTo>
                <a:lnTo>
                  <a:pt x="2574126" y="94094"/>
                </a:lnTo>
                <a:lnTo>
                  <a:pt x="2573749" y="95561"/>
                </a:lnTo>
                <a:lnTo>
                  <a:pt x="2573399" y="97048"/>
                </a:lnTo>
                <a:lnTo>
                  <a:pt x="2573074" y="98555"/>
                </a:lnTo>
                <a:lnTo>
                  <a:pt x="2572775" y="100083"/>
                </a:lnTo>
                <a:lnTo>
                  <a:pt x="2572502" y="101631"/>
                </a:lnTo>
                <a:lnTo>
                  <a:pt x="2572255" y="103200"/>
                </a:lnTo>
                <a:lnTo>
                  <a:pt x="2572035" y="104789"/>
                </a:lnTo>
                <a:lnTo>
                  <a:pt x="2571840" y="106398"/>
                </a:lnTo>
                <a:lnTo>
                  <a:pt x="2571671" y="108028"/>
                </a:lnTo>
                <a:lnTo>
                  <a:pt x="2571528" y="109678"/>
                </a:lnTo>
                <a:lnTo>
                  <a:pt x="2571411" y="111349"/>
                </a:lnTo>
                <a:lnTo>
                  <a:pt x="2571320" y="113040"/>
                </a:lnTo>
                <a:lnTo>
                  <a:pt x="2571255" y="114751"/>
                </a:lnTo>
                <a:lnTo>
                  <a:pt x="2571216" y="116483"/>
                </a:lnTo>
                <a:lnTo>
                  <a:pt x="2571203" y="118235"/>
                </a:lnTo>
                <a:lnTo>
                  <a:pt x="2571216" y="120043"/>
                </a:lnTo>
                <a:lnTo>
                  <a:pt x="2571256" y="121829"/>
                </a:lnTo>
                <a:lnTo>
                  <a:pt x="2571323" y="123594"/>
                </a:lnTo>
                <a:lnTo>
                  <a:pt x="2571417" y="125337"/>
                </a:lnTo>
                <a:lnTo>
                  <a:pt x="2571537" y="127058"/>
                </a:lnTo>
                <a:lnTo>
                  <a:pt x="2571683" y="128757"/>
                </a:lnTo>
                <a:lnTo>
                  <a:pt x="2571857" y="130435"/>
                </a:lnTo>
                <a:lnTo>
                  <a:pt x="2572057" y="132090"/>
                </a:lnTo>
                <a:lnTo>
                  <a:pt x="2572284" y="133724"/>
                </a:lnTo>
                <a:lnTo>
                  <a:pt x="2572537" y="135337"/>
                </a:lnTo>
                <a:lnTo>
                  <a:pt x="2572817" y="136927"/>
                </a:lnTo>
                <a:lnTo>
                  <a:pt x="2573124" y="138496"/>
                </a:lnTo>
                <a:lnTo>
                  <a:pt x="2573458" y="140042"/>
                </a:lnTo>
                <a:lnTo>
                  <a:pt x="2573818" y="141567"/>
                </a:lnTo>
                <a:lnTo>
                  <a:pt x="2574205" y="143071"/>
                </a:lnTo>
                <a:lnTo>
                  <a:pt x="2574619" y="144552"/>
                </a:lnTo>
                <a:lnTo>
                  <a:pt x="2575059" y="146012"/>
                </a:lnTo>
                <a:lnTo>
                  <a:pt x="2575526" y="147450"/>
                </a:lnTo>
                <a:lnTo>
                  <a:pt x="2576020" y="148866"/>
                </a:lnTo>
                <a:lnTo>
                  <a:pt x="2576540" y="150260"/>
                </a:lnTo>
                <a:lnTo>
                  <a:pt x="2577087" y="151633"/>
                </a:lnTo>
                <a:lnTo>
                  <a:pt x="2577661" y="152983"/>
                </a:lnTo>
                <a:lnTo>
                  <a:pt x="2578261" y="154312"/>
                </a:lnTo>
                <a:lnTo>
                  <a:pt x="2578888" y="155620"/>
                </a:lnTo>
                <a:lnTo>
                  <a:pt x="2579541" y="156903"/>
                </a:lnTo>
                <a:lnTo>
                  <a:pt x="2580220" y="158161"/>
                </a:lnTo>
                <a:lnTo>
                  <a:pt x="2580923" y="159393"/>
                </a:lnTo>
                <a:lnTo>
                  <a:pt x="2581652" y="160601"/>
                </a:lnTo>
                <a:lnTo>
                  <a:pt x="2582406" y="161783"/>
                </a:lnTo>
                <a:lnTo>
                  <a:pt x="2583186" y="162939"/>
                </a:lnTo>
                <a:lnTo>
                  <a:pt x="2583991" y="164070"/>
                </a:lnTo>
                <a:lnTo>
                  <a:pt x="2584821" y="165176"/>
                </a:lnTo>
                <a:lnTo>
                  <a:pt x="2585676" y="166257"/>
                </a:lnTo>
                <a:lnTo>
                  <a:pt x="2586556" y="167312"/>
                </a:lnTo>
                <a:lnTo>
                  <a:pt x="2587462" y="168342"/>
                </a:lnTo>
                <a:lnTo>
                  <a:pt x="2588393" y="169347"/>
                </a:lnTo>
                <a:lnTo>
                  <a:pt x="2589350" y="170326"/>
                </a:lnTo>
                <a:lnTo>
                  <a:pt x="2590332" y="171280"/>
                </a:lnTo>
                <a:lnTo>
                  <a:pt x="2591339" y="172208"/>
                </a:lnTo>
                <a:lnTo>
                  <a:pt x="2592371" y="173111"/>
                </a:lnTo>
                <a:lnTo>
                  <a:pt x="2593428" y="173989"/>
                </a:lnTo>
                <a:lnTo>
                  <a:pt x="2594511" y="174842"/>
                </a:lnTo>
                <a:lnTo>
                  <a:pt x="2595619" y="175669"/>
                </a:lnTo>
                <a:lnTo>
                  <a:pt x="2596753" y="176471"/>
                </a:lnTo>
                <a:lnTo>
                  <a:pt x="2597911" y="177247"/>
                </a:lnTo>
                <a:lnTo>
                  <a:pt x="2599095" y="177999"/>
                </a:lnTo>
                <a:lnTo>
                  <a:pt x="2600305" y="178724"/>
                </a:lnTo>
                <a:lnTo>
                  <a:pt x="2601539" y="179425"/>
                </a:lnTo>
                <a:lnTo>
                  <a:pt x="2602798" y="180098"/>
                </a:lnTo>
                <a:lnTo>
                  <a:pt x="2604082" y="180743"/>
                </a:lnTo>
                <a:lnTo>
                  <a:pt x="2605390" y="181359"/>
                </a:lnTo>
                <a:lnTo>
                  <a:pt x="2606722" y="181947"/>
                </a:lnTo>
                <a:lnTo>
                  <a:pt x="2608079" y="182506"/>
                </a:lnTo>
                <a:lnTo>
                  <a:pt x="2609460" y="183036"/>
                </a:lnTo>
                <a:lnTo>
                  <a:pt x="2610866" y="183538"/>
                </a:lnTo>
                <a:lnTo>
                  <a:pt x="2612295" y="184010"/>
                </a:lnTo>
                <a:lnTo>
                  <a:pt x="2613749" y="184455"/>
                </a:lnTo>
                <a:lnTo>
                  <a:pt x="2615228" y="184870"/>
                </a:lnTo>
                <a:lnTo>
                  <a:pt x="2616731" y="185257"/>
                </a:lnTo>
                <a:lnTo>
                  <a:pt x="2618258" y="185615"/>
                </a:lnTo>
                <a:lnTo>
                  <a:pt x="2619809" y="185945"/>
                </a:lnTo>
                <a:lnTo>
                  <a:pt x="2621385" y="186246"/>
                </a:lnTo>
                <a:lnTo>
                  <a:pt x="2622985" y="186518"/>
                </a:lnTo>
                <a:lnTo>
                  <a:pt x="2624609" y="186762"/>
                </a:lnTo>
                <a:lnTo>
                  <a:pt x="2626258" y="186977"/>
                </a:lnTo>
                <a:lnTo>
                  <a:pt x="2627931" y="187163"/>
                </a:lnTo>
                <a:lnTo>
                  <a:pt x="2629629" y="187321"/>
                </a:lnTo>
                <a:lnTo>
                  <a:pt x="2631351" y="187450"/>
                </a:lnTo>
                <a:lnTo>
                  <a:pt x="2633097" y="187550"/>
                </a:lnTo>
                <a:lnTo>
                  <a:pt x="2634868" y="187622"/>
                </a:lnTo>
                <a:lnTo>
                  <a:pt x="2636662" y="187665"/>
                </a:lnTo>
                <a:lnTo>
                  <a:pt x="2638482" y="187679"/>
                </a:lnTo>
                <a:lnTo>
                  <a:pt x="2639968" y="187670"/>
                </a:lnTo>
                <a:lnTo>
                  <a:pt x="2641439" y="187643"/>
                </a:lnTo>
                <a:lnTo>
                  <a:pt x="2642894" y="187599"/>
                </a:lnTo>
                <a:lnTo>
                  <a:pt x="2644333" y="187537"/>
                </a:lnTo>
                <a:lnTo>
                  <a:pt x="2645757" y="187456"/>
                </a:lnTo>
                <a:close/>
                <a:moveTo>
                  <a:pt x="2607981" y="97564"/>
                </a:moveTo>
                <a:lnTo>
                  <a:pt x="2608184" y="96544"/>
                </a:lnTo>
                <a:lnTo>
                  <a:pt x="2608411" y="95546"/>
                </a:lnTo>
                <a:lnTo>
                  <a:pt x="2608662" y="94570"/>
                </a:lnTo>
                <a:lnTo>
                  <a:pt x="2608939" y="93618"/>
                </a:lnTo>
                <a:lnTo>
                  <a:pt x="2609240" y="92687"/>
                </a:lnTo>
                <a:lnTo>
                  <a:pt x="2609565" y="91780"/>
                </a:lnTo>
                <a:lnTo>
                  <a:pt x="2609915" y="90895"/>
                </a:lnTo>
                <a:lnTo>
                  <a:pt x="2610290" y="90033"/>
                </a:lnTo>
                <a:lnTo>
                  <a:pt x="2610689" y="89194"/>
                </a:lnTo>
                <a:lnTo>
                  <a:pt x="2611113" y="88377"/>
                </a:lnTo>
                <a:lnTo>
                  <a:pt x="2611561" y="87583"/>
                </a:lnTo>
                <a:lnTo>
                  <a:pt x="2612034" y="86812"/>
                </a:lnTo>
                <a:lnTo>
                  <a:pt x="2612532" y="86063"/>
                </a:lnTo>
                <a:lnTo>
                  <a:pt x="2613054" y="85337"/>
                </a:lnTo>
                <a:lnTo>
                  <a:pt x="2613600" y="84633"/>
                </a:lnTo>
                <a:lnTo>
                  <a:pt x="2614172" y="83953"/>
                </a:lnTo>
                <a:lnTo>
                  <a:pt x="2614768" y="83295"/>
                </a:lnTo>
                <a:lnTo>
                  <a:pt x="2615388" y="82659"/>
                </a:lnTo>
                <a:lnTo>
                  <a:pt x="2616033" y="82046"/>
                </a:lnTo>
                <a:lnTo>
                  <a:pt x="2616698" y="81457"/>
                </a:lnTo>
                <a:lnTo>
                  <a:pt x="2617379" y="80894"/>
                </a:lnTo>
                <a:lnTo>
                  <a:pt x="2618075" y="80355"/>
                </a:lnTo>
                <a:lnTo>
                  <a:pt x="2618788" y="79841"/>
                </a:lnTo>
                <a:lnTo>
                  <a:pt x="2619515" y="79352"/>
                </a:lnTo>
                <a:lnTo>
                  <a:pt x="2620259" y="78889"/>
                </a:lnTo>
                <a:lnTo>
                  <a:pt x="2621018" y="78450"/>
                </a:lnTo>
                <a:lnTo>
                  <a:pt x="2621793" y="78037"/>
                </a:lnTo>
                <a:lnTo>
                  <a:pt x="2622584" y="77648"/>
                </a:lnTo>
                <a:lnTo>
                  <a:pt x="2623390" y="77285"/>
                </a:lnTo>
                <a:lnTo>
                  <a:pt x="2624212" y="76946"/>
                </a:lnTo>
                <a:lnTo>
                  <a:pt x="2625050" y="76633"/>
                </a:lnTo>
                <a:lnTo>
                  <a:pt x="2625903" y="76345"/>
                </a:lnTo>
                <a:lnTo>
                  <a:pt x="2626772" y="76082"/>
                </a:lnTo>
                <a:lnTo>
                  <a:pt x="2627657" y="75844"/>
                </a:lnTo>
                <a:lnTo>
                  <a:pt x="2628557" y="75631"/>
                </a:lnTo>
                <a:lnTo>
                  <a:pt x="2629473" y="75443"/>
                </a:lnTo>
                <a:lnTo>
                  <a:pt x="2630405" y="75280"/>
                </a:lnTo>
                <a:lnTo>
                  <a:pt x="2631352" y="75142"/>
                </a:lnTo>
                <a:lnTo>
                  <a:pt x="2632315" y="75029"/>
                </a:lnTo>
                <a:lnTo>
                  <a:pt x="2633294" y="74942"/>
                </a:lnTo>
                <a:lnTo>
                  <a:pt x="2634288" y="74879"/>
                </a:lnTo>
                <a:lnTo>
                  <a:pt x="2635299" y="74841"/>
                </a:lnTo>
                <a:lnTo>
                  <a:pt x="2636324" y="74829"/>
                </a:lnTo>
                <a:lnTo>
                  <a:pt x="2637328" y="74841"/>
                </a:lnTo>
                <a:lnTo>
                  <a:pt x="2638316" y="74878"/>
                </a:lnTo>
                <a:lnTo>
                  <a:pt x="2639290" y="74938"/>
                </a:lnTo>
                <a:lnTo>
                  <a:pt x="2640247" y="75024"/>
                </a:lnTo>
                <a:lnTo>
                  <a:pt x="2641190" y="75133"/>
                </a:lnTo>
                <a:lnTo>
                  <a:pt x="2642118" y="75267"/>
                </a:lnTo>
                <a:lnTo>
                  <a:pt x="2643030" y="75425"/>
                </a:lnTo>
                <a:lnTo>
                  <a:pt x="2643927" y="75608"/>
                </a:lnTo>
                <a:lnTo>
                  <a:pt x="2644809" y="75815"/>
                </a:lnTo>
                <a:lnTo>
                  <a:pt x="2645676" y="76046"/>
                </a:lnTo>
                <a:lnTo>
                  <a:pt x="2646527" y="76302"/>
                </a:lnTo>
                <a:lnTo>
                  <a:pt x="2647363" y="76582"/>
                </a:lnTo>
                <a:lnTo>
                  <a:pt x="2648184" y="76886"/>
                </a:lnTo>
                <a:lnTo>
                  <a:pt x="2648990" y="77215"/>
                </a:lnTo>
                <a:lnTo>
                  <a:pt x="2649781" y="77568"/>
                </a:lnTo>
                <a:lnTo>
                  <a:pt x="2650556" y="77945"/>
                </a:lnTo>
                <a:lnTo>
                  <a:pt x="2651316" y="78347"/>
                </a:lnTo>
                <a:lnTo>
                  <a:pt x="2652061" y="78773"/>
                </a:lnTo>
                <a:lnTo>
                  <a:pt x="2652791" y="79223"/>
                </a:lnTo>
                <a:lnTo>
                  <a:pt x="2653505" y="79698"/>
                </a:lnTo>
                <a:lnTo>
                  <a:pt x="2654205" y="80197"/>
                </a:lnTo>
                <a:lnTo>
                  <a:pt x="2654889" y="80720"/>
                </a:lnTo>
                <a:lnTo>
                  <a:pt x="2655558" y="81268"/>
                </a:lnTo>
                <a:lnTo>
                  <a:pt x="2656211" y="81840"/>
                </a:lnTo>
                <a:lnTo>
                  <a:pt x="2656845" y="82436"/>
                </a:lnTo>
                <a:lnTo>
                  <a:pt x="2657452" y="83058"/>
                </a:lnTo>
                <a:lnTo>
                  <a:pt x="2658035" y="83704"/>
                </a:lnTo>
                <a:lnTo>
                  <a:pt x="2658591" y="84375"/>
                </a:lnTo>
                <a:lnTo>
                  <a:pt x="2659123" y="85071"/>
                </a:lnTo>
                <a:lnTo>
                  <a:pt x="2659628" y="85792"/>
                </a:lnTo>
                <a:lnTo>
                  <a:pt x="2660109" y="86537"/>
                </a:lnTo>
                <a:lnTo>
                  <a:pt x="2660563" y="87308"/>
                </a:lnTo>
                <a:lnTo>
                  <a:pt x="2660992" y="88103"/>
                </a:lnTo>
                <a:lnTo>
                  <a:pt x="2661396" y="88923"/>
                </a:lnTo>
                <a:lnTo>
                  <a:pt x="2661774" y="89768"/>
                </a:lnTo>
                <a:lnTo>
                  <a:pt x="2662127" y="90637"/>
                </a:lnTo>
                <a:lnTo>
                  <a:pt x="2662454" y="91532"/>
                </a:lnTo>
                <a:lnTo>
                  <a:pt x="2662756" y="92451"/>
                </a:lnTo>
                <a:lnTo>
                  <a:pt x="2663032" y="93395"/>
                </a:lnTo>
                <a:lnTo>
                  <a:pt x="2663282" y="94364"/>
                </a:lnTo>
                <a:lnTo>
                  <a:pt x="2663507" y="95357"/>
                </a:lnTo>
                <a:lnTo>
                  <a:pt x="2663707" y="96376"/>
                </a:lnTo>
                <a:lnTo>
                  <a:pt x="2663881" y="97419"/>
                </a:lnTo>
                <a:lnTo>
                  <a:pt x="2664029" y="98487"/>
                </a:lnTo>
                <a:lnTo>
                  <a:pt x="2664152" y="99580"/>
                </a:lnTo>
                <a:lnTo>
                  <a:pt x="2664250" y="100698"/>
                </a:lnTo>
                <a:lnTo>
                  <a:pt x="2664322" y="101840"/>
                </a:lnTo>
                <a:lnTo>
                  <a:pt x="2664368" y="103008"/>
                </a:lnTo>
                <a:lnTo>
                  <a:pt x="2607337" y="103008"/>
                </a:lnTo>
                <a:lnTo>
                  <a:pt x="2607416" y="101874"/>
                </a:lnTo>
                <a:lnTo>
                  <a:pt x="2607521" y="100762"/>
                </a:lnTo>
                <a:lnTo>
                  <a:pt x="2607649" y="99674"/>
                </a:lnTo>
                <a:lnTo>
                  <a:pt x="2607803" y="98608"/>
                </a:lnTo>
                <a:lnTo>
                  <a:pt x="2607981" y="97564"/>
                </a:lnTo>
                <a:close/>
                <a:moveTo>
                  <a:pt x="3042320" y="187176"/>
                </a:moveTo>
                <a:lnTo>
                  <a:pt x="3043888" y="186994"/>
                </a:lnTo>
                <a:lnTo>
                  <a:pt x="3045438" y="186785"/>
                </a:lnTo>
                <a:lnTo>
                  <a:pt x="3046970" y="186547"/>
                </a:lnTo>
                <a:lnTo>
                  <a:pt x="3048484" y="186282"/>
                </a:lnTo>
                <a:lnTo>
                  <a:pt x="3049981" y="185988"/>
                </a:lnTo>
                <a:lnTo>
                  <a:pt x="3051459" y="185667"/>
                </a:lnTo>
                <a:lnTo>
                  <a:pt x="3052919" y="185318"/>
                </a:lnTo>
                <a:lnTo>
                  <a:pt x="3054361" y="184940"/>
                </a:lnTo>
                <a:lnTo>
                  <a:pt x="3055785" y="184535"/>
                </a:lnTo>
                <a:lnTo>
                  <a:pt x="3057191" y="184102"/>
                </a:lnTo>
                <a:lnTo>
                  <a:pt x="3058579" y="183641"/>
                </a:lnTo>
                <a:lnTo>
                  <a:pt x="3059948" y="183152"/>
                </a:lnTo>
                <a:lnTo>
                  <a:pt x="3061300" y="182635"/>
                </a:lnTo>
                <a:lnTo>
                  <a:pt x="3062634" y="182090"/>
                </a:lnTo>
                <a:lnTo>
                  <a:pt x="3063950" y="181518"/>
                </a:lnTo>
                <a:lnTo>
                  <a:pt x="3065248" y="180917"/>
                </a:lnTo>
                <a:lnTo>
                  <a:pt x="3066528" y="180288"/>
                </a:lnTo>
                <a:lnTo>
                  <a:pt x="3067790" y="179631"/>
                </a:lnTo>
                <a:lnTo>
                  <a:pt x="3069031" y="178948"/>
                </a:lnTo>
                <a:lnTo>
                  <a:pt x="3070249" y="178239"/>
                </a:lnTo>
                <a:lnTo>
                  <a:pt x="3071444" y="177506"/>
                </a:lnTo>
                <a:lnTo>
                  <a:pt x="3072615" y="176747"/>
                </a:lnTo>
                <a:lnTo>
                  <a:pt x="3073764" y="175963"/>
                </a:lnTo>
                <a:lnTo>
                  <a:pt x="3074889" y="175154"/>
                </a:lnTo>
                <a:lnTo>
                  <a:pt x="3075991" y="174320"/>
                </a:lnTo>
                <a:lnTo>
                  <a:pt x="3077070" y="173461"/>
                </a:lnTo>
                <a:lnTo>
                  <a:pt x="3078126" y="172576"/>
                </a:lnTo>
                <a:lnTo>
                  <a:pt x="3079158" y="171667"/>
                </a:lnTo>
                <a:lnTo>
                  <a:pt x="3080168" y="170733"/>
                </a:lnTo>
                <a:lnTo>
                  <a:pt x="3081154" y="169773"/>
                </a:lnTo>
                <a:lnTo>
                  <a:pt x="3082117" y="168789"/>
                </a:lnTo>
                <a:lnTo>
                  <a:pt x="3083057" y="167779"/>
                </a:lnTo>
                <a:lnTo>
                  <a:pt x="3083974" y="166744"/>
                </a:lnTo>
                <a:lnTo>
                  <a:pt x="3084868" y="165684"/>
                </a:lnTo>
                <a:lnTo>
                  <a:pt x="3085738" y="164599"/>
                </a:lnTo>
                <a:lnTo>
                  <a:pt x="3086585" y="163489"/>
                </a:lnTo>
                <a:lnTo>
                  <a:pt x="3087409" y="162354"/>
                </a:lnTo>
                <a:lnTo>
                  <a:pt x="3088210" y="161194"/>
                </a:lnTo>
                <a:lnTo>
                  <a:pt x="3088988" y="160009"/>
                </a:lnTo>
                <a:lnTo>
                  <a:pt x="3089742" y="158798"/>
                </a:lnTo>
                <a:lnTo>
                  <a:pt x="3090474" y="157563"/>
                </a:lnTo>
                <a:lnTo>
                  <a:pt x="3091182" y="156302"/>
                </a:lnTo>
                <a:lnTo>
                  <a:pt x="3091864" y="155018"/>
                </a:lnTo>
                <a:lnTo>
                  <a:pt x="3092517" y="153711"/>
                </a:lnTo>
                <a:lnTo>
                  <a:pt x="3093141" y="152381"/>
                </a:lnTo>
                <a:lnTo>
                  <a:pt x="3093736" y="151030"/>
                </a:lnTo>
                <a:lnTo>
                  <a:pt x="3094302" y="149656"/>
                </a:lnTo>
                <a:lnTo>
                  <a:pt x="3094839" y="148260"/>
                </a:lnTo>
                <a:lnTo>
                  <a:pt x="3095347" y="146842"/>
                </a:lnTo>
                <a:lnTo>
                  <a:pt x="3095826" y="145402"/>
                </a:lnTo>
                <a:lnTo>
                  <a:pt x="3096276" y="143939"/>
                </a:lnTo>
                <a:lnTo>
                  <a:pt x="3096697" y="142454"/>
                </a:lnTo>
                <a:lnTo>
                  <a:pt x="3097089" y="140947"/>
                </a:lnTo>
                <a:lnTo>
                  <a:pt x="3097451" y="139417"/>
                </a:lnTo>
                <a:lnTo>
                  <a:pt x="3097785" y="137865"/>
                </a:lnTo>
                <a:lnTo>
                  <a:pt x="3098090" y="136291"/>
                </a:lnTo>
                <a:lnTo>
                  <a:pt x="3098366" y="134695"/>
                </a:lnTo>
                <a:lnTo>
                  <a:pt x="3098612" y="133076"/>
                </a:lnTo>
                <a:lnTo>
                  <a:pt x="3098830" y="131435"/>
                </a:lnTo>
                <a:lnTo>
                  <a:pt x="3099019" y="129772"/>
                </a:lnTo>
                <a:lnTo>
                  <a:pt x="3099178" y="128087"/>
                </a:lnTo>
                <a:lnTo>
                  <a:pt x="3099309" y="126379"/>
                </a:lnTo>
                <a:lnTo>
                  <a:pt x="3099411" y="124649"/>
                </a:lnTo>
                <a:lnTo>
                  <a:pt x="3099483" y="122897"/>
                </a:lnTo>
                <a:lnTo>
                  <a:pt x="3099527" y="121123"/>
                </a:lnTo>
                <a:lnTo>
                  <a:pt x="3099541" y="119326"/>
                </a:lnTo>
                <a:lnTo>
                  <a:pt x="3099527" y="117496"/>
                </a:lnTo>
                <a:lnTo>
                  <a:pt x="3099483" y="115689"/>
                </a:lnTo>
                <a:lnTo>
                  <a:pt x="3099411" y="113905"/>
                </a:lnTo>
                <a:lnTo>
                  <a:pt x="3099309" y="112143"/>
                </a:lnTo>
                <a:lnTo>
                  <a:pt x="3099178" y="110405"/>
                </a:lnTo>
                <a:lnTo>
                  <a:pt x="3099019" y="108690"/>
                </a:lnTo>
                <a:lnTo>
                  <a:pt x="3098830" y="106998"/>
                </a:lnTo>
                <a:lnTo>
                  <a:pt x="3098612" y="105328"/>
                </a:lnTo>
                <a:lnTo>
                  <a:pt x="3098366" y="103682"/>
                </a:lnTo>
                <a:lnTo>
                  <a:pt x="3098090" y="102059"/>
                </a:lnTo>
                <a:lnTo>
                  <a:pt x="3097785" y="100458"/>
                </a:lnTo>
                <a:lnTo>
                  <a:pt x="3097451" y="98881"/>
                </a:lnTo>
                <a:lnTo>
                  <a:pt x="3097089" y="97326"/>
                </a:lnTo>
                <a:lnTo>
                  <a:pt x="3096697" y="95795"/>
                </a:lnTo>
                <a:lnTo>
                  <a:pt x="3096276" y="94286"/>
                </a:lnTo>
                <a:lnTo>
                  <a:pt x="3095826" y="92801"/>
                </a:lnTo>
                <a:lnTo>
                  <a:pt x="3095347" y="91338"/>
                </a:lnTo>
                <a:lnTo>
                  <a:pt x="3094839" y="89898"/>
                </a:lnTo>
                <a:lnTo>
                  <a:pt x="3094302" y="88482"/>
                </a:lnTo>
                <a:lnTo>
                  <a:pt x="3093736" y="87088"/>
                </a:lnTo>
                <a:lnTo>
                  <a:pt x="3093141" y="85717"/>
                </a:lnTo>
                <a:lnTo>
                  <a:pt x="3092517" y="84370"/>
                </a:lnTo>
                <a:lnTo>
                  <a:pt x="3091864" y="83045"/>
                </a:lnTo>
                <a:lnTo>
                  <a:pt x="3091182" y="81743"/>
                </a:lnTo>
                <a:lnTo>
                  <a:pt x="3090474" y="80465"/>
                </a:lnTo>
                <a:lnTo>
                  <a:pt x="3089742" y="79213"/>
                </a:lnTo>
                <a:lnTo>
                  <a:pt x="3088988" y="77986"/>
                </a:lnTo>
                <a:lnTo>
                  <a:pt x="3088210" y="76785"/>
                </a:lnTo>
                <a:lnTo>
                  <a:pt x="3087409" y="75610"/>
                </a:lnTo>
                <a:lnTo>
                  <a:pt x="3086585" y="74460"/>
                </a:lnTo>
                <a:lnTo>
                  <a:pt x="3085738" y="73335"/>
                </a:lnTo>
                <a:lnTo>
                  <a:pt x="3084868" y="72237"/>
                </a:lnTo>
                <a:lnTo>
                  <a:pt x="3083974" y="71164"/>
                </a:lnTo>
                <a:lnTo>
                  <a:pt x="3083057" y="70116"/>
                </a:lnTo>
                <a:lnTo>
                  <a:pt x="3082117" y="69094"/>
                </a:lnTo>
                <a:lnTo>
                  <a:pt x="3081154" y="68098"/>
                </a:lnTo>
                <a:lnTo>
                  <a:pt x="3080168" y="67127"/>
                </a:lnTo>
                <a:lnTo>
                  <a:pt x="3079158" y="66182"/>
                </a:lnTo>
                <a:lnTo>
                  <a:pt x="3078126" y="65263"/>
                </a:lnTo>
                <a:lnTo>
                  <a:pt x="3077070" y="64369"/>
                </a:lnTo>
                <a:lnTo>
                  <a:pt x="3075991" y="63501"/>
                </a:lnTo>
                <a:lnTo>
                  <a:pt x="3074889" y="62658"/>
                </a:lnTo>
                <a:lnTo>
                  <a:pt x="3073764" y="61841"/>
                </a:lnTo>
                <a:lnTo>
                  <a:pt x="3072615" y="61050"/>
                </a:lnTo>
                <a:lnTo>
                  <a:pt x="3071444" y="60284"/>
                </a:lnTo>
                <a:lnTo>
                  <a:pt x="3070249" y="59544"/>
                </a:lnTo>
                <a:lnTo>
                  <a:pt x="3069031" y="58829"/>
                </a:lnTo>
                <a:lnTo>
                  <a:pt x="3067790" y="58140"/>
                </a:lnTo>
                <a:lnTo>
                  <a:pt x="3066528" y="57477"/>
                </a:lnTo>
                <a:lnTo>
                  <a:pt x="3065248" y="56843"/>
                </a:lnTo>
                <a:lnTo>
                  <a:pt x="3063950" y="56237"/>
                </a:lnTo>
                <a:lnTo>
                  <a:pt x="3062634" y="55659"/>
                </a:lnTo>
                <a:lnTo>
                  <a:pt x="3061300" y="55109"/>
                </a:lnTo>
                <a:lnTo>
                  <a:pt x="3059948" y="54588"/>
                </a:lnTo>
                <a:lnTo>
                  <a:pt x="3058579" y="54094"/>
                </a:lnTo>
                <a:lnTo>
                  <a:pt x="3057191" y="53629"/>
                </a:lnTo>
                <a:lnTo>
                  <a:pt x="3055785" y="53192"/>
                </a:lnTo>
                <a:lnTo>
                  <a:pt x="3054361" y="52783"/>
                </a:lnTo>
                <a:lnTo>
                  <a:pt x="3052919" y="52403"/>
                </a:lnTo>
                <a:lnTo>
                  <a:pt x="3051459" y="52051"/>
                </a:lnTo>
                <a:lnTo>
                  <a:pt x="3049981" y="51726"/>
                </a:lnTo>
                <a:lnTo>
                  <a:pt x="3048484" y="51430"/>
                </a:lnTo>
                <a:lnTo>
                  <a:pt x="3046970" y="51162"/>
                </a:lnTo>
                <a:lnTo>
                  <a:pt x="3045438" y="50923"/>
                </a:lnTo>
                <a:lnTo>
                  <a:pt x="3043888" y="50711"/>
                </a:lnTo>
                <a:lnTo>
                  <a:pt x="3042320" y="50528"/>
                </a:lnTo>
                <a:lnTo>
                  <a:pt x="3040734" y="50373"/>
                </a:lnTo>
                <a:lnTo>
                  <a:pt x="3039129" y="50246"/>
                </a:lnTo>
                <a:lnTo>
                  <a:pt x="3037507" y="50148"/>
                </a:lnTo>
                <a:lnTo>
                  <a:pt x="3035867" y="50077"/>
                </a:lnTo>
                <a:lnTo>
                  <a:pt x="3034209" y="50035"/>
                </a:lnTo>
                <a:lnTo>
                  <a:pt x="3032532" y="50021"/>
                </a:lnTo>
                <a:lnTo>
                  <a:pt x="3030878" y="50035"/>
                </a:lnTo>
                <a:lnTo>
                  <a:pt x="3029241" y="50077"/>
                </a:lnTo>
                <a:lnTo>
                  <a:pt x="3027621" y="50148"/>
                </a:lnTo>
                <a:lnTo>
                  <a:pt x="3026018" y="50246"/>
                </a:lnTo>
                <a:lnTo>
                  <a:pt x="3024432" y="50373"/>
                </a:lnTo>
                <a:lnTo>
                  <a:pt x="3022863" y="50528"/>
                </a:lnTo>
                <a:lnTo>
                  <a:pt x="3021311" y="50711"/>
                </a:lnTo>
                <a:lnTo>
                  <a:pt x="3019776" y="50923"/>
                </a:lnTo>
                <a:lnTo>
                  <a:pt x="3018259" y="51162"/>
                </a:lnTo>
                <a:lnTo>
                  <a:pt x="3016758" y="51430"/>
                </a:lnTo>
                <a:lnTo>
                  <a:pt x="3015275" y="51726"/>
                </a:lnTo>
                <a:lnTo>
                  <a:pt x="3013808" y="52051"/>
                </a:lnTo>
                <a:lnTo>
                  <a:pt x="3012359" y="52403"/>
                </a:lnTo>
                <a:lnTo>
                  <a:pt x="3010927" y="52783"/>
                </a:lnTo>
                <a:lnTo>
                  <a:pt x="3009512" y="53192"/>
                </a:lnTo>
                <a:lnTo>
                  <a:pt x="3008114" y="53629"/>
                </a:lnTo>
                <a:lnTo>
                  <a:pt x="3006733" y="54094"/>
                </a:lnTo>
                <a:lnTo>
                  <a:pt x="3005369" y="54588"/>
                </a:lnTo>
                <a:lnTo>
                  <a:pt x="3004022" y="55109"/>
                </a:lnTo>
                <a:lnTo>
                  <a:pt x="3002693" y="55659"/>
                </a:lnTo>
                <a:lnTo>
                  <a:pt x="3001380" y="56237"/>
                </a:lnTo>
                <a:lnTo>
                  <a:pt x="3000084" y="56843"/>
                </a:lnTo>
                <a:lnTo>
                  <a:pt x="2998806" y="57477"/>
                </a:lnTo>
                <a:lnTo>
                  <a:pt x="2997545" y="58140"/>
                </a:lnTo>
                <a:lnTo>
                  <a:pt x="2996304" y="58829"/>
                </a:lnTo>
                <a:lnTo>
                  <a:pt x="2995087" y="59544"/>
                </a:lnTo>
                <a:lnTo>
                  <a:pt x="2993893" y="60284"/>
                </a:lnTo>
                <a:lnTo>
                  <a:pt x="2992723" y="61050"/>
                </a:lnTo>
                <a:lnTo>
                  <a:pt x="2991576" y="61841"/>
                </a:lnTo>
                <a:lnTo>
                  <a:pt x="2990454" y="62658"/>
                </a:lnTo>
                <a:lnTo>
                  <a:pt x="2989355" y="63501"/>
                </a:lnTo>
                <a:lnTo>
                  <a:pt x="2988279" y="64369"/>
                </a:lnTo>
                <a:lnTo>
                  <a:pt x="2987227" y="65263"/>
                </a:lnTo>
                <a:lnTo>
                  <a:pt x="2986199" y="66182"/>
                </a:lnTo>
                <a:lnTo>
                  <a:pt x="2985195" y="67127"/>
                </a:lnTo>
                <a:lnTo>
                  <a:pt x="2984214" y="68098"/>
                </a:lnTo>
                <a:lnTo>
                  <a:pt x="2983257" y="69094"/>
                </a:lnTo>
                <a:lnTo>
                  <a:pt x="2982323" y="70116"/>
                </a:lnTo>
                <a:lnTo>
                  <a:pt x="2981413" y="71164"/>
                </a:lnTo>
                <a:lnTo>
                  <a:pt x="2980527" y="72237"/>
                </a:lnTo>
                <a:lnTo>
                  <a:pt x="2979664" y="73335"/>
                </a:lnTo>
                <a:lnTo>
                  <a:pt x="2978825" y="74460"/>
                </a:lnTo>
                <a:lnTo>
                  <a:pt x="2978010" y="75610"/>
                </a:lnTo>
                <a:lnTo>
                  <a:pt x="2977218" y="76785"/>
                </a:lnTo>
                <a:lnTo>
                  <a:pt x="2976450" y="77986"/>
                </a:lnTo>
                <a:lnTo>
                  <a:pt x="2975705" y="79213"/>
                </a:lnTo>
                <a:lnTo>
                  <a:pt x="2974984" y="80465"/>
                </a:lnTo>
                <a:lnTo>
                  <a:pt x="2974287" y="81743"/>
                </a:lnTo>
                <a:lnTo>
                  <a:pt x="2973616" y="83045"/>
                </a:lnTo>
                <a:lnTo>
                  <a:pt x="2972974" y="84370"/>
                </a:lnTo>
                <a:lnTo>
                  <a:pt x="2972360" y="85717"/>
                </a:lnTo>
                <a:lnTo>
                  <a:pt x="2971774" y="87088"/>
                </a:lnTo>
                <a:lnTo>
                  <a:pt x="2971217" y="88482"/>
                </a:lnTo>
                <a:lnTo>
                  <a:pt x="2970689" y="89898"/>
                </a:lnTo>
                <a:lnTo>
                  <a:pt x="2970189" y="91338"/>
                </a:lnTo>
                <a:lnTo>
                  <a:pt x="2969718" y="92801"/>
                </a:lnTo>
                <a:lnTo>
                  <a:pt x="2969275" y="94286"/>
                </a:lnTo>
                <a:lnTo>
                  <a:pt x="2968861" y="95795"/>
                </a:lnTo>
                <a:lnTo>
                  <a:pt x="2968476" y="97326"/>
                </a:lnTo>
                <a:lnTo>
                  <a:pt x="2968119" y="98881"/>
                </a:lnTo>
                <a:lnTo>
                  <a:pt x="2967790" y="100458"/>
                </a:lnTo>
                <a:lnTo>
                  <a:pt x="2967491" y="102059"/>
                </a:lnTo>
                <a:lnTo>
                  <a:pt x="2967219" y="103682"/>
                </a:lnTo>
                <a:lnTo>
                  <a:pt x="2966977" y="105328"/>
                </a:lnTo>
                <a:lnTo>
                  <a:pt x="2966762" y="106998"/>
                </a:lnTo>
                <a:lnTo>
                  <a:pt x="2966577" y="108690"/>
                </a:lnTo>
                <a:lnTo>
                  <a:pt x="2966420" y="110405"/>
                </a:lnTo>
                <a:lnTo>
                  <a:pt x="2966291" y="112143"/>
                </a:lnTo>
                <a:lnTo>
                  <a:pt x="2966191" y="113905"/>
                </a:lnTo>
                <a:lnTo>
                  <a:pt x="2966120" y="115689"/>
                </a:lnTo>
                <a:lnTo>
                  <a:pt x="2966077" y="117496"/>
                </a:lnTo>
                <a:lnTo>
                  <a:pt x="2966063" y="119326"/>
                </a:lnTo>
                <a:lnTo>
                  <a:pt x="2966077" y="121123"/>
                </a:lnTo>
                <a:lnTo>
                  <a:pt x="2966120" y="122897"/>
                </a:lnTo>
                <a:lnTo>
                  <a:pt x="2966191" y="124649"/>
                </a:lnTo>
                <a:lnTo>
                  <a:pt x="2966291" y="126379"/>
                </a:lnTo>
                <a:lnTo>
                  <a:pt x="2966420" y="128087"/>
                </a:lnTo>
                <a:lnTo>
                  <a:pt x="2966577" y="129772"/>
                </a:lnTo>
                <a:lnTo>
                  <a:pt x="2966762" y="131435"/>
                </a:lnTo>
                <a:lnTo>
                  <a:pt x="2966977" y="133076"/>
                </a:lnTo>
                <a:lnTo>
                  <a:pt x="2967219" y="134695"/>
                </a:lnTo>
                <a:lnTo>
                  <a:pt x="2967491" y="136291"/>
                </a:lnTo>
                <a:lnTo>
                  <a:pt x="2967790" y="137865"/>
                </a:lnTo>
                <a:lnTo>
                  <a:pt x="2968119" y="139417"/>
                </a:lnTo>
                <a:lnTo>
                  <a:pt x="2968476" y="140947"/>
                </a:lnTo>
                <a:lnTo>
                  <a:pt x="2968861" y="142454"/>
                </a:lnTo>
                <a:lnTo>
                  <a:pt x="2969275" y="143939"/>
                </a:lnTo>
                <a:lnTo>
                  <a:pt x="2969718" y="145402"/>
                </a:lnTo>
                <a:lnTo>
                  <a:pt x="2970189" y="146842"/>
                </a:lnTo>
                <a:lnTo>
                  <a:pt x="2970689" y="148260"/>
                </a:lnTo>
                <a:lnTo>
                  <a:pt x="2971217" y="149656"/>
                </a:lnTo>
                <a:lnTo>
                  <a:pt x="2971774" y="151030"/>
                </a:lnTo>
                <a:lnTo>
                  <a:pt x="2972360" y="152381"/>
                </a:lnTo>
                <a:lnTo>
                  <a:pt x="2972974" y="153711"/>
                </a:lnTo>
                <a:lnTo>
                  <a:pt x="2973616" y="155018"/>
                </a:lnTo>
                <a:lnTo>
                  <a:pt x="2974287" y="156302"/>
                </a:lnTo>
                <a:lnTo>
                  <a:pt x="2974984" y="157563"/>
                </a:lnTo>
                <a:lnTo>
                  <a:pt x="2975705" y="158798"/>
                </a:lnTo>
                <a:lnTo>
                  <a:pt x="2976450" y="160009"/>
                </a:lnTo>
                <a:lnTo>
                  <a:pt x="2977218" y="161194"/>
                </a:lnTo>
                <a:lnTo>
                  <a:pt x="2978010" y="162354"/>
                </a:lnTo>
                <a:lnTo>
                  <a:pt x="2978825" y="163489"/>
                </a:lnTo>
                <a:lnTo>
                  <a:pt x="2979664" y="164599"/>
                </a:lnTo>
                <a:lnTo>
                  <a:pt x="2980527" y="165684"/>
                </a:lnTo>
                <a:lnTo>
                  <a:pt x="2981413" y="166744"/>
                </a:lnTo>
                <a:lnTo>
                  <a:pt x="2982323" y="167779"/>
                </a:lnTo>
                <a:lnTo>
                  <a:pt x="2983257" y="168789"/>
                </a:lnTo>
                <a:lnTo>
                  <a:pt x="2984214" y="169773"/>
                </a:lnTo>
                <a:lnTo>
                  <a:pt x="2985195" y="170733"/>
                </a:lnTo>
                <a:lnTo>
                  <a:pt x="2986199" y="171667"/>
                </a:lnTo>
                <a:lnTo>
                  <a:pt x="2987227" y="172576"/>
                </a:lnTo>
                <a:lnTo>
                  <a:pt x="2988279" y="173461"/>
                </a:lnTo>
                <a:lnTo>
                  <a:pt x="2989355" y="174320"/>
                </a:lnTo>
                <a:lnTo>
                  <a:pt x="2990454" y="175154"/>
                </a:lnTo>
                <a:lnTo>
                  <a:pt x="2991576" y="175963"/>
                </a:lnTo>
                <a:lnTo>
                  <a:pt x="2992723" y="176747"/>
                </a:lnTo>
                <a:lnTo>
                  <a:pt x="2993893" y="177506"/>
                </a:lnTo>
                <a:lnTo>
                  <a:pt x="2995087" y="178239"/>
                </a:lnTo>
                <a:lnTo>
                  <a:pt x="2996304" y="178948"/>
                </a:lnTo>
                <a:lnTo>
                  <a:pt x="2997545" y="179631"/>
                </a:lnTo>
                <a:lnTo>
                  <a:pt x="2998806" y="180288"/>
                </a:lnTo>
                <a:lnTo>
                  <a:pt x="3000084" y="180917"/>
                </a:lnTo>
                <a:lnTo>
                  <a:pt x="3001380" y="181518"/>
                </a:lnTo>
                <a:lnTo>
                  <a:pt x="3002693" y="182090"/>
                </a:lnTo>
                <a:lnTo>
                  <a:pt x="3004022" y="182635"/>
                </a:lnTo>
                <a:lnTo>
                  <a:pt x="3005369" y="183152"/>
                </a:lnTo>
                <a:lnTo>
                  <a:pt x="3006733" y="183641"/>
                </a:lnTo>
                <a:lnTo>
                  <a:pt x="3008114" y="184102"/>
                </a:lnTo>
                <a:lnTo>
                  <a:pt x="3009512" y="184535"/>
                </a:lnTo>
                <a:lnTo>
                  <a:pt x="3010927" y="184940"/>
                </a:lnTo>
                <a:lnTo>
                  <a:pt x="3012359" y="185318"/>
                </a:lnTo>
                <a:lnTo>
                  <a:pt x="3013808" y="185667"/>
                </a:lnTo>
                <a:lnTo>
                  <a:pt x="3015275" y="185988"/>
                </a:lnTo>
                <a:lnTo>
                  <a:pt x="3016758" y="186282"/>
                </a:lnTo>
                <a:lnTo>
                  <a:pt x="3018259" y="186547"/>
                </a:lnTo>
                <a:lnTo>
                  <a:pt x="3019776" y="186785"/>
                </a:lnTo>
                <a:lnTo>
                  <a:pt x="3021311" y="186994"/>
                </a:lnTo>
                <a:lnTo>
                  <a:pt x="3022863" y="187176"/>
                </a:lnTo>
                <a:lnTo>
                  <a:pt x="3024432" y="187330"/>
                </a:lnTo>
                <a:lnTo>
                  <a:pt x="3026018" y="187455"/>
                </a:lnTo>
                <a:lnTo>
                  <a:pt x="3027621" y="187553"/>
                </a:lnTo>
                <a:lnTo>
                  <a:pt x="3029241" y="187623"/>
                </a:lnTo>
                <a:lnTo>
                  <a:pt x="3030878" y="187665"/>
                </a:lnTo>
                <a:lnTo>
                  <a:pt x="3032532" y="187679"/>
                </a:lnTo>
                <a:lnTo>
                  <a:pt x="3034209" y="187665"/>
                </a:lnTo>
                <a:lnTo>
                  <a:pt x="3035867" y="187623"/>
                </a:lnTo>
                <a:lnTo>
                  <a:pt x="3037507" y="187553"/>
                </a:lnTo>
                <a:lnTo>
                  <a:pt x="3039129" y="187455"/>
                </a:lnTo>
                <a:lnTo>
                  <a:pt x="3040734" y="187330"/>
                </a:lnTo>
                <a:lnTo>
                  <a:pt x="3042320" y="187176"/>
                </a:lnTo>
                <a:close/>
                <a:moveTo>
                  <a:pt x="3027110" y="160096"/>
                </a:moveTo>
                <a:lnTo>
                  <a:pt x="3026266" y="159970"/>
                </a:lnTo>
                <a:lnTo>
                  <a:pt x="3025439" y="159825"/>
                </a:lnTo>
                <a:lnTo>
                  <a:pt x="3024629" y="159661"/>
                </a:lnTo>
                <a:lnTo>
                  <a:pt x="3023836" y="159477"/>
                </a:lnTo>
                <a:lnTo>
                  <a:pt x="3023061" y="159274"/>
                </a:lnTo>
                <a:lnTo>
                  <a:pt x="3022302" y="159051"/>
                </a:lnTo>
                <a:lnTo>
                  <a:pt x="3021561" y="158810"/>
                </a:lnTo>
                <a:lnTo>
                  <a:pt x="3020837" y="158548"/>
                </a:lnTo>
                <a:lnTo>
                  <a:pt x="3020129" y="158268"/>
                </a:lnTo>
                <a:lnTo>
                  <a:pt x="3019439" y="157968"/>
                </a:lnTo>
                <a:lnTo>
                  <a:pt x="3018766" y="157649"/>
                </a:lnTo>
                <a:lnTo>
                  <a:pt x="3018110" y="157311"/>
                </a:lnTo>
                <a:lnTo>
                  <a:pt x="3017471" y="156953"/>
                </a:lnTo>
                <a:lnTo>
                  <a:pt x="3016849" y="156576"/>
                </a:lnTo>
                <a:lnTo>
                  <a:pt x="3016245" y="156179"/>
                </a:lnTo>
                <a:lnTo>
                  <a:pt x="3015657" y="155763"/>
                </a:lnTo>
                <a:lnTo>
                  <a:pt x="3015086" y="155328"/>
                </a:lnTo>
                <a:lnTo>
                  <a:pt x="3014533" y="154874"/>
                </a:lnTo>
                <a:lnTo>
                  <a:pt x="3013995" y="154403"/>
                </a:lnTo>
                <a:lnTo>
                  <a:pt x="3013470" y="153919"/>
                </a:lnTo>
                <a:lnTo>
                  <a:pt x="3012958" y="153422"/>
                </a:lnTo>
                <a:lnTo>
                  <a:pt x="3012460" y="152912"/>
                </a:lnTo>
                <a:lnTo>
                  <a:pt x="3011975" y="152389"/>
                </a:lnTo>
                <a:lnTo>
                  <a:pt x="3011504" y="151853"/>
                </a:lnTo>
                <a:lnTo>
                  <a:pt x="3011045" y="151303"/>
                </a:lnTo>
                <a:lnTo>
                  <a:pt x="3010600" y="150741"/>
                </a:lnTo>
                <a:lnTo>
                  <a:pt x="3010169" y="150165"/>
                </a:lnTo>
                <a:lnTo>
                  <a:pt x="3009751" y="149576"/>
                </a:lnTo>
                <a:lnTo>
                  <a:pt x="3009346" y="148974"/>
                </a:lnTo>
                <a:lnTo>
                  <a:pt x="3008954" y="148359"/>
                </a:lnTo>
                <a:lnTo>
                  <a:pt x="3008576" y="147731"/>
                </a:lnTo>
                <a:lnTo>
                  <a:pt x="3008212" y="147089"/>
                </a:lnTo>
                <a:lnTo>
                  <a:pt x="3007860" y="146435"/>
                </a:lnTo>
                <a:lnTo>
                  <a:pt x="3007522" y="145767"/>
                </a:lnTo>
                <a:lnTo>
                  <a:pt x="3007197" y="145087"/>
                </a:lnTo>
                <a:lnTo>
                  <a:pt x="3006886" y="144393"/>
                </a:lnTo>
                <a:lnTo>
                  <a:pt x="3006588" y="143686"/>
                </a:lnTo>
                <a:lnTo>
                  <a:pt x="3006303" y="142966"/>
                </a:lnTo>
                <a:lnTo>
                  <a:pt x="3006031" y="142233"/>
                </a:lnTo>
                <a:lnTo>
                  <a:pt x="3005773" y="141486"/>
                </a:lnTo>
                <a:lnTo>
                  <a:pt x="3005529" y="140727"/>
                </a:lnTo>
                <a:lnTo>
                  <a:pt x="3005297" y="139954"/>
                </a:lnTo>
                <a:lnTo>
                  <a:pt x="3005077" y="139172"/>
                </a:lnTo>
                <a:lnTo>
                  <a:pt x="3004867" y="138383"/>
                </a:lnTo>
                <a:lnTo>
                  <a:pt x="3004665" y="137587"/>
                </a:lnTo>
                <a:lnTo>
                  <a:pt x="3004473" y="136784"/>
                </a:lnTo>
                <a:lnTo>
                  <a:pt x="3004291" y="135975"/>
                </a:lnTo>
                <a:lnTo>
                  <a:pt x="3004118" y="135159"/>
                </a:lnTo>
                <a:lnTo>
                  <a:pt x="3003954" y="134337"/>
                </a:lnTo>
                <a:lnTo>
                  <a:pt x="3003799" y="133508"/>
                </a:lnTo>
                <a:lnTo>
                  <a:pt x="3003654" y="132672"/>
                </a:lnTo>
                <a:lnTo>
                  <a:pt x="3003518" y="131829"/>
                </a:lnTo>
                <a:lnTo>
                  <a:pt x="3003392" y="130980"/>
                </a:lnTo>
                <a:lnTo>
                  <a:pt x="3003275" y="130124"/>
                </a:lnTo>
                <a:lnTo>
                  <a:pt x="3003167" y="129261"/>
                </a:lnTo>
                <a:lnTo>
                  <a:pt x="3003069" y="128392"/>
                </a:lnTo>
                <a:lnTo>
                  <a:pt x="3002980" y="127516"/>
                </a:lnTo>
                <a:lnTo>
                  <a:pt x="3002900" y="126633"/>
                </a:lnTo>
                <a:lnTo>
                  <a:pt x="3002830" y="125743"/>
                </a:lnTo>
                <a:lnTo>
                  <a:pt x="3002769" y="124847"/>
                </a:lnTo>
                <a:lnTo>
                  <a:pt x="3002718" y="123944"/>
                </a:lnTo>
                <a:lnTo>
                  <a:pt x="3002676" y="123035"/>
                </a:lnTo>
                <a:lnTo>
                  <a:pt x="3002643" y="122119"/>
                </a:lnTo>
                <a:lnTo>
                  <a:pt x="3002619" y="121196"/>
                </a:lnTo>
                <a:lnTo>
                  <a:pt x="3002605" y="120266"/>
                </a:lnTo>
                <a:lnTo>
                  <a:pt x="3002601" y="119330"/>
                </a:lnTo>
                <a:lnTo>
                  <a:pt x="3002605" y="118371"/>
                </a:lnTo>
                <a:lnTo>
                  <a:pt x="3002619" y="117419"/>
                </a:lnTo>
                <a:lnTo>
                  <a:pt x="3002643" y="116474"/>
                </a:lnTo>
                <a:lnTo>
                  <a:pt x="3002676" y="115536"/>
                </a:lnTo>
                <a:lnTo>
                  <a:pt x="3002718" y="114606"/>
                </a:lnTo>
                <a:lnTo>
                  <a:pt x="3002769" y="113683"/>
                </a:lnTo>
                <a:lnTo>
                  <a:pt x="3002830" y="112767"/>
                </a:lnTo>
                <a:lnTo>
                  <a:pt x="3002900" y="111858"/>
                </a:lnTo>
                <a:lnTo>
                  <a:pt x="3002980" y="110956"/>
                </a:lnTo>
                <a:lnTo>
                  <a:pt x="3003069" y="110061"/>
                </a:lnTo>
                <a:lnTo>
                  <a:pt x="3003167" y="109174"/>
                </a:lnTo>
                <a:lnTo>
                  <a:pt x="3003275" y="108293"/>
                </a:lnTo>
                <a:lnTo>
                  <a:pt x="3003392" y="107420"/>
                </a:lnTo>
                <a:lnTo>
                  <a:pt x="3003518" y="106554"/>
                </a:lnTo>
                <a:lnTo>
                  <a:pt x="3003654" y="105695"/>
                </a:lnTo>
                <a:lnTo>
                  <a:pt x="3003799" y="104844"/>
                </a:lnTo>
                <a:lnTo>
                  <a:pt x="3003954" y="103999"/>
                </a:lnTo>
                <a:lnTo>
                  <a:pt x="3004118" y="103162"/>
                </a:lnTo>
                <a:lnTo>
                  <a:pt x="3004291" y="102332"/>
                </a:lnTo>
                <a:lnTo>
                  <a:pt x="3004473" y="101509"/>
                </a:lnTo>
                <a:lnTo>
                  <a:pt x="3004665" y="100693"/>
                </a:lnTo>
                <a:lnTo>
                  <a:pt x="3004867" y="99884"/>
                </a:lnTo>
                <a:lnTo>
                  <a:pt x="3005077" y="99083"/>
                </a:lnTo>
                <a:lnTo>
                  <a:pt x="3005297" y="98289"/>
                </a:lnTo>
                <a:lnTo>
                  <a:pt x="3005529" y="97505"/>
                </a:lnTo>
                <a:lnTo>
                  <a:pt x="3005773" y="96734"/>
                </a:lnTo>
                <a:lnTo>
                  <a:pt x="3006031" y="95977"/>
                </a:lnTo>
                <a:lnTo>
                  <a:pt x="3006303" y="95233"/>
                </a:lnTo>
                <a:lnTo>
                  <a:pt x="3006588" y="94502"/>
                </a:lnTo>
                <a:lnTo>
                  <a:pt x="3006886" y="93785"/>
                </a:lnTo>
                <a:lnTo>
                  <a:pt x="3007197" y="93081"/>
                </a:lnTo>
                <a:lnTo>
                  <a:pt x="3007522" y="92391"/>
                </a:lnTo>
                <a:lnTo>
                  <a:pt x="3007860" y="91714"/>
                </a:lnTo>
                <a:lnTo>
                  <a:pt x="3008212" y="91050"/>
                </a:lnTo>
                <a:lnTo>
                  <a:pt x="3008576" y="90400"/>
                </a:lnTo>
                <a:lnTo>
                  <a:pt x="3008954" y="89763"/>
                </a:lnTo>
                <a:lnTo>
                  <a:pt x="3009346" y="89139"/>
                </a:lnTo>
                <a:lnTo>
                  <a:pt x="3009751" y="88529"/>
                </a:lnTo>
                <a:lnTo>
                  <a:pt x="3010169" y="87932"/>
                </a:lnTo>
                <a:lnTo>
                  <a:pt x="3010600" y="87349"/>
                </a:lnTo>
                <a:lnTo>
                  <a:pt x="3011045" y="86779"/>
                </a:lnTo>
                <a:lnTo>
                  <a:pt x="3011504" y="86222"/>
                </a:lnTo>
                <a:lnTo>
                  <a:pt x="3011975" y="85679"/>
                </a:lnTo>
                <a:lnTo>
                  <a:pt x="3012460" y="85149"/>
                </a:lnTo>
                <a:lnTo>
                  <a:pt x="3012958" y="84632"/>
                </a:lnTo>
                <a:lnTo>
                  <a:pt x="3013470" y="84129"/>
                </a:lnTo>
                <a:lnTo>
                  <a:pt x="3013995" y="83639"/>
                </a:lnTo>
                <a:lnTo>
                  <a:pt x="3014533" y="83163"/>
                </a:lnTo>
                <a:lnTo>
                  <a:pt x="3015086" y="82703"/>
                </a:lnTo>
                <a:lnTo>
                  <a:pt x="3015657" y="82262"/>
                </a:lnTo>
                <a:lnTo>
                  <a:pt x="3016245" y="81842"/>
                </a:lnTo>
                <a:lnTo>
                  <a:pt x="3016849" y="81440"/>
                </a:lnTo>
                <a:lnTo>
                  <a:pt x="3017471" y="81059"/>
                </a:lnTo>
                <a:lnTo>
                  <a:pt x="3018110" y="80696"/>
                </a:lnTo>
                <a:lnTo>
                  <a:pt x="3018766" y="80354"/>
                </a:lnTo>
                <a:lnTo>
                  <a:pt x="3019439" y="80031"/>
                </a:lnTo>
                <a:lnTo>
                  <a:pt x="3020129" y="79728"/>
                </a:lnTo>
                <a:lnTo>
                  <a:pt x="3020837" y="79444"/>
                </a:lnTo>
                <a:lnTo>
                  <a:pt x="3021561" y="79179"/>
                </a:lnTo>
                <a:lnTo>
                  <a:pt x="3022302" y="78935"/>
                </a:lnTo>
                <a:lnTo>
                  <a:pt x="3023061" y="78710"/>
                </a:lnTo>
                <a:lnTo>
                  <a:pt x="3023836" y="78504"/>
                </a:lnTo>
                <a:lnTo>
                  <a:pt x="3024629" y="78318"/>
                </a:lnTo>
                <a:lnTo>
                  <a:pt x="3025439" y="78152"/>
                </a:lnTo>
                <a:lnTo>
                  <a:pt x="3026266" y="78005"/>
                </a:lnTo>
                <a:lnTo>
                  <a:pt x="3027110" y="77878"/>
                </a:lnTo>
                <a:lnTo>
                  <a:pt x="3027971" y="77770"/>
                </a:lnTo>
                <a:lnTo>
                  <a:pt x="3028849" y="77682"/>
                </a:lnTo>
                <a:lnTo>
                  <a:pt x="3029744" y="77613"/>
                </a:lnTo>
                <a:lnTo>
                  <a:pt x="3030656" y="77565"/>
                </a:lnTo>
                <a:lnTo>
                  <a:pt x="3031586" y="77535"/>
                </a:lnTo>
                <a:lnTo>
                  <a:pt x="3032532" y="77525"/>
                </a:lnTo>
                <a:lnTo>
                  <a:pt x="3033501" y="77535"/>
                </a:lnTo>
                <a:lnTo>
                  <a:pt x="3034452" y="77565"/>
                </a:lnTo>
                <a:lnTo>
                  <a:pt x="3035386" y="77613"/>
                </a:lnTo>
                <a:lnTo>
                  <a:pt x="3036302" y="77682"/>
                </a:lnTo>
                <a:lnTo>
                  <a:pt x="3037200" y="77770"/>
                </a:lnTo>
                <a:lnTo>
                  <a:pt x="3038081" y="77878"/>
                </a:lnTo>
                <a:lnTo>
                  <a:pt x="3038945" y="78005"/>
                </a:lnTo>
                <a:lnTo>
                  <a:pt x="3039790" y="78152"/>
                </a:lnTo>
                <a:lnTo>
                  <a:pt x="3040619" y="78318"/>
                </a:lnTo>
                <a:lnTo>
                  <a:pt x="3041429" y="78504"/>
                </a:lnTo>
                <a:lnTo>
                  <a:pt x="3042223" y="78710"/>
                </a:lnTo>
                <a:lnTo>
                  <a:pt x="3042998" y="78935"/>
                </a:lnTo>
                <a:lnTo>
                  <a:pt x="3043756" y="79179"/>
                </a:lnTo>
                <a:lnTo>
                  <a:pt x="3044497" y="79444"/>
                </a:lnTo>
                <a:lnTo>
                  <a:pt x="3045220" y="79728"/>
                </a:lnTo>
                <a:lnTo>
                  <a:pt x="3045925" y="80031"/>
                </a:lnTo>
                <a:lnTo>
                  <a:pt x="3046613" y="80354"/>
                </a:lnTo>
                <a:lnTo>
                  <a:pt x="3047283" y="80696"/>
                </a:lnTo>
                <a:lnTo>
                  <a:pt x="3047936" y="81059"/>
                </a:lnTo>
                <a:lnTo>
                  <a:pt x="3048571" y="81440"/>
                </a:lnTo>
                <a:lnTo>
                  <a:pt x="3049189" y="81842"/>
                </a:lnTo>
                <a:lnTo>
                  <a:pt x="3049789" y="82262"/>
                </a:lnTo>
                <a:lnTo>
                  <a:pt x="3050371" y="82703"/>
                </a:lnTo>
                <a:lnTo>
                  <a:pt x="3050936" y="83163"/>
                </a:lnTo>
                <a:lnTo>
                  <a:pt x="3051486" y="83639"/>
                </a:lnTo>
                <a:lnTo>
                  <a:pt x="3052021" y="84129"/>
                </a:lnTo>
                <a:lnTo>
                  <a:pt x="3052544" y="84632"/>
                </a:lnTo>
                <a:lnTo>
                  <a:pt x="3053052" y="85149"/>
                </a:lnTo>
                <a:lnTo>
                  <a:pt x="3053547" y="85679"/>
                </a:lnTo>
                <a:lnTo>
                  <a:pt x="3054029" y="86222"/>
                </a:lnTo>
                <a:lnTo>
                  <a:pt x="3054497" y="86779"/>
                </a:lnTo>
                <a:lnTo>
                  <a:pt x="3054951" y="87349"/>
                </a:lnTo>
                <a:lnTo>
                  <a:pt x="3055392" y="87932"/>
                </a:lnTo>
                <a:lnTo>
                  <a:pt x="3055819" y="88529"/>
                </a:lnTo>
                <a:lnTo>
                  <a:pt x="3056233" y="89139"/>
                </a:lnTo>
                <a:lnTo>
                  <a:pt x="3056633" y="89763"/>
                </a:lnTo>
                <a:lnTo>
                  <a:pt x="3057019" y="90400"/>
                </a:lnTo>
                <a:lnTo>
                  <a:pt x="3057392" y="91050"/>
                </a:lnTo>
                <a:lnTo>
                  <a:pt x="3057751" y="91714"/>
                </a:lnTo>
                <a:lnTo>
                  <a:pt x="3058097" y="92391"/>
                </a:lnTo>
                <a:lnTo>
                  <a:pt x="3058429" y="93081"/>
                </a:lnTo>
                <a:lnTo>
                  <a:pt x="3058748" y="93785"/>
                </a:lnTo>
                <a:lnTo>
                  <a:pt x="3059053" y="94502"/>
                </a:lnTo>
                <a:lnTo>
                  <a:pt x="3059344" y="95233"/>
                </a:lnTo>
                <a:lnTo>
                  <a:pt x="3059622" y="95977"/>
                </a:lnTo>
                <a:lnTo>
                  <a:pt x="3059886" y="96734"/>
                </a:lnTo>
                <a:lnTo>
                  <a:pt x="3060137" y="97505"/>
                </a:lnTo>
                <a:lnTo>
                  <a:pt x="3060374" y="98289"/>
                </a:lnTo>
                <a:lnTo>
                  <a:pt x="3060600" y="99083"/>
                </a:lnTo>
                <a:lnTo>
                  <a:pt x="3060815" y="99884"/>
                </a:lnTo>
                <a:lnTo>
                  <a:pt x="3061022" y="100693"/>
                </a:lnTo>
                <a:lnTo>
                  <a:pt x="3061219" y="101509"/>
                </a:lnTo>
                <a:lnTo>
                  <a:pt x="3061406" y="102332"/>
                </a:lnTo>
                <a:lnTo>
                  <a:pt x="3061583" y="103162"/>
                </a:lnTo>
                <a:lnTo>
                  <a:pt x="3061751" y="103999"/>
                </a:lnTo>
                <a:lnTo>
                  <a:pt x="3061910" y="104844"/>
                </a:lnTo>
                <a:lnTo>
                  <a:pt x="3062058" y="105695"/>
                </a:lnTo>
                <a:lnTo>
                  <a:pt x="3062197" y="106554"/>
                </a:lnTo>
                <a:lnTo>
                  <a:pt x="3062327" y="107420"/>
                </a:lnTo>
                <a:lnTo>
                  <a:pt x="3062447" y="108293"/>
                </a:lnTo>
                <a:lnTo>
                  <a:pt x="3062557" y="109174"/>
                </a:lnTo>
                <a:lnTo>
                  <a:pt x="3062658" y="110061"/>
                </a:lnTo>
                <a:lnTo>
                  <a:pt x="3062749" y="110956"/>
                </a:lnTo>
                <a:lnTo>
                  <a:pt x="3062831" y="111858"/>
                </a:lnTo>
                <a:lnTo>
                  <a:pt x="3062903" y="112767"/>
                </a:lnTo>
                <a:lnTo>
                  <a:pt x="3062965" y="113683"/>
                </a:lnTo>
                <a:lnTo>
                  <a:pt x="3063018" y="114606"/>
                </a:lnTo>
                <a:lnTo>
                  <a:pt x="3063061" y="115536"/>
                </a:lnTo>
                <a:lnTo>
                  <a:pt x="3063095" y="116474"/>
                </a:lnTo>
                <a:lnTo>
                  <a:pt x="3063119" y="117419"/>
                </a:lnTo>
                <a:lnTo>
                  <a:pt x="3063133" y="118371"/>
                </a:lnTo>
                <a:lnTo>
                  <a:pt x="3063138" y="119330"/>
                </a:lnTo>
                <a:lnTo>
                  <a:pt x="3063133" y="120266"/>
                </a:lnTo>
                <a:lnTo>
                  <a:pt x="3063119" y="121196"/>
                </a:lnTo>
                <a:lnTo>
                  <a:pt x="3063095" y="122119"/>
                </a:lnTo>
                <a:lnTo>
                  <a:pt x="3063061" y="123035"/>
                </a:lnTo>
                <a:lnTo>
                  <a:pt x="3063018" y="123944"/>
                </a:lnTo>
                <a:lnTo>
                  <a:pt x="3062965" y="124847"/>
                </a:lnTo>
                <a:lnTo>
                  <a:pt x="3062903" y="125743"/>
                </a:lnTo>
                <a:lnTo>
                  <a:pt x="3062831" y="126633"/>
                </a:lnTo>
                <a:lnTo>
                  <a:pt x="3062749" y="127516"/>
                </a:lnTo>
                <a:lnTo>
                  <a:pt x="3062658" y="128392"/>
                </a:lnTo>
                <a:lnTo>
                  <a:pt x="3062557" y="129261"/>
                </a:lnTo>
                <a:lnTo>
                  <a:pt x="3062447" y="130124"/>
                </a:lnTo>
                <a:lnTo>
                  <a:pt x="3062327" y="130980"/>
                </a:lnTo>
                <a:lnTo>
                  <a:pt x="3062197" y="131829"/>
                </a:lnTo>
                <a:lnTo>
                  <a:pt x="3062058" y="132672"/>
                </a:lnTo>
                <a:lnTo>
                  <a:pt x="3061910" y="133508"/>
                </a:lnTo>
                <a:lnTo>
                  <a:pt x="3061751" y="134337"/>
                </a:lnTo>
                <a:lnTo>
                  <a:pt x="3061583" y="135159"/>
                </a:lnTo>
                <a:lnTo>
                  <a:pt x="3061406" y="135975"/>
                </a:lnTo>
                <a:lnTo>
                  <a:pt x="3061219" y="136784"/>
                </a:lnTo>
                <a:lnTo>
                  <a:pt x="3061022" y="137587"/>
                </a:lnTo>
                <a:lnTo>
                  <a:pt x="3060815" y="138383"/>
                </a:lnTo>
                <a:lnTo>
                  <a:pt x="3060600" y="139172"/>
                </a:lnTo>
                <a:lnTo>
                  <a:pt x="3060374" y="139954"/>
                </a:lnTo>
                <a:lnTo>
                  <a:pt x="3060137" y="140727"/>
                </a:lnTo>
                <a:lnTo>
                  <a:pt x="3059886" y="141486"/>
                </a:lnTo>
                <a:lnTo>
                  <a:pt x="3059622" y="142233"/>
                </a:lnTo>
                <a:lnTo>
                  <a:pt x="3059344" y="142966"/>
                </a:lnTo>
                <a:lnTo>
                  <a:pt x="3059053" y="143686"/>
                </a:lnTo>
                <a:lnTo>
                  <a:pt x="3058748" y="144393"/>
                </a:lnTo>
                <a:lnTo>
                  <a:pt x="3058429" y="145087"/>
                </a:lnTo>
                <a:lnTo>
                  <a:pt x="3058097" y="145767"/>
                </a:lnTo>
                <a:lnTo>
                  <a:pt x="3057751" y="146435"/>
                </a:lnTo>
                <a:lnTo>
                  <a:pt x="3057392" y="147089"/>
                </a:lnTo>
                <a:lnTo>
                  <a:pt x="3057019" y="147731"/>
                </a:lnTo>
                <a:lnTo>
                  <a:pt x="3056633" y="148359"/>
                </a:lnTo>
                <a:lnTo>
                  <a:pt x="3056233" y="148974"/>
                </a:lnTo>
                <a:lnTo>
                  <a:pt x="3055819" y="149576"/>
                </a:lnTo>
                <a:lnTo>
                  <a:pt x="3055392" y="150165"/>
                </a:lnTo>
                <a:lnTo>
                  <a:pt x="3054951" y="150741"/>
                </a:lnTo>
                <a:lnTo>
                  <a:pt x="3054497" y="151303"/>
                </a:lnTo>
                <a:lnTo>
                  <a:pt x="3054029" y="151853"/>
                </a:lnTo>
                <a:lnTo>
                  <a:pt x="3053547" y="152389"/>
                </a:lnTo>
                <a:lnTo>
                  <a:pt x="3053052" y="152912"/>
                </a:lnTo>
                <a:lnTo>
                  <a:pt x="3052544" y="153422"/>
                </a:lnTo>
                <a:lnTo>
                  <a:pt x="3052021" y="153919"/>
                </a:lnTo>
                <a:lnTo>
                  <a:pt x="3051486" y="154403"/>
                </a:lnTo>
                <a:lnTo>
                  <a:pt x="3050936" y="154874"/>
                </a:lnTo>
                <a:lnTo>
                  <a:pt x="3050371" y="155328"/>
                </a:lnTo>
                <a:lnTo>
                  <a:pt x="3049789" y="155763"/>
                </a:lnTo>
                <a:lnTo>
                  <a:pt x="3049189" y="156179"/>
                </a:lnTo>
                <a:lnTo>
                  <a:pt x="3048571" y="156576"/>
                </a:lnTo>
                <a:lnTo>
                  <a:pt x="3047936" y="156953"/>
                </a:lnTo>
                <a:lnTo>
                  <a:pt x="3047283" y="157311"/>
                </a:lnTo>
                <a:lnTo>
                  <a:pt x="3046613" y="157649"/>
                </a:lnTo>
                <a:lnTo>
                  <a:pt x="3045925" y="157968"/>
                </a:lnTo>
                <a:lnTo>
                  <a:pt x="3045220" y="158268"/>
                </a:lnTo>
                <a:lnTo>
                  <a:pt x="3044497" y="158548"/>
                </a:lnTo>
                <a:lnTo>
                  <a:pt x="3043756" y="158810"/>
                </a:lnTo>
                <a:lnTo>
                  <a:pt x="3042998" y="159051"/>
                </a:lnTo>
                <a:lnTo>
                  <a:pt x="3042223" y="159274"/>
                </a:lnTo>
                <a:lnTo>
                  <a:pt x="3041429" y="159477"/>
                </a:lnTo>
                <a:lnTo>
                  <a:pt x="3040619" y="159661"/>
                </a:lnTo>
                <a:lnTo>
                  <a:pt x="3039790" y="159825"/>
                </a:lnTo>
                <a:lnTo>
                  <a:pt x="3038945" y="159970"/>
                </a:lnTo>
                <a:lnTo>
                  <a:pt x="3038081" y="160096"/>
                </a:lnTo>
                <a:lnTo>
                  <a:pt x="3037200" y="160202"/>
                </a:lnTo>
                <a:lnTo>
                  <a:pt x="3036302" y="160289"/>
                </a:lnTo>
                <a:lnTo>
                  <a:pt x="3035386" y="160357"/>
                </a:lnTo>
                <a:lnTo>
                  <a:pt x="3034452" y="160405"/>
                </a:lnTo>
                <a:lnTo>
                  <a:pt x="3033501" y="160434"/>
                </a:lnTo>
                <a:lnTo>
                  <a:pt x="3032532" y="160444"/>
                </a:lnTo>
                <a:lnTo>
                  <a:pt x="3031586" y="160434"/>
                </a:lnTo>
                <a:lnTo>
                  <a:pt x="3030656" y="160405"/>
                </a:lnTo>
                <a:lnTo>
                  <a:pt x="3029744" y="160357"/>
                </a:lnTo>
                <a:lnTo>
                  <a:pt x="3028849" y="160289"/>
                </a:lnTo>
                <a:lnTo>
                  <a:pt x="3027971" y="160202"/>
                </a:lnTo>
                <a:lnTo>
                  <a:pt x="3027110" y="160096"/>
                </a:lnTo>
                <a:close/>
                <a:moveTo>
                  <a:pt x="3258775" y="233390"/>
                </a:moveTo>
                <a:lnTo>
                  <a:pt x="3259897" y="233333"/>
                </a:lnTo>
                <a:lnTo>
                  <a:pt x="3261002" y="233265"/>
                </a:lnTo>
                <a:lnTo>
                  <a:pt x="3262091" y="233187"/>
                </a:lnTo>
                <a:lnTo>
                  <a:pt x="3263163" y="233099"/>
                </a:lnTo>
                <a:lnTo>
                  <a:pt x="3264218" y="233000"/>
                </a:lnTo>
                <a:lnTo>
                  <a:pt x="3265257" y="232891"/>
                </a:lnTo>
                <a:lnTo>
                  <a:pt x="3266280" y="232771"/>
                </a:lnTo>
                <a:lnTo>
                  <a:pt x="3267285" y="232641"/>
                </a:lnTo>
                <a:lnTo>
                  <a:pt x="3268275" y="232501"/>
                </a:lnTo>
                <a:lnTo>
                  <a:pt x="3269247" y="232350"/>
                </a:lnTo>
                <a:lnTo>
                  <a:pt x="3270203" y="232189"/>
                </a:lnTo>
                <a:lnTo>
                  <a:pt x="3271142" y="232017"/>
                </a:lnTo>
                <a:lnTo>
                  <a:pt x="3272065" y="231835"/>
                </a:lnTo>
                <a:lnTo>
                  <a:pt x="3272971" y="231642"/>
                </a:lnTo>
                <a:lnTo>
                  <a:pt x="3273860" y="231440"/>
                </a:lnTo>
                <a:lnTo>
                  <a:pt x="3274733" y="231226"/>
                </a:lnTo>
                <a:lnTo>
                  <a:pt x="3275589" y="231003"/>
                </a:lnTo>
                <a:lnTo>
                  <a:pt x="3276428" y="230769"/>
                </a:lnTo>
                <a:lnTo>
                  <a:pt x="3277251" y="230524"/>
                </a:lnTo>
                <a:lnTo>
                  <a:pt x="3278061" y="230267"/>
                </a:lnTo>
                <a:lnTo>
                  <a:pt x="3278859" y="229993"/>
                </a:lnTo>
                <a:lnTo>
                  <a:pt x="3279648" y="229702"/>
                </a:lnTo>
                <a:lnTo>
                  <a:pt x="3280425" y="229395"/>
                </a:lnTo>
                <a:lnTo>
                  <a:pt x="3281193" y="229071"/>
                </a:lnTo>
                <a:lnTo>
                  <a:pt x="3281949" y="228731"/>
                </a:lnTo>
                <a:lnTo>
                  <a:pt x="3282695" y="228374"/>
                </a:lnTo>
                <a:lnTo>
                  <a:pt x="3283431" y="228001"/>
                </a:lnTo>
                <a:lnTo>
                  <a:pt x="3284156" y="227611"/>
                </a:lnTo>
                <a:lnTo>
                  <a:pt x="3284870" y="227205"/>
                </a:lnTo>
                <a:lnTo>
                  <a:pt x="3285574" y="226782"/>
                </a:lnTo>
                <a:lnTo>
                  <a:pt x="3286268" y="226343"/>
                </a:lnTo>
                <a:lnTo>
                  <a:pt x="3286951" y="225887"/>
                </a:lnTo>
                <a:lnTo>
                  <a:pt x="3287623" y="225414"/>
                </a:lnTo>
                <a:lnTo>
                  <a:pt x="3288285" y="224925"/>
                </a:lnTo>
                <a:lnTo>
                  <a:pt x="3288936" y="224420"/>
                </a:lnTo>
                <a:lnTo>
                  <a:pt x="3289577" y="223898"/>
                </a:lnTo>
                <a:lnTo>
                  <a:pt x="3290207" y="223359"/>
                </a:lnTo>
                <a:lnTo>
                  <a:pt x="3290827" y="222804"/>
                </a:lnTo>
                <a:lnTo>
                  <a:pt x="3291436" y="222232"/>
                </a:lnTo>
                <a:lnTo>
                  <a:pt x="3292035" y="221644"/>
                </a:lnTo>
                <a:lnTo>
                  <a:pt x="3292623" y="221039"/>
                </a:lnTo>
                <a:lnTo>
                  <a:pt x="3293201" y="220418"/>
                </a:lnTo>
                <a:lnTo>
                  <a:pt x="3293768" y="219780"/>
                </a:lnTo>
                <a:lnTo>
                  <a:pt x="3294327" y="219123"/>
                </a:lnTo>
                <a:lnTo>
                  <a:pt x="3294880" y="218445"/>
                </a:lnTo>
                <a:lnTo>
                  <a:pt x="3295428" y="217744"/>
                </a:lnTo>
                <a:lnTo>
                  <a:pt x="3295970" y="217022"/>
                </a:lnTo>
                <a:lnTo>
                  <a:pt x="3296506" y="216278"/>
                </a:lnTo>
                <a:lnTo>
                  <a:pt x="3297037" y="215513"/>
                </a:lnTo>
                <a:lnTo>
                  <a:pt x="3297562" y="214725"/>
                </a:lnTo>
                <a:lnTo>
                  <a:pt x="3298082" y="213916"/>
                </a:lnTo>
                <a:lnTo>
                  <a:pt x="3298596" y="213085"/>
                </a:lnTo>
                <a:lnTo>
                  <a:pt x="3299104" y="212233"/>
                </a:lnTo>
                <a:lnTo>
                  <a:pt x="3299607" y="211359"/>
                </a:lnTo>
                <a:lnTo>
                  <a:pt x="3300104" y="210462"/>
                </a:lnTo>
                <a:lnTo>
                  <a:pt x="3300596" y="209545"/>
                </a:lnTo>
                <a:lnTo>
                  <a:pt x="3301082" y="208605"/>
                </a:lnTo>
                <a:lnTo>
                  <a:pt x="3301562" y="207644"/>
                </a:lnTo>
                <a:lnTo>
                  <a:pt x="3302037" y="206661"/>
                </a:lnTo>
                <a:lnTo>
                  <a:pt x="3302506" y="205656"/>
                </a:lnTo>
                <a:lnTo>
                  <a:pt x="3302969" y="204630"/>
                </a:lnTo>
                <a:lnTo>
                  <a:pt x="3303427" y="203581"/>
                </a:lnTo>
                <a:lnTo>
                  <a:pt x="3303880" y="202511"/>
                </a:lnTo>
                <a:lnTo>
                  <a:pt x="3304326" y="201420"/>
                </a:lnTo>
                <a:lnTo>
                  <a:pt x="3304767" y="200306"/>
                </a:lnTo>
                <a:lnTo>
                  <a:pt x="3305203" y="199171"/>
                </a:lnTo>
                <a:lnTo>
                  <a:pt x="3305632" y="198014"/>
                </a:lnTo>
                <a:lnTo>
                  <a:pt x="3310486" y="184818"/>
                </a:lnTo>
                <a:lnTo>
                  <a:pt x="3357810" y="52043"/>
                </a:lnTo>
                <a:lnTo>
                  <a:pt x="3321677" y="52043"/>
                </a:lnTo>
                <a:lnTo>
                  <a:pt x="3292015" y="150585"/>
                </a:lnTo>
                <a:lnTo>
                  <a:pt x="3258713" y="52043"/>
                </a:lnTo>
                <a:lnTo>
                  <a:pt x="3221500" y="52043"/>
                </a:lnTo>
                <a:lnTo>
                  <a:pt x="3272735" y="185252"/>
                </a:lnTo>
                <a:lnTo>
                  <a:pt x="3269768" y="192398"/>
                </a:lnTo>
                <a:lnTo>
                  <a:pt x="3269561" y="192931"/>
                </a:lnTo>
                <a:lnTo>
                  <a:pt x="3269344" y="193451"/>
                </a:lnTo>
                <a:lnTo>
                  <a:pt x="3269116" y="193959"/>
                </a:lnTo>
                <a:lnTo>
                  <a:pt x="3268879" y="194454"/>
                </a:lnTo>
                <a:lnTo>
                  <a:pt x="3268631" y="194936"/>
                </a:lnTo>
                <a:lnTo>
                  <a:pt x="3268374" y="195406"/>
                </a:lnTo>
                <a:lnTo>
                  <a:pt x="3268106" y="195863"/>
                </a:lnTo>
                <a:lnTo>
                  <a:pt x="3267828" y="196308"/>
                </a:lnTo>
                <a:lnTo>
                  <a:pt x="3267541" y="196740"/>
                </a:lnTo>
                <a:lnTo>
                  <a:pt x="3267243" y="197159"/>
                </a:lnTo>
                <a:lnTo>
                  <a:pt x="3266935" y="197565"/>
                </a:lnTo>
                <a:lnTo>
                  <a:pt x="3266617" y="197959"/>
                </a:lnTo>
                <a:lnTo>
                  <a:pt x="3266289" y="198341"/>
                </a:lnTo>
                <a:lnTo>
                  <a:pt x="3265951" y="198709"/>
                </a:lnTo>
                <a:lnTo>
                  <a:pt x="3265602" y="199065"/>
                </a:lnTo>
                <a:lnTo>
                  <a:pt x="3265244" y="199409"/>
                </a:lnTo>
                <a:lnTo>
                  <a:pt x="3264876" y="199740"/>
                </a:lnTo>
                <a:lnTo>
                  <a:pt x="3264498" y="200058"/>
                </a:lnTo>
                <a:lnTo>
                  <a:pt x="3264109" y="200363"/>
                </a:lnTo>
                <a:lnTo>
                  <a:pt x="3263711" y="200656"/>
                </a:lnTo>
                <a:lnTo>
                  <a:pt x="3263302" y="200936"/>
                </a:lnTo>
                <a:lnTo>
                  <a:pt x="3262883" y="201204"/>
                </a:lnTo>
                <a:lnTo>
                  <a:pt x="3262455" y="201459"/>
                </a:lnTo>
                <a:lnTo>
                  <a:pt x="3262016" y="201701"/>
                </a:lnTo>
                <a:lnTo>
                  <a:pt x="3261567" y="201932"/>
                </a:lnTo>
                <a:lnTo>
                  <a:pt x="3261110" y="202153"/>
                </a:lnTo>
                <a:lnTo>
                  <a:pt x="3260643" y="202364"/>
                </a:lnTo>
                <a:lnTo>
                  <a:pt x="3260168" y="202566"/>
                </a:lnTo>
                <a:lnTo>
                  <a:pt x="3259683" y="202758"/>
                </a:lnTo>
                <a:lnTo>
                  <a:pt x="3259189" y="202940"/>
                </a:lnTo>
                <a:lnTo>
                  <a:pt x="3258686" y="203112"/>
                </a:lnTo>
                <a:lnTo>
                  <a:pt x="3258173" y="203274"/>
                </a:lnTo>
                <a:lnTo>
                  <a:pt x="3257652" y="203426"/>
                </a:lnTo>
                <a:lnTo>
                  <a:pt x="3257121" y="203569"/>
                </a:lnTo>
                <a:lnTo>
                  <a:pt x="3256582" y="203701"/>
                </a:lnTo>
                <a:lnTo>
                  <a:pt x="3256033" y="203824"/>
                </a:lnTo>
                <a:lnTo>
                  <a:pt x="3255475" y="203937"/>
                </a:lnTo>
                <a:lnTo>
                  <a:pt x="3254908" y="204041"/>
                </a:lnTo>
                <a:lnTo>
                  <a:pt x="3254332" y="204134"/>
                </a:lnTo>
                <a:lnTo>
                  <a:pt x="3253746" y="204218"/>
                </a:lnTo>
                <a:lnTo>
                  <a:pt x="3253152" y="204291"/>
                </a:lnTo>
                <a:lnTo>
                  <a:pt x="3252548" y="204355"/>
                </a:lnTo>
                <a:lnTo>
                  <a:pt x="3251936" y="204409"/>
                </a:lnTo>
                <a:lnTo>
                  <a:pt x="3251314" y="204454"/>
                </a:lnTo>
                <a:lnTo>
                  <a:pt x="3250683" y="204488"/>
                </a:lnTo>
                <a:lnTo>
                  <a:pt x="3250043" y="204513"/>
                </a:lnTo>
                <a:lnTo>
                  <a:pt x="3249394" y="204527"/>
                </a:lnTo>
                <a:lnTo>
                  <a:pt x="3248735" y="204532"/>
                </a:lnTo>
                <a:lnTo>
                  <a:pt x="3236871" y="204532"/>
                </a:lnTo>
                <a:lnTo>
                  <a:pt x="3236871" y="233520"/>
                </a:lnTo>
                <a:lnTo>
                  <a:pt x="3252915" y="233520"/>
                </a:lnTo>
                <a:lnTo>
                  <a:pt x="3254120" y="233515"/>
                </a:lnTo>
                <a:lnTo>
                  <a:pt x="3255309" y="233499"/>
                </a:lnTo>
                <a:lnTo>
                  <a:pt x="3256481" y="233473"/>
                </a:lnTo>
                <a:lnTo>
                  <a:pt x="3257636" y="233437"/>
                </a:lnTo>
                <a:lnTo>
                  <a:pt x="3258775" y="23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5.PatchingCode">
            <a:extLst xmlns:a="http://schemas.openxmlformats.org/drawingml/2006/main">
              <a:ext uri="{FF2B5EF4-FFF2-40B4-BE49-F238E27FC236}">
                <a16:creationId xmlns:a16="http://schemas.microsoft.com/office/drawing/2014/main" id="{9C2B4E8D-3E97-4FB7-9CA5-2410322A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201" y="3453792"/>
            <a:ext cx="2073155" cy="236082"/>
          </a:xfrm>
          <a:custGeom xmlns:a="http://schemas.openxmlformats.org/drawingml/2006/main">
            <a:pathLst>
              <a:path w="2073155" h="236082">
                <a:moveTo>
                  <a:pt x="1030770" y="34647"/>
                </a:moveTo>
                <a:lnTo>
                  <a:pt x="1031517" y="34569"/>
                </a:lnTo>
                <a:lnTo>
                  <a:pt x="1032248" y="34474"/>
                </a:lnTo>
                <a:lnTo>
                  <a:pt x="1032964" y="34361"/>
                </a:lnTo>
                <a:lnTo>
                  <a:pt x="1033663" y="34231"/>
                </a:lnTo>
                <a:lnTo>
                  <a:pt x="1034346" y="34084"/>
                </a:lnTo>
                <a:lnTo>
                  <a:pt x="1035012" y="33919"/>
                </a:lnTo>
                <a:lnTo>
                  <a:pt x="1035663" y="33737"/>
                </a:lnTo>
                <a:lnTo>
                  <a:pt x="1036298" y="33538"/>
                </a:lnTo>
                <a:lnTo>
                  <a:pt x="1036916" y="33322"/>
                </a:lnTo>
                <a:lnTo>
                  <a:pt x="1037518" y="33088"/>
                </a:lnTo>
                <a:lnTo>
                  <a:pt x="1038104" y="32837"/>
                </a:lnTo>
                <a:lnTo>
                  <a:pt x="1038674" y="32568"/>
                </a:lnTo>
                <a:lnTo>
                  <a:pt x="1039228" y="32282"/>
                </a:lnTo>
                <a:lnTo>
                  <a:pt x="1039765" y="31979"/>
                </a:lnTo>
                <a:lnTo>
                  <a:pt x="1040286" y="31659"/>
                </a:lnTo>
                <a:lnTo>
                  <a:pt x="1040792" y="31321"/>
                </a:lnTo>
                <a:lnTo>
                  <a:pt x="1041281" y="30966"/>
                </a:lnTo>
                <a:lnTo>
                  <a:pt x="1041754" y="30594"/>
                </a:lnTo>
                <a:lnTo>
                  <a:pt x="1042211" y="30204"/>
                </a:lnTo>
                <a:lnTo>
                  <a:pt x="1042651" y="29797"/>
                </a:lnTo>
                <a:lnTo>
                  <a:pt x="1043075" y="29377"/>
                </a:lnTo>
                <a:lnTo>
                  <a:pt x="1043480" y="28948"/>
                </a:lnTo>
                <a:lnTo>
                  <a:pt x="1043868" y="28512"/>
                </a:lnTo>
                <a:lnTo>
                  <a:pt x="1044237" y="28066"/>
                </a:lnTo>
                <a:lnTo>
                  <a:pt x="1044589" y="27613"/>
                </a:lnTo>
                <a:lnTo>
                  <a:pt x="1044922" y="27151"/>
                </a:lnTo>
                <a:lnTo>
                  <a:pt x="1045238" y="26680"/>
                </a:lnTo>
                <a:lnTo>
                  <a:pt x="1045535" y="26201"/>
                </a:lnTo>
                <a:lnTo>
                  <a:pt x="1045814" y="25714"/>
                </a:lnTo>
                <a:lnTo>
                  <a:pt x="1046076" y="25218"/>
                </a:lnTo>
                <a:lnTo>
                  <a:pt x="1046319" y="24714"/>
                </a:lnTo>
                <a:lnTo>
                  <a:pt x="1046544" y="24201"/>
                </a:lnTo>
                <a:lnTo>
                  <a:pt x="1046752" y="23680"/>
                </a:lnTo>
                <a:lnTo>
                  <a:pt x="1046941" y="23151"/>
                </a:lnTo>
                <a:lnTo>
                  <a:pt x="1047112" y="22613"/>
                </a:lnTo>
                <a:lnTo>
                  <a:pt x="1047265" y="22067"/>
                </a:lnTo>
                <a:lnTo>
                  <a:pt x="1047400" y="21512"/>
                </a:lnTo>
                <a:lnTo>
                  <a:pt x="1047518" y="20949"/>
                </a:lnTo>
                <a:lnTo>
                  <a:pt x="1047617" y="20377"/>
                </a:lnTo>
                <a:lnTo>
                  <a:pt x="1047698" y="19797"/>
                </a:lnTo>
                <a:lnTo>
                  <a:pt x="1047761" y="19209"/>
                </a:lnTo>
                <a:lnTo>
                  <a:pt x="1047806" y="18612"/>
                </a:lnTo>
                <a:lnTo>
                  <a:pt x="1047833" y="18006"/>
                </a:lnTo>
                <a:lnTo>
                  <a:pt x="1047842" y="17393"/>
                </a:lnTo>
                <a:lnTo>
                  <a:pt x="1047833" y="16768"/>
                </a:lnTo>
                <a:lnTo>
                  <a:pt x="1047806" y="16153"/>
                </a:lnTo>
                <a:lnTo>
                  <a:pt x="1047761" y="15546"/>
                </a:lnTo>
                <a:lnTo>
                  <a:pt x="1047698" y="14949"/>
                </a:lnTo>
                <a:lnTo>
                  <a:pt x="1047617" y="14361"/>
                </a:lnTo>
                <a:lnTo>
                  <a:pt x="1047518" y="13782"/>
                </a:lnTo>
                <a:lnTo>
                  <a:pt x="1047400" y="13212"/>
                </a:lnTo>
                <a:lnTo>
                  <a:pt x="1047265" y="12651"/>
                </a:lnTo>
                <a:lnTo>
                  <a:pt x="1047112" y="12100"/>
                </a:lnTo>
                <a:lnTo>
                  <a:pt x="1046941" y="11557"/>
                </a:lnTo>
                <a:lnTo>
                  <a:pt x="1046752" y="11024"/>
                </a:lnTo>
                <a:lnTo>
                  <a:pt x="1046544" y="10500"/>
                </a:lnTo>
                <a:lnTo>
                  <a:pt x="1046319" y="9985"/>
                </a:lnTo>
                <a:lnTo>
                  <a:pt x="1046076" y="9479"/>
                </a:lnTo>
                <a:lnTo>
                  <a:pt x="1045814" y="8982"/>
                </a:lnTo>
                <a:lnTo>
                  <a:pt x="1045535" y="8494"/>
                </a:lnTo>
                <a:lnTo>
                  <a:pt x="1045238" y="8016"/>
                </a:lnTo>
                <a:lnTo>
                  <a:pt x="1044922" y="7546"/>
                </a:lnTo>
                <a:lnTo>
                  <a:pt x="1044589" y="7086"/>
                </a:lnTo>
                <a:lnTo>
                  <a:pt x="1044237" y="6635"/>
                </a:lnTo>
                <a:lnTo>
                  <a:pt x="1043868" y="6193"/>
                </a:lnTo>
                <a:lnTo>
                  <a:pt x="1043480" y="5760"/>
                </a:lnTo>
                <a:lnTo>
                  <a:pt x="1043075" y="5336"/>
                </a:lnTo>
                <a:lnTo>
                  <a:pt x="1042651" y="4921"/>
                </a:lnTo>
                <a:lnTo>
                  <a:pt x="1042211" y="4520"/>
                </a:lnTo>
                <a:lnTo>
                  <a:pt x="1041754" y="4135"/>
                </a:lnTo>
                <a:lnTo>
                  <a:pt x="1041281" y="3768"/>
                </a:lnTo>
                <a:lnTo>
                  <a:pt x="1040792" y="3417"/>
                </a:lnTo>
                <a:lnTo>
                  <a:pt x="1040286" y="3084"/>
                </a:lnTo>
                <a:lnTo>
                  <a:pt x="1039765" y="2768"/>
                </a:lnTo>
                <a:lnTo>
                  <a:pt x="1039228" y="2469"/>
                </a:lnTo>
                <a:lnTo>
                  <a:pt x="1038674" y="2187"/>
                </a:lnTo>
                <a:lnTo>
                  <a:pt x="1038104" y="1922"/>
                </a:lnTo>
                <a:lnTo>
                  <a:pt x="1037518" y="1675"/>
                </a:lnTo>
                <a:lnTo>
                  <a:pt x="1036916" y="1444"/>
                </a:lnTo>
                <a:lnTo>
                  <a:pt x="1036298" y="1230"/>
                </a:lnTo>
                <a:lnTo>
                  <a:pt x="1035663" y="1034"/>
                </a:lnTo>
                <a:lnTo>
                  <a:pt x="1035012" y="854"/>
                </a:lnTo>
                <a:lnTo>
                  <a:pt x="1034346" y="692"/>
                </a:lnTo>
                <a:lnTo>
                  <a:pt x="1033663" y="547"/>
                </a:lnTo>
                <a:lnTo>
                  <a:pt x="1032964" y="419"/>
                </a:lnTo>
                <a:lnTo>
                  <a:pt x="1032248" y="308"/>
                </a:lnTo>
                <a:lnTo>
                  <a:pt x="1031517" y="214"/>
                </a:lnTo>
                <a:lnTo>
                  <a:pt x="1030770" y="137"/>
                </a:lnTo>
                <a:lnTo>
                  <a:pt x="1030006" y="77"/>
                </a:lnTo>
                <a:lnTo>
                  <a:pt x="1029226" y="34"/>
                </a:lnTo>
                <a:lnTo>
                  <a:pt x="1028430" y="9"/>
                </a:lnTo>
                <a:lnTo>
                  <a:pt x="1027618" y="0"/>
                </a:lnTo>
                <a:lnTo>
                  <a:pt x="1026806" y="9"/>
                </a:lnTo>
                <a:lnTo>
                  <a:pt x="1026010" y="34"/>
                </a:lnTo>
                <a:lnTo>
                  <a:pt x="1025230" y="77"/>
                </a:lnTo>
                <a:lnTo>
                  <a:pt x="1024466" y="137"/>
                </a:lnTo>
                <a:lnTo>
                  <a:pt x="1023719" y="214"/>
                </a:lnTo>
                <a:lnTo>
                  <a:pt x="1022988" y="308"/>
                </a:lnTo>
                <a:lnTo>
                  <a:pt x="1022272" y="419"/>
                </a:lnTo>
                <a:lnTo>
                  <a:pt x="1021573" y="547"/>
                </a:lnTo>
                <a:lnTo>
                  <a:pt x="1020890" y="692"/>
                </a:lnTo>
                <a:lnTo>
                  <a:pt x="1020224" y="854"/>
                </a:lnTo>
                <a:lnTo>
                  <a:pt x="1019573" y="1034"/>
                </a:lnTo>
                <a:lnTo>
                  <a:pt x="1018939" y="1230"/>
                </a:lnTo>
                <a:lnTo>
                  <a:pt x="1018320" y="1444"/>
                </a:lnTo>
                <a:lnTo>
                  <a:pt x="1017718" y="1675"/>
                </a:lnTo>
                <a:lnTo>
                  <a:pt x="1017132" y="1922"/>
                </a:lnTo>
                <a:lnTo>
                  <a:pt x="1016562" y="2187"/>
                </a:lnTo>
                <a:lnTo>
                  <a:pt x="1016009" y="2469"/>
                </a:lnTo>
                <a:lnTo>
                  <a:pt x="1015471" y="2768"/>
                </a:lnTo>
                <a:lnTo>
                  <a:pt x="1014950" y="3084"/>
                </a:lnTo>
                <a:lnTo>
                  <a:pt x="1014444" y="3417"/>
                </a:lnTo>
                <a:lnTo>
                  <a:pt x="1013955" y="3768"/>
                </a:lnTo>
                <a:lnTo>
                  <a:pt x="1013482" y="4135"/>
                </a:lnTo>
                <a:lnTo>
                  <a:pt x="1013026" y="4520"/>
                </a:lnTo>
                <a:lnTo>
                  <a:pt x="1012585" y="4921"/>
                </a:lnTo>
                <a:lnTo>
                  <a:pt x="1012161" y="5336"/>
                </a:lnTo>
                <a:lnTo>
                  <a:pt x="1011756" y="5760"/>
                </a:lnTo>
                <a:lnTo>
                  <a:pt x="1011368" y="6193"/>
                </a:lnTo>
                <a:lnTo>
                  <a:pt x="1010999" y="6635"/>
                </a:lnTo>
                <a:lnTo>
                  <a:pt x="1010647" y="7086"/>
                </a:lnTo>
                <a:lnTo>
                  <a:pt x="1010314" y="7546"/>
                </a:lnTo>
                <a:lnTo>
                  <a:pt x="1009998" y="8016"/>
                </a:lnTo>
                <a:lnTo>
                  <a:pt x="1009701" y="8494"/>
                </a:lnTo>
                <a:lnTo>
                  <a:pt x="1009422" y="8982"/>
                </a:lnTo>
                <a:lnTo>
                  <a:pt x="1009160" y="9479"/>
                </a:lnTo>
                <a:lnTo>
                  <a:pt x="1008917" y="9985"/>
                </a:lnTo>
                <a:lnTo>
                  <a:pt x="1008692" y="10500"/>
                </a:lnTo>
                <a:lnTo>
                  <a:pt x="1008484" y="11024"/>
                </a:lnTo>
                <a:lnTo>
                  <a:pt x="1008295" y="11557"/>
                </a:lnTo>
                <a:lnTo>
                  <a:pt x="1008124" y="12100"/>
                </a:lnTo>
                <a:lnTo>
                  <a:pt x="1007971" y="12651"/>
                </a:lnTo>
                <a:lnTo>
                  <a:pt x="1007836" y="13212"/>
                </a:lnTo>
                <a:lnTo>
                  <a:pt x="1007718" y="13782"/>
                </a:lnTo>
                <a:lnTo>
                  <a:pt x="1007619" y="14361"/>
                </a:lnTo>
                <a:lnTo>
                  <a:pt x="1007538" y="14949"/>
                </a:lnTo>
                <a:lnTo>
                  <a:pt x="1007475" y="15546"/>
                </a:lnTo>
                <a:lnTo>
                  <a:pt x="1007430" y="16153"/>
                </a:lnTo>
                <a:lnTo>
                  <a:pt x="1007403" y="16768"/>
                </a:lnTo>
                <a:lnTo>
                  <a:pt x="1007394" y="17393"/>
                </a:lnTo>
                <a:lnTo>
                  <a:pt x="1007403" y="18006"/>
                </a:lnTo>
                <a:lnTo>
                  <a:pt x="1007430" y="18612"/>
                </a:lnTo>
                <a:lnTo>
                  <a:pt x="1007475" y="19209"/>
                </a:lnTo>
                <a:lnTo>
                  <a:pt x="1007538" y="19797"/>
                </a:lnTo>
                <a:lnTo>
                  <a:pt x="1007619" y="20377"/>
                </a:lnTo>
                <a:lnTo>
                  <a:pt x="1007718" y="20949"/>
                </a:lnTo>
                <a:lnTo>
                  <a:pt x="1007836" y="21512"/>
                </a:lnTo>
                <a:lnTo>
                  <a:pt x="1007971" y="22067"/>
                </a:lnTo>
                <a:lnTo>
                  <a:pt x="1008124" y="22613"/>
                </a:lnTo>
                <a:lnTo>
                  <a:pt x="1008295" y="23151"/>
                </a:lnTo>
                <a:lnTo>
                  <a:pt x="1008484" y="23680"/>
                </a:lnTo>
                <a:lnTo>
                  <a:pt x="1008692" y="24201"/>
                </a:lnTo>
                <a:lnTo>
                  <a:pt x="1008917" y="24714"/>
                </a:lnTo>
                <a:lnTo>
                  <a:pt x="1009160" y="25218"/>
                </a:lnTo>
                <a:lnTo>
                  <a:pt x="1009422" y="25714"/>
                </a:lnTo>
                <a:lnTo>
                  <a:pt x="1009701" y="26201"/>
                </a:lnTo>
                <a:lnTo>
                  <a:pt x="1009998" y="26680"/>
                </a:lnTo>
                <a:lnTo>
                  <a:pt x="1010314" y="27151"/>
                </a:lnTo>
                <a:lnTo>
                  <a:pt x="1010647" y="27613"/>
                </a:lnTo>
                <a:lnTo>
                  <a:pt x="1010999" y="28066"/>
                </a:lnTo>
                <a:lnTo>
                  <a:pt x="1011368" y="28512"/>
                </a:lnTo>
                <a:lnTo>
                  <a:pt x="1011756" y="28948"/>
                </a:lnTo>
                <a:lnTo>
                  <a:pt x="1012161" y="29377"/>
                </a:lnTo>
                <a:lnTo>
                  <a:pt x="1012585" y="29797"/>
                </a:lnTo>
                <a:lnTo>
                  <a:pt x="1013026" y="30204"/>
                </a:lnTo>
                <a:lnTo>
                  <a:pt x="1013482" y="30594"/>
                </a:lnTo>
                <a:lnTo>
                  <a:pt x="1013955" y="30966"/>
                </a:lnTo>
                <a:lnTo>
                  <a:pt x="1014444" y="31321"/>
                </a:lnTo>
                <a:lnTo>
                  <a:pt x="1014950" y="31659"/>
                </a:lnTo>
                <a:lnTo>
                  <a:pt x="1015471" y="31979"/>
                </a:lnTo>
                <a:lnTo>
                  <a:pt x="1016009" y="32282"/>
                </a:lnTo>
                <a:lnTo>
                  <a:pt x="1016562" y="32568"/>
                </a:lnTo>
                <a:lnTo>
                  <a:pt x="1017132" y="32837"/>
                </a:lnTo>
                <a:lnTo>
                  <a:pt x="1017718" y="33088"/>
                </a:lnTo>
                <a:lnTo>
                  <a:pt x="1018320" y="33322"/>
                </a:lnTo>
                <a:lnTo>
                  <a:pt x="1018939" y="33538"/>
                </a:lnTo>
                <a:lnTo>
                  <a:pt x="1019573" y="33737"/>
                </a:lnTo>
                <a:lnTo>
                  <a:pt x="1020224" y="33919"/>
                </a:lnTo>
                <a:lnTo>
                  <a:pt x="1020890" y="34084"/>
                </a:lnTo>
                <a:lnTo>
                  <a:pt x="1021573" y="34231"/>
                </a:lnTo>
                <a:lnTo>
                  <a:pt x="1022272" y="34361"/>
                </a:lnTo>
                <a:lnTo>
                  <a:pt x="1022988" y="34474"/>
                </a:lnTo>
                <a:lnTo>
                  <a:pt x="1023719" y="34569"/>
                </a:lnTo>
                <a:lnTo>
                  <a:pt x="1024466" y="34647"/>
                </a:lnTo>
                <a:lnTo>
                  <a:pt x="1025230" y="34707"/>
                </a:lnTo>
                <a:lnTo>
                  <a:pt x="1026010" y="34751"/>
                </a:lnTo>
                <a:lnTo>
                  <a:pt x="1026806" y="34777"/>
                </a:lnTo>
                <a:lnTo>
                  <a:pt x="1027618" y="34785"/>
                </a:lnTo>
                <a:lnTo>
                  <a:pt x="1028430" y="34777"/>
                </a:lnTo>
                <a:lnTo>
                  <a:pt x="1029226" y="34751"/>
                </a:lnTo>
                <a:lnTo>
                  <a:pt x="1030006" y="34707"/>
                </a:lnTo>
                <a:lnTo>
                  <a:pt x="1030770" y="34647"/>
                </a:lnTo>
                <a:close/>
                <a:moveTo>
                  <a:pt x="369760" y="120524"/>
                </a:moveTo>
                <a:lnTo>
                  <a:pt x="371238" y="120492"/>
                </a:lnTo>
                <a:lnTo>
                  <a:pt x="372705" y="120437"/>
                </a:lnTo>
                <a:lnTo>
                  <a:pt x="374161" y="120361"/>
                </a:lnTo>
                <a:lnTo>
                  <a:pt x="375606" y="120263"/>
                </a:lnTo>
                <a:lnTo>
                  <a:pt x="377039" y="120144"/>
                </a:lnTo>
                <a:lnTo>
                  <a:pt x="378462" y="120003"/>
                </a:lnTo>
                <a:lnTo>
                  <a:pt x="379874" y="119839"/>
                </a:lnTo>
                <a:lnTo>
                  <a:pt x="381275" y="119655"/>
                </a:lnTo>
                <a:lnTo>
                  <a:pt x="382665" y="119448"/>
                </a:lnTo>
                <a:lnTo>
                  <a:pt x="384044" y="119220"/>
                </a:lnTo>
                <a:lnTo>
                  <a:pt x="385411" y="118970"/>
                </a:lnTo>
                <a:lnTo>
                  <a:pt x="386768" y="118698"/>
                </a:lnTo>
                <a:lnTo>
                  <a:pt x="388114" y="118405"/>
                </a:lnTo>
                <a:lnTo>
                  <a:pt x="389449" y="118089"/>
                </a:lnTo>
                <a:lnTo>
                  <a:pt x="390773" y="117752"/>
                </a:lnTo>
                <a:lnTo>
                  <a:pt x="392085" y="117394"/>
                </a:lnTo>
                <a:lnTo>
                  <a:pt x="393387" y="117013"/>
                </a:lnTo>
                <a:lnTo>
                  <a:pt x="394678" y="116611"/>
                </a:lnTo>
                <a:lnTo>
                  <a:pt x="395958" y="116187"/>
                </a:lnTo>
                <a:lnTo>
                  <a:pt x="397227" y="115742"/>
                </a:lnTo>
                <a:lnTo>
                  <a:pt x="398484" y="115274"/>
                </a:lnTo>
                <a:lnTo>
                  <a:pt x="399731" y="114785"/>
                </a:lnTo>
                <a:lnTo>
                  <a:pt x="400967" y="114274"/>
                </a:lnTo>
                <a:lnTo>
                  <a:pt x="402187" y="113740"/>
                </a:lnTo>
                <a:lnTo>
                  <a:pt x="403386" y="113184"/>
                </a:lnTo>
                <a:lnTo>
                  <a:pt x="404564" y="112604"/>
                </a:lnTo>
                <a:lnTo>
                  <a:pt x="405722" y="112001"/>
                </a:lnTo>
                <a:lnTo>
                  <a:pt x="406858" y="111374"/>
                </a:lnTo>
                <a:lnTo>
                  <a:pt x="407974" y="110725"/>
                </a:lnTo>
                <a:lnTo>
                  <a:pt x="409069" y="110053"/>
                </a:lnTo>
                <a:lnTo>
                  <a:pt x="410143" y="109357"/>
                </a:lnTo>
                <a:lnTo>
                  <a:pt x="411196" y="108638"/>
                </a:lnTo>
                <a:lnTo>
                  <a:pt x="412228" y="107897"/>
                </a:lnTo>
                <a:lnTo>
                  <a:pt x="413240" y="107132"/>
                </a:lnTo>
                <a:lnTo>
                  <a:pt x="414231" y="106344"/>
                </a:lnTo>
                <a:lnTo>
                  <a:pt x="415200" y="105532"/>
                </a:lnTo>
                <a:lnTo>
                  <a:pt x="416150" y="104698"/>
                </a:lnTo>
                <a:lnTo>
                  <a:pt x="417078" y="103841"/>
                </a:lnTo>
                <a:lnTo>
                  <a:pt x="417985" y="102960"/>
                </a:lnTo>
                <a:lnTo>
                  <a:pt x="418872" y="102056"/>
                </a:lnTo>
                <a:lnTo>
                  <a:pt x="419737" y="101129"/>
                </a:lnTo>
                <a:lnTo>
                  <a:pt x="420582" y="100179"/>
                </a:lnTo>
                <a:lnTo>
                  <a:pt x="421406" y="99206"/>
                </a:lnTo>
                <a:lnTo>
                  <a:pt x="422210" y="98210"/>
                </a:lnTo>
                <a:lnTo>
                  <a:pt x="422992" y="97191"/>
                </a:lnTo>
                <a:lnTo>
                  <a:pt x="423754" y="96148"/>
                </a:lnTo>
                <a:lnTo>
                  <a:pt x="424494" y="95082"/>
                </a:lnTo>
                <a:lnTo>
                  <a:pt x="425209" y="93993"/>
                </a:lnTo>
                <a:lnTo>
                  <a:pt x="425894" y="92880"/>
                </a:lnTo>
                <a:lnTo>
                  <a:pt x="426548" y="91743"/>
                </a:lnTo>
                <a:lnTo>
                  <a:pt x="427172" y="90583"/>
                </a:lnTo>
                <a:lnTo>
                  <a:pt x="427765" y="89398"/>
                </a:lnTo>
                <a:lnTo>
                  <a:pt x="428328" y="88190"/>
                </a:lnTo>
                <a:lnTo>
                  <a:pt x="428861" y="86957"/>
                </a:lnTo>
                <a:lnTo>
                  <a:pt x="429363" y="85701"/>
                </a:lnTo>
                <a:lnTo>
                  <a:pt x="429835" y="84421"/>
                </a:lnTo>
                <a:lnTo>
                  <a:pt x="430276" y="83117"/>
                </a:lnTo>
                <a:lnTo>
                  <a:pt x="430687" y="81789"/>
                </a:lnTo>
                <a:lnTo>
                  <a:pt x="431067" y="80438"/>
                </a:lnTo>
                <a:lnTo>
                  <a:pt x="431417" y="79062"/>
                </a:lnTo>
                <a:lnTo>
                  <a:pt x="431737" y="77663"/>
                </a:lnTo>
                <a:lnTo>
                  <a:pt x="432026" y="76240"/>
                </a:lnTo>
                <a:lnTo>
                  <a:pt x="432284" y="74793"/>
                </a:lnTo>
                <a:lnTo>
                  <a:pt x="432512" y="73322"/>
                </a:lnTo>
                <a:lnTo>
                  <a:pt x="432710" y="71827"/>
                </a:lnTo>
                <a:lnTo>
                  <a:pt x="432878" y="70308"/>
                </a:lnTo>
                <a:lnTo>
                  <a:pt x="433015" y="68766"/>
                </a:lnTo>
                <a:lnTo>
                  <a:pt x="433121" y="67200"/>
                </a:lnTo>
                <a:lnTo>
                  <a:pt x="433197" y="65609"/>
                </a:lnTo>
                <a:lnTo>
                  <a:pt x="433243" y="63995"/>
                </a:lnTo>
                <a:lnTo>
                  <a:pt x="433258" y="62357"/>
                </a:lnTo>
                <a:lnTo>
                  <a:pt x="433243" y="60697"/>
                </a:lnTo>
                <a:lnTo>
                  <a:pt x="433197" y="59062"/>
                </a:lnTo>
                <a:lnTo>
                  <a:pt x="433121" y="57452"/>
                </a:lnTo>
                <a:lnTo>
                  <a:pt x="433015" y="55866"/>
                </a:lnTo>
                <a:lnTo>
                  <a:pt x="432878" y="54306"/>
                </a:lnTo>
                <a:lnTo>
                  <a:pt x="432710" y="52770"/>
                </a:lnTo>
                <a:lnTo>
                  <a:pt x="432512" y="51259"/>
                </a:lnTo>
                <a:lnTo>
                  <a:pt x="432284" y="49772"/>
                </a:lnTo>
                <a:lnTo>
                  <a:pt x="432026" y="48311"/>
                </a:lnTo>
                <a:lnTo>
                  <a:pt x="431737" y="46874"/>
                </a:lnTo>
                <a:lnTo>
                  <a:pt x="431417" y="45462"/>
                </a:lnTo>
                <a:lnTo>
                  <a:pt x="431067" y="44075"/>
                </a:lnTo>
                <a:lnTo>
                  <a:pt x="430687" y="42712"/>
                </a:lnTo>
                <a:lnTo>
                  <a:pt x="430276" y="41375"/>
                </a:lnTo>
                <a:lnTo>
                  <a:pt x="429835" y="40062"/>
                </a:lnTo>
                <a:lnTo>
                  <a:pt x="429363" y="38774"/>
                </a:lnTo>
                <a:lnTo>
                  <a:pt x="428861" y="37511"/>
                </a:lnTo>
                <a:lnTo>
                  <a:pt x="428328" y="36272"/>
                </a:lnTo>
                <a:lnTo>
                  <a:pt x="427765" y="35059"/>
                </a:lnTo>
                <a:lnTo>
                  <a:pt x="427172" y="33870"/>
                </a:lnTo>
                <a:lnTo>
                  <a:pt x="426548" y="32706"/>
                </a:lnTo>
                <a:lnTo>
                  <a:pt x="425894" y="31567"/>
                </a:lnTo>
                <a:lnTo>
                  <a:pt x="425209" y="30452"/>
                </a:lnTo>
                <a:lnTo>
                  <a:pt x="424494" y="29363"/>
                </a:lnTo>
                <a:lnTo>
                  <a:pt x="423754" y="28297"/>
                </a:lnTo>
                <a:lnTo>
                  <a:pt x="422992" y="27254"/>
                </a:lnTo>
                <a:lnTo>
                  <a:pt x="422210" y="26234"/>
                </a:lnTo>
                <a:lnTo>
                  <a:pt x="421406" y="25237"/>
                </a:lnTo>
                <a:lnTo>
                  <a:pt x="420582" y="24263"/>
                </a:lnTo>
                <a:lnTo>
                  <a:pt x="419737" y="23312"/>
                </a:lnTo>
                <a:lnTo>
                  <a:pt x="418872" y="22384"/>
                </a:lnTo>
                <a:lnTo>
                  <a:pt x="417985" y="21478"/>
                </a:lnTo>
                <a:lnTo>
                  <a:pt x="417078" y="20596"/>
                </a:lnTo>
                <a:lnTo>
                  <a:pt x="416150" y="19736"/>
                </a:lnTo>
                <a:lnTo>
                  <a:pt x="415200" y="18899"/>
                </a:lnTo>
                <a:lnTo>
                  <a:pt x="414231" y="18086"/>
                </a:lnTo>
                <a:lnTo>
                  <a:pt x="413240" y="17295"/>
                </a:lnTo>
                <a:lnTo>
                  <a:pt x="412228" y="16527"/>
                </a:lnTo>
                <a:lnTo>
                  <a:pt x="411196" y="15782"/>
                </a:lnTo>
                <a:lnTo>
                  <a:pt x="410143" y="15060"/>
                </a:lnTo>
                <a:lnTo>
                  <a:pt x="409069" y="14361"/>
                </a:lnTo>
                <a:lnTo>
                  <a:pt x="407974" y="13684"/>
                </a:lnTo>
                <a:lnTo>
                  <a:pt x="406858" y="13031"/>
                </a:lnTo>
                <a:lnTo>
                  <a:pt x="405722" y="12401"/>
                </a:lnTo>
                <a:lnTo>
                  <a:pt x="404564" y="11793"/>
                </a:lnTo>
                <a:lnTo>
                  <a:pt x="403386" y="11208"/>
                </a:lnTo>
                <a:lnTo>
                  <a:pt x="402187" y="10647"/>
                </a:lnTo>
                <a:lnTo>
                  <a:pt x="400967" y="10108"/>
                </a:lnTo>
                <a:lnTo>
                  <a:pt x="399731" y="9591"/>
                </a:lnTo>
                <a:lnTo>
                  <a:pt x="398484" y="9096"/>
                </a:lnTo>
                <a:lnTo>
                  <a:pt x="397227" y="8624"/>
                </a:lnTo>
                <a:lnTo>
                  <a:pt x="395958" y="8173"/>
                </a:lnTo>
                <a:lnTo>
                  <a:pt x="394678" y="7744"/>
                </a:lnTo>
                <a:lnTo>
                  <a:pt x="393387" y="7337"/>
                </a:lnTo>
                <a:lnTo>
                  <a:pt x="392085" y="6952"/>
                </a:lnTo>
                <a:lnTo>
                  <a:pt x="390773" y="6590"/>
                </a:lnTo>
                <a:lnTo>
                  <a:pt x="389449" y="6249"/>
                </a:lnTo>
                <a:lnTo>
                  <a:pt x="388114" y="5930"/>
                </a:lnTo>
                <a:lnTo>
                  <a:pt x="386768" y="5633"/>
                </a:lnTo>
                <a:lnTo>
                  <a:pt x="385411" y="5358"/>
                </a:lnTo>
                <a:lnTo>
                  <a:pt x="384044" y="5105"/>
                </a:lnTo>
                <a:lnTo>
                  <a:pt x="382665" y="4875"/>
                </a:lnTo>
                <a:lnTo>
                  <a:pt x="381275" y="4666"/>
                </a:lnTo>
                <a:lnTo>
                  <a:pt x="379874" y="4479"/>
                </a:lnTo>
                <a:lnTo>
                  <a:pt x="378462" y="4314"/>
                </a:lnTo>
                <a:lnTo>
                  <a:pt x="377039" y="4171"/>
                </a:lnTo>
                <a:lnTo>
                  <a:pt x="375606" y="4050"/>
                </a:lnTo>
                <a:lnTo>
                  <a:pt x="374161" y="3951"/>
                </a:lnTo>
                <a:lnTo>
                  <a:pt x="372705" y="3874"/>
                </a:lnTo>
                <a:lnTo>
                  <a:pt x="371238" y="3819"/>
                </a:lnTo>
                <a:lnTo>
                  <a:pt x="369760" y="3786"/>
                </a:lnTo>
                <a:lnTo>
                  <a:pt x="368272" y="3775"/>
                </a:lnTo>
                <a:lnTo>
                  <a:pt x="297083" y="3775"/>
                </a:lnTo>
                <a:lnTo>
                  <a:pt x="297083" y="185252"/>
                </a:lnTo>
                <a:lnTo>
                  <a:pt x="334969" y="185252"/>
                </a:lnTo>
                <a:lnTo>
                  <a:pt x="334969" y="120535"/>
                </a:lnTo>
                <a:lnTo>
                  <a:pt x="368272" y="120535"/>
                </a:lnTo>
                <a:lnTo>
                  <a:pt x="369760" y="120524"/>
                </a:lnTo>
                <a:close/>
                <a:moveTo>
                  <a:pt x="366870" y="34428"/>
                </a:moveTo>
                <a:lnTo>
                  <a:pt x="367899" y="34488"/>
                </a:lnTo>
                <a:lnTo>
                  <a:pt x="368912" y="34571"/>
                </a:lnTo>
                <a:lnTo>
                  <a:pt x="369910" y="34679"/>
                </a:lnTo>
                <a:lnTo>
                  <a:pt x="370892" y="34810"/>
                </a:lnTo>
                <a:lnTo>
                  <a:pt x="371859" y="34964"/>
                </a:lnTo>
                <a:lnTo>
                  <a:pt x="372811" y="35143"/>
                </a:lnTo>
                <a:lnTo>
                  <a:pt x="373747" y="35345"/>
                </a:lnTo>
                <a:lnTo>
                  <a:pt x="374667" y="35572"/>
                </a:lnTo>
                <a:lnTo>
                  <a:pt x="375573" y="35822"/>
                </a:lnTo>
                <a:lnTo>
                  <a:pt x="376462" y="36096"/>
                </a:lnTo>
                <a:lnTo>
                  <a:pt x="377336" y="36393"/>
                </a:lnTo>
                <a:lnTo>
                  <a:pt x="378195" y="36715"/>
                </a:lnTo>
                <a:lnTo>
                  <a:pt x="379039" y="37060"/>
                </a:lnTo>
                <a:lnTo>
                  <a:pt x="379867" y="37429"/>
                </a:lnTo>
                <a:lnTo>
                  <a:pt x="380679" y="37822"/>
                </a:lnTo>
                <a:lnTo>
                  <a:pt x="381476" y="38239"/>
                </a:lnTo>
                <a:lnTo>
                  <a:pt x="382258" y="38680"/>
                </a:lnTo>
                <a:lnTo>
                  <a:pt x="383024" y="39144"/>
                </a:lnTo>
                <a:lnTo>
                  <a:pt x="383774" y="39632"/>
                </a:lnTo>
                <a:lnTo>
                  <a:pt x="384510" y="40145"/>
                </a:lnTo>
                <a:lnTo>
                  <a:pt x="385229" y="40680"/>
                </a:lnTo>
                <a:lnTo>
                  <a:pt x="385934" y="41240"/>
                </a:lnTo>
                <a:lnTo>
                  <a:pt x="386616" y="41825"/>
                </a:lnTo>
                <a:lnTo>
                  <a:pt x="387269" y="42435"/>
                </a:lnTo>
                <a:lnTo>
                  <a:pt x="387893" y="43071"/>
                </a:lnTo>
                <a:lnTo>
                  <a:pt x="388488" y="43732"/>
                </a:lnTo>
                <a:lnTo>
                  <a:pt x="389054" y="44419"/>
                </a:lnTo>
                <a:lnTo>
                  <a:pt x="389591" y="45132"/>
                </a:lnTo>
                <a:lnTo>
                  <a:pt x="390099" y="45871"/>
                </a:lnTo>
                <a:lnTo>
                  <a:pt x="390578" y="46635"/>
                </a:lnTo>
                <a:lnTo>
                  <a:pt x="391028" y="47425"/>
                </a:lnTo>
                <a:lnTo>
                  <a:pt x="391449" y="48241"/>
                </a:lnTo>
                <a:lnTo>
                  <a:pt x="391840" y="49082"/>
                </a:lnTo>
                <a:lnTo>
                  <a:pt x="392203" y="49949"/>
                </a:lnTo>
                <a:lnTo>
                  <a:pt x="392537" y="50842"/>
                </a:lnTo>
                <a:lnTo>
                  <a:pt x="392842" y="51760"/>
                </a:lnTo>
                <a:lnTo>
                  <a:pt x="393118" y="52704"/>
                </a:lnTo>
                <a:lnTo>
                  <a:pt x="393364" y="53674"/>
                </a:lnTo>
                <a:lnTo>
                  <a:pt x="393582" y="54670"/>
                </a:lnTo>
                <a:lnTo>
                  <a:pt x="393771" y="55691"/>
                </a:lnTo>
                <a:lnTo>
                  <a:pt x="393930" y="56738"/>
                </a:lnTo>
                <a:lnTo>
                  <a:pt x="394061" y="57810"/>
                </a:lnTo>
                <a:lnTo>
                  <a:pt x="394162" y="58908"/>
                </a:lnTo>
                <a:lnTo>
                  <a:pt x="394235" y="60032"/>
                </a:lnTo>
                <a:lnTo>
                  <a:pt x="394279" y="61182"/>
                </a:lnTo>
                <a:lnTo>
                  <a:pt x="394293" y="62357"/>
                </a:lnTo>
                <a:lnTo>
                  <a:pt x="394279" y="63489"/>
                </a:lnTo>
                <a:lnTo>
                  <a:pt x="394236" y="64597"/>
                </a:lnTo>
                <a:lnTo>
                  <a:pt x="394166" y="65682"/>
                </a:lnTo>
                <a:lnTo>
                  <a:pt x="394066" y="66743"/>
                </a:lnTo>
                <a:lnTo>
                  <a:pt x="393939" y="67782"/>
                </a:lnTo>
                <a:lnTo>
                  <a:pt x="393783" y="68796"/>
                </a:lnTo>
                <a:lnTo>
                  <a:pt x="393599" y="69788"/>
                </a:lnTo>
                <a:lnTo>
                  <a:pt x="393387" y="70756"/>
                </a:lnTo>
                <a:lnTo>
                  <a:pt x="393146" y="71701"/>
                </a:lnTo>
                <a:lnTo>
                  <a:pt x="392877" y="72622"/>
                </a:lnTo>
                <a:lnTo>
                  <a:pt x="392580" y="73520"/>
                </a:lnTo>
                <a:lnTo>
                  <a:pt x="392254" y="74395"/>
                </a:lnTo>
                <a:lnTo>
                  <a:pt x="391900" y="75246"/>
                </a:lnTo>
                <a:lnTo>
                  <a:pt x="391517" y="76074"/>
                </a:lnTo>
                <a:lnTo>
                  <a:pt x="391107" y="76879"/>
                </a:lnTo>
                <a:lnTo>
                  <a:pt x="390668" y="77660"/>
                </a:lnTo>
                <a:lnTo>
                  <a:pt x="390200" y="78418"/>
                </a:lnTo>
                <a:lnTo>
                  <a:pt x="389705" y="79153"/>
                </a:lnTo>
                <a:lnTo>
                  <a:pt x="389181" y="79864"/>
                </a:lnTo>
                <a:lnTo>
                  <a:pt x="388628" y="80552"/>
                </a:lnTo>
                <a:lnTo>
                  <a:pt x="388048" y="81217"/>
                </a:lnTo>
                <a:lnTo>
                  <a:pt x="387439" y="81858"/>
                </a:lnTo>
                <a:lnTo>
                  <a:pt x="386802" y="82476"/>
                </a:lnTo>
                <a:lnTo>
                  <a:pt x="386136" y="83070"/>
                </a:lnTo>
                <a:lnTo>
                  <a:pt x="385448" y="83641"/>
                </a:lnTo>
                <a:lnTo>
                  <a:pt x="384741" y="84187"/>
                </a:lnTo>
                <a:lnTo>
                  <a:pt x="384018" y="84709"/>
                </a:lnTo>
                <a:lnTo>
                  <a:pt x="383277" y="85207"/>
                </a:lnTo>
                <a:lnTo>
                  <a:pt x="382518" y="85681"/>
                </a:lnTo>
                <a:lnTo>
                  <a:pt x="381742" y="86130"/>
                </a:lnTo>
                <a:lnTo>
                  <a:pt x="380948" y="86555"/>
                </a:lnTo>
                <a:lnTo>
                  <a:pt x="380136" y="86956"/>
                </a:lnTo>
                <a:lnTo>
                  <a:pt x="379307" y="87332"/>
                </a:lnTo>
                <a:lnTo>
                  <a:pt x="378461" y="87684"/>
                </a:lnTo>
                <a:lnTo>
                  <a:pt x="377597" y="88012"/>
                </a:lnTo>
                <a:lnTo>
                  <a:pt x="376715" y="88316"/>
                </a:lnTo>
                <a:lnTo>
                  <a:pt x="375816" y="88595"/>
                </a:lnTo>
                <a:lnTo>
                  <a:pt x="374899" y="88850"/>
                </a:lnTo>
                <a:lnTo>
                  <a:pt x="373965" y="89081"/>
                </a:lnTo>
                <a:lnTo>
                  <a:pt x="373013" y="89287"/>
                </a:lnTo>
                <a:lnTo>
                  <a:pt x="372043" y="89469"/>
                </a:lnTo>
                <a:lnTo>
                  <a:pt x="371057" y="89627"/>
                </a:lnTo>
                <a:lnTo>
                  <a:pt x="370052" y="89761"/>
                </a:lnTo>
                <a:lnTo>
                  <a:pt x="369030" y="89870"/>
                </a:lnTo>
                <a:lnTo>
                  <a:pt x="367990" y="89955"/>
                </a:lnTo>
                <a:lnTo>
                  <a:pt x="366933" y="90016"/>
                </a:lnTo>
                <a:lnTo>
                  <a:pt x="365858" y="90052"/>
                </a:lnTo>
                <a:lnTo>
                  <a:pt x="364766" y="90064"/>
                </a:lnTo>
                <a:lnTo>
                  <a:pt x="334969" y="90064"/>
                </a:lnTo>
                <a:lnTo>
                  <a:pt x="334969" y="34381"/>
                </a:lnTo>
                <a:lnTo>
                  <a:pt x="364766" y="34381"/>
                </a:lnTo>
                <a:lnTo>
                  <a:pt x="365826" y="34393"/>
                </a:lnTo>
                <a:lnTo>
                  <a:pt x="366870" y="34428"/>
                </a:lnTo>
                <a:close/>
                <a:moveTo>
                  <a:pt x="888981" y="94818"/>
                </a:moveTo>
                <a:lnTo>
                  <a:pt x="889470" y="94232"/>
                </a:lnTo>
                <a:lnTo>
                  <a:pt x="889965" y="93653"/>
                </a:lnTo>
                <a:lnTo>
                  <a:pt x="890468" y="93082"/>
                </a:lnTo>
                <a:lnTo>
                  <a:pt x="890977" y="92519"/>
                </a:lnTo>
                <a:lnTo>
                  <a:pt x="891493" y="91963"/>
                </a:lnTo>
                <a:lnTo>
                  <a:pt x="892016" y="91414"/>
                </a:lnTo>
                <a:lnTo>
                  <a:pt x="892545" y="90874"/>
                </a:lnTo>
                <a:lnTo>
                  <a:pt x="893082" y="90341"/>
                </a:lnTo>
                <a:lnTo>
                  <a:pt x="893625" y="89815"/>
                </a:lnTo>
                <a:lnTo>
                  <a:pt x="894175" y="89297"/>
                </a:lnTo>
                <a:lnTo>
                  <a:pt x="894732" y="88787"/>
                </a:lnTo>
                <a:lnTo>
                  <a:pt x="895295" y="88285"/>
                </a:lnTo>
                <a:lnTo>
                  <a:pt x="895866" y="87790"/>
                </a:lnTo>
                <a:lnTo>
                  <a:pt x="896443" y="87302"/>
                </a:lnTo>
                <a:lnTo>
                  <a:pt x="897027" y="86822"/>
                </a:lnTo>
                <a:lnTo>
                  <a:pt x="897617" y="86350"/>
                </a:lnTo>
                <a:lnTo>
                  <a:pt x="898215" y="85886"/>
                </a:lnTo>
                <a:lnTo>
                  <a:pt x="898819" y="85429"/>
                </a:lnTo>
                <a:lnTo>
                  <a:pt x="899430" y="84979"/>
                </a:lnTo>
                <a:lnTo>
                  <a:pt x="900048" y="84538"/>
                </a:lnTo>
                <a:lnTo>
                  <a:pt x="900673" y="84103"/>
                </a:lnTo>
                <a:lnTo>
                  <a:pt x="901304" y="83677"/>
                </a:lnTo>
                <a:lnTo>
                  <a:pt x="901944" y="83263"/>
                </a:lnTo>
                <a:lnTo>
                  <a:pt x="902595" y="82867"/>
                </a:lnTo>
                <a:lnTo>
                  <a:pt x="903256" y="82488"/>
                </a:lnTo>
                <a:lnTo>
                  <a:pt x="903927" y="82127"/>
                </a:lnTo>
                <a:lnTo>
                  <a:pt x="904610" y="81783"/>
                </a:lnTo>
                <a:lnTo>
                  <a:pt x="905302" y="81457"/>
                </a:lnTo>
                <a:lnTo>
                  <a:pt x="906006" y="81149"/>
                </a:lnTo>
                <a:lnTo>
                  <a:pt x="906719" y="80859"/>
                </a:lnTo>
                <a:lnTo>
                  <a:pt x="907444" y="80586"/>
                </a:lnTo>
                <a:lnTo>
                  <a:pt x="908179" y="80330"/>
                </a:lnTo>
                <a:lnTo>
                  <a:pt x="908924" y="80092"/>
                </a:lnTo>
                <a:lnTo>
                  <a:pt x="909680" y="79872"/>
                </a:lnTo>
                <a:lnTo>
                  <a:pt x="910447" y="79670"/>
                </a:lnTo>
                <a:lnTo>
                  <a:pt x="911224" y="79485"/>
                </a:lnTo>
                <a:lnTo>
                  <a:pt x="912011" y="79317"/>
                </a:lnTo>
                <a:lnTo>
                  <a:pt x="912809" y="79168"/>
                </a:lnTo>
                <a:lnTo>
                  <a:pt x="913618" y="79036"/>
                </a:lnTo>
                <a:lnTo>
                  <a:pt x="914437" y="78921"/>
                </a:lnTo>
                <a:lnTo>
                  <a:pt x="915267" y="78824"/>
                </a:lnTo>
                <a:lnTo>
                  <a:pt x="916107" y="78745"/>
                </a:lnTo>
                <a:lnTo>
                  <a:pt x="916958" y="78683"/>
                </a:lnTo>
                <a:lnTo>
                  <a:pt x="917819" y="78639"/>
                </a:lnTo>
                <a:lnTo>
                  <a:pt x="918691" y="78613"/>
                </a:lnTo>
                <a:lnTo>
                  <a:pt x="919573" y="78604"/>
                </a:lnTo>
                <a:lnTo>
                  <a:pt x="920164" y="78609"/>
                </a:lnTo>
                <a:lnTo>
                  <a:pt x="920744" y="78625"/>
                </a:lnTo>
                <a:lnTo>
                  <a:pt x="921315" y="78651"/>
                </a:lnTo>
                <a:lnTo>
                  <a:pt x="921876" y="78688"/>
                </a:lnTo>
                <a:lnTo>
                  <a:pt x="922427" y="78735"/>
                </a:lnTo>
                <a:lnTo>
                  <a:pt x="922969" y="78793"/>
                </a:lnTo>
                <a:lnTo>
                  <a:pt x="923500" y="78861"/>
                </a:lnTo>
                <a:lnTo>
                  <a:pt x="924022" y="78939"/>
                </a:lnTo>
                <a:lnTo>
                  <a:pt x="924534" y="79028"/>
                </a:lnTo>
                <a:lnTo>
                  <a:pt x="925036" y="79128"/>
                </a:lnTo>
                <a:lnTo>
                  <a:pt x="925529" y="79238"/>
                </a:lnTo>
                <a:lnTo>
                  <a:pt x="926011" y="79358"/>
                </a:lnTo>
                <a:lnTo>
                  <a:pt x="926484" y="79489"/>
                </a:lnTo>
                <a:lnTo>
                  <a:pt x="926946" y="79631"/>
                </a:lnTo>
                <a:lnTo>
                  <a:pt x="927399" y="79782"/>
                </a:lnTo>
                <a:lnTo>
                  <a:pt x="927842" y="79945"/>
                </a:lnTo>
                <a:lnTo>
                  <a:pt x="928276" y="80118"/>
                </a:lnTo>
                <a:lnTo>
                  <a:pt x="928699" y="80301"/>
                </a:lnTo>
                <a:lnTo>
                  <a:pt x="929113" y="80495"/>
                </a:lnTo>
                <a:lnTo>
                  <a:pt x="929516" y="80699"/>
                </a:lnTo>
                <a:lnTo>
                  <a:pt x="929910" y="80914"/>
                </a:lnTo>
                <a:lnTo>
                  <a:pt x="930295" y="81139"/>
                </a:lnTo>
                <a:lnTo>
                  <a:pt x="930669" y="81375"/>
                </a:lnTo>
                <a:lnTo>
                  <a:pt x="931033" y="81621"/>
                </a:lnTo>
                <a:lnTo>
                  <a:pt x="931389" y="81876"/>
                </a:lnTo>
                <a:lnTo>
                  <a:pt x="931736" y="82141"/>
                </a:lnTo>
                <a:lnTo>
                  <a:pt x="932075" y="82413"/>
                </a:lnTo>
                <a:lnTo>
                  <a:pt x="932406" y="82695"/>
                </a:lnTo>
                <a:lnTo>
                  <a:pt x="932729" y="82985"/>
                </a:lnTo>
                <a:lnTo>
                  <a:pt x="933043" y="83283"/>
                </a:lnTo>
                <a:lnTo>
                  <a:pt x="933349" y="83590"/>
                </a:lnTo>
                <a:lnTo>
                  <a:pt x="933647" y="83906"/>
                </a:lnTo>
                <a:lnTo>
                  <a:pt x="933937" y="84230"/>
                </a:lnTo>
                <a:lnTo>
                  <a:pt x="934219" y="84563"/>
                </a:lnTo>
                <a:lnTo>
                  <a:pt x="934492" y="84904"/>
                </a:lnTo>
                <a:lnTo>
                  <a:pt x="934758" y="85254"/>
                </a:lnTo>
                <a:lnTo>
                  <a:pt x="935015" y="85612"/>
                </a:lnTo>
                <a:lnTo>
                  <a:pt x="935264" y="85979"/>
                </a:lnTo>
                <a:lnTo>
                  <a:pt x="935505" y="86355"/>
                </a:lnTo>
                <a:lnTo>
                  <a:pt x="935737" y="86739"/>
                </a:lnTo>
                <a:lnTo>
                  <a:pt x="935962" y="87131"/>
                </a:lnTo>
                <a:lnTo>
                  <a:pt x="936178" y="87532"/>
                </a:lnTo>
                <a:lnTo>
                  <a:pt x="936386" y="87942"/>
                </a:lnTo>
                <a:lnTo>
                  <a:pt x="936585" y="88360"/>
                </a:lnTo>
                <a:lnTo>
                  <a:pt x="936777" y="88787"/>
                </a:lnTo>
                <a:lnTo>
                  <a:pt x="936960" y="89223"/>
                </a:lnTo>
                <a:lnTo>
                  <a:pt x="937136" y="89667"/>
                </a:lnTo>
                <a:lnTo>
                  <a:pt x="937303" y="90119"/>
                </a:lnTo>
                <a:lnTo>
                  <a:pt x="937462" y="90579"/>
                </a:lnTo>
                <a:lnTo>
                  <a:pt x="937615" y="91044"/>
                </a:lnTo>
                <a:lnTo>
                  <a:pt x="937761" y="91515"/>
                </a:lnTo>
                <a:lnTo>
                  <a:pt x="937900" y="91992"/>
                </a:lnTo>
                <a:lnTo>
                  <a:pt x="938032" y="92475"/>
                </a:lnTo>
                <a:lnTo>
                  <a:pt x="938158" y="92963"/>
                </a:lnTo>
                <a:lnTo>
                  <a:pt x="938277" y="93457"/>
                </a:lnTo>
                <a:lnTo>
                  <a:pt x="938389" y="93956"/>
                </a:lnTo>
                <a:lnTo>
                  <a:pt x="938494" y="94462"/>
                </a:lnTo>
                <a:lnTo>
                  <a:pt x="938592" y="94973"/>
                </a:lnTo>
                <a:lnTo>
                  <a:pt x="938684" y="95490"/>
                </a:lnTo>
                <a:lnTo>
                  <a:pt x="938769" y="96012"/>
                </a:lnTo>
                <a:lnTo>
                  <a:pt x="938847" y="96541"/>
                </a:lnTo>
                <a:lnTo>
                  <a:pt x="938918" y="97075"/>
                </a:lnTo>
                <a:lnTo>
                  <a:pt x="938983" y="97615"/>
                </a:lnTo>
                <a:lnTo>
                  <a:pt x="939040" y="98160"/>
                </a:lnTo>
                <a:lnTo>
                  <a:pt x="939091" y="98711"/>
                </a:lnTo>
                <a:lnTo>
                  <a:pt x="939135" y="99268"/>
                </a:lnTo>
                <a:lnTo>
                  <a:pt x="939173" y="99831"/>
                </a:lnTo>
                <a:lnTo>
                  <a:pt x="939203" y="100399"/>
                </a:lnTo>
                <a:lnTo>
                  <a:pt x="939227" y="100973"/>
                </a:lnTo>
                <a:lnTo>
                  <a:pt x="939244" y="101553"/>
                </a:lnTo>
                <a:lnTo>
                  <a:pt x="939254" y="102138"/>
                </a:lnTo>
                <a:lnTo>
                  <a:pt x="939258" y="102730"/>
                </a:lnTo>
                <a:lnTo>
                  <a:pt x="939258" y="185252"/>
                </a:lnTo>
                <a:lnTo>
                  <a:pt x="974987" y="185252"/>
                </a:lnTo>
                <a:lnTo>
                  <a:pt x="974987" y="98512"/>
                </a:lnTo>
                <a:lnTo>
                  <a:pt x="974968" y="96529"/>
                </a:lnTo>
                <a:lnTo>
                  <a:pt x="974910" y="94587"/>
                </a:lnTo>
                <a:lnTo>
                  <a:pt x="974815" y="92686"/>
                </a:lnTo>
                <a:lnTo>
                  <a:pt x="974682" y="90827"/>
                </a:lnTo>
                <a:lnTo>
                  <a:pt x="974510" y="89008"/>
                </a:lnTo>
                <a:lnTo>
                  <a:pt x="974300" y="87230"/>
                </a:lnTo>
                <a:lnTo>
                  <a:pt x="974052" y="85493"/>
                </a:lnTo>
                <a:lnTo>
                  <a:pt x="973766" y="83798"/>
                </a:lnTo>
                <a:lnTo>
                  <a:pt x="973442" y="82143"/>
                </a:lnTo>
                <a:lnTo>
                  <a:pt x="973079" y="80529"/>
                </a:lnTo>
                <a:lnTo>
                  <a:pt x="972678" y="78957"/>
                </a:lnTo>
                <a:lnTo>
                  <a:pt x="972240" y="77425"/>
                </a:lnTo>
                <a:lnTo>
                  <a:pt x="971763" y="75935"/>
                </a:lnTo>
                <a:lnTo>
                  <a:pt x="971248" y="74485"/>
                </a:lnTo>
                <a:lnTo>
                  <a:pt x="970694" y="73077"/>
                </a:lnTo>
                <a:lnTo>
                  <a:pt x="970103" y="71710"/>
                </a:lnTo>
                <a:lnTo>
                  <a:pt x="969473" y="70383"/>
                </a:lnTo>
                <a:lnTo>
                  <a:pt x="968806" y="69098"/>
                </a:lnTo>
                <a:lnTo>
                  <a:pt x="968100" y="67854"/>
                </a:lnTo>
                <a:lnTo>
                  <a:pt x="967356" y="66650"/>
                </a:lnTo>
                <a:lnTo>
                  <a:pt x="966574" y="65488"/>
                </a:lnTo>
                <a:lnTo>
                  <a:pt x="965753" y="64367"/>
                </a:lnTo>
                <a:lnTo>
                  <a:pt x="964895" y="63287"/>
                </a:lnTo>
                <a:lnTo>
                  <a:pt x="963998" y="62248"/>
                </a:lnTo>
                <a:lnTo>
                  <a:pt x="963066" y="61250"/>
                </a:lnTo>
                <a:lnTo>
                  <a:pt x="962101" y="60295"/>
                </a:lnTo>
                <a:lnTo>
                  <a:pt x="961103" y="59382"/>
                </a:lnTo>
                <a:lnTo>
                  <a:pt x="960072" y="58512"/>
                </a:lnTo>
                <a:lnTo>
                  <a:pt x="959007" y="57684"/>
                </a:lnTo>
                <a:lnTo>
                  <a:pt x="957910" y="56898"/>
                </a:lnTo>
                <a:lnTo>
                  <a:pt x="956780" y="56156"/>
                </a:lnTo>
                <a:lnTo>
                  <a:pt x="955617" y="55455"/>
                </a:lnTo>
                <a:lnTo>
                  <a:pt x="954420" y="54797"/>
                </a:lnTo>
                <a:lnTo>
                  <a:pt x="953191" y="54181"/>
                </a:lnTo>
                <a:lnTo>
                  <a:pt x="951929" y="53608"/>
                </a:lnTo>
                <a:lnTo>
                  <a:pt x="950634" y="53078"/>
                </a:lnTo>
                <a:lnTo>
                  <a:pt x="949305" y="52589"/>
                </a:lnTo>
                <a:lnTo>
                  <a:pt x="947944" y="52143"/>
                </a:lnTo>
                <a:lnTo>
                  <a:pt x="946550" y="51740"/>
                </a:lnTo>
                <a:lnTo>
                  <a:pt x="945123" y="51379"/>
                </a:lnTo>
                <a:lnTo>
                  <a:pt x="943662" y="51061"/>
                </a:lnTo>
                <a:lnTo>
                  <a:pt x="942169" y="50785"/>
                </a:lnTo>
                <a:lnTo>
                  <a:pt x="940643" y="50551"/>
                </a:lnTo>
                <a:lnTo>
                  <a:pt x="939084" y="50360"/>
                </a:lnTo>
                <a:lnTo>
                  <a:pt x="937491" y="50212"/>
                </a:lnTo>
                <a:lnTo>
                  <a:pt x="935866" y="50106"/>
                </a:lnTo>
                <a:lnTo>
                  <a:pt x="934208" y="50042"/>
                </a:lnTo>
                <a:lnTo>
                  <a:pt x="932516" y="50021"/>
                </a:lnTo>
                <a:lnTo>
                  <a:pt x="931111" y="50032"/>
                </a:lnTo>
                <a:lnTo>
                  <a:pt x="929728" y="50066"/>
                </a:lnTo>
                <a:lnTo>
                  <a:pt x="928366" y="50123"/>
                </a:lnTo>
                <a:lnTo>
                  <a:pt x="927026" y="50202"/>
                </a:lnTo>
                <a:lnTo>
                  <a:pt x="925707" y="50305"/>
                </a:lnTo>
                <a:lnTo>
                  <a:pt x="924410" y="50429"/>
                </a:lnTo>
                <a:lnTo>
                  <a:pt x="923134" y="50577"/>
                </a:lnTo>
                <a:lnTo>
                  <a:pt x="921880" y="50747"/>
                </a:lnTo>
                <a:lnTo>
                  <a:pt x="920647" y="50940"/>
                </a:lnTo>
                <a:lnTo>
                  <a:pt x="919436" y="51156"/>
                </a:lnTo>
                <a:lnTo>
                  <a:pt x="918247" y="51394"/>
                </a:lnTo>
                <a:lnTo>
                  <a:pt x="917079" y="51656"/>
                </a:lnTo>
                <a:lnTo>
                  <a:pt x="915932" y="51939"/>
                </a:lnTo>
                <a:lnTo>
                  <a:pt x="914807" y="52246"/>
                </a:lnTo>
                <a:lnTo>
                  <a:pt x="913704" y="52575"/>
                </a:lnTo>
                <a:lnTo>
                  <a:pt x="912622" y="52927"/>
                </a:lnTo>
                <a:lnTo>
                  <a:pt x="911562" y="53302"/>
                </a:lnTo>
                <a:lnTo>
                  <a:pt x="910523" y="53699"/>
                </a:lnTo>
                <a:lnTo>
                  <a:pt x="909505" y="54119"/>
                </a:lnTo>
                <a:lnTo>
                  <a:pt x="908510" y="54562"/>
                </a:lnTo>
                <a:lnTo>
                  <a:pt x="907535" y="55027"/>
                </a:lnTo>
                <a:lnTo>
                  <a:pt x="906583" y="55515"/>
                </a:lnTo>
                <a:lnTo>
                  <a:pt x="905652" y="56026"/>
                </a:lnTo>
                <a:lnTo>
                  <a:pt x="904742" y="56560"/>
                </a:lnTo>
                <a:lnTo>
                  <a:pt x="903850" y="57108"/>
                </a:lnTo>
                <a:lnTo>
                  <a:pt x="902973" y="57663"/>
                </a:lnTo>
                <a:lnTo>
                  <a:pt x="902111" y="58225"/>
                </a:lnTo>
                <a:lnTo>
                  <a:pt x="901263" y="58794"/>
                </a:lnTo>
                <a:lnTo>
                  <a:pt x="900429" y="59369"/>
                </a:lnTo>
                <a:lnTo>
                  <a:pt x="899610" y="59952"/>
                </a:lnTo>
                <a:lnTo>
                  <a:pt x="898806" y="60541"/>
                </a:lnTo>
                <a:lnTo>
                  <a:pt x="898016" y="61136"/>
                </a:lnTo>
                <a:lnTo>
                  <a:pt x="897240" y="61739"/>
                </a:lnTo>
                <a:lnTo>
                  <a:pt x="896479" y="62348"/>
                </a:lnTo>
                <a:lnTo>
                  <a:pt x="895733" y="62965"/>
                </a:lnTo>
                <a:lnTo>
                  <a:pt x="895001" y="63588"/>
                </a:lnTo>
                <a:lnTo>
                  <a:pt x="894283" y="64217"/>
                </a:lnTo>
                <a:lnTo>
                  <a:pt x="893580" y="64854"/>
                </a:lnTo>
                <a:lnTo>
                  <a:pt x="892892" y="65497"/>
                </a:lnTo>
                <a:lnTo>
                  <a:pt x="892218" y="66148"/>
                </a:lnTo>
                <a:lnTo>
                  <a:pt x="891559" y="66804"/>
                </a:lnTo>
                <a:lnTo>
                  <a:pt x="890914" y="67468"/>
                </a:lnTo>
                <a:lnTo>
                  <a:pt x="890283" y="68139"/>
                </a:lnTo>
                <a:lnTo>
                  <a:pt x="889668" y="68816"/>
                </a:lnTo>
                <a:lnTo>
                  <a:pt x="889066" y="69500"/>
                </a:lnTo>
                <a:lnTo>
                  <a:pt x="888479" y="70191"/>
                </a:lnTo>
                <a:lnTo>
                  <a:pt x="887907" y="70889"/>
                </a:lnTo>
                <a:lnTo>
                  <a:pt x="887349" y="71593"/>
                </a:lnTo>
                <a:lnTo>
                  <a:pt x="887349" y="3775"/>
                </a:lnTo>
                <a:lnTo>
                  <a:pt x="852294" y="3775"/>
                </a:lnTo>
                <a:lnTo>
                  <a:pt x="852294" y="185252"/>
                </a:lnTo>
                <a:lnTo>
                  <a:pt x="888023" y="185252"/>
                </a:lnTo>
                <a:lnTo>
                  <a:pt x="888023" y="96014"/>
                </a:lnTo>
                <a:lnTo>
                  <a:pt x="888499" y="95412"/>
                </a:lnTo>
                <a:lnTo>
                  <a:pt x="888981" y="94818"/>
                </a:lnTo>
                <a:close/>
                <a:moveTo>
                  <a:pt x="72814" y="187382"/>
                </a:moveTo>
                <a:lnTo>
                  <a:pt x="74260" y="187251"/>
                </a:lnTo>
                <a:lnTo>
                  <a:pt x="75693" y="187097"/>
                </a:lnTo>
                <a:lnTo>
                  <a:pt x="77113" y="186919"/>
                </a:lnTo>
                <a:lnTo>
                  <a:pt x="78521" y="186717"/>
                </a:lnTo>
                <a:lnTo>
                  <a:pt x="79915" y="186491"/>
                </a:lnTo>
                <a:lnTo>
                  <a:pt x="81297" y="186241"/>
                </a:lnTo>
                <a:lnTo>
                  <a:pt x="82666" y="185968"/>
                </a:lnTo>
                <a:lnTo>
                  <a:pt x="84022" y="185671"/>
                </a:lnTo>
                <a:lnTo>
                  <a:pt x="85365" y="185351"/>
                </a:lnTo>
                <a:lnTo>
                  <a:pt x="86695" y="185006"/>
                </a:lnTo>
                <a:lnTo>
                  <a:pt x="88012" y="184638"/>
                </a:lnTo>
                <a:lnTo>
                  <a:pt x="89316" y="184246"/>
                </a:lnTo>
                <a:lnTo>
                  <a:pt x="90608" y="183830"/>
                </a:lnTo>
                <a:lnTo>
                  <a:pt x="91886" y="183390"/>
                </a:lnTo>
                <a:lnTo>
                  <a:pt x="93152" y="182927"/>
                </a:lnTo>
                <a:lnTo>
                  <a:pt x="94405" y="182440"/>
                </a:lnTo>
                <a:lnTo>
                  <a:pt x="95645" y="181929"/>
                </a:lnTo>
                <a:lnTo>
                  <a:pt x="96872" y="181395"/>
                </a:lnTo>
                <a:lnTo>
                  <a:pt x="98086" y="180836"/>
                </a:lnTo>
                <a:lnTo>
                  <a:pt x="99284" y="180254"/>
                </a:lnTo>
                <a:lnTo>
                  <a:pt x="100460" y="179648"/>
                </a:lnTo>
                <a:lnTo>
                  <a:pt x="101616" y="179018"/>
                </a:lnTo>
                <a:lnTo>
                  <a:pt x="102751" y="178364"/>
                </a:lnTo>
                <a:lnTo>
                  <a:pt x="103865" y="177687"/>
                </a:lnTo>
                <a:lnTo>
                  <a:pt x="104958" y="176985"/>
                </a:lnTo>
                <a:lnTo>
                  <a:pt x="106031" y="176260"/>
                </a:lnTo>
                <a:lnTo>
                  <a:pt x="107082" y="175512"/>
                </a:lnTo>
                <a:lnTo>
                  <a:pt x="108113" y="174739"/>
                </a:lnTo>
                <a:lnTo>
                  <a:pt x="109123" y="173943"/>
                </a:lnTo>
                <a:lnTo>
                  <a:pt x="110112" y="173123"/>
                </a:lnTo>
                <a:lnTo>
                  <a:pt x="111080" y="172279"/>
                </a:lnTo>
                <a:lnTo>
                  <a:pt x="112028" y="171412"/>
                </a:lnTo>
                <a:lnTo>
                  <a:pt x="112954" y="170520"/>
                </a:lnTo>
                <a:lnTo>
                  <a:pt x="113860" y="169605"/>
                </a:lnTo>
                <a:lnTo>
                  <a:pt x="114745" y="168666"/>
                </a:lnTo>
                <a:lnTo>
                  <a:pt x="115609" y="167704"/>
                </a:lnTo>
                <a:lnTo>
                  <a:pt x="116452" y="166718"/>
                </a:lnTo>
                <a:lnTo>
                  <a:pt x="117275" y="165707"/>
                </a:lnTo>
                <a:lnTo>
                  <a:pt x="118076" y="164674"/>
                </a:lnTo>
                <a:lnTo>
                  <a:pt x="118857" y="163616"/>
                </a:lnTo>
                <a:lnTo>
                  <a:pt x="119617" y="162535"/>
                </a:lnTo>
                <a:lnTo>
                  <a:pt x="120356" y="161429"/>
                </a:lnTo>
                <a:lnTo>
                  <a:pt x="121074" y="160301"/>
                </a:lnTo>
                <a:lnTo>
                  <a:pt x="121768" y="159147"/>
                </a:lnTo>
                <a:lnTo>
                  <a:pt x="122431" y="157970"/>
                </a:lnTo>
                <a:lnTo>
                  <a:pt x="123065" y="156768"/>
                </a:lnTo>
                <a:lnTo>
                  <a:pt x="123670" y="155542"/>
                </a:lnTo>
                <a:lnTo>
                  <a:pt x="124245" y="154292"/>
                </a:lnTo>
                <a:lnTo>
                  <a:pt x="124791" y="153018"/>
                </a:lnTo>
                <a:lnTo>
                  <a:pt x="125307" y="151719"/>
                </a:lnTo>
                <a:lnTo>
                  <a:pt x="125793" y="150396"/>
                </a:lnTo>
                <a:lnTo>
                  <a:pt x="126251" y="149049"/>
                </a:lnTo>
                <a:lnTo>
                  <a:pt x="126678" y="147678"/>
                </a:lnTo>
                <a:lnTo>
                  <a:pt x="127076" y="146283"/>
                </a:lnTo>
                <a:lnTo>
                  <a:pt x="127445" y="144863"/>
                </a:lnTo>
                <a:lnTo>
                  <a:pt x="127784" y="143419"/>
                </a:lnTo>
                <a:lnTo>
                  <a:pt x="128094" y="141951"/>
                </a:lnTo>
                <a:lnTo>
                  <a:pt x="128374" y="140458"/>
                </a:lnTo>
                <a:lnTo>
                  <a:pt x="128625" y="138942"/>
                </a:lnTo>
                <a:lnTo>
                  <a:pt x="128846" y="137401"/>
                </a:lnTo>
                <a:lnTo>
                  <a:pt x="129038" y="135836"/>
                </a:lnTo>
                <a:lnTo>
                  <a:pt x="129200" y="134247"/>
                </a:lnTo>
                <a:lnTo>
                  <a:pt x="129333" y="132633"/>
                </a:lnTo>
                <a:lnTo>
                  <a:pt x="129436" y="130995"/>
                </a:lnTo>
                <a:lnTo>
                  <a:pt x="129510" y="129333"/>
                </a:lnTo>
                <a:lnTo>
                  <a:pt x="129554" y="127647"/>
                </a:lnTo>
                <a:lnTo>
                  <a:pt x="129569" y="125937"/>
                </a:lnTo>
                <a:lnTo>
                  <a:pt x="129554" y="124228"/>
                </a:lnTo>
                <a:lnTo>
                  <a:pt x="129512" y="122548"/>
                </a:lnTo>
                <a:lnTo>
                  <a:pt x="129442" y="120896"/>
                </a:lnTo>
                <a:lnTo>
                  <a:pt x="129344" y="119271"/>
                </a:lnTo>
                <a:lnTo>
                  <a:pt x="129217" y="117675"/>
                </a:lnTo>
                <a:lnTo>
                  <a:pt x="129063" y="116107"/>
                </a:lnTo>
                <a:lnTo>
                  <a:pt x="128880" y="114566"/>
                </a:lnTo>
                <a:lnTo>
                  <a:pt x="128670" y="113054"/>
                </a:lnTo>
                <a:lnTo>
                  <a:pt x="128431" y="111569"/>
                </a:lnTo>
                <a:lnTo>
                  <a:pt x="128164" y="110112"/>
                </a:lnTo>
                <a:lnTo>
                  <a:pt x="127869" y="108684"/>
                </a:lnTo>
                <a:lnTo>
                  <a:pt x="127546" y="107283"/>
                </a:lnTo>
                <a:lnTo>
                  <a:pt x="127195" y="105910"/>
                </a:lnTo>
                <a:lnTo>
                  <a:pt x="126816" y="104566"/>
                </a:lnTo>
                <a:lnTo>
                  <a:pt x="126409" y="103249"/>
                </a:lnTo>
                <a:lnTo>
                  <a:pt x="125973" y="101960"/>
                </a:lnTo>
                <a:lnTo>
                  <a:pt x="125510" y="100699"/>
                </a:lnTo>
                <a:lnTo>
                  <a:pt x="125018" y="99466"/>
                </a:lnTo>
                <a:lnTo>
                  <a:pt x="124498" y="98261"/>
                </a:lnTo>
                <a:lnTo>
                  <a:pt x="123951" y="97084"/>
                </a:lnTo>
                <a:lnTo>
                  <a:pt x="123375" y="95935"/>
                </a:lnTo>
                <a:lnTo>
                  <a:pt x="122771" y="94814"/>
                </a:lnTo>
                <a:lnTo>
                  <a:pt x="122139" y="93721"/>
                </a:lnTo>
                <a:lnTo>
                  <a:pt x="121479" y="92655"/>
                </a:lnTo>
                <a:lnTo>
                  <a:pt x="120796" y="91616"/>
                </a:lnTo>
                <a:lnTo>
                  <a:pt x="120095" y="90600"/>
                </a:lnTo>
                <a:lnTo>
                  <a:pt x="119376" y="89608"/>
                </a:lnTo>
                <a:lnTo>
                  <a:pt x="118640" y="88639"/>
                </a:lnTo>
                <a:lnTo>
                  <a:pt x="117886" y="87695"/>
                </a:lnTo>
                <a:lnTo>
                  <a:pt x="117114" y="86774"/>
                </a:lnTo>
                <a:lnTo>
                  <a:pt x="116324" y="85877"/>
                </a:lnTo>
                <a:lnTo>
                  <a:pt x="115517" y="85004"/>
                </a:lnTo>
                <a:lnTo>
                  <a:pt x="114691" y="84154"/>
                </a:lnTo>
                <a:lnTo>
                  <a:pt x="113848" y="83328"/>
                </a:lnTo>
                <a:lnTo>
                  <a:pt x="112987" y="82526"/>
                </a:lnTo>
                <a:lnTo>
                  <a:pt x="112108" y="81748"/>
                </a:lnTo>
                <a:lnTo>
                  <a:pt x="111212" y="80994"/>
                </a:lnTo>
                <a:lnTo>
                  <a:pt x="110298" y="80263"/>
                </a:lnTo>
                <a:lnTo>
                  <a:pt x="109366" y="79556"/>
                </a:lnTo>
                <a:lnTo>
                  <a:pt x="108416" y="78873"/>
                </a:lnTo>
                <a:lnTo>
                  <a:pt x="107448" y="78214"/>
                </a:lnTo>
                <a:lnTo>
                  <a:pt x="106463" y="77578"/>
                </a:lnTo>
                <a:lnTo>
                  <a:pt x="105459" y="76967"/>
                </a:lnTo>
                <a:lnTo>
                  <a:pt x="104438" y="76379"/>
                </a:lnTo>
                <a:lnTo>
                  <a:pt x="103399" y="75814"/>
                </a:lnTo>
                <a:lnTo>
                  <a:pt x="102343" y="75274"/>
                </a:lnTo>
                <a:lnTo>
                  <a:pt x="101268" y="74757"/>
                </a:lnTo>
                <a:lnTo>
                  <a:pt x="100176" y="74264"/>
                </a:lnTo>
                <a:lnTo>
                  <a:pt x="99071" y="73793"/>
                </a:lnTo>
                <a:lnTo>
                  <a:pt x="97959" y="73342"/>
                </a:lnTo>
                <a:lnTo>
                  <a:pt x="96839" y="72911"/>
                </a:lnTo>
                <a:lnTo>
                  <a:pt x="95712" y="72501"/>
                </a:lnTo>
                <a:lnTo>
                  <a:pt x="94577" y="72110"/>
                </a:lnTo>
                <a:lnTo>
                  <a:pt x="93435" y="71739"/>
                </a:lnTo>
                <a:lnTo>
                  <a:pt x="92285" y="71388"/>
                </a:lnTo>
                <a:lnTo>
                  <a:pt x="91128" y="71057"/>
                </a:lnTo>
                <a:lnTo>
                  <a:pt x="89963" y="70747"/>
                </a:lnTo>
                <a:lnTo>
                  <a:pt x="88791" y="70456"/>
                </a:lnTo>
                <a:lnTo>
                  <a:pt x="87611" y="70186"/>
                </a:lnTo>
                <a:lnTo>
                  <a:pt x="86424" y="69935"/>
                </a:lnTo>
                <a:lnTo>
                  <a:pt x="85229" y="69705"/>
                </a:lnTo>
                <a:lnTo>
                  <a:pt x="84027" y="69494"/>
                </a:lnTo>
                <a:lnTo>
                  <a:pt x="82817" y="69304"/>
                </a:lnTo>
                <a:lnTo>
                  <a:pt x="81600" y="69133"/>
                </a:lnTo>
                <a:lnTo>
                  <a:pt x="80375" y="68983"/>
                </a:lnTo>
                <a:lnTo>
                  <a:pt x="79143" y="68853"/>
                </a:lnTo>
                <a:lnTo>
                  <a:pt x="77904" y="68743"/>
                </a:lnTo>
                <a:lnTo>
                  <a:pt x="76657" y="68652"/>
                </a:lnTo>
                <a:lnTo>
                  <a:pt x="75402" y="68582"/>
                </a:lnTo>
                <a:lnTo>
                  <a:pt x="74140" y="68532"/>
                </a:lnTo>
                <a:lnTo>
                  <a:pt x="72870" y="68502"/>
                </a:lnTo>
                <a:lnTo>
                  <a:pt x="71593" y="68492"/>
                </a:lnTo>
                <a:lnTo>
                  <a:pt x="70644" y="68498"/>
                </a:lnTo>
                <a:lnTo>
                  <a:pt x="69709" y="68515"/>
                </a:lnTo>
                <a:lnTo>
                  <a:pt x="68786" y="68544"/>
                </a:lnTo>
                <a:lnTo>
                  <a:pt x="67876" y="68584"/>
                </a:lnTo>
                <a:lnTo>
                  <a:pt x="66979" y="68635"/>
                </a:lnTo>
                <a:lnTo>
                  <a:pt x="66095" y="68698"/>
                </a:lnTo>
                <a:lnTo>
                  <a:pt x="65223" y="68773"/>
                </a:lnTo>
                <a:lnTo>
                  <a:pt x="64365" y="68859"/>
                </a:lnTo>
                <a:lnTo>
                  <a:pt x="63519" y="68957"/>
                </a:lnTo>
                <a:lnTo>
                  <a:pt x="62686" y="69065"/>
                </a:lnTo>
                <a:lnTo>
                  <a:pt x="61867" y="69186"/>
                </a:lnTo>
                <a:lnTo>
                  <a:pt x="61060" y="69318"/>
                </a:lnTo>
                <a:lnTo>
                  <a:pt x="60266" y="69461"/>
                </a:lnTo>
                <a:lnTo>
                  <a:pt x="59484" y="69616"/>
                </a:lnTo>
                <a:lnTo>
                  <a:pt x="58716" y="69782"/>
                </a:lnTo>
                <a:lnTo>
                  <a:pt x="57961" y="69960"/>
                </a:lnTo>
                <a:lnTo>
                  <a:pt x="57218" y="70149"/>
                </a:lnTo>
                <a:lnTo>
                  <a:pt x="56488" y="70350"/>
                </a:lnTo>
                <a:lnTo>
                  <a:pt x="55771" y="70562"/>
                </a:lnTo>
                <a:lnTo>
                  <a:pt x="55067" y="70786"/>
                </a:lnTo>
                <a:lnTo>
                  <a:pt x="54376" y="71021"/>
                </a:lnTo>
                <a:lnTo>
                  <a:pt x="53698" y="71268"/>
                </a:lnTo>
                <a:lnTo>
                  <a:pt x="53033" y="71526"/>
                </a:lnTo>
                <a:lnTo>
                  <a:pt x="52380" y="71795"/>
                </a:lnTo>
                <a:lnTo>
                  <a:pt x="51740" y="72073"/>
                </a:lnTo>
                <a:lnTo>
                  <a:pt x="51111" y="72355"/>
                </a:lnTo>
                <a:lnTo>
                  <a:pt x="50494" y="72641"/>
                </a:lnTo>
                <a:lnTo>
                  <a:pt x="49888" y="72932"/>
                </a:lnTo>
                <a:lnTo>
                  <a:pt x="49293" y="73227"/>
                </a:lnTo>
                <a:lnTo>
                  <a:pt x="48710" y="73527"/>
                </a:lnTo>
                <a:lnTo>
                  <a:pt x="48139" y="73831"/>
                </a:lnTo>
                <a:lnTo>
                  <a:pt x="47579" y="74140"/>
                </a:lnTo>
                <a:lnTo>
                  <a:pt x="47030" y="74453"/>
                </a:lnTo>
                <a:lnTo>
                  <a:pt x="46493" y="74770"/>
                </a:lnTo>
                <a:lnTo>
                  <a:pt x="45968" y="75092"/>
                </a:lnTo>
                <a:lnTo>
                  <a:pt x="45453" y="75419"/>
                </a:lnTo>
                <a:lnTo>
                  <a:pt x="44951" y="75750"/>
                </a:lnTo>
                <a:lnTo>
                  <a:pt x="44460" y="76085"/>
                </a:lnTo>
                <a:lnTo>
                  <a:pt x="43980" y="76425"/>
                </a:lnTo>
                <a:lnTo>
                  <a:pt x="43512" y="76769"/>
                </a:lnTo>
                <a:lnTo>
                  <a:pt x="43055" y="77118"/>
                </a:lnTo>
                <a:lnTo>
                  <a:pt x="42609" y="77471"/>
                </a:lnTo>
                <a:lnTo>
                  <a:pt x="42176" y="77828"/>
                </a:lnTo>
                <a:lnTo>
                  <a:pt x="41753" y="78190"/>
                </a:lnTo>
                <a:lnTo>
                  <a:pt x="41342" y="78557"/>
                </a:lnTo>
                <a:lnTo>
                  <a:pt x="40943" y="78927"/>
                </a:lnTo>
                <a:lnTo>
                  <a:pt x="40555" y="79303"/>
                </a:lnTo>
                <a:lnTo>
                  <a:pt x="40178" y="79683"/>
                </a:lnTo>
                <a:lnTo>
                  <a:pt x="43279" y="40044"/>
                </a:lnTo>
                <a:lnTo>
                  <a:pt x="115816" y="40044"/>
                </a:lnTo>
                <a:lnTo>
                  <a:pt x="115816" y="9573"/>
                </a:lnTo>
                <a:lnTo>
                  <a:pt x="14292" y="9573"/>
                </a:lnTo>
                <a:lnTo>
                  <a:pt x="6607" y="107027"/>
                </a:lnTo>
                <a:lnTo>
                  <a:pt x="38695" y="107027"/>
                </a:lnTo>
                <a:lnTo>
                  <a:pt x="39003" y="106664"/>
                </a:lnTo>
                <a:lnTo>
                  <a:pt x="39318" y="106307"/>
                </a:lnTo>
                <a:lnTo>
                  <a:pt x="39642" y="105953"/>
                </a:lnTo>
                <a:lnTo>
                  <a:pt x="39974" y="105605"/>
                </a:lnTo>
                <a:lnTo>
                  <a:pt x="40314" y="105262"/>
                </a:lnTo>
                <a:lnTo>
                  <a:pt x="40663" y="104923"/>
                </a:lnTo>
                <a:lnTo>
                  <a:pt x="41020" y="104590"/>
                </a:lnTo>
                <a:lnTo>
                  <a:pt x="41384" y="104261"/>
                </a:lnTo>
                <a:lnTo>
                  <a:pt x="41757" y="103937"/>
                </a:lnTo>
                <a:lnTo>
                  <a:pt x="42139" y="103618"/>
                </a:lnTo>
                <a:lnTo>
                  <a:pt x="42528" y="103303"/>
                </a:lnTo>
                <a:lnTo>
                  <a:pt x="42925" y="102994"/>
                </a:lnTo>
                <a:lnTo>
                  <a:pt x="43331" y="102689"/>
                </a:lnTo>
                <a:lnTo>
                  <a:pt x="43745" y="102390"/>
                </a:lnTo>
                <a:lnTo>
                  <a:pt x="44167" y="102095"/>
                </a:lnTo>
                <a:lnTo>
                  <a:pt x="44598" y="101805"/>
                </a:lnTo>
                <a:lnTo>
                  <a:pt x="45036" y="101519"/>
                </a:lnTo>
                <a:lnTo>
                  <a:pt x="45483" y="101239"/>
                </a:lnTo>
                <a:lnTo>
                  <a:pt x="45938" y="100963"/>
                </a:lnTo>
                <a:lnTo>
                  <a:pt x="46401" y="100693"/>
                </a:lnTo>
                <a:lnTo>
                  <a:pt x="46872" y="100427"/>
                </a:lnTo>
                <a:lnTo>
                  <a:pt x="47352" y="100166"/>
                </a:lnTo>
                <a:lnTo>
                  <a:pt x="47840" y="99909"/>
                </a:lnTo>
                <a:lnTo>
                  <a:pt x="48335" y="99658"/>
                </a:lnTo>
                <a:lnTo>
                  <a:pt x="48842" y="99414"/>
                </a:lnTo>
                <a:lnTo>
                  <a:pt x="49362" y="99181"/>
                </a:lnTo>
                <a:lnTo>
                  <a:pt x="49895" y="98958"/>
                </a:lnTo>
                <a:lnTo>
                  <a:pt x="50442" y="98745"/>
                </a:lnTo>
                <a:lnTo>
                  <a:pt x="51002" y="98543"/>
                </a:lnTo>
                <a:lnTo>
                  <a:pt x="51575" y="98351"/>
                </a:lnTo>
                <a:lnTo>
                  <a:pt x="52162" y="98170"/>
                </a:lnTo>
                <a:lnTo>
                  <a:pt x="52762" y="97998"/>
                </a:lnTo>
                <a:lnTo>
                  <a:pt x="53376" y="97838"/>
                </a:lnTo>
                <a:lnTo>
                  <a:pt x="54002" y="97687"/>
                </a:lnTo>
                <a:lnTo>
                  <a:pt x="54642" y="97547"/>
                </a:lnTo>
                <a:lnTo>
                  <a:pt x="55296" y="97418"/>
                </a:lnTo>
                <a:lnTo>
                  <a:pt x="55963" y="97298"/>
                </a:lnTo>
                <a:lnTo>
                  <a:pt x="56643" y="97189"/>
                </a:lnTo>
                <a:lnTo>
                  <a:pt x="57336" y="97091"/>
                </a:lnTo>
                <a:lnTo>
                  <a:pt x="58043" y="97003"/>
                </a:lnTo>
                <a:lnTo>
                  <a:pt x="58763" y="96925"/>
                </a:lnTo>
                <a:lnTo>
                  <a:pt x="59497" y="96857"/>
                </a:lnTo>
                <a:lnTo>
                  <a:pt x="60243" y="96800"/>
                </a:lnTo>
                <a:lnTo>
                  <a:pt x="61003" y="96754"/>
                </a:lnTo>
                <a:lnTo>
                  <a:pt x="61777" y="96717"/>
                </a:lnTo>
                <a:lnTo>
                  <a:pt x="62564" y="96692"/>
                </a:lnTo>
                <a:lnTo>
                  <a:pt x="63364" y="96676"/>
                </a:lnTo>
                <a:lnTo>
                  <a:pt x="64178" y="96671"/>
                </a:lnTo>
                <a:lnTo>
                  <a:pt x="65226" y="96683"/>
                </a:lnTo>
                <a:lnTo>
                  <a:pt x="66258" y="96719"/>
                </a:lnTo>
                <a:lnTo>
                  <a:pt x="67273" y="96778"/>
                </a:lnTo>
                <a:lnTo>
                  <a:pt x="68273" y="96862"/>
                </a:lnTo>
                <a:lnTo>
                  <a:pt x="69256" y="96970"/>
                </a:lnTo>
                <a:lnTo>
                  <a:pt x="70224" y="97101"/>
                </a:lnTo>
                <a:lnTo>
                  <a:pt x="71175" y="97256"/>
                </a:lnTo>
                <a:lnTo>
                  <a:pt x="72110" y="97436"/>
                </a:lnTo>
                <a:lnTo>
                  <a:pt x="73029" y="97639"/>
                </a:lnTo>
                <a:lnTo>
                  <a:pt x="73931" y="97866"/>
                </a:lnTo>
                <a:lnTo>
                  <a:pt x="74818" y="98117"/>
                </a:lnTo>
                <a:lnTo>
                  <a:pt x="75688" y="98392"/>
                </a:lnTo>
                <a:lnTo>
                  <a:pt x="76543" y="98691"/>
                </a:lnTo>
                <a:lnTo>
                  <a:pt x="77381" y="99013"/>
                </a:lnTo>
                <a:lnTo>
                  <a:pt x="78203" y="99360"/>
                </a:lnTo>
                <a:lnTo>
                  <a:pt x="79008" y="99731"/>
                </a:lnTo>
                <a:lnTo>
                  <a:pt x="79798" y="100125"/>
                </a:lnTo>
                <a:lnTo>
                  <a:pt x="80572" y="100543"/>
                </a:lnTo>
                <a:lnTo>
                  <a:pt x="81329" y="100986"/>
                </a:lnTo>
                <a:lnTo>
                  <a:pt x="82070" y="101452"/>
                </a:lnTo>
                <a:lnTo>
                  <a:pt x="82795" y="101942"/>
                </a:lnTo>
                <a:lnTo>
                  <a:pt x="83504" y="102456"/>
                </a:lnTo>
                <a:lnTo>
                  <a:pt x="84197" y="102994"/>
                </a:lnTo>
                <a:lnTo>
                  <a:pt x="84873" y="103555"/>
                </a:lnTo>
                <a:lnTo>
                  <a:pt x="85528" y="104144"/>
                </a:lnTo>
                <a:lnTo>
                  <a:pt x="86155" y="104762"/>
                </a:lnTo>
                <a:lnTo>
                  <a:pt x="86754" y="105410"/>
                </a:lnTo>
                <a:lnTo>
                  <a:pt x="87325" y="106088"/>
                </a:lnTo>
                <a:lnTo>
                  <a:pt x="87868" y="106797"/>
                </a:lnTo>
                <a:lnTo>
                  <a:pt x="88383" y="107535"/>
                </a:lnTo>
                <a:lnTo>
                  <a:pt x="88871" y="108303"/>
                </a:lnTo>
                <a:lnTo>
                  <a:pt x="89330" y="109101"/>
                </a:lnTo>
                <a:lnTo>
                  <a:pt x="89762" y="109929"/>
                </a:lnTo>
                <a:lnTo>
                  <a:pt x="90166" y="110786"/>
                </a:lnTo>
                <a:lnTo>
                  <a:pt x="90542" y="111674"/>
                </a:lnTo>
                <a:lnTo>
                  <a:pt x="90890" y="112592"/>
                </a:lnTo>
                <a:lnTo>
                  <a:pt x="91210" y="113540"/>
                </a:lnTo>
                <a:lnTo>
                  <a:pt x="91503" y="114517"/>
                </a:lnTo>
                <a:lnTo>
                  <a:pt x="91768" y="115525"/>
                </a:lnTo>
                <a:lnTo>
                  <a:pt x="92004" y="116562"/>
                </a:lnTo>
                <a:lnTo>
                  <a:pt x="92213" y="117630"/>
                </a:lnTo>
                <a:lnTo>
                  <a:pt x="92394" y="118727"/>
                </a:lnTo>
                <a:lnTo>
                  <a:pt x="92547" y="119855"/>
                </a:lnTo>
                <a:lnTo>
                  <a:pt x="92673" y="121012"/>
                </a:lnTo>
                <a:lnTo>
                  <a:pt x="92770" y="122199"/>
                </a:lnTo>
                <a:lnTo>
                  <a:pt x="92840" y="123417"/>
                </a:lnTo>
                <a:lnTo>
                  <a:pt x="92882" y="124664"/>
                </a:lnTo>
                <a:lnTo>
                  <a:pt x="92896" y="125941"/>
                </a:lnTo>
                <a:lnTo>
                  <a:pt x="92882" y="127339"/>
                </a:lnTo>
                <a:lnTo>
                  <a:pt x="92843" y="128706"/>
                </a:lnTo>
                <a:lnTo>
                  <a:pt x="92777" y="130041"/>
                </a:lnTo>
                <a:lnTo>
                  <a:pt x="92684" y="131343"/>
                </a:lnTo>
                <a:lnTo>
                  <a:pt x="92565" y="132614"/>
                </a:lnTo>
                <a:lnTo>
                  <a:pt x="92420" y="133852"/>
                </a:lnTo>
                <a:lnTo>
                  <a:pt x="92248" y="135059"/>
                </a:lnTo>
                <a:lnTo>
                  <a:pt x="92049" y="136233"/>
                </a:lnTo>
                <a:lnTo>
                  <a:pt x="91824" y="137376"/>
                </a:lnTo>
                <a:lnTo>
                  <a:pt x="91573" y="138486"/>
                </a:lnTo>
                <a:lnTo>
                  <a:pt x="91295" y="139564"/>
                </a:lnTo>
                <a:lnTo>
                  <a:pt x="90991" y="140611"/>
                </a:lnTo>
                <a:lnTo>
                  <a:pt x="90661" y="141625"/>
                </a:lnTo>
                <a:lnTo>
                  <a:pt x="90303" y="142607"/>
                </a:lnTo>
                <a:lnTo>
                  <a:pt x="89920" y="143558"/>
                </a:lnTo>
                <a:lnTo>
                  <a:pt x="89510" y="144476"/>
                </a:lnTo>
                <a:lnTo>
                  <a:pt x="89074" y="145362"/>
                </a:lnTo>
                <a:lnTo>
                  <a:pt x="88611" y="146216"/>
                </a:lnTo>
                <a:lnTo>
                  <a:pt x="88121" y="147038"/>
                </a:lnTo>
                <a:lnTo>
                  <a:pt x="87606" y="147829"/>
                </a:lnTo>
                <a:lnTo>
                  <a:pt x="87063" y="148587"/>
                </a:lnTo>
                <a:lnTo>
                  <a:pt x="86495" y="149313"/>
                </a:lnTo>
                <a:lnTo>
                  <a:pt x="85900" y="150007"/>
                </a:lnTo>
                <a:lnTo>
                  <a:pt x="85278" y="150669"/>
                </a:lnTo>
                <a:lnTo>
                  <a:pt x="84635" y="151301"/>
                </a:lnTo>
                <a:lnTo>
                  <a:pt x="83976" y="151907"/>
                </a:lnTo>
                <a:lnTo>
                  <a:pt x="83301" y="152486"/>
                </a:lnTo>
                <a:lnTo>
                  <a:pt x="82609" y="153038"/>
                </a:lnTo>
                <a:lnTo>
                  <a:pt x="81902" y="153563"/>
                </a:lnTo>
                <a:lnTo>
                  <a:pt x="81178" y="154061"/>
                </a:lnTo>
                <a:lnTo>
                  <a:pt x="80439" y="154532"/>
                </a:lnTo>
                <a:lnTo>
                  <a:pt x="79683" y="154976"/>
                </a:lnTo>
                <a:lnTo>
                  <a:pt x="78911" y="155393"/>
                </a:lnTo>
                <a:lnTo>
                  <a:pt x="78122" y="155783"/>
                </a:lnTo>
                <a:lnTo>
                  <a:pt x="77318" y="156147"/>
                </a:lnTo>
                <a:lnTo>
                  <a:pt x="76497" y="156483"/>
                </a:lnTo>
                <a:lnTo>
                  <a:pt x="75661" y="156793"/>
                </a:lnTo>
                <a:lnTo>
                  <a:pt x="74808" y="157076"/>
                </a:lnTo>
                <a:lnTo>
                  <a:pt x="73939" y="157331"/>
                </a:lnTo>
                <a:lnTo>
                  <a:pt x="73054" y="157560"/>
                </a:lnTo>
                <a:lnTo>
                  <a:pt x="72152" y="157762"/>
                </a:lnTo>
                <a:lnTo>
                  <a:pt x="71235" y="157937"/>
                </a:lnTo>
                <a:lnTo>
                  <a:pt x="70301" y="158085"/>
                </a:lnTo>
                <a:lnTo>
                  <a:pt x="69352" y="158206"/>
                </a:lnTo>
                <a:lnTo>
                  <a:pt x="68386" y="158300"/>
                </a:lnTo>
                <a:lnTo>
                  <a:pt x="67404" y="158368"/>
                </a:lnTo>
                <a:lnTo>
                  <a:pt x="66405" y="158408"/>
                </a:lnTo>
                <a:lnTo>
                  <a:pt x="65391" y="158421"/>
                </a:lnTo>
                <a:lnTo>
                  <a:pt x="64320" y="158410"/>
                </a:lnTo>
                <a:lnTo>
                  <a:pt x="63266" y="158376"/>
                </a:lnTo>
                <a:lnTo>
                  <a:pt x="62227" y="158318"/>
                </a:lnTo>
                <a:lnTo>
                  <a:pt x="61204" y="158238"/>
                </a:lnTo>
                <a:lnTo>
                  <a:pt x="60197" y="158135"/>
                </a:lnTo>
                <a:lnTo>
                  <a:pt x="59206" y="158009"/>
                </a:lnTo>
                <a:lnTo>
                  <a:pt x="58231" y="157860"/>
                </a:lnTo>
                <a:lnTo>
                  <a:pt x="57271" y="157688"/>
                </a:lnTo>
                <a:lnTo>
                  <a:pt x="56328" y="157493"/>
                </a:lnTo>
                <a:lnTo>
                  <a:pt x="55401" y="157275"/>
                </a:lnTo>
                <a:lnTo>
                  <a:pt x="54489" y="157035"/>
                </a:lnTo>
                <a:lnTo>
                  <a:pt x="53594" y="156771"/>
                </a:lnTo>
                <a:lnTo>
                  <a:pt x="52714" y="156484"/>
                </a:lnTo>
                <a:lnTo>
                  <a:pt x="51850" y="156175"/>
                </a:lnTo>
                <a:lnTo>
                  <a:pt x="51002" y="155842"/>
                </a:lnTo>
                <a:lnTo>
                  <a:pt x="50171" y="155487"/>
                </a:lnTo>
                <a:lnTo>
                  <a:pt x="49355" y="155109"/>
                </a:lnTo>
                <a:lnTo>
                  <a:pt x="48554" y="154708"/>
                </a:lnTo>
                <a:lnTo>
                  <a:pt x="47770" y="154284"/>
                </a:lnTo>
                <a:lnTo>
                  <a:pt x="47002" y="153837"/>
                </a:lnTo>
                <a:lnTo>
                  <a:pt x="46250" y="153367"/>
                </a:lnTo>
                <a:lnTo>
                  <a:pt x="45513" y="152874"/>
                </a:lnTo>
                <a:lnTo>
                  <a:pt x="44793" y="152358"/>
                </a:lnTo>
                <a:lnTo>
                  <a:pt x="44088" y="151819"/>
                </a:lnTo>
                <a:lnTo>
                  <a:pt x="43406" y="151260"/>
                </a:lnTo>
                <a:lnTo>
                  <a:pt x="42753" y="150681"/>
                </a:lnTo>
                <a:lnTo>
                  <a:pt x="42129" y="150084"/>
                </a:lnTo>
                <a:lnTo>
                  <a:pt x="41534" y="149468"/>
                </a:lnTo>
                <a:lnTo>
                  <a:pt x="40968" y="148834"/>
                </a:lnTo>
                <a:lnTo>
                  <a:pt x="40431" y="148180"/>
                </a:lnTo>
                <a:lnTo>
                  <a:pt x="39923" y="147508"/>
                </a:lnTo>
                <a:lnTo>
                  <a:pt x="39444" y="146817"/>
                </a:lnTo>
                <a:lnTo>
                  <a:pt x="38994" y="146107"/>
                </a:lnTo>
                <a:lnTo>
                  <a:pt x="38574" y="145379"/>
                </a:lnTo>
                <a:lnTo>
                  <a:pt x="38182" y="144631"/>
                </a:lnTo>
                <a:lnTo>
                  <a:pt x="37819" y="143865"/>
                </a:lnTo>
                <a:lnTo>
                  <a:pt x="37485" y="143081"/>
                </a:lnTo>
                <a:lnTo>
                  <a:pt x="37180" y="142277"/>
                </a:lnTo>
                <a:lnTo>
                  <a:pt x="36905" y="141455"/>
                </a:lnTo>
                <a:lnTo>
                  <a:pt x="36658" y="140614"/>
                </a:lnTo>
                <a:lnTo>
                  <a:pt x="36440" y="139754"/>
                </a:lnTo>
                <a:lnTo>
                  <a:pt x="36252" y="138875"/>
                </a:lnTo>
                <a:lnTo>
                  <a:pt x="36092" y="137978"/>
                </a:lnTo>
                <a:lnTo>
                  <a:pt x="35961" y="137061"/>
                </a:lnTo>
                <a:lnTo>
                  <a:pt x="35860" y="136126"/>
                </a:lnTo>
                <a:lnTo>
                  <a:pt x="35787" y="135173"/>
                </a:lnTo>
                <a:lnTo>
                  <a:pt x="35744" y="134200"/>
                </a:lnTo>
                <a:lnTo>
                  <a:pt x="35729" y="133209"/>
                </a:lnTo>
                <a:lnTo>
                  <a:pt x="0" y="133209"/>
                </a:lnTo>
                <a:lnTo>
                  <a:pt x="15" y="134730"/>
                </a:lnTo>
                <a:lnTo>
                  <a:pt x="61" y="136229"/>
                </a:lnTo>
                <a:lnTo>
                  <a:pt x="137" y="137706"/>
                </a:lnTo>
                <a:lnTo>
                  <a:pt x="243" y="139162"/>
                </a:lnTo>
                <a:lnTo>
                  <a:pt x="380" y="140596"/>
                </a:lnTo>
                <a:lnTo>
                  <a:pt x="548" y="142008"/>
                </a:lnTo>
                <a:lnTo>
                  <a:pt x="746" y="143399"/>
                </a:lnTo>
                <a:lnTo>
                  <a:pt x="974" y="144768"/>
                </a:lnTo>
                <a:lnTo>
                  <a:pt x="1232" y="146116"/>
                </a:lnTo>
                <a:lnTo>
                  <a:pt x="1521" y="147442"/>
                </a:lnTo>
                <a:lnTo>
                  <a:pt x="1841" y="148746"/>
                </a:lnTo>
                <a:lnTo>
                  <a:pt x="2191" y="150028"/>
                </a:lnTo>
                <a:lnTo>
                  <a:pt x="2571" y="151289"/>
                </a:lnTo>
                <a:lnTo>
                  <a:pt x="2982" y="152529"/>
                </a:lnTo>
                <a:lnTo>
                  <a:pt x="3423" y="153746"/>
                </a:lnTo>
                <a:lnTo>
                  <a:pt x="3895" y="154942"/>
                </a:lnTo>
                <a:lnTo>
                  <a:pt x="4397" y="156116"/>
                </a:lnTo>
                <a:lnTo>
                  <a:pt x="4930" y="157269"/>
                </a:lnTo>
                <a:lnTo>
                  <a:pt x="5493" y="158400"/>
                </a:lnTo>
                <a:lnTo>
                  <a:pt x="6086" y="159509"/>
                </a:lnTo>
                <a:lnTo>
                  <a:pt x="6710" y="160597"/>
                </a:lnTo>
                <a:lnTo>
                  <a:pt x="7364" y="161663"/>
                </a:lnTo>
                <a:lnTo>
                  <a:pt x="8049" y="162708"/>
                </a:lnTo>
                <a:lnTo>
                  <a:pt x="8764" y="163730"/>
                </a:lnTo>
                <a:lnTo>
                  <a:pt x="9505" y="164731"/>
                </a:lnTo>
                <a:lnTo>
                  <a:pt x="10266" y="165711"/>
                </a:lnTo>
                <a:lnTo>
                  <a:pt x="11049" y="166668"/>
                </a:lnTo>
                <a:lnTo>
                  <a:pt x="11854" y="167605"/>
                </a:lnTo>
                <a:lnTo>
                  <a:pt x="12679" y="168519"/>
                </a:lnTo>
                <a:lnTo>
                  <a:pt x="13525" y="169412"/>
                </a:lnTo>
                <a:lnTo>
                  <a:pt x="14392" y="170283"/>
                </a:lnTo>
                <a:lnTo>
                  <a:pt x="15280" y="171132"/>
                </a:lnTo>
                <a:lnTo>
                  <a:pt x="16190" y="171960"/>
                </a:lnTo>
                <a:lnTo>
                  <a:pt x="17120" y="172766"/>
                </a:lnTo>
                <a:lnTo>
                  <a:pt x="18072" y="173550"/>
                </a:lnTo>
                <a:lnTo>
                  <a:pt x="19044" y="174313"/>
                </a:lnTo>
                <a:lnTo>
                  <a:pt x="20038" y="175054"/>
                </a:lnTo>
                <a:lnTo>
                  <a:pt x="21053" y="175774"/>
                </a:lnTo>
                <a:lnTo>
                  <a:pt x="22088" y="176471"/>
                </a:lnTo>
                <a:lnTo>
                  <a:pt x="23145" y="177147"/>
                </a:lnTo>
                <a:lnTo>
                  <a:pt x="24223" y="177802"/>
                </a:lnTo>
                <a:lnTo>
                  <a:pt x="25322" y="178435"/>
                </a:lnTo>
                <a:lnTo>
                  <a:pt x="26442" y="179046"/>
                </a:lnTo>
                <a:lnTo>
                  <a:pt x="27583" y="179635"/>
                </a:lnTo>
                <a:lnTo>
                  <a:pt x="28745" y="180203"/>
                </a:lnTo>
                <a:lnTo>
                  <a:pt x="29929" y="180749"/>
                </a:lnTo>
                <a:lnTo>
                  <a:pt x="31133" y="181273"/>
                </a:lnTo>
                <a:lnTo>
                  <a:pt x="32358" y="181776"/>
                </a:lnTo>
                <a:lnTo>
                  <a:pt x="33600" y="182258"/>
                </a:lnTo>
                <a:lnTo>
                  <a:pt x="34854" y="182719"/>
                </a:lnTo>
                <a:lnTo>
                  <a:pt x="36119" y="183159"/>
                </a:lnTo>
                <a:lnTo>
                  <a:pt x="37396" y="183580"/>
                </a:lnTo>
                <a:lnTo>
                  <a:pt x="38684" y="183979"/>
                </a:lnTo>
                <a:lnTo>
                  <a:pt x="39985" y="184358"/>
                </a:lnTo>
                <a:lnTo>
                  <a:pt x="41297" y="184717"/>
                </a:lnTo>
                <a:lnTo>
                  <a:pt x="42620" y="185055"/>
                </a:lnTo>
                <a:lnTo>
                  <a:pt x="43956" y="185373"/>
                </a:lnTo>
                <a:lnTo>
                  <a:pt x="45303" y="185670"/>
                </a:lnTo>
                <a:lnTo>
                  <a:pt x="46662" y="185947"/>
                </a:lnTo>
                <a:lnTo>
                  <a:pt x="48032" y="186203"/>
                </a:lnTo>
                <a:lnTo>
                  <a:pt x="49414" y="186439"/>
                </a:lnTo>
                <a:lnTo>
                  <a:pt x="50808" y="186654"/>
                </a:lnTo>
                <a:lnTo>
                  <a:pt x="52214" y="186849"/>
                </a:lnTo>
                <a:lnTo>
                  <a:pt x="53631" y="187023"/>
                </a:lnTo>
                <a:lnTo>
                  <a:pt x="55060" y="187177"/>
                </a:lnTo>
                <a:lnTo>
                  <a:pt x="56501" y="187310"/>
                </a:lnTo>
                <a:lnTo>
                  <a:pt x="57953" y="187423"/>
                </a:lnTo>
                <a:lnTo>
                  <a:pt x="59417" y="187515"/>
                </a:lnTo>
                <a:lnTo>
                  <a:pt x="60893" y="187587"/>
                </a:lnTo>
                <a:lnTo>
                  <a:pt x="62381" y="187638"/>
                </a:lnTo>
                <a:lnTo>
                  <a:pt x="63880" y="187669"/>
                </a:lnTo>
                <a:lnTo>
                  <a:pt x="65391" y="187679"/>
                </a:lnTo>
                <a:lnTo>
                  <a:pt x="66901" y="187667"/>
                </a:lnTo>
                <a:lnTo>
                  <a:pt x="68399" y="187631"/>
                </a:lnTo>
                <a:lnTo>
                  <a:pt x="69883" y="187572"/>
                </a:lnTo>
                <a:lnTo>
                  <a:pt x="71355" y="187489"/>
                </a:lnTo>
                <a:lnTo>
                  <a:pt x="72814" y="187382"/>
                </a:lnTo>
                <a:close/>
                <a:moveTo>
                  <a:pt x="659561" y="157577"/>
                </a:moveTo>
                <a:lnTo>
                  <a:pt x="658771" y="157533"/>
                </a:lnTo>
                <a:lnTo>
                  <a:pt x="658007" y="157471"/>
                </a:lnTo>
                <a:lnTo>
                  <a:pt x="657268" y="157391"/>
                </a:lnTo>
                <a:lnTo>
                  <a:pt x="656554" y="157294"/>
                </a:lnTo>
                <a:lnTo>
                  <a:pt x="655866" y="157179"/>
                </a:lnTo>
                <a:lnTo>
                  <a:pt x="655203" y="157046"/>
                </a:lnTo>
                <a:lnTo>
                  <a:pt x="654566" y="156896"/>
                </a:lnTo>
                <a:lnTo>
                  <a:pt x="653955" y="156728"/>
                </a:lnTo>
                <a:lnTo>
                  <a:pt x="653369" y="156542"/>
                </a:lnTo>
                <a:lnTo>
                  <a:pt x="652808" y="156339"/>
                </a:lnTo>
                <a:lnTo>
                  <a:pt x="652273" y="156118"/>
                </a:lnTo>
                <a:lnTo>
                  <a:pt x="651764" y="155879"/>
                </a:lnTo>
                <a:lnTo>
                  <a:pt x="651280" y="155623"/>
                </a:lnTo>
                <a:lnTo>
                  <a:pt x="650821" y="155349"/>
                </a:lnTo>
                <a:lnTo>
                  <a:pt x="650389" y="155057"/>
                </a:lnTo>
                <a:lnTo>
                  <a:pt x="649981" y="154747"/>
                </a:lnTo>
                <a:lnTo>
                  <a:pt x="649599" y="154420"/>
                </a:lnTo>
                <a:lnTo>
                  <a:pt x="649243" y="154075"/>
                </a:lnTo>
                <a:lnTo>
                  <a:pt x="648912" y="153712"/>
                </a:lnTo>
                <a:lnTo>
                  <a:pt x="648607" y="153332"/>
                </a:lnTo>
                <a:lnTo>
                  <a:pt x="648327" y="152934"/>
                </a:lnTo>
                <a:lnTo>
                  <a:pt x="648073" y="152519"/>
                </a:lnTo>
                <a:lnTo>
                  <a:pt x="647836" y="152085"/>
                </a:lnTo>
                <a:lnTo>
                  <a:pt x="647610" y="151631"/>
                </a:lnTo>
                <a:lnTo>
                  <a:pt x="647393" y="151159"/>
                </a:lnTo>
                <a:lnTo>
                  <a:pt x="647187" y="150668"/>
                </a:lnTo>
                <a:lnTo>
                  <a:pt x="646991" y="150157"/>
                </a:lnTo>
                <a:lnTo>
                  <a:pt x="646804" y="149627"/>
                </a:lnTo>
                <a:lnTo>
                  <a:pt x="646628" y="149079"/>
                </a:lnTo>
                <a:lnTo>
                  <a:pt x="646462" y="148511"/>
                </a:lnTo>
                <a:lnTo>
                  <a:pt x="646306" y="147924"/>
                </a:lnTo>
                <a:lnTo>
                  <a:pt x="646160" y="147318"/>
                </a:lnTo>
                <a:lnTo>
                  <a:pt x="646024" y="146692"/>
                </a:lnTo>
                <a:lnTo>
                  <a:pt x="645898" y="146048"/>
                </a:lnTo>
                <a:lnTo>
                  <a:pt x="645783" y="145384"/>
                </a:lnTo>
                <a:lnTo>
                  <a:pt x="645677" y="144702"/>
                </a:lnTo>
                <a:lnTo>
                  <a:pt x="645581" y="144000"/>
                </a:lnTo>
                <a:lnTo>
                  <a:pt x="645496" y="143279"/>
                </a:lnTo>
                <a:lnTo>
                  <a:pt x="645420" y="142539"/>
                </a:lnTo>
                <a:lnTo>
                  <a:pt x="645355" y="141780"/>
                </a:lnTo>
                <a:lnTo>
                  <a:pt x="645300" y="141002"/>
                </a:lnTo>
                <a:lnTo>
                  <a:pt x="645254" y="140205"/>
                </a:lnTo>
                <a:lnTo>
                  <a:pt x="645219" y="139388"/>
                </a:lnTo>
                <a:lnTo>
                  <a:pt x="645194" y="138552"/>
                </a:lnTo>
                <a:lnTo>
                  <a:pt x="645179" y="137698"/>
                </a:lnTo>
                <a:lnTo>
                  <a:pt x="645174" y="136824"/>
                </a:lnTo>
                <a:lnTo>
                  <a:pt x="645174" y="79548"/>
                </a:lnTo>
                <a:lnTo>
                  <a:pt x="673892" y="79548"/>
                </a:lnTo>
                <a:lnTo>
                  <a:pt x="673892" y="52043"/>
                </a:lnTo>
                <a:lnTo>
                  <a:pt x="645174" y="52043"/>
                </a:lnTo>
                <a:lnTo>
                  <a:pt x="645174" y="21033"/>
                </a:lnTo>
                <a:lnTo>
                  <a:pt x="609445" y="21033"/>
                </a:lnTo>
                <a:lnTo>
                  <a:pt x="609445" y="52043"/>
                </a:lnTo>
                <a:lnTo>
                  <a:pt x="587603" y="52043"/>
                </a:lnTo>
                <a:lnTo>
                  <a:pt x="587603" y="79548"/>
                </a:lnTo>
                <a:lnTo>
                  <a:pt x="609445" y="79548"/>
                </a:lnTo>
                <a:lnTo>
                  <a:pt x="609445" y="138699"/>
                </a:lnTo>
                <a:lnTo>
                  <a:pt x="609452" y="140057"/>
                </a:lnTo>
                <a:lnTo>
                  <a:pt x="609475" y="141394"/>
                </a:lnTo>
                <a:lnTo>
                  <a:pt x="609512" y="142709"/>
                </a:lnTo>
                <a:lnTo>
                  <a:pt x="609564" y="144003"/>
                </a:lnTo>
                <a:lnTo>
                  <a:pt x="609632" y="145275"/>
                </a:lnTo>
                <a:lnTo>
                  <a:pt x="609714" y="146525"/>
                </a:lnTo>
                <a:lnTo>
                  <a:pt x="609812" y="147754"/>
                </a:lnTo>
                <a:lnTo>
                  <a:pt x="609924" y="148961"/>
                </a:lnTo>
                <a:lnTo>
                  <a:pt x="610051" y="150147"/>
                </a:lnTo>
                <a:lnTo>
                  <a:pt x="610194" y="151310"/>
                </a:lnTo>
                <a:lnTo>
                  <a:pt x="610351" y="152452"/>
                </a:lnTo>
                <a:lnTo>
                  <a:pt x="610523" y="153573"/>
                </a:lnTo>
                <a:lnTo>
                  <a:pt x="610711" y="154672"/>
                </a:lnTo>
                <a:lnTo>
                  <a:pt x="610913" y="155749"/>
                </a:lnTo>
                <a:lnTo>
                  <a:pt x="611130" y="156805"/>
                </a:lnTo>
                <a:lnTo>
                  <a:pt x="611362" y="157839"/>
                </a:lnTo>
                <a:lnTo>
                  <a:pt x="611609" y="158851"/>
                </a:lnTo>
                <a:lnTo>
                  <a:pt x="611872" y="159842"/>
                </a:lnTo>
                <a:lnTo>
                  <a:pt x="612149" y="160811"/>
                </a:lnTo>
                <a:lnTo>
                  <a:pt x="612441" y="161758"/>
                </a:lnTo>
                <a:lnTo>
                  <a:pt x="612748" y="162684"/>
                </a:lnTo>
                <a:lnTo>
                  <a:pt x="613070" y="163588"/>
                </a:lnTo>
                <a:lnTo>
                  <a:pt x="613407" y="164470"/>
                </a:lnTo>
                <a:lnTo>
                  <a:pt x="613759" y="165331"/>
                </a:lnTo>
                <a:lnTo>
                  <a:pt x="614130" y="166172"/>
                </a:lnTo>
                <a:lnTo>
                  <a:pt x="614525" y="166994"/>
                </a:lnTo>
                <a:lnTo>
                  <a:pt x="614942" y="167798"/>
                </a:lnTo>
                <a:lnTo>
                  <a:pt x="615383" y="168583"/>
                </a:lnTo>
                <a:lnTo>
                  <a:pt x="615846" y="169350"/>
                </a:lnTo>
                <a:lnTo>
                  <a:pt x="616333" y="170098"/>
                </a:lnTo>
                <a:lnTo>
                  <a:pt x="616844" y="170827"/>
                </a:lnTo>
                <a:lnTo>
                  <a:pt x="617377" y="171538"/>
                </a:lnTo>
                <a:lnTo>
                  <a:pt x="617933" y="172231"/>
                </a:lnTo>
                <a:lnTo>
                  <a:pt x="618513" y="172905"/>
                </a:lnTo>
                <a:lnTo>
                  <a:pt x="619116" y="173560"/>
                </a:lnTo>
                <a:lnTo>
                  <a:pt x="619742" y="174197"/>
                </a:lnTo>
                <a:lnTo>
                  <a:pt x="620391" y="174816"/>
                </a:lnTo>
                <a:lnTo>
                  <a:pt x="621064" y="175415"/>
                </a:lnTo>
                <a:lnTo>
                  <a:pt x="621759" y="175997"/>
                </a:lnTo>
                <a:lnTo>
                  <a:pt x="622478" y="176559"/>
                </a:lnTo>
                <a:lnTo>
                  <a:pt x="623220" y="177104"/>
                </a:lnTo>
                <a:lnTo>
                  <a:pt x="623985" y="177629"/>
                </a:lnTo>
                <a:lnTo>
                  <a:pt x="624773" y="178136"/>
                </a:lnTo>
                <a:lnTo>
                  <a:pt x="625585" y="178625"/>
                </a:lnTo>
                <a:lnTo>
                  <a:pt x="626419" y="179095"/>
                </a:lnTo>
                <a:lnTo>
                  <a:pt x="627277" y="179547"/>
                </a:lnTo>
                <a:lnTo>
                  <a:pt x="628158" y="179980"/>
                </a:lnTo>
                <a:lnTo>
                  <a:pt x="629062" y="180394"/>
                </a:lnTo>
                <a:lnTo>
                  <a:pt x="629993" y="180790"/>
                </a:lnTo>
                <a:lnTo>
                  <a:pt x="630956" y="181170"/>
                </a:lnTo>
                <a:lnTo>
                  <a:pt x="631949" y="181533"/>
                </a:lnTo>
                <a:lnTo>
                  <a:pt x="632974" y="181878"/>
                </a:lnTo>
                <a:lnTo>
                  <a:pt x="634030" y="182207"/>
                </a:lnTo>
                <a:lnTo>
                  <a:pt x="635117" y="182519"/>
                </a:lnTo>
                <a:lnTo>
                  <a:pt x="636235" y="182815"/>
                </a:lnTo>
                <a:lnTo>
                  <a:pt x="637384" y="183093"/>
                </a:lnTo>
                <a:lnTo>
                  <a:pt x="638564" y="183354"/>
                </a:lnTo>
                <a:lnTo>
                  <a:pt x="639776" y="183599"/>
                </a:lnTo>
                <a:lnTo>
                  <a:pt x="641018" y="183827"/>
                </a:lnTo>
                <a:lnTo>
                  <a:pt x="642292" y="184037"/>
                </a:lnTo>
                <a:lnTo>
                  <a:pt x="643597" y="184231"/>
                </a:lnTo>
                <a:lnTo>
                  <a:pt x="644933" y="184409"/>
                </a:lnTo>
                <a:lnTo>
                  <a:pt x="646300" y="184569"/>
                </a:lnTo>
                <a:lnTo>
                  <a:pt x="647698" y="184712"/>
                </a:lnTo>
                <a:lnTo>
                  <a:pt x="649127" y="184839"/>
                </a:lnTo>
                <a:lnTo>
                  <a:pt x="650588" y="184948"/>
                </a:lnTo>
                <a:lnTo>
                  <a:pt x="652080" y="185041"/>
                </a:lnTo>
                <a:lnTo>
                  <a:pt x="653602" y="185117"/>
                </a:lnTo>
                <a:lnTo>
                  <a:pt x="655156" y="185176"/>
                </a:lnTo>
                <a:lnTo>
                  <a:pt x="656741" y="185218"/>
                </a:lnTo>
                <a:lnTo>
                  <a:pt x="658357" y="185244"/>
                </a:lnTo>
                <a:lnTo>
                  <a:pt x="660005" y="185252"/>
                </a:lnTo>
                <a:lnTo>
                  <a:pt x="673892" y="185252"/>
                </a:lnTo>
                <a:lnTo>
                  <a:pt x="673892" y="157612"/>
                </a:lnTo>
                <a:lnTo>
                  <a:pt x="661218" y="157612"/>
                </a:lnTo>
                <a:lnTo>
                  <a:pt x="660377" y="157604"/>
                </a:lnTo>
                <a:lnTo>
                  <a:pt x="659561" y="157577"/>
                </a:lnTo>
                <a:close/>
                <a:moveTo>
                  <a:pt x="1120926" y="94818"/>
                </a:moveTo>
                <a:lnTo>
                  <a:pt x="1121415" y="94232"/>
                </a:lnTo>
                <a:lnTo>
                  <a:pt x="1121911" y="93653"/>
                </a:lnTo>
                <a:lnTo>
                  <a:pt x="1122413" y="93082"/>
                </a:lnTo>
                <a:lnTo>
                  <a:pt x="1122922" y="92519"/>
                </a:lnTo>
                <a:lnTo>
                  <a:pt x="1123438" y="91963"/>
                </a:lnTo>
                <a:lnTo>
                  <a:pt x="1123961" y="91414"/>
                </a:lnTo>
                <a:lnTo>
                  <a:pt x="1124491" y="90874"/>
                </a:lnTo>
                <a:lnTo>
                  <a:pt x="1125027" y="90341"/>
                </a:lnTo>
                <a:lnTo>
                  <a:pt x="1125570" y="89815"/>
                </a:lnTo>
                <a:lnTo>
                  <a:pt x="1126120" y="89297"/>
                </a:lnTo>
                <a:lnTo>
                  <a:pt x="1126677" y="88787"/>
                </a:lnTo>
                <a:lnTo>
                  <a:pt x="1127241" y="88285"/>
                </a:lnTo>
                <a:lnTo>
                  <a:pt x="1127811" y="87790"/>
                </a:lnTo>
                <a:lnTo>
                  <a:pt x="1128388" y="87302"/>
                </a:lnTo>
                <a:lnTo>
                  <a:pt x="1128972" y="86822"/>
                </a:lnTo>
                <a:lnTo>
                  <a:pt x="1129563" y="86350"/>
                </a:lnTo>
                <a:lnTo>
                  <a:pt x="1130160" y="85886"/>
                </a:lnTo>
                <a:lnTo>
                  <a:pt x="1130764" y="85429"/>
                </a:lnTo>
                <a:lnTo>
                  <a:pt x="1131375" y="84979"/>
                </a:lnTo>
                <a:lnTo>
                  <a:pt x="1131993" y="84538"/>
                </a:lnTo>
                <a:lnTo>
                  <a:pt x="1132618" y="84103"/>
                </a:lnTo>
                <a:lnTo>
                  <a:pt x="1133249" y="83677"/>
                </a:lnTo>
                <a:lnTo>
                  <a:pt x="1133889" y="83263"/>
                </a:lnTo>
                <a:lnTo>
                  <a:pt x="1134540" y="82867"/>
                </a:lnTo>
                <a:lnTo>
                  <a:pt x="1135201" y="82488"/>
                </a:lnTo>
                <a:lnTo>
                  <a:pt x="1135873" y="82127"/>
                </a:lnTo>
                <a:lnTo>
                  <a:pt x="1136555" y="81783"/>
                </a:lnTo>
                <a:lnTo>
                  <a:pt x="1137248" y="81457"/>
                </a:lnTo>
                <a:lnTo>
                  <a:pt x="1137951" y="81149"/>
                </a:lnTo>
                <a:lnTo>
                  <a:pt x="1138665" y="80859"/>
                </a:lnTo>
                <a:lnTo>
                  <a:pt x="1139389" y="80586"/>
                </a:lnTo>
                <a:lnTo>
                  <a:pt x="1140124" y="80330"/>
                </a:lnTo>
                <a:lnTo>
                  <a:pt x="1140869" y="80092"/>
                </a:lnTo>
                <a:lnTo>
                  <a:pt x="1141625" y="79872"/>
                </a:lnTo>
                <a:lnTo>
                  <a:pt x="1142392" y="79670"/>
                </a:lnTo>
                <a:lnTo>
                  <a:pt x="1143169" y="79485"/>
                </a:lnTo>
                <a:lnTo>
                  <a:pt x="1143956" y="79317"/>
                </a:lnTo>
                <a:lnTo>
                  <a:pt x="1144754" y="79168"/>
                </a:lnTo>
                <a:lnTo>
                  <a:pt x="1145563" y="79036"/>
                </a:lnTo>
                <a:lnTo>
                  <a:pt x="1146382" y="78921"/>
                </a:lnTo>
                <a:lnTo>
                  <a:pt x="1147212" y="78824"/>
                </a:lnTo>
                <a:lnTo>
                  <a:pt x="1148052" y="78745"/>
                </a:lnTo>
                <a:lnTo>
                  <a:pt x="1148903" y="78683"/>
                </a:lnTo>
                <a:lnTo>
                  <a:pt x="1149764" y="78639"/>
                </a:lnTo>
                <a:lnTo>
                  <a:pt x="1150636" y="78613"/>
                </a:lnTo>
                <a:lnTo>
                  <a:pt x="1151518" y="78604"/>
                </a:lnTo>
                <a:lnTo>
                  <a:pt x="1152109" y="78609"/>
                </a:lnTo>
                <a:lnTo>
                  <a:pt x="1152690" y="78625"/>
                </a:lnTo>
                <a:lnTo>
                  <a:pt x="1153262" y="78651"/>
                </a:lnTo>
                <a:lnTo>
                  <a:pt x="1153823" y="78688"/>
                </a:lnTo>
                <a:lnTo>
                  <a:pt x="1154376" y="78735"/>
                </a:lnTo>
                <a:lnTo>
                  <a:pt x="1154918" y="78793"/>
                </a:lnTo>
                <a:lnTo>
                  <a:pt x="1155452" y="78861"/>
                </a:lnTo>
                <a:lnTo>
                  <a:pt x="1155975" y="78939"/>
                </a:lnTo>
                <a:lnTo>
                  <a:pt x="1156489" y="79028"/>
                </a:lnTo>
                <a:lnTo>
                  <a:pt x="1156993" y="79128"/>
                </a:lnTo>
                <a:lnTo>
                  <a:pt x="1157488" y="79238"/>
                </a:lnTo>
                <a:lnTo>
                  <a:pt x="1157973" y="79358"/>
                </a:lnTo>
                <a:lnTo>
                  <a:pt x="1158449" y="79489"/>
                </a:lnTo>
                <a:lnTo>
                  <a:pt x="1158915" y="79631"/>
                </a:lnTo>
                <a:lnTo>
                  <a:pt x="1159371" y="79782"/>
                </a:lnTo>
                <a:lnTo>
                  <a:pt x="1159818" y="79945"/>
                </a:lnTo>
                <a:lnTo>
                  <a:pt x="1160255" y="80118"/>
                </a:lnTo>
                <a:lnTo>
                  <a:pt x="1160682" y="80301"/>
                </a:lnTo>
                <a:lnTo>
                  <a:pt x="1161100" y="80495"/>
                </a:lnTo>
                <a:lnTo>
                  <a:pt x="1161509" y="80699"/>
                </a:lnTo>
                <a:lnTo>
                  <a:pt x="1161907" y="80914"/>
                </a:lnTo>
                <a:lnTo>
                  <a:pt x="1162296" y="81139"/>
                </a:lnTo>
                <a:lnTo>
                  <a:pt x="1162676" y="81375"/>
                </a:lnTo>
                <a:lnTo>
                  <a:pt x="1163046" y="81621"/>
                </a:lnTo>
                <a:lnTo>
                  <a:pt x="1163407" y="81876"/>
                </a:lnTo>
                <a:lnTo>
                  <a:pt x="1163760" y="82141"/>
                </a:lnTo>
                <a:lnTo>
                  <a:pt x="1164105" y="82413"/>
                </a:lnTo>
                <a:lnTo>
                  <a:pt x="1164441" y="82695"/>
                </a:lnTo>
                <a:lnTo>
                  <a:pt x="1164769" y="82985"/>
                </a:lnTo>
                <a:lnTo>
                  <a:pt x="1165089" y="83283"/>
                </a:lnTo>
                <a:lnTo>
                  <a:pt x="1165401" y="83590"/>
                </a:lnTo>
                <a:lnTo>
                  <a:pt x="1165705" y="83906"/>
                </a:lnTo>
                <a:lnTo>
                  <a:pt x="1166001" y="84230"/>
                </a:lnTo>
                <a:lnTo>
                  <a:pt x="1166288" y="84563"/>
                </a:lnTo>
                <a:lnTo>
                  <a:pt x="1166567" y="84904"/>
                </a:lnTo>
                <a:lnTo>
                  <a:pt x="1166838" y="85254"/>
                </a:lnTo>
                <a:lnTo>
                  <a:pt x="1167101" y="85612"/>
                </a:lnTo>
                <a:lnTo>
                  <a:pt x="1167355" y="85979"/>
                </a:lnTo>
                <a:lnTo>
                  <a:pt x="1167602" y="86355"/>
                </a:lnTo>
                <a:lnTo>
                  <a:pt x="1167840" y="86739"/>
                </a:lnTo>
                <a:lnTo>
                  <a:pt x="1168070" y="87131"/>
                </a:lnTo>
                <a:lnTo>
                  <a:pt x="1168292" y="87532"/>
                </a:lnTo>
                <a:lnTo>
                  <a:pt x="1168505" y="87942"/>
                </a:lnTo>
                <a:lnTo>
                  <a:pt x="1168711" y="88360"/>
                </a:lnTo>
                <a:lnTo>
                  <a:pt x="1168908" y="88787"/>
                </a:lnTo>
                <a:lnTo>
                  <a:pt x="1169097" y="89223"/>
                </a:lnTo>
                <a:lnTo>
                  <a:pt x="1169278" y="89667"/>
                </a:lnTo>
                <a:lnTo>
                  <a:pt x="1169450" y="90119"/>
                </a:lnTo>
                <a:lnTo>
                  <a:pt x="1169615" y="90579"/>
                </a:lnTo>
                <a:lnTo>
                  <a:pt x="1169773" y="91045"/>
                </a:lnTo>
                <a:lnTo>
                  <a:pt x="1169924" y="91517"/>
                </a:lnTo>
                <a:lnTo>
                  <a:pt x="1170068" y="91996"/>
                </a:lnTo>
                <a:lnTo>
                  <a:pt x="1170205" y="92481"/>
                </a:lnTo>
                <a:lnTo>
                  <a:pt x="1170335" y="92971"/>
                </a:lnTo>
                <a:lnTo>
                  <a:pt x="1170458" y="93469"/>
                </a:lnTo>
                <a:lnTo>
                  <a:pt x="1170574" y="93972"/>
                </a:lnTo>
                <a:lnTo>
                  <a:pt x="1170683" y="94481"/>
                </a:lnTo>
                <a:lnTo>
                  <a:pt x="1170784" y="94997"/>
                </a:lnTo>
                <a:lnTo>
                  <a:pt x="1170879" y="95519"/>
                </a:lnTo>
                <a:lnTo>
                  <a:pt x="1170967" y="96047"/>
                </a:lnTo>
                <a:lnTo>
                  <a:pt x="1171048" y="96582"/>
                </a:lnTo>
                <a:lnTo>
                  <a:pt x="1171121" y="97122"/>
                </a:lnTo>
                <a:lnTo>
                  <a:pt x="1171188" y="97669"/>
                </a:lnTo>
                <a:lnTo>
                  <a:pt x="1171248" y="98222"/>
                </a:lnTo>
                <a:lnTo>
                  <a:pt x="1171301" y="98781"/>
                </a:lnTo>
                <a:lnTo>
                  <a:pt x="1171346" y="99346"/>
                </a:lnTo>
                <a:lnTo>
                  <a:pt x="1171385" y="99918"/>
                </a:lnTo>
                <a:lnTo>
                  <a:pt x="1171416" y="100496"/>
                </a:lnTo>
                <a:lnTo>
                  <a:pt x="1171441" y="101080"/>
                </a:lnTo>
                <a:lnTo>
                  <a:pt x="1171459" y="101670"/>
                </a:lnTo>
                <a:lnTo>
                  <a:pt x="1171469" y="102266"/>
                </a:lnTo>
                <a:lnTo>
                  <a:pt x="1171473" y="102869"/>
                </a:lnTo>
                <a:lnTo>
                  <a:pt x="1171473" y="185252"/>
                </a:lnTo>
                <a:lnTo>
                  <a:pt x="1206932" y="185252"/>
                </a:lnTo>
                <a:lnTo>
                  <a:pt x="1206932" y="98512"/>
                </a:lnTo>
                <a:lnTo>
                  <a:pt x="1206913" y="96551"/>
                </a:lnTo>
                <a:lnTo>
                  <a:pt x="1206855" y="94630"/>
                </a:lnTo>
                <a:lnTo>
                  <a:pt x="1206759" y="92748"/>
                </a:lnTo>
                <a:lnTo>
                  <a:pt x="1206625" y="90906"/>
                </a:lnTo>
                <a:lnTo>
                  <a:pt x="1206452" y="89104"/>
                </a:lnTo>
                <a:lnTo>
                  <a:pt x="1206241" y="87341"/>
                </a:lnTo>
                <a:lnTo>
                  <a:pt x="1205992" y="85618"/>
                </a:lnTo>
                <a:lnTo>
                  <a:pt x="1205704" y="83934"/>
                </a:lnTo>
                <a:lnTo>
                  <a:pt x="1205377" y="82290"/>
                </a:lnTo>
                <a:lnTo>
                  <a:pt x="1205013" y="80686"/>
                </a:lnTo>
                <a:lnTo>
                  <a:pt x="1204610" y="79121"/>
                </a:lnTo>
                <a:lnTo>
                  <a:pt x="1204168" y="77596"/>
                </a:lnTo>
                <a:lnTo>
                  <a:pt x="1203688" y="76110"/>
                </a:lnTo>
                <a:lnTo>
                  <a:pt x="1203170" y="74664"/>
                </a:lnTo>
                <a:lnTo>
                  <a:pt x="1202613" y="73258"/>
                </a:lnTo>
                <a:lnTo>
                  <a:pt x="1202018" y="71891"/>
                </a:lnTo>
                <a:lnTo>
                  <a:pt x="1201385" y="70564"/>
                </a:lnTo>
                <a:lnTo>
                  <a:pt x="1200713" y="69276"/>
                </a:lnTo>
                <a:lnTo>
                  <a:pt x="1200003" y="68028"/>
                </a:lnTo>
                <a:lnTo>
                  <a:pt x="1199254" y="66820"/>
                </a:lnTo>
                <a:lnTo>
                  <a:pt x="1198467" y="65651"/>
                </a:lnTo>
                <a:lnTo>
                  <a:pt x="1197642" y="64522"/>
                </a:lnTo>
                <a:lnTo>
                  <a:pt x="1196778" y="63433"/>
                </a:lnTo>
                <a:lnTo>
                  <a:pt x="1195876" y="62383"/>
                </a:lnTo>
                <a:lnTo>
                  <a:pt x="1194939" y="61374"/>
                </a:lnTo>
                <a:lnTo>
                  <a:pt x="1193971" y="60408"/>
                </a:lnTo>
                <a:lnTo>
                  <a:pt x="1192971" y="59485"/>
                </a:lnTo>
                <a:lnTo>
                  <a:pt x="1191940" y="58605"/>
                </a:lnTo>
                <a:lnTo>
                  <a:pt x="1190878" y="57768"/>
                </a:lnTo>
                <a:lnTo>
                  <a:pt x="1189784" y="56974"/>
                </a:lnTo>
                <a:lnTo>
                  <a:pt x="1188659" y="56223"/>
                </a:lnTo>
                <a:lnTo>
                  <a:pt x="1187502" y="55515"/>
                </a:lnTo>
                <a:lnTo>
                  <a:pt x="1186314" y="54850"/>
                </a:lnTo>
                <a:lnTo>
                  <a:pt x="1185095" y="54227"/>
                </a:lnTo>
                <a:lnTo>
                  <a:pt x="1183844" y="53648"/>
                </a:lnTo>
                <a:lnTo>
                  <a:pt x="1182562" y="53111"/>
                </a:lnTo>
                <a:lnTo>
                  <a:pt x="1181249" y="52618"/>
                </a:lnTo>
                <a:lnTo>
                  <a:pt x="1179904" y="52167"/>
                </a:lnTo>
                <a:lnTo>
                  <a:pt x="1178528" y="51759"/>
                </a:lnTo>
                <a:lnTo>
                  <a:pt x="1177120" y="51394"/>
                </a:lnTo>
                <a:lnTo>
                  <a:pt x="1175681" y="51072"/>
                </a:lnTo>
                <a:lnTo>
                  <a:pt x="1174211" y="50793"/>
                </a:lnTo>
                <a:lnTo>
                  <a:pt x="1172710" y="50557"/>
                </a:lnTo>
                <a:lnTo>
                  <a:pt x="1171177" y="50364"/>
                </a:lnTo>
                <a:lnTo>
                  <a:pt x="1169612" y="50214"/>
                </a:lnTo>
                <a:lnTo>
                  <a:pt x="1168017" y="50107"/>
                </a:lnTo>
                <a:lnTo>
                  <a:pt x="1166390" y="50042"/>
                </a:lnTo>
                <a:lnTo>
                  <a:pt x="1164731" y="50021"/>
                </a:lnTo>
                <a:lnTo>
                  <a:pt x="1163304" y="50032"/>
                </a:lnTo>
                <a:lnTo>
                  <a:pt x="1161900" y="50066"/>
                </a:lnTo>
                <a:lnTo>
                  <a:pt x="1160518" y="50123"/>
                </a:lnTo>
                <a:lnTo>
                  <a:pt x="1159158" y="50202"/>
                </a:lnTo>
                <a:lnTo>
                  <a:pt x="1157821" y="50305"/>
                </a:lnTo>
                <a:lnTo>
                  <a:pt x="1156507" y="50429"/>
                </a:lnTo>
                <a:lnTo>
                  <a:pt x="1155215" y="50577"/>
                </a:lnTo>
                <a:lnTo>
                  <a:pt x="1153945" y="50747"/>
                </a:lnTo>
                <a:lnTo>
                  <a:pt x="1152698" y="50940"/>
                </a:lnTo>
                <a:lnTo>
                  <a:pt x="1151473" y="51156"/>
                </a:lnTo>
                <a:lnTo>
                  <a:pt x="1150271" y="51394"/>
                </a:lnTo>
                <a:lnTo>
                  <a:pt x="1149091" y="51656"/>
                </a:lnTo>
                <a:lnTo>
                  <a:pt x="1147934" y="51939"/>
                </a:lnTo>
                <a:lnTo>
                  <a:pt x="1146799" y="52246"/>
                </a:lnTo>
                <a:lnTo>
                  <a:pt x="1145687" y="52575"/>
                </a:lnTo>
                <a:lnTo>
                  <a:pt x="1144597" y="52927"/>
                </a:lnTo>
                <a:lnTo>
                  <a:pt x="1143530" y="53302"/>
                </a:lnTo>
                <a:lnTo>
                  <a:pt x="1142485" y="53699"/>
                </a:lnTo>
                <a:lnTo>
                  <a:pt x="1141462" y="54119"/>
                </a:lnTo>
                <a:lnTo>
                  <a:pt x="1140462" y="54562"/>
                </a:lnTo>
                <a:lnTo>
                  <a:pt x="1139485" y="55027"/>
                </a:lnTo>
                <a:lnTo>
                  <a:pt x="1138530" y="55515"/>
                </a:lnTo>
                <a:lnTo>
                  <a:pt x="1137597" y="56026"/>
                </a:lnTo>
                <a:lnTo>
                  <a:pt x="1136687" y="56560"/>
                </a:lnTo>
                <a:lnTo>
                  <a:pt x="1135796" y="57108"/>
                </a:lnTo>
                <a:lnTo>
                  <a:pt x="1134919" y="57663"/>
                </a:lnTo>
                <a:lnTo>
                  <a:pt x="1134056" y="58225"/>
                </a:lnTo>
                <a:lnTo>
                  <a:pt x="1133208" y="58794"/>
                </a:lnTo>
                <a:lnTo>
                  <a:pt x="1132374" y="59369"/>
                </a:lnTo>
                <a:lnTo>
                  <a:pt x="1131555" y="59952"/>
                </a:lnTo>
                <a:lnTo>
                  <a:pt x="1130751" y="60541"/>
                </a:lnTo>
                <a:lnTo>
                  <a:pt x="1129961" y="61136"/>
                </a:lnTo>
                <a:lnTo>
                  <a:pt x="1129185" y="61739"/>
                </a:lnTo>
                <a:lnTo>
                  <a:pt x="1128424" y="62348"/>
                </a:lnTo>
                <a:lnTo>
                  <a:pt x="1127678" y="62965"/>
                </a:lnTo>
                <a:lnTo>
                  <a:pt x="1126946" y="63588"/>
                </a:lnTo>
                <a:lnTo>
                  <a:pt x="1126229" y="64217"/>
                </a:lnTo>
                <a:lnTo>
                  <a:pt x="1125526" y="64854"/>
                </a:lnTo>
                <a:lnTo>
                  <a:pt x="1124837" y="65497"/>
                </a:lnTo>
                <a:lnTo>
                  <a:pt x="1124163" y="66148"/>
                </a:lnTo>
                <a:lnTo>
                  <a:pt x="1123504" y="66804"/>
                </a:lnTo>
                <a:lnTo>
                  <a:pt x="1122859" y="67468"/>
                </a:lnTo>
                <a:lnTo>
                  <a:pt x="1122229" y="68139"/>
                </a:lnTo>
                <a:lnTo>
                  <a:pt x="1121613" y="68816"/>
                </a:lnTo>
                <a:lnTo>
                  <a:pt x="1121012" y="69500"/>
                </a:lnTo>
                <a:lnTo>
                  <a:pt x="1120425" y="70191"/>
                </a:lnTo>
                <a:lnTo>
                  <a:pt x="1119852" y="70889"/>
                </a:lnTo>
                <a:lnTo>
                  <a:pt x="1119295" y="71593"/>
                </a:lnTo>
                <a:lnTo>
                  <a:pt x="1118621" y="52043"/>
                </a:lnTo>
                <a:lnTo>
                  <a:pt x="1084240" y="52043"/>
                </a:lnTo>
                <a:lnTo>
                  <a:pt x="1084240" y="185252"/>
                </a:lnTo>
                <a:lnTo>
                  <a:pt x="1119969" y="185252"/>
                </a:lnTo>
                <a:lnTo>
                  <a:pt x="1119969" y="96014"/>
                </a:lnTo>
                <a:lnTo>
                  <a:pt x="1120444" y="95412"/>
                </a:lnTo>
                <a:lnTo>
                  <a:pt x="1120926" y="94818"/>
                </a:lnTo>
                <a:close/>
                <a:moveTo>
                  <a:pt x="1009686" y="185252"/>
                </a:moveTo>
                <a:lnTo>
                  <a:pt x="1045415" y="185252"/>
                </a:lnTo>
                <a:lnTo>
                  <a:pt x="1045415" y="52043"/>
                </a:lnTo>
                <a:lnTo>
                  <a:pt x="1009686" y="52043"/>
                </a:lnTo>
                <a:lnTo>
                  <a:pt x="1009686" y="185252"/>
                </a:lnTo>
                <a:close/>
                <a:moveTo>
                  <a:pt x="495254" y="187542"/>
                </a:moveTo>
                <a:lnTo>
                  <a:pt x="496403" y="187465"/>
                </a:lnTo>
                <a:lnTo>
                  <a:pt x="497541" y="187371"/>
                </a:lnTo>
                <a:lnTo>
                  <a:pt x="498667" y="187260"/>
                </a:lnTo>
                <a:lnTo>
                  <a:pt x="499781" y="187132"/>
                </a:lnTo>
                <a:lnTo>
                  <a:pt x="500884" y="186987"/>
                </a:lnTo>
                <a:lnTo>
                  <a:pt x="501975" y="186824"/>
                </a:lnTo>
                <a:lnTo>
                  <a:pt x="503055" y="186645"/>
                </a:lnTo>
                <a:lnTo>
                  <a:pt x="504122" y="186449"/>
                </a:lnTo>
                <a:lnTo>
                  <a:pt x="505178" y="186235"/>
                </a:lnTo>
                <a:lnTo>
                  <a:pt x="506222" y="186004"/>
                </a:lnTo>
                <a:lnTo>
                  <a:pt x="507255" y="185757"/>
                </a:lnTo>
                <a:lnTo>
                  <a:pt x="508276" y="185492"/>
                </a:lnTo>
                <a:lnTo>
                  <a:pt x="509285" y="185210"/>
                </a:lnTo>
                <a:lnTo>
                  <a:pt x="510282" y="184911"/>
                </a:lnTo>
                <a:lnTo>
                  <a:pt x="511268" y="184595"/>
                </a:lnTo>
                <a:lnTo>
                  <a:pt x="512242" y="184261"/>
                </a:lnTo>
                <a:lnTo>
                  <a:pt x="513204" y="183911"/>
                </a:lnTo>
                <a:lnTo>
                  <a:pt x="514155" y="183544"/>
                </a:lnTo>
                <a:lnTo>
                  <a:pt x="515093" y="183159"/>
                </a:lnTo>
                <a:lnTo>
                  <a:pt x="516021" y="182758"/>
                </a:lnTo>
                <a:lnTo>
                  <a:pt x="516937" y="182340"/>
                </a:lnTo>
                <a:lnTo>
                  <a:pt x="517845" y="181905"/>
                </a:lnTo>
                <a:lnTo>
                  <a:pt x="518742" y="181455"/>
                </a:lnTo>
                <a:lnTo>
                  <a:pt x="519631" y="180988"/>
                </a:lnTo>
                <a:lnTo>
                  <a:pt x="520510" y="180505"/>
                </a:lnTo>
                <a:lnTo>
                  <a:pt x="521380" y="180006"/>
                </a:lnTo>
                <a:lnTo>
                  <a:pt x="522240" y="179491"/>
                </a:lnTo>
                <a:lnTo>
                  <a:pt x="523092" y="178960"/>
                </a:lnTo>
                <a:lnTo>
                  <a:pt x="523933" y="178413"/>
                </a:lnTo>
                <a:lnTo>
                  <a:pt x="524766" y="177849"/>
                </a:lnTo>
                <a:lnTo>
                  <a:pt x="525589" y="177269"/>
                </a:lnTo>
                <a:lnTo>
                  <a:pt x="526402" y="176674"/>
                </a:lnTo>
                <a:lnTo>
                  <a:pt x="527207" y="176062"/>
                </a:lnTo>
                <a:lnTo>
                  <a:pt x="528001" y="175433"/>
                </a:lnTo>
                <a:lnTo>
                  <a:pt x="528787" y="174789"/>
                </a:lnTo>
                <a:lnTo>
                  <a:pt x="529563" y="174129"/>
                </a:lnTo>
                <a:lnTo>
                  <a:pt x="530330" y="173452"/>
                </a:lnTo>
                <a:lnTo>
                  <a:pt x="531087" y="172759"/>
                </a:lnTo>
                <a:lnTo>
                  <a:pt x="531836" y="172051"/>
                </a:lnTo>
                <a:lnTo>
                  <a:pt x="532574" y="171325"/>
                </a:lnTo>
                <a:lnTo>
                  <a:pt x="533304" y="170584"/>
                </a:lnTo>
                <a:lnTo>
                  <a:pt x="534024" y="169827"/>
                </a:lnTo>
                <a:lnTo>
                  <a:pt x="534734" y="169053"/>
                </a:lnTo>
                <a:lnTo>
                  <a:pt x="535436" y="168264"/>
                </a:lnTo>
                <a:lnTo>
                  <a:pt x="536514" y="185252"/>
                </a:lnTo>
                <a:lnTo>
                  <a:pt x="569951" y="185252"/>
                </a:lnTo>
                <a:lnTo>
                  <a:pt x="569951" y="95870"/>
                </a:lnTo>
                <a:lnTo>
                  <a:pt x="569944" y="94764"/>
                </a:lnTo>
                <a:lnTo>
                  <a:pt x="569922" y="93672"/>
                </a:lnTo>
                <a:lnTo>
                  <a:pt x="569886" y="92596"/>
                </a:lnTo>
                <a:lnTo>
                  <a:pt x="569835" y="91536"/>
                </a:lnTo>
                <a:lnTo>
                  <a:pt x="569770" y="90491"/>
                </a:lnTo>
                <a:lnTo>
                  <a:pt x="569690" y="89461"/>
                </a:lnTo>
                <a:lnTo>
                  <a:pt x="569596" y="88447"/>
                </a:lnTo>
                <a:lnTo>
                  <a:pt x="569487" y="87448"/>
                </a:lnTo>
                <a:lnTo>
                  <a:pt x="569364" y="86464"/>
                </a:lnTo>
                <a:lnTo>
                  <a:pt x="569226" y="85496"/>
                </a:lnTo>
                <a:lnTo>
                  <a:pt x="569073" y="84544"/>
                </a:lnTo>
                <a:lnTo>
                  <a:pt x="568906" y="83606"/>
                </a:lnTo>
                <a:lnTo>
                  <a:pt x="568725" y="82684"/>
                </a:lnTo>
                <a:lnTo>
                  <a:pt x="568529" y="81778"/>
                </a:lnTo>
                <a:lnTo>
                  <a:pt x="568319" y="80887"/>
                </a:lnTo>
                <a:lnTo>
                  <a:pt x="568094" y="80011"/>
                </a:lnTo>
                <a:lnTo>
                  <a:pt x="567854" y="79151"/>
                </a:lnTo>
                <a:lnTo>
                  <a:pt x="567600" y="78306"/>
                </a:lnTo>
                <a:lnTo>
                  <a:pt x="567332" y="77477"/>
                </a:lnTo>
                <a:lnTo>
                  <a:pt x="567049" y="76663"/>
                </a:lnTo>
                <a:lnTo>
                  <a:pt x="566751" y="75864"/>
                </a:lnTo>
                <a:lnTo>
                  <a:pt x="566439" y="75081"/>
                </a:lnTo>
                <a:lnTo>
                  <a:pt x="566113" y="74313"/>
                </a:lnTo>
                <a:lnTo>
                  <a:pt x="565772" y="73561"/>
                </a:lnTo>
                <a:lnTo>
                  <a:pt x="565417" y="72822"/>
                </a:lnTo>
                <a:lnTo>
                  <a:pt x="565051" y="72097"/>
                </a:lnTo>
                <a:lnTo>
                  <a:pt x="564673" y="71384"/>
                </a:lnTo>
                <a:lnTo>
                  <a:pt x="564283" y="70685"/>
                </a:lnTo>
                <a:lnTo>
                  <a:pt x="563881" y="69998"/>
                </a:lnTo>
                <a:lnTo>
                  <a:pt x="563467" y="69325"/>
                </a:lnTo>
                <a:lnTo>
                  <a:pt x="563041" y="68665"/>
                </a:lnTo>
                <a:lnTo>
                  <a:pt x="562603" y="68018"/>
                </a:lnTo>
                <a:lnTo>
                  <a:pt x="562153" y="67384"/>
                </a:lnTo>
                <a:lnTo>
                  <a:pt x="561692" y="66763"/>
                </a:lnTo>
                <a:lnTo>
                  <a:pt x="561218" y="66155"/>
                </a:lnTo>
                <a:lnTo>
                  <a:pt x="560733" y="65560"/>
                </a:lnTo>
                <a:lnTo>
                  <a:pt x="560235" y="64978"/>
                </a:lnTo>
                <a:lnTo>
                  <a:pt x="559726" y="64409"/>
                </a:lnTo>
                <a:lnTo>
                  <a:pt x="559204" y="63853"/>
                </a:lnTo>
                <a:lnTo>
                  <a:pt x="558671" y="63310"/>
                </a:lnTo>
                <a:lnTo>
                  <a:pt x="558126" y="62780"/>
                </a:lnTo>
                <a:lnTo>
                  <a:pt x="557568" y="62264"/>
                </a:lnTo>
                <a:lnTo>
                  <a:pt x="556999" y="61760"/>
                </a:lnTo>
                <a:lnTo>
                  <a:pt x="556418" y="61269"/>
                </a:lnTo>
                <a:lnTo>
                  <a:pt x="555825" y="60792"/>
                </a:lnTo>
                <a:lnTo>
                  <a:pt x="555220" y="60327"/>
                </a:lnTo>
                <a:lnTo>
                  <a:pt x="554603" y="59876"/>
                </a:lnTo>
                <a:lnTo>
                  <a:pt x="553974" y="59438"/>
                </a:lnTo>
                <a:lnTo>
                  <a:pt x="553335" y="59011"/>
                </a:lnTo>
                <a:lnTo>
                  <a:pt x="552686" y="58594"/>
                </a:lnTo>
                <a:lnTo>
                  <a:pt x="552027" y="58189"/>
                </a:lnTo>
                <a:lnTo>
                  <a:pt x="551358" y="57794"/>
                </a:lnTo>
                <a:lnTo>
                  <a:pt x="550680" y="57410"/>
                </a:lnTo>
                <a:lnTo>
                  <a:pt x="549993" y="57036"/>
                </a:lnTo>
                <a:lnTo>
                  <a:pt x="549296" y="56673"/>
                </a:lnTo>
                <a:lnTo>
                  <a:pt x="548589" y="56321"/>
                </a:lnTo>
                <a:lnTo>
                  <a:pt x="547872" y="55980"/>
                </a:lnTo>
                <a:lnTo>
                  <a:pt x="547146" y="55649"/>
                </a:lnTo>
                <a:lnTo>
                  <a:pt x="546411" y="55328"/>
                </a:lnTo>
                <a:lnTo>
                  <a:pt x="545666" y="55019"/>
                </a:lnTo>
                <a:lnTo>
                  <a:pt x="544911" y="54720"/>
                </a:lnTo>
                <a:lnTo>
                  <a:pt x="544146" y="54432"/>
                </a:lnTo>
                <a:lnTo>
                  <a:pt x="543373" y="54154"/>
                </a:lnTo>
                <a:lnTo>
                  <a:pt x="542589" y="53887"/>
                </a:lnTo>
                <a:lnTo>
                  <a:pt x="541796" y="53631"/>
                </a:lnTo>
                <a:lnTo>
                  <a:pt x="540993" y="53385"/>
                </a:lnTo>
                <a:lnTo>
                  <a:pt x="540181" y="53150"/>
                </a:lnTo>
                <a:lnTo>
                  <a:pt x="539359" y="52926"/>
                </a:lnTo>
                <a:lnTo>
                  <a:pt x="538527" y="52713"/>
                </a:lnTo>
                <a:lnTo>
                  <a:pt x="537686" y="52510"/>
                </a:lnTo>
                <a:lnTo>
                  <a:pt x="536835" y="52317"/>
                </a:lnTo>
                <a:lnTo>
                  <a:pt x="535975" y="52136"/>
                </a:lnTo>
                <a:lnTo>
                  <a:pt x="535106" y="51963"/>
                </a:lnTo>
                <a:lnTo>
                  <a:pt x="534230" y="51798"/>
                </a:lnTo>
                <a:lnTo>
                  <a:pt x="533346" y="51640"/>
                </a:lnTo>
                <a:lnTo>
                  <a:pt x="532454" y="51490"/>
                </a:lnTo>
                <a:lnTo>
                  <a:pt x="531556" y="51346"/>
                </a:lnTo>
                <a:lnTo>
                  <a:pt x="530649" y="51210"/>
                </a:lnTo>
                <a:lnTo>
                  <a:pt x="529735" y="51082"/>
                </a:lnTo>
                <a:lnTo>
                  <a:pt x="528814" y="50961"/>
                </a:lnTo>
                <a:lnTo>
                  <a:pt x="527885" y="50847"/>
                </a:lnTo>
                <a:lnTo>
                  <a:pt x="526949" y="50740"/>
                </a:lnTo>
                <a:lnTo>
                  <a:pt x="526005" y="50641"/>
                </a:lnTo>
                <a:lnTo>
                  <a:pt x="525054" y="50550"/>
                </a:lnTo>
                <a:lnTo>
                  <a:pt x="524095" y="50465"/>
                </a:lnTo>
                <a:lnTo>
                  <a:pt x="523129" y="50388"/>
                </a:lnTo>
                <a:lnTo>
                  <a:pt x="522155" y="50318"/>
                </a:lnTo>
                <a:lnTo>
                  <a:pt x="521174" y="50256"/>
                </a:lnTo>
                <a:lnTo>
                  <a:pt x="520185" y="50201"/>
                </a:lnTo>
                <a:lnTo>
                  <a:pt x="519189" y="50153"/>
                </a:lnTo>
                <a:lnTo>
                  <a:pt x="518185" y="50113"/>
                </a:lnTo>
                <a:lnTo>
                  <a:pt x="517174" y="50079"/>
                </a:lnTo>
                <a:lnTo>
                  <a:pt x="516155" y="50054"/>
                </a:lnTo>
                <a:lnTo>
                  <a:pt x="515129" y="50035"/>
                </a:lnTo>
                <a:lnTo>
                  <a:pt x="514096" y="50024"/>
                </a:lnTo>
                <a:lnTo>
                  <a:pt x="513054" y="50021"/>
                </a:lnTo>
                <a:lnTo>
                  <a:pt x="511635" y="50028"/>
                </a:lnTo>
                <a:lnTo>
                  <a:pt x="510229" y="50051"/>
                </a:lnTo>
                <a:lnTo>
                  <a:pt x="508838" y="50089"/>
                </a:lnTo>
                <a:lnTo>
                  <a:pt x="507461" y="50142"/>
                </a:lnTo>
                <a:lnTo>
                  <a:pt x="506098" y="50210"/>
                </a:lnTo>
                <a:lnTo>
                  <a:pt x="504750" y="50294"/>
                </a:lnTo>
                <a:lnTo>
                  <a:pt x="503416" y="50392"/>
                </a:lnTo>
                <a:lnTo>
                  <a:pt x="502096" y="50506"/>
                </a:lnTo>
                <a:lnTo>
                  <a:pt x="500790" y="50635"/>
                </a:lnTo>
                <a:lnTo>
                  <a:pt x="499499" y="50779"/>
                </a:lnTo>
                <a:lnTo>
                  <a:pt x="498222" y="50939"/>
                </a:lnTo>
                <a:lnTo>
                  <a:pt x="496959" y="51113"/>
                </a:lnTo>
                <a:lnTo>
                  <a:pt x="495711" y="51303"/>
                </a:lnTo>
                <a:lnTo>
                  <a:pt x="494477" y="51507"/>
                </a:lnTo>
                <a:lnTo>
                  <a:pt x="493257" y="51727"/>
                </a:lnTo>
                <a:lnTo>
                  <a:pt x="492051" y="51963"/>
                </a:lnTo>
                <a:lnTo>
                  <a:pt x="490860" y="52213"/>
                </a:lnTo>
                <a:lnTo>
                  <a:pt x="489683" y="52478"/>
                </a:lnTo>
                <a:lnTo>
                  <a:pt x="488520" y="52759"/>
                </a:lnTo>
                <a:lnTo>
                  <a:pt x="487372" y="53055"/>
                </a:lnTo>
                <a:lnTo>
                  <a:pt x="486238" y="53366"/>
                </a:lnTo>
                <a:lnTo>
                  <a:pt x="485118" y="53692"/>
                </a:lnTo>
                <a:lnTo>
                  <a:pt x="484012" y="54033"/>
                </a:lnTo>
                <a:lnTo>
                  <a:pt x="482921" y="54390"/>
                </a:lnTo>
                <a:lnTo>
                  <a:pt x="481846" y="54764"/>
                </a:lnTo>
                <a:lnTo>
                  <a:pt x="480791" y="55157"/>
                </a:lnTo>
                <a:lnTo>
                  <a:pt x="479756" y="55570"/>
                </a:lnTo>
                <a:lnTo>
                  <a:pt x="478741" y="56002"/>
                </a:lnTo>
                <a:lnTo>
                  <a:pt x="477745" y="56454"/>
                </a:lnTo>
                <a:lnTo>
                  <a:pt x="476769" y="56925"/>
                </a:lnTo>
                <a:lnTo>
                  <a:pt x="475813" y="57415"/>
                </a:lnTo>
                <a:lnTo>
                  <a:pt x="474876" y="57925"/>
                </a:lnTo>
                <a:lnTo>
                  <a:pt x="473959" y="58455"/>
                </a:lnTo>
                <a:lnTo>
                  <a:pt x="473061" y="59004"/>
                </a:lnTo>
                <a:lnTo>
                  <a:pt x="472184" y="59572"/>
                </a:lnTo>
                <a:lnTo>
                  <a:pt x="471326" y="60160"/>
                </a:lnTo>
                <a:lnTo>
                  <a:pt x="470487" y="60767"/>
                </a:lnTo>
                <a:lnTo>
                  <a:pt x="469668" y="61394"/>
                </a:lnTo>
                <a:lnTo>
                  <a:pt x="468869" y="62040"/>
                </a:lnTo>
                <a:lnTo>
                  <a:pt x="468090" y="62706"/>
                </a:lnTo>
                <a:lnTo>
                  <a:pt x="467330" y="63391"/>
                </a:lnTo>
                <a:lnTo>
                  <a:pt x="466590" y="64096"/>
                </a:lnTo>
                <a:lnTo>
                  <a:pt x="465869" y="64820"/>
                </a:lnTo>
                <a:lnTo>
                  <a:pt x="465168" y="65563"/>
                </a:lnTo>
                <a:lnTo>
                  <a:pt x="464487" y="66326"/>
                </a:lnTo>
                <a:lnTo>
                  <a:pt x="463826" y="67109"/>
                </a:lnTo>
                <a:lnTo>
                  <a:pt x="463184" y="67911"/>
                </a:lnTo>
                <a:lnTo>
                  <a:pt x="462562" y="68732"/>
                </a:lnTo>
                <a:lnTo>
                  <a:pt x="461962" y="69575"/>
                </a:lnTo>
                <a:lnTo>
                  <a:pt x="461388" y="70443"/>
                </a:lnTo>
                <a:lnTo>
                  <a:pt x="460840" y="71335"/>
                </a:lnTo>
                <a:lnTo>
                  <a:pt x="460317" y="72252"/>
                </a:lnTo>
                <a:lnTo>
                  <a:pt x="459819" y="73194"/>
                </a:lnTo>
                <a:lnTo>
                  <a:pt x="459347" y="74160"/>
                </a:lnTo>
                <a:lnTo>
                  <a:pt x="458901" y="75151"/>
                </a:lnTo>
                <a:lnTo>
                  <a:pt x="458480" y="76167"/>
                </a:lnTo>
                <a:lnTo>
                  <a:pt x="458084" y="77207"/>
                </a:lnTo>
                <a:lnTo>
                  <a:pt x="457714" y="78272"/>
                </a:lnTo>
                <a:lnTo>
                  <a:pt x="457370" y="79362"/>
                </a:lnTo>
                <a:lnTo>
                  <a:pt x="457051" y="80476"/>
                </a:lnTo>
                <a:lnTo>
                  <a:pt x="456757" y="81615"/>
                </a:lnTo>
                <a:lnTo>
                  <a:pt x="456489" y="82778"/>
                </a:lnTo>
                <a:lnTo>
                  <a:pt x="456247" y="83966"/>
                </a:lnTo>
                <a:lnTo>
                  <a:pt x="456030" y="85179"/>
                </a:lnTo>
                <a:lnTo>
                  <a:pt x="455839" y="86417"/>
                </a:lnTo>
                <a:lnTo>
                  <a:pt x="455673" y="87679"/>
                </a:lnTo>
                <a:lnTo>
                  <a:pt x="455533" y="88966"/>
                </a:lnTo>
                <a:lnTo>
                  <a:pt x="455418" y="90277"/>
                </a:lnTo>
                <a:lnTo>
                  <a:pt x="455329" y="91613"/>
                </a:lnTo>
                <a:lnTo>
                  <a:pt x="455265" y="92974"/>
                </a:lnTo>
                <a:lnTo>
                  <a:pt x="455226" y="94359"/>
                </a:lnTo>
                <a:lnTo>
                  <a:pt x="455214" y="95769"/>
                </a:lnTo>
                <a:lnTo>
                  <a:pt x="488651" y="95769"/>
                </a:lnTo>
                <a:lnTo>
                  <a:pt x="488663" y="94811"/>
                </a:lnTo>
                <a:lnTo>
                  <a:pt x="488699" y="93875"/>
                </a:lnTo>
                <a:lnTo>
                  <a:pt x="488758" y="92962"/>
                </a:lnTo>
                <a:lnTo>
                  <a:pt x="488842" y="92070"/>
                </a:lnTo>
                <a:lnTo>
                  <a:pt x="488949" y="91202"/>
                </a:lnTo>
                <a:lnTo>
                  <a:pt x="489081" y="90355"/>
                </a:lnTo>
                <a:lnTo>
                  <a:pt x="489236" y="89531"/>
                </a:lnTo>
                <a:lnTo>
                  <a:pt x="489415" y="88730"/>
                </a:lnTo>
                <a:lnTo>
                  <a:pt x="489618" y="87950"/>
                </a:lnTo>
                <a:lnTo>
                  <a:pt x="489845" y="87193"/>
                </a:lnTo>
                <a:lnTo>
                  <a:pt x="490095" y="86459"/>
                </a:lnTo>
                <a:lnTo>
                  <a:pt x="490370" y="85747"/>
                </a:lnTo>
                <a:lnTo>
                  <a:pt x="490668" y="85057"/>
                </a:lnTo>
                <a:lnTo>
                  <a:pt x="490991" y="84389"/>
                </a:lnTo>
                <a:lnTo>
                  <a:pt x="491337" y="83744"/>
                </a:lnTo>
                <a:lnTo>
                  <a:pt x="491707" y="83122"/>
                </a:lnTo>
                <a:lnTo>
                  <a:pt x="492101" y="82521"/>
                </a:lnTo>
                <a:lnTo>
                  <a:pt x="492519" y="81943"/>
                </a:lnTo>
                <a:lnTo>
                  <a:pt x="492960" y="81388"/>
                </a:lnTo>
                <a:lnTo>
                  <a:pt x="493426" y="80855"/>
                </a:lnTo>
                <a:lnTo>
                  <a:pt x="493915" y="80344"/>
                </a:lnTo>
                <a:lnTo>
                  <a:pt x="494429" y="79855"/>
                </a:lnTo>
                <a:lnTo>
                  <a:pt x="494966" y="79389"/>
                </a:lnTo>
                <a:lnTo>
                  <a:pt x="495527" y="78945"/>
                </a:lnTo>
                <a:lnTo>
                  <a:pt x="496107" y="78521"/>
                </a:lnTo>
                <a:lnTo>
                  <a:pt x="496699" y="78116"/>
                </a:lnTo>
                <a:lnTo>
                  <a:pt x="497305" y="77728"/>
                </a:lnTo>
                <a:lnTo>
                  <a:pt x="497924" y="77358"/>
                </a:lnTo>
                <a:lnTo>
                  <a:pt x="498556" y="77006"/>
                </a:lnTo>
                <a:lnTo>
                  <a:pt x="499201" y="76672"/>
                </a:lnTo>
                <a:lnTo>
                  <a:pt x="499859" y="76357"/>
                </a:lnTo>
                <a:lnTo>
                  <a:pt x="500531" y="76059"/>
                </a:lnTo>
                <a:lnTo>
                  <a:pt x="501215" y="75780"/>
                </a:lnTo>
                <a:lnTo>
                  <a:pt x="501912" y="75518"/>
                </a:lnTo>
                <a:lnTo>
                  <a:pt x="502623" y="75274"/>
                </a:lnTo>
                <a:lnTo>
                  <a:pt x="503347" y="75049"/>
                </a:lnTo>
                <a:lnTo>
                  <a:pt x="504084" y="74842"/>
                </a:lnTo>
                <a:lnTo>
                  <a:pt x="504834" y="74652"/>
                </a:lnTo>
                <a:lnTo>
                  <a:pt x="505597" y="74481"/>
                </a:lnTo>
                <a:lnTo>
                  <a:pt x="506373" y="74327"/>
                </a:lnTo>
                <a:lnTo>
                  <a:pt x="507162" y="74192"/>
                </a:lnTo>
                <a:lnTo>
                  <a:pt x="507965" y="74075"/>
                </a:lnTo>
                <a:lnTo>
                  <a:pt x="508780" y="73976"/>
                </a:lnTo>
                <a:lnTo>
                  <a:pt x="509609" y="73895"/>
                </a:lnTo>
                <a:lnTo>
                  <a:pt x="510451" y="73831"/>
                </a:lnTo>
                <a:lnTo>
                  <a:pt x="511305" y="73786"/>
                </a:lnTo>
                <a:lnTo>
                  <a:pt x="512173" y="73759"/>
                </a:lnTo>
                <a:lnTo>
                  <a:pt x="513054" y="73750"/>
                </a:lnTo>
                <a:lnTo>
                  <a:pt x="513857" y="73759"/>
                </a:lnTo>
                <a:lnTo>
                  <a:pt x="514648" y="73784"/>
                </a:lnTo>
                <a:lnTo>
                  <a:pt x="515425" y="73826"/>
                </a:lnTo>
                <a:lnTo>
                  <a:pt x="516191" y="73886"/>
                </a:lnTo>
                <a:lnTo>
                  <a:pt x="516944" y="73962"/>
                </a:lnTo>
                <a:lnTo>
                  <a:pt x="517685" y="74055"/>
                </a:lnTo>
                <a:lnTo>
                  <a:pt x="518413" y="74165"/>
                </a:lnTo>
                <a:lnTo>
                  <a:pt x="519129" y="74291"/>
                </a:lnTo>
                <a:lnTo>
                  <a:pt x="519833" y="74435"/>
                </a:lnTo>
                <a:lnTo>
                  <a:pt x="520524" y="74596"/>
                </a:lnTo>
                <a:lnTo>
                  <a:pt x="521202" y="74773"/>
                </a:lnTo>
                <a:lnTo>
                  <a:pt x="521869" y="74968"/>
                </a:lnTo>
                <a:lnTo>
                  <a:pt x="522523" y="75179"/>
                </a:lnTo>
                <a:lnTo>
                  <a:pt x="523164" y="75408"/>
                </a:lnTo>
                <a:lnTo>
                  <a:pt x="523793" y="75653"/>
                </a:lnTo>
                <a:lnTo>
                  <a:pt x="524410" y="75915"/>
                </a:lnTo>
                <a:lnTo>
                  <a:pt x="525014" y="76194"/>
                </a:lnTo>
                <a:lnTo>
                  <a:pt x="525606" y="76490"/>
                </a:lnTo>
                <a:lnTo>
                  <a:pt x="526185" y="76803"/>
                </a:lnTo>
                <a:lnTo>
                  <a:pt x="526752" y="77133"/>
                </a:lnTo>
                <a:lnTo>
                  <a:pt x="527307" y="77479"/>
                </a:lnTo>
                <a:lnTo>
                  <a:pt x="527849" y="77843"/>
                </a:lnTo>
                <a:lnTo>
                  <a:pt x="528379" y="78223"/>
                </a:lnTo>
                <a:lnTo>
                  <a:pt x="528897" y="78621"/>
                </a:lnTo>
                <a:lnTo>
                  <a:pt x="529397" y="79041"/>
                </a:lnTo>
                <a:lnTo>
                  <a:pt x="529876" y="79491"/>
                </a:lnTo>
                <a:lnTo>
                  <a:pt x="530334" y="79969"/>
                </a:lnTo>
                <a:lnTo>
                  <a:pt x="530771" y="80476"/>
                </a:lnTo>
                <a:lnTo>
                  <a:pt x="531186" y="81013"/>
                </a:lnTo>
                <a:lnTo>
                  <a:pt x="531580" y="81578"/>
                </a:lnTo>
                <a:lnTo>
                  <a:pt x="531953" y="82172"/>
                </a:lnTo>
                <a:lnTo>
                  <a:pt x="532305" y="82796"/>
                </a:lnTo>
                <a:lnTo>
                  <a:pt x="532635" y="83448"/>
                </a:lnTo>
                <a:lnTo>
                  <a:pt x="532944" y="84130"/>
                </a:lnTo>
                <a:lnTo>
                  <a:pt x="533231" y="84840"/>
                </a:lnTo>
                <a:lnTo>
                  <a:pt x="533498" y="85579"/>
                </a:lnTo>
                <a:lnTo>
                  <a:pt x="533742" y="86348"/>
                </a:lnTo>
                <a:lnTo>
                  <a:pt x="533966" y="87145"/>
                </a:lnTo>
                <a:lnTo>
                  <a:pt x="534168" y="87971"/>
                </a:lnTo>
                <a:lnTo>
                  <a:pt x="534350" y="88826"/>
                </a:lnTo>
                <a:lnTo>
                  <a:pt x="534509" y="89711"/>
                </a:lnTo>
                <a:lnTo>
                  <a:pt x="534648" y="90624"/>
                </a:lnTo>
                <a:lnTo>
                  <a:pt x="534765" y="91566"/>
                </a:lnTo>
                <a:lnTo>
                  <a:pt x="534861" y="92538"/>
                </a:lnTo>
                <a:lnTo>
                  <a:pt x="534935" y="93538"/>
                </a:lnTo>
                <a:lnTo>
                  <a:pt x="534989" y="94567"/>
                </a:lnTo>
                <a:lnTo>
                  <a:pt x="535021" y="95626"/>
                </a:lnTo>
                <a:lnTo>
                  <a:pt x="535031" y="96713"/>
                </a:lnTo>
                <a:lnTo>
                  <a:pt x="535031" y="103947"/>
                </a:lnTo>
                <a:lnTo>
                  <a:pt x="532874" y="103997"/>
                </a:lnTo>
                <a:lnTo>
                  <a:pt x="530739" y="104057"/>
                </a:lnTo>
                <a:lnTo>
                  <a:pt x="528626" y="104127"/>
                </a:lnTo>
                <a:lnTo>
                  <a:pt x="526535" y="104206"/>
                </a:lnTo>
                <a:lnTo>
                  <a:pt x="524467" y="104295"/>
                </a:lnTo>
                <a:lnTo>
                  <a:pt x="522421" y="104394"/>
                </a:lnTo>
                <a:lnTo>
                  <a:pt x="520397" y="104502"/>
                </a:lnTo>
                <a:lnTo>
                  <a:pt x="518395" y="104620"/>
                </a:lnTo>
                <a:lnTo>
                  <a:pt x="516416" y="104748"/>
                </a:lnTo>
                <a:lnTo>
                  <a:pt x="514458" y="104885"/>
                </a:lnTo>
                <a:lnTo>
                  <a:pt x="512523" y="105032"/>
                </a:lnTo>
                <a:lnTo>
                  <a:pt x="510611" y="105189"/>
                </a:lnTo>
                <a:lnTo>
                  <a:pt x="508720" y="105356"/>
                </a:lnTo>
                <a:lnTo>
                  <a:pt x="506852" y="105532"/>
                </a:lnTo>
                <a:lnTo>
                  <a:pt x="505006" y="105718"/>
                </a:lnTo>
                <a:lnTo>
                  <a:pt x="503182" y="105913"/>
                </a:lnTo>
                <a:lnTo>
                  <a:pt x="501381" y="106119"/>
                </a:lnTo>
                <a:lnTo>
                  <a:pt x="499601" y="106334"/>
                </a:lnTo>
                <a:lnTo>
                  <a:pt x="497844" y="106559"/>
                </a:lnTo>
                <a:lnTo>
                  <a:pt x="496109" y="106793"/>
                </a:lnTo>
                <a:lnTo>
                  <a:pt x="494397" y="107037"/>
                </a:lnTo>
                <a:lnTo>
                  <a:pt x="492706" y="107291"/>
                </a:lnTo>
                <a:lnTo>
                  <a:pt x="491038" y="107554"/>
                </a:lnTo>
                <a:lnTo>
                  <a:pt x="489392" y="107828"/>
                </a:lnTo>
                <a:lnTo>
                  <a:pt x="487773" y="108116"/>
                </a:lnTo>
                <a:lnTo>
                  <a:pt x="486183" y="108425"/>
                </a:lnTo>
                <a:lnTo>
                  <a:pt x="484624" y="108756"/>
                </a:lnTo>
                <a:lnTo>
                  <a:pt x="483095" y="109106"/>
                </a:lnTo>
                <a:lnTo>
                  <a:pt x="481596" y="109478"/>
                </a:lnTo>
                <a:lnTo>
                  <a:pt x="480127" y="109871"/>
                </a:lnTo>
                <a:lnTo>
                  <a:pt x="478689" y="110284"/>
                </a:lnTo>
                <a:lnTo>
                  <a:pt x="477280" y="110718"/>
                </a:lnTo>
                <a:lnTo>
                  <a:pt x="475902" y="111173"/>
                </a:lnTo>
                <a:lnTo>
                  <a:pt x="474554" y="111649"/>
                </a:lnTo>
                <a:lnTo>
                  <a:pt x="473237" y="112145"/>
                </a:lnTo>
                <a:lnTo>
                  <a:pt x="471949" y="112663"/>
                </a:lnTo>
                <a:lnTo>
                  <a:pt x="470692" y="113201"/>
                </a:lnTo>
                <a:lnTo>
                  <a:pt x="469465" y="113760"/>
                </a:lnTo>
                <a:lnTo>
                  <a:pt x="468268" y="114339"/>
                </a:lnTo>
                <a:lnTo>
                  <a:pt x="467101" y="114940"/>
                </a:lnTo>
                <a:lnTo>
                  <a:pt x="465964" y="115561"/>
                </a:lnTo>
                <a:lnTo>
                  <a:pt x="464858" y="116203"/>
                </a:lnTo>
                <a:lnTo>
                  <a:pt x="463782" y="116866"/>
                </a:lnTo>
                <a:lnTo>
                  <a:pt x="462736" y="117550"/>
                </a:lnTo>
                <a:lnTo>
                  <a:pt x="461720" y="118255"/>
                </a:lnTo>
                <a:lnTo>
                  <a:pt x="460735" y="118980"/>
                </a:lnTo>
                <a:lnTo>
                  <a:pt x="459779" y="119726"/>
                </a:lnTo>
                <a:lnTo>
                  <a:pt x="458854" y="120493"/>
                </a:lnTo>
                <a:lnTo>
                  <a:pt x="457963" y="121286"/>
                </a:lnTo>
                <a:lnTo>
                  <a:pt x="457110" y="122110"/>
                </a:lnTo>
                <a:lnTo>
                  <a:pt x="456294" y="122965"/>
                </a:lnTo>
                <a:lnTo>
                  <a:pt x="455517" y="123853"/>
                </a:lnTo>
                <a:lnTo>
                  <a:pt x="454778" y="124771"/>
                </a:lnTo>
                <a:lnTo>
                  <a:pt x="454076" y="125721"/>
                </a:lnTo>
                <a:lnTo>
                  <a:pt x="453413" y="126702"/>
                </a:lnTo>
                <a:lnTo>
                  <a:pt x="452787" y="127715"/>
                </a:lnTo>
                <a:lnTo>
                  <a:pt x="452199" y="128759"/>
                </a:lnTo>
                <a:lnTo>
                  <a:pt x="451649" y="129835"/>
                </a:lnTo>
                <a:lnTo>
                  <a:pt x="451137" y="130942"/>
                </a:lnTo>
                <a:lnTo>
                  <a:pt x="450663" y="132081"/>
                </a:lnTo>
                <a:lnTo>
                  <a:pt x="450227" y="133251"/>
                </a:lnTo>
                <a:lnTo>
                  <a:pt x="449829" y="134452"/>
                </a:lnTo>
                <a:lnTo>
                  <a:pt x="449469" y="135685"/>
                </a:lnTo>
                <a:lnTo>
                  <a:pt x="449147" y="136949"/>
                </a:lnTo>
                <a:lnTo>
                  <a:pt x="448862" y="138245"/>
                </a:lnTo>
                <a:lnTo>
                  <a:pt x="448616" y="139572"/>
                </a:lnTo>
                <a:lnTo>
                  <a:pt x="448407" y="140931"/>
                </a:lnTo>
                <a:lnTo>
                  <a:pt x="448236" y="142321"/>
                </a:lnTo>
                <a:lnTo>
                  <a:pt x="448104" y="143743"/>
                </a:lnTo>
                <a:lnTo>
                  <a:pt x="448009" y="145195"/>
                </a:lnTo>
                <a:lnTo>
                  <a:pt x="447952" y="146680"/>
                </a:lnTo>
                <a:lnTo>
                  <a:pt x="447933" y="148196"/>
                </a:lnTo>
                <a:lnTo>
                  <a:pt x="447944" y="149288"/>
                </a:lnTo>
                <a:lnTo>
                  <a:pt x="447975" y="150366"/>
                </a:lnTo>
                <a:lnTo>
                  <a:pt x="448027" y="151428"/>
                </a:lnTo>
                <a:lnTo>
                  <a:pt x="448100" y="152474"/>
                </a:lnTo>
                <a:lnTo>
                  <a:pt x="448193" y="153506"/>
                </a:lnTo>
                <a:lnTo>
                  <a:pt x="448308" y="154522"/>
                </a:lnTo>
                <a:lnTo>
                  <a:pt x="448443" y="155522"/>
                </a:lnTo>
                <a:lnTo>
                  <a:pt x="448600" y="156508"/>
                </a:lnTo>
                <a:lnTo>
                  <a:pt x="448777" y="157478"/>
                </a:lnTo>
                <a:lnTo>
                  <a:pt x="448975" y="158432"/>
                </a:lnTo>
                <a:lnTo>
                  <a:pt x="449193" y="159371"/>
                </a:lnTo>
                <a:lnTo>
                  <a:pt x="449433" y="160295"/>
                </a:lnTo>
                <a:lnTo>
                  <a:pt x="449693" y="161204"/>
                </a:lnTo>
                <a:lnTo>
                  <a:pt x="449975" y="162097"/>
                </a:lnTo>
                <a:lnTo>
                  <a:pt x="450277" y="162975"/>
                </a:lnTo>
                <a:lnTo>
                  <a:pt x="450600" y="163837"/>
                </a:lnTo>
                <a:lnTo>
                  <a:pt x="450943" y="164685"/>
                </a:lnTo>
                <a:lnTo>
                  <a:pt x="451308" y="165516"/>
                </a:lnTo>
                <a:lnTo>
                  <a:pt x="451693" y="166333"/>
                </a:lnTo>
                <a:lnTo>
                  <a:pt x="452100" y="167134"/>
                </a:lnTo>
                <a:lnTo>
                  <a:pt x="452527" y="167920"/>
                </a:lnTo>
                <a:lnTo>
                  <a:pt x="452975" y="168690"/>
                </a:lnTo>
                <a:lnTo>
                  <a:pt x="453443" y="169445"/>
                </a:lnTo>
                <a:lnTo>
                  <a:pt x="453933" y="170185"/>
                </a:lnTo>
                <a:lnTo>
                  <a:pt x="454439" y="170909"/>
                </a:lnTo>
                <a:lnTo>
                  <a:pt x="454959" y="171618"/>
                </a:lnTo>
                <a:lnTo>
                  <a:pt x="455491" y="172311"/>
                </a:lnTo>
                <a:lnTo>
                  <a:pt x="456036" y="172989"/>
                </a:lnTo>
                <a:lnTo>
                  <a:pt x="456594" y="173652"/>
                </a:lnTo>
                <a:lnTo>
                  <a:pt x="457165" y="174299"/>
                </a:lnTo>
                <a:lnTo>
                  <a:pt x="457748" y="174931"/>
                </a:lnTo>
                <a:lnTo>
                  <a:pt x="458345" y="175547"/>
                </a:lnTo>
                <a:lnTo>
                  <a:pt x="458954" y="176148"/>
                </a:lnTo>
                <a:lnTo>
                  <a:pt x="459576" y="176734"/>
                </a:lnTo>
                <a:lnTo>
                  <a:pt x="460212" y="177305"/>
                </a:lnTo>
                <a:lnTo>
                  <a:pt x="460860" y="177860"/>
                </a:lnTo>
                <a:lnTo>
                  <a:pt x="461521" y="178399"/>
                </a:lnTo>
                <a:lnTo>
                  <a:pt x="462194" y="178924"/>
                </a:lnTo>
                <a:lnTo>
                  <a:pt x="462881" y="179433"/>
                </a:lnTo>
                <a:lnTo>
                  <a:pt x="463580" y="179926"/>
                </a:lnTo>
                <a:lnTo>
                  <a:pt x="464293" y="180405"/>
                </a:lnTo>
                <a:lnTo>
                  <a:pt x="465018" y="180867"/>
                </a:lnTo>
                <a:lnTo>
                  <a:pt x="465756" y="181315"/>
                </a:lnTo>
                <a:lnTo>
                  <a:pt x="466507" y="181747"/>
                </a:lnTo>
                <a:lnTo>
                  <a:pt x="467271" y="182164"/>
                </a:lnTo>
                <a:lnTo>
                  <a:pt x="468048" y="182565"/>
                </a:lnTo>
                <a:lnTo>
                  <a:pt x="468838" y="182952"/>
                </a:lnTo>
                <a:lnTo>
                  <a:pt x="469640" y="183322"/>
                </a:lnTo>
                <a:lnTo>
                  <a:pt x="470452" y="183678"/>
                </a:lnTo>
                <a:lnTo>
                  <a:pt x="471268" y="184018"/>
                </a:lnTo>
                <a:lnTo>
                  <a:pt x="472090" y="184343"/>
                </a:lnTo>
                <a:lnTo>
                  <a:pt x="472917" y="184653"/>
                </a:lnTo>
                <a:lnTo>
                  <a:pt x="473749" y="184948"/>
                </a:lnTo>
                <a:lnTo>
                  <a:pt x="474587" y="185228"/>
                </a:lnTo>
                <a:lnTo>
                  <a:pt x="475429" y="185493"/>
                </a:lnTo>
                <a:lnTo>
                  <a:pt x="476277" y="185743"/>
                </a:lnTo>
                <a:lnTo>
                  <a:pt x="477129" y="185977"/>
                </a:lnTo>
                <a:lnTo>
                  <a:pt x="477987" y="186196"/>
                </a:lnTo>
                <a:lnTo>
                  <a:pt x="478850" y="186401"/>
                </a:lnTo>
                <a:lnTo>
                  <a:pt x="479718" y="186590"/>
                </a:lnTo>
                <a:lnTo>
                  <a:pt x="480592" y="186764"/>
                </a:lnTo>
                <a:lnTo>
                  <a:pt x="481470" y="186922"/>
                </a:lnTo>
                <a:lnTo>
                  <a:pt x="482354" y="187066"/>
                </a:lnTo>
                <a:lnTo>
                  <a:pt x="483243" y="187195"/>
                </a:lnTo>
                <a:lnTo>
                  <a:pt x="484137" y="187308"/>
                </a:lnTo>
                <a:lnTo>
                  <a:pt x="485036" y="187407"/>
                </a:lnTo>
                <a:lnTo>
                  <a:pt x="485940" y="187490"/>
                </a:lnTo>
                <a:lnTo>
                  <a:pt x="486849" y="187558"/>
                </a:lnTo>
                <a:lnTo>
                  <a:pt x="487764" y="187611"/>
                </a:lnTo>
                <a:lnTo>
                  <a:pt x="488684" y="187649"/>
                </a:lnTo>
                <a:lnTo>
                  <a:pt x="489608" y="187671"/>
                </a:lnTo>
                <a:lnTo>
                  <a:pt x="490538" y="187679"/>
                </a:lnTo>
                <a:lnTo>
                  <a:pt x="491735" y="187670"/>
                </a:lnTo>
                <a:lnTo>
                  <a:pt x="492919" y="187645"/>
                </a:lnTo>
                <a:lnTo>
                  <a:pt x="494092" y="187602"/>
                </a:lnTo>
                <a:lnTo>
                  <a:pt x="495254" y="187542"/>
                </a:lnTo>
                <a:close/>
                <a:moveTo>
                  <a:pt x="499611" y="163026"/>
                </a:moveTo>
                <a:lnTo>
                  <a:pt x="498973" y="162961"/>
                </a:lnTo>
                <a:lnTo>
                  <a:pt x="498346" y="162882"/>
                </a:lnTo>
                <a:lnTo>
                  <a:pt x="497729" y="162789"/>
                </a:lnTo>
                <a:lnTo>
                  <a:pt x="497122" y="162682"/>
                </a:lnTo>
                <a:lnTo>
                  <a:pt x="496527" y="162560"/>
                </a:lnTo>
                <a:lnTo>
                  <a:pt x="495941" y="162424"/>
                </a:lnTo>
                <a:lnTo>
                  <a:pt x="495366" y="162273"/>
                </a:lnTo>
                <a:lnTo>
                  <a:pt x="494802" y="162108"/>
                </a:lnTo>
                <a:lnTo>
                  <a:pt x="494249" y="161929"/>
                </a:lnTo>
                <a:lnTo>
                  <a:pt x="493705" y="161735"/>
                </a:lnTo>
                <a:lnTo>
                  <a:pt x="493173" y="161527"/>
                </a:lnTo>
                <a:lnTo>
                  <a:pt x="492651" y="161305"/>
                </a:lnTo>
                <a:lnTo>
                  <a:pt x="492139" y="161069"/>
                </a:lnTo>
                <a:lnTo>
                  <a:pt x="491638" y="160818"/>
                </a:lnTo>
                <a:lnTo>
                  <a:pt x="491148" y="160553"/>
                </a:lnTo>
                <a:lnTo>
                  <a:pt x="490668" y="160273"/>
                </a:lnTo>
                <a:lnTo>
                  <a:pt x="490198" y="159979"/>
                </a:lnTo>
                <a:lnTo>
                  <a:pt x="489739" y="159671"/>
                </a:lnTo>
                <a:lnTo>
                  <a:pt x="489291" y="159348"/>
                </a:lnTo>
                <a:lnTo>
                  <a:pt x="488853" y="159011"/>
                </a:lnTo>
                <a:lnTo>
                  <a:pt x="488429" y="158660"/>
                </a:lnTo>
                <a:lnTo>
                  <a:pt x="488024" y="158293"/>
                </a:lnTo>
                <a:lnTo>
                  <a:pt x="487636" y="157910"/>
                </a:lnTo>
                <a:lnTo>
                  <a:pt x="487267" y="157513"/>
                </a:lnTo>
                <a:lnTo>
                  <a:pt x="486915" y="157100"/>
                </a:lnTo>
                <a:lnTo>
                  <a:pt x="486582" y="156671"/>
                </a:lnTo>
                <a:lnTo>
                  <a:pt x="486267" y="156228"/>
                </a:lnTo>
                <a:lnTo>
                  <a:pt x="485969" y="155769"/>
                </a:lnTo>
                <a:lnTo>
                  <a:pt x="485690" y="155295"/>
                </a:lnTo>
                <a:lnTo>
                  <a:pt x="485429" y="154805"/>
                </a:lnTo>
                <a:lnTo>
                  <a:pt x="485185" y="154301"/>
                </a:lnTo>
                <a:lnTo>
                  <a:pt x="484960" y="153780"/>
                </a:lnTo>
                <a:lnTo>
                  <a:pt x="484753" y="153245"/>
                </a:lnTo>
                <a:lnTo>
                  <a:pt x="484563" y="152694"/>
                </a:lnTo>
                <a:lnTo>
                  <a:pt x="484392" y="152128"/>
                </a:lnTo>
                <a:lnTo>
                  <a:pt x="484239" y="151547"/>
                </a:lnTo>
                <a:lnTo>
                  <a:pt x="484104" y="150951"/>
                </a:lnTo>
                <a:lnTo>
                  <a:pt x="483987" y="150339"/>
                </a:lnTo>
                <a:lnTo>
                  <a:pt x="483887" y="149711"/>
                </a:lnTo>
                <a:lnTo>
                  <a:pt x="483806" y="149069"/>
                </a:lnTo>
                <a:lnTo>
                  <a:pt x="483743" y="148411"/>
                </a:lnTo>
                <a:lnTo>
                  <a:pt x="483698" y="147738"/>
                </a:lnTo>
                <a:lnTo>
                  <a:pt x="483671" y="147050"/>
                </a:lnTo>
                <a:lnTo>
                  <a:pt x="483662" y="146346"/>
                </a:lnTo>
                <a:lnTo>
                  <a:pt x="483682" y="145371"/>
                </a:lnTo>
                <a:lnTo>
                  <a:pt x="483741" y="144418"/>
                </a:lnTo>
                <a:lnTo>
                  <a:pt x="483839" y="143488"/>
                </a:lnTo>
                <a:lnTo>
                  <a:pt x="483977" y="142581"/>
                </a:lnTo>
                <a:lnTo>
                  <a:pt x="484154" y="141697"/>
                </a:lnTo>
                <a:lnTo>
                  <a:pt x="484370" y="140835"/>
                </a:lnTo>
                <a:lnTo>
                  <a:pt x="484626" y="139996"/>
                </a:lnTo>
                <a:lnTo>
                  <a:pt x="484921" y="139180"/>
                </a:lnTo>
                <a:lnTo>
                  <a:pt x="485255" y="138386"/>
                </a:lnTo>
                <a:lnTo>
                  <a:pt x="485628" y="137615"/>
                </a:lnTo>
                <a:lnTo>
                  <a:pt x="486041" y="136867"/>
                </a:lnTo>
                <a:lnTo>
                  <a:pt x="486494" y="136141"/>
                </a:lnTo>
                <a:lnTo>
                  <a:pt x="486985" y="135439"/>
                </a:lnTo>
                <a:lnTo>
                  <a:pt x="487516" y="134758"/>
                </a:lnTo>
                <a:lnTo>
                  <a:pt x="488086" y="134101"/>
                </a:lnTo>
                <a:lnTo>
                  <a:pt x="488696" y="133466"/>
                </a:lnTo>
                <a:lnTo>
                  <a:pt x="489345" y="132854"/>
                </a:lnTo>
                <a:lnTo>
                  <a:pt x="490033" y="132265"/>
                </a:lnTo>
                <a:lnTo>
                  <a:pt x="490760" y="131698"/>
                </a:lnTo>
                <a:lnTo>
                  <a:pt x="491527" y="131155"/>
                </a:lnTo>
                <a:lnTo>
                  <a:pt x="492333" y="130633"/>
                </a:lnTo>
                <a:lnTo>
                  <a:pt x="493179" y="130135"/>
                </a:lnTo>
                <a:lnTo>
                  <a:pt x="494064" y="129659"/>
                </a:lnTo>
                <a:lnTo>
                  <a:pt x="494988" y="129206"/>
                </a:lnTo>
                <a:lnTo>
                  <a:pt x="495961" y="128773"/>
                </a:lnTo>
                <a:lnTo>
                  <a:pt x="496993" y="128359"/>
                </a:lnTo>
                <a:lnTo>
                  <a:pt x="498084" y="127962"/>
                </a:lnTo>
                <a:lnTo>
                  <a:pt x="499235" y="127583"/>
                </a:lnTo>
                <a:lnTo>
                  <a:pt x="500444" y="127222"/>
                </a:lnTo>
                <a:lnTo>
                  <a:pt x="501712" y="126879"/>
                </a:lnTo>
                <a:lnTo>
                  <a:pt x="503039" y="126553"/>
                </a:lnTo>
                <a:lnTo>
                  <a:pt x="504426" y="126246"/>
                </a:lnTo>
                <a:lnTo>
                  <a:pt x="505871" y="125957"/>
                </a:lnTo>
                <a:lnTo>
                  <a:pt x="507375" y="125685"/>
                </a:lnTo>
                <a:lnTo>
                  <a:pt x="508938" y="125432"/>
                </a:lnTo>
                <a:lnTo>
                  <a:pt x="510560" y="125196"/>
                </a:lnTo>
                <a:lnTo>
                  <a:pt x="512241" y="124978"/>
                </a:lnTo>
                <a:lnTo>
                  <a:pt x="513981" y="124779"/>
                </a:lnTo>
                <a:lnTo>
                  <a:pt x="515780" y="124597"/>
                </a:lnTo>
                <a:lnTo>
                  <a:pt x="517639" y="124433"/>
                </a:lnTo>
                <a:lnTo>
                  <a:pt x="519556" y="124287"/>
                </a:lnTo>
                <a:lnTo>
                  <a:pt x="521532" y="124159"/>
                </a:lnTo>
                <a:lnTo>
                  <a:pt x="523567" y="124049"/>
                </a:lnTo>
                <a:lnTo>
                  <a:pt x="525661" y="123956"/>
                </a:lnTo>
                <a:lnTo>
                  <a:pt x="527814" y="123882"/>
                </a:lnTo>
                <a:lnTo>
                  <a:pt x="530026" y="123826"/>
                </a:lnTo>
                <a:lnTo>
                  <a:pt x="532297" y="123787"/>
                </a:lnTo>
                <a:lnTo>
                  <a:pt x="534627" y="123767"/>
                </a:lnTo>
                <a:lnTo>
                  <a:pt x="534627" y="145520"/>
                </a:lnTo>
                <a:lnTo>
                  <a:pt x="534194" y="146091"/>
                </a:lnTo>
                <a:lnTo>
                  <a:pt x="533749" y="146656"/>
                </a:lnTo>
                <a:lnTo>
                  <a:pt x="533292" y="147217"/>
                </a:lnTo>
                <a:lnTo>
                  <a:pt x="532823" y="147772"/>
                </a:lnTo>
                <a:lnTo>
                  <a:pt x="532343" y="148322"/>
                </a:lnTo>
                <a:lnTo>
                  <a:pt x="531850" y="148866"/>
                </a:lnTo>
                <a:lnTo>
                  <a:pt x="531346" y="149405"/>
                </a:lnTo>
                <a:lnTo>
                  <a:pt x="530829" y="149940"/>
                </a:lnTo>
                <a:lnTo>
                  <a:pt x="530301" y="150468"/>
                </a:lnTo>
                <a:lnTo>
                  <a:pt x="529760" y="150992"/>
                </a:lnTo>
                <a:lnTo>
                  <a:pt x="529208" y="151510"/>
                </a:lnTo>
                <a:lnTo>
                  <a:pt x="528644" y="152023"/>
                </a:lnTo>
                <a:lnTo>
                  <a:pt x="528068" y="152531"/>
                </a:lnTo>
                <a:lnTo>
                  <a:pt x="527479" y="153034"/>
                </a:lnTo>
                <a:lnTo>
                  <a:pt x="526879" y="153531"/>
                </a:lnTo>
                <a:lnTo>
                  <a:pt x="526267" y="154024"/>
                </a:lnTo>
                <a:lnTo>
                  <a:pt x="525644" y="154511"/>
                </a:lnTo>
                <a:lnTo>
                  <a:pt x="525008" y="154992"/>
                </a:lnTo>
                <a:lnTo>
                  <a:pt x="524360" y="155469"/>
                </a:lnTo>
                <a:lnTo>
                  <a:pt x="523700" y="155940"/>
                </a:lnTo>
                <a:lnTo>
                  <a:pt x="523028" y="156406"/>
                </a:lnTo>
                <a:lnTo>
                  <a:pt x="522345" y="156867"/>
                </a:lnTo>
                <a:lnTo>
                  <a:pt x="521649" y="157322"/>
                </a:lnTo>
                <a:lnTo>
                  <a:pt x="520942" y="157773"/>
                </a:lnTo>
                <a:lnTo>
                  <a:pt x="520226" y="158211"/>
                </a:lnTo>
                <a:lnTo>
                  <a:pt x="519504" y="158630"/>
                </a:lnTo>
                <a:lnTo>
                  <a:pt x="518777" y="159031"/>
                </a:lnTo>
                <a:lnTo>
                  <a:pt x="518045" y="159413"/>
                </a:lnTo>
                <a:lnTo>
                  <a:pt x="517307" y="159776"/>
                </a:lnTo>
                <a:lnTo>
                  <a:pt x="516564" y="160121"/>
                </a:lnTo>
                <a:lnTo>
                  <a:pt x="515816" y="160447"/>
                </a:lnTo>
                <a:lnTo>
                  <a:pt x="515062" y="160755"/>
                </a:lnTo>
                <a:lnTo>
                  <a:pt x="514303" y="161044"/>
                </a:lnTo>
                <a:lnTo>
                  <a:pt x="513538" y="161314"/>
                </a:lnTo>
                <a:lnTo>
                  <a:pt x="512768" y="161565"/>
                </a:lnTo>
                <a:lnTo>
                  <a:pt x="511993" y="161798"/>
                </a:lnTo>
                <a:lnTo>
                  <a:pt x="511212" y="162013"/>
                </a:lnTo>
                <a:lnTo>
                  <a:pt x="510426" y="162208"/>
                </a:lnTo>
                <a:lnTo>
                  <a:pt x="509634" y="162386"/>
                </a:lnTo>
                <a:lnTo>
                  <a:pt x="508837" y="162544"/>
                </a:lnTo>
                <a:lnTo>
                  <a:pt x="508035" y="162684"/>
                </a:lnTo>
                <a:lnTo>
                  <a:pt x="507227" y="162805"/>
                </a:lnTo>
                <a:lnTo>
                  <a:pt x="506414" y="162907"/>
                </a:lnTo>
                <a:lnTo>
                  <a:pt x="505596" y="162991"/>
                </a:lnTo>
                <a:lnTo>
                  <a:pt x="504772" y="163057"/>
                </a:lnTo>
                <a:lnTo>
                  <a:pt x="503943" y="163103"/>
                </a:lnTo>
                <a:lnTo>
                  <a:pt x="503108" y="163131"/>
                </a:lnTo>
                <a:lnTo>
                  <a:pt x="502268" y="163140"/>
                </a:lnTo>
                <a:lnTo>
                  <a:pt x="501588" y="163133"/>
                </a:lnTo>
                <a:lnTo>
                  <a:pt x="500919" y="163112"/>
                </a:lnTo>
                <a:lnTo>
                  <a:pt x="500260" y="163076"/>
                </a:lnTo>
                <a:lnTo>
                  <a:pt x="499611" y="163026"/>
                </a:lnTo>
                <a:close/>
                <a:moveTo>
                  <a:pt x="766613" y="187411"/>
                </a:moveTo>
                <a:lnTo>
                  <a:pt x="767999" y="187293"/>
                </a:lnTo>
                <a:lnTo>
                  <a:pt x="769372" y="187153"/>
                </a:lnTo>
                <a:lnTo>
                  <a:pt x="770730" y="186993"/>
                </a:lnTo>
                <a:lnTo>
                  <a:pt x="772076" y="186810"/>
                </a:lnTo>
                <a:lnTo>
                  <a:pt x="773407" y="186606"/>
                </a:lnTo>
                <a:lnTo>
                  <a:pt x="774725" y="186381"/>
                </a:lnTo>
                <a:lnTo>
                  <a:pt x="776030" y="186135"/>
                </a:lnTo>
                <a:lnTo>
                  <a:pt x="777321" y="185867"/>
                </a:lnTo>
                <a:lnTo>
                  <a:pt x="778598" y="185577"/>
                </a:lnTo>
                <a:lnTo>
                  <a:pt x="779862" y="185266"/>
                </a:lnTo>
                <a:lnTo>
                  <a:pt x="781112" y="184934"/>
                </a:lnTo>
                <a:lnTo>
                  <a:pt x="782349" y="184580"/>
                </a:lnTo>
                <a:lnTo>
                  <a:pt x="783572" y="184204"/>
                </a:lnTo>
                <a:lnTo>
                  <a:pt x="784781" y="183808"/>
                </a:lnTo>
                <a:lnTo>
                  <a:pt x="785977" y="183389"/>
                </a:lnTo>
                <a:lnTo>
                  <a:pt x="787159" y="182950"/>
                </a:lnTo>
                <a:lnTo>
                  <a:pt x="788328" y="182489"/>
                </a:lnTo>
                <a:lnTo>
                  <a:pt x="789483" y="182006"/>
                </a:lnTo>
                <a:lnTo>
                  <a:pt x="790625" y="181502"/>
                </a:lnTo>
                <a:lnTo>
                  <a:pt x="791750" y="180977"/>
                </a:lnTo>
                <a:lnTo>
                  <a:pt x="792855" y="180433"/>
                </a:lnTo>
                <a:lnTo>
                  <a:pt x="793940" y="179868"/>
                </a:lnTo>
                <a:lnTo>
                  <a:pt x="795005" y="179283"/>
                </a:lnTo>
                <a:lnTo>
                  <a:pt x="796050" y="178678"/>
                </a:lnTo>
                <a:lnTo>
                  <a:pt x="797075" y="178054"/>
                </a:lnTo>
                <a:lnTo>
                  <a:pt x="798081" y="177409"/>
                </a:lnTo>
                <a:lnTo>
                  <a:pt x="799066" y="176744"/>
                </a:lnTo>
                <a:lnTo>
                  <a:pt x="800032" y="176060"/>
                </a:lnTo>
                <a:lnTo>
                  <a:pt x="800978" y="175355"/>
                </a:lnTo>
                <a:lnTo>
                  <a:pt x="801904" y="174630"/>
                </a:lnTo>
                <a:lnTo>
                  <a:pt x="802810" y="173885"/>
                </a:lnTo>
                <a:lnTo>
                  <a:pt x="803696" y="173121"/>
                </a:lnTo>
                <a:lnTo>
                  <a:pt x="804562" y="172336"/>
                </a:lnTo>
                <a:lnTo>
                  <a:pt x="805408" y="171531"/>
                </a:lnTo>
                <a:lnTo>
                  <a:pt x="806235" y="170707"/>
                </a:lnTo>
                <a:lnTo>
                  <a:pt x="807041" y="169862"/>
                </a:lnTo>
                <a:lnTo>
                  <a:pt x="807828" y="168997"/>
                </a:lnTo>
                <a:lnTo>
                  <a:pt x="808595" y="168112"/>
                </a:lnTo>
                <a:lnTo>
                  <a:pt x="809341" y="167208"/>
                </a:lnTo>
                <a:lnTo>
                  <a:pt x="810068" y="166283"/>
                </a:lnTo>
                <a:lnTo>
                  <a:pt x="810775" y="165338"/>
                </a:lnTo>
                <a:lnTo>
                  <a:pt x="811462" y="164374"/>
                </a:lnTo>
                <a:lnTo>
                  <a:pt x="812130" y="163389"/>
                </a:lnTo>
                <a:lnTo>
                  <a:pt x="812774" y="162384"/>
                </a:lnTo>
                <a:lnTo>
                  <a:pt x="813392" y="161361"/>
                </a:lnTo>
                <a:lnTo>
                  <a:pt x="813985" y="160318"/>
                </a:lnTo>
                <a:lnTo>
                  <a:pt x="814551" y="159256"/>
                </a:lnTo>
                <a:lnTo>
                  <a:pt x="815091" y="158175"/>
                </a:lnTo>
                <a:lnTo>
                  <a:pt x="815606" y="157076"/>
                </a:lnTo>
                <a:lnTo>
                  <a:pt x="816094" y="155957"/>
                </a:lnTo>
                <a:lnTo>
                  <a:pt x="816556" y="154819"/>
                </a:lnTo>
                <a:lnTo>
                  <a:pt x="816993" y="153661"/>
                </a:lnTo>
                <a:lnTo>
                  <a:pt x="817403" y="152485"/>
                </a:lnTo>
                <a:lnTo>
                  <a:pt x="817788" y="151290"/>
                </a:lnTo>
                <a:lnTo>
                  <a:pt x="818146" y="150076"/>
                </a:lnTo>
                <a:lnTo>
                  <a:pt x="818479" y="148843"/>
                </a:lnTo>
                <a:lnTo>
                  <a:pt x="818785" y="147590"/>
                </a:lnTo>
                <a:lnTo>
                  <a:pt x="819066" y="146319"/>
                </a:lnTo>
                <a:lnTo>
                  <a:pt x="819320" y="145028"/>
                </a:lnTo>
                <a:lnTo>
                  <a:pt x="819549" y="143719"/>
                </a:lnTo>
                <a:lnTo>
                  <a:pt x="819752" y="142390"/>
                </a:lnTo>
                <a:lnTo>
                  <a:pt x="819928" y="141042"/>
                </a:lnTo>
                <a:lnTo>
                  <a:pt x="820079" y="139675"/>
                </a:lnTo>
                <a:lnTo>
                  <a:pt x="820203" y="138290"/>
                </a:lnTo>
                <a:lnTo>
                  <a:pt x="820302" y="136885"/>
                </a:lnTo>
                <a:lnTo>
                  <a:pt x="820375" y="135461"/>
                </a:lnTo>
                <a:lnTo>
                  <a:pt x="820422" y="134018"/>
                </a:lnTo>
                <a:lnTo>
                  <a:pt x="785771" y="134018"/>
                </a:lnTo>
                <a:lnTo>
                  <a:pt x="785737" y="135046"/>
                </a:lnTo>
                <a:lnTo>
                  <a:pt x="785680" y="136054"/>
                </a:lnTo>
                <a:lnTo>
                  <a:pt x="785599" y="137042"/>
                </a:lnTo>
                <a:lnTo>
                  <a:pt x="785496" y="138011"/>
                </a:lnTo>
                <a:lnTo>
                  <a:pt x="785369" y="138960"/>
                </a:lnTo>
                <a:lnTo>
                  <a:pt x="785219" y="139889"/>
                </a:lnTo>
                <a:lnTo>
                  <a:pt x="785046" y="140799"/>
                </a:lnTo>
                <a:lnTo>
                  <a:pt x="784850" y="141689"/>
                </a:lnTo>
                <a:lnTo>
                  <a:pt x="784630" y="142559"/>
                </a:lnTo>
                <a:lnTo>
                  <a:pt x="784388" y="143410"/>
                </a:lnTo>
                <a:lnTo>
                  <a:pt x="784122" y="144241"/>
                </a:lnTo>
                <a:lnTo>
                  <a:pt x="783833" y="145053"/>
                </a:lnTo>
                <a:lnTo>
                  <a:pt x="783521" y="145844"/>
                </a:lnTo>
                <a:lnTo>
                  <a:pt x="783185" y="146616"/>
                </a:lnTo>
                <a:lnTo>
                  <a:pt x="782827" y="147369"/>
                </a:lnTo>
                <a:lnTo>
                  <a:pt x="782445" y="148102"/>
                </a:lnTo>
                <a:lnTo>
                  <a:pt x="782040" y="148815"/>
                </a:lnTo>
                <a:lnTo>
                  <a:pt x="781612" y="149508"/>
                </a:lnTo>
                <a:lnTo>
                  <a:pt x="781161" y="150182"/>
                </a:lnTo>
                <a:lnTo>
                  <a:pt x="780687" y="150836"/>
                </a:lnTo>
                <a:lnTo>
                  <a:pt x="780189" y="151470"/>
                </a:lnTo>
                <a:lnTo>
                  <a:pt x="779669" y="152085"/>
                </a:lnTo>
                <a:lnTo>
                  <a:pt x="779125" y="152680"/>
                </a:lnTo>
                <a:lnTo>
                  <a:pt x="778558" y="153256"/>
                </a:lnTo>
                <a:lnTo>
                  <a:pt x="777970" y="153809"/>
                </a:lnTo>
                <a:lnTo>
                  <a:pt x="777365" y="154339"/>
                </a:lnTo>
                <a:lnTo>
                  <a:pt x="776743" y="154846"/>
                </a:lnTo>
                <a:lnTo>
                  <a:pt x="776103" y="155329"/>
                </a:lnTo>
                <a:lnTo>
                  <a:pt x="775445" y="155788"/>
                </a:lnTo>
                <a:lnTo>
                  <a:pt x="774770" y="156224"/>
                </a:lnTo>
                <a:lnTo>
                  <a:pt x="774077" y="156636"/>
                </a:lnTo>
                <a:lnTo>
                  <a:pt x="773367" y="157024"/>
                </a:lnTo>
                <a:lnTo>
                  <a:pt x="772639" y="157390"/>
                </a:lnTo>
                <a:lnTo>
                  <a:pt x="771894" y="157731"/>
                </a:lnTo>
                <a:lnTo>
                  <a:pt x="771131" y="158049"/>
                </a:lnTo>
                <a:lnTo>
                  <a:pt x="770350" y="158343"/>
                </a:lnTo>
                <a:lnTo>
                  <a:pt x="769552" y="158614"/>
                </a:lnTo>
                <a:lnTo>
                  <a:pt x="768737" y="158862"/>
                </a:lnTo>
                <a:lnTo>
                  <a:pt x="767903" y="159085"/>
                </a:lnTo>
                <a:lnTo>
                  <a:pt x="767053" y="159286"/>
                </a:lnTo>
                <a:lnTo>
                  <a:pt x="766184" y="159462"/>
                </a:lnTo>
                <a:lnTo>
                  <a:pt x="765298" y="159615"/>
                </a:lnTo>
                <a:lnTo>
                  <a:pt x="764395" y="159745"/>
                </a:lnTo>
                <a:lnTo>
                  <a:pt x="763474" y="159851"/>
                </a:lnTo>
                <a:lnTo>
                  <a:pt x="762536" y="159933"/>
                </a:lnTo>
                <a:lnTo>
                  <a:pt x="761579" y="159992"/>
                </a:lnTo>
                <a:lnTo>
                  <a:pt x="760606" y="160028"/>
                </a:lnTo>
                <a:lnTo>
                  <a:pt x="759615" y="160039"/>
                </a:lnTo>
                <a:lnTo>
                  <a:pt x="758767" y="160031"/>
                </a:lnTo>
                <a:lnTo>
                  <a:pt x="757933" y="160006"/>
                </a:lnTo>
                <a:lnTo>
                  <a:pt x="757111" y="159965"/>
                </a:lnTo>
                <a:lnTo>
                  <a:pt x="756302" y="159907"/>
                </a:lnTo>
                <a:lnTo>
                  <a:pt x="755506" y="159832"/>
                </a:lnTo>
                <a:lnTo>
                  <a:pt x="754723" y="159741"/>
                </a:lnTo>
                <a:lnTo>
                  <a:pt x="753953" y="159633"/>
                </a:lnTo>
                <a:lnTo>
                  <a:pt x="753195" y="159509"/>
                </a:lnTo>
                <a:lnTo>
                  <a:pt x="752451" y="159368"/>
                </a:lnTo>
                <a:lnTo>
                  <a:pt x="751719" y="159211"/>
                </a:lnTo>
                <a:lnTo>
                  <a:pt x="751001" y="159037"/>
                </a:lnTo>
                <a:lnTo>
                  <a:pt x="750295" y="158846"/>
                </a:lnTo>
                <a:lnTo>
                  <a:pt x="749602" y="158639"/>
                </a:lnTo>
                <a:lnTo>
                  <a:pt x="748922" y="158415"/>
                </a:lnTo>
                <a:lnTo>
                  <a:pt x="748254" y="158175"/>
                </a:lnTo>
                <a:lnTo>
                  <a:pt x="747600" y="157918"/>
                </a:lnTo>
                <a:lnTo>
                  <a:pt x="746959" y="157644"/>
                </a:lnTo>
                <a:lnTo>
                  <a:pt x="746330" y="157354"/>
                </a:lnTo>
                <a:lnTo>
                  <a:pt x="745714" y="157048"/>
                </a:lnTo>
                <a:lnTo>
                  <a:pt x="745111" y="156724"/>
                </a:lnTo>
                <a:lnTo>
                  <a:pt x="744521" y="156384"/>
                </a:lnTo>
                <a:lnTo>
                  <a:pt x="743944" y="156028"/>
                </a:lnTo>
                <a:lnTo>
                  <a:pt x="743380" y="155655"/>
                </a:lnTo>
                <a:lnTo>
                  <a:pt x="742829" y="155266"/>
                </a:lnTo>
                <a:lnTo>
                  <a:pt x="742290" y="154860"/>
                </a:lnTo>
                <a:lnTo>
                  <a:pt x="741763" y="154440"/>
                </a:lnTo>
                <a:lnTo>
                  <a:pt x="741249" y="154004"/>
                </a:lnTo>
                <a:lnTo>
                  <a:pt x="740746" y="153554"/>
                </a:lnTo>
                <a:lnTo>
                  <a:pt x="740256" y="153089"/>
                </a:lnTo>
                <a:lnTo>
                  <a:pt x="739778" y="152609"/>
                </a:lnTo>
                <a:lnTo>
                  <a:pt x="739312" y="152114"/>
                </a:lnTo>
                <a:lnTo>
                  <a:pt x="738859" y="151604"/>
                </a:lnTo>
                <a:lnTo>
                  <a:pt x="738417" y="151079"/>
                </a:lnTo>
                <a:lnTo>
                  <a:pt x="737988" y="150539"/>
                </a:lnTo>
                <a:lnTo>
                  <a:pt x="737571" y="149985"/>
                </a:lnTo>
                <a:lnTo>
                  <a:pt x="737166" y="149415"/>
                </a:lnTo>
                <a:lnTo>
                  <a:pt x="736773" y="148831"/>
                </a:lnTo>
                <a:lnTo>
                  <a:pt x="736393" y="148232"/>
                </a:lnTo>
                <a:lnTo>
                  <a:pt x="736024" y="147618"/>
                </a:lnTo>
                <a:lnTo>
                  <a:pt x="735668" y="146989"/>
                </a:lnTo>
                <a:lnTo>
                  <a:pt x="735324" y="146345"/>
                </a:lnTo>
                <a:lnTo>
                  <a:pt x="734992" y="145686"/>
                </a:lnTo>
                <a:lnTo>
                  <a:pt x="734672" y="145012"/>
                </a:lnTo>
                <a:lnTo>
                  <a:pt x="734365" y="144324"/>
                </a:lnTo>
                <a:lnTo>
                  <a:pt x="734069" y="143620"/>
                </a:lnTo>
                <a:lnTo>
                  <a:pt x="733786" y="142902"/>
                </a:lnTo>
                <a:lnTo>
                  <a:pt x="733515" y="142169"/>
                </a:lnTo>
                <a:lnTo>
                  <a:pt x="733256" y="141421"/>
                </a:lnTo>
                <a:lnTo>
                  <a:pt x="733008" y="140658"/>
                </a:lnTo>
                <a:lnTo>
                  <a:pt x="732771" y="139882"/>
                </a:lnTo>
                <a:lnTo>
                  <a:pt x="732545" y="139093"/>
                </a:lnTo>
                <a:lnTo>
                  <a:pt x="732329" y="138291"/>
                </a:lnTo>
                <a:lnTo>
                  <a:pt x="732124" y="137476"/>
                </a:lnTo>
                <a:lnTo>
                  <a:pt x="731929" y="136647"/>
                </a:lnTo>
                <a:lnTo>
                  <a:pt x="731744" y="135805"/>
                </a:lnTo>
                <a:lnTo>
                  <a:pt x="731571" y="134950"/>
                </a:lnTo>
                <a:lnTo>
                  <a:pt x="731407" y="134082"/>
                </a:lnTo>
                <a:lnTo>
                  <a:pt x="731255" y="133201"/>
                </a:lnTo>
                <a:lnTo>
                  <a:pt x="731112" y="132306"/>
                </a:lnTo>
                <a:lnTo>
                  <a:pt x="730981" y="131398"/>
                </a:lnTo>
                <a:lnTo>
                  <a:pt x="730860" y="130477"/>
                </a:lnTo>
                <a:lnTo>
                  <a:pt x="730749" y="129543"/>
                </a:lnTo>
                <a:lnTo>
                  <a:pt x="730649" y="128595"/>
                </a:lnTo>
                <a:lnTo>
                  <a:pt x="730559" y="127635"/>
                </a:lnTo>
                <a:lnTo>
                  <a:pt x="730480" y="126661"/>
                </a:lnTo>
                <a:lnTo>
                  <a:pt x="730412" y="125674"/>
                </a:lnTo>
                <a:lnTo>
                  <a:pt x="730354" y="124673"/>
                </a:lnTo>
                <a:lnTo>
                  <a:pt x="730307" y="123660"/>
                </a:lnTo>
                <a:lnTo>
                  <a:pt x="730270" y="122633"/>
                </a:lnTo>
                <a:lnTo>
                  <a:pt x="730243" y="121593"/>
                </a:lnTo>
                <a:lnTo>
                  <a:pt x="730228" y="120540"/>
                </a:lnTo>
                <a:lnTo>
                  <a:pt x="730222" y="119473"/>
                </a:lnTo>
                <a:lnTo>
                  <a:pt x="730234" y="117828"/>
                </a:lnTo>
                <a:lnTo>
                  <a:pt x="730271" y="116213"/>
                </a:lnTo>
                <a:lnTo>
                  <a:pt x="730331" y="114630"/>
                </a:lnTo>
                <a:lnTo>
                  <a:pt x="730415" y="113078"/>
                </a:lnTo>
                <a:lnTo>
                  <a:pt x="730524" y="111557"/>
                </a:lnTo>
                <a:lnTo>
                  <a:pt x="730656" y="110067"/>
                </a:lnTo>
                <a:lnTo>
                  <a:pt x="730813" y="108609"/>
                </a:lnTo>
                <a:lnTo>
                  <a:pt x="730994" y="107182"/>
                </a:lnTo>
                <a:lnTo>
                  <a:pt x="731199" y="105786"/>
                </a:lnTo>
                <a:lnTo>
                  <a:pt x="731428" y="104421"/>
                </a:lnTo>
                <a:lnTo>
                  <a:pt x="731681" y="103088"/>
                </a:lnTo>
                <a:lnTo>
                  <a:pt x="731958" y="101786"/>
                </a:lnTo>
                <a:lnTo>
                  <a:pt x="732260" y="100515"/>
                </a:lnTo>
                <a:lnTo>
                  <a:pt x="732585" y="99275"/>
                </a:lnTo>
                <a:lnTo>
                  <a:pt x="732935" y="98067"/>
                </a:lnTo>
                <a:lnTo>
                  <a:pt x="733308" y="96890"/>
                </a:lnTo>
                <a:lnTo>
                  <a:pt x="733706" y="95744"/>
                </a:lnTo>
                <a:lnTo>
                  <a:pt x="734128" y="94629"/>
                </a:lnTo>
                <a:lnTo>
                  <a:pt x="734574" y="93546"/>
                </a:lnTo>
                <a:lnTo>
                  <a:pt x="735044" y="92494"/>
                </a:lnTo>
                <a:lnTo>
                  <a:pt x="735539" y="91473"/>
                </a:lnTo>
                <a:lnTo>
                  <a:pt x="736057" y="90484"/>
                </a:lnTo>
                <a:lnTo>
                  <a:pt x="736599" y="89525"/>
                </a:lnTo>
                <a:lnTo>
                  <a:pt x="737166" y="88598"/>
                </a:lnTo>
                <a:lnTo>
                  <a:pt x="737760" y="87706"/>
                </a:lnTo>
                <a:lnTo>
                  <a:pt x="738383" y="86851"/>
                </a:lnTo>
                <a:lnTo>
                  <a:pt x="739036" y="86034"/>
                </a:lnTo>
                <a:lnTo>
                  <a:pt x="739718" y="85256"/>
                </a:lnTo>
                <a:lnTo>
                  <a:pt x="740431" y="84515"/>
                </a:lnTo>
                <a:lnTo>
                  <a:pt x="741173" y="83813"/>
                </a:lnTo>
                <a:lnTo>
                  <a:pt x="741945" y="83148"/>
                </a:lnTo>
                <a:lnTo>
                  <a:pt x="742746" y="82521"/>
                </a:lnTo>
                <a:lnTo>
                  <a:pt x="743578" y="81933"/>
                </a:lnTo>
                <a:lnTo>
                  <a:pt x="744439" y="81382"/>
                </a:lnTo>
                <a:lnTo>
                  <a:pt x="745329" y="80869"/>
                </a:lnTo>
                <a:lnTo>
                  <a:pt x="746250" y="80395"/>
                </a:lnTo>
                <a:lnTo>
                  <a:pt x="747200" y="79958"/>
                </a:lnTo>
                <a:lnTo>
                  <a:pt x="748180" y="79559"/>
                </a:lnTo>
                <a:lnTo>
                  <a:pt x="749190" y="79198"/>
                </a:lnTo>
                <a:lnTo>
                  <a:pt x="750229" y="78876"/>
                </a:lnTo>
                <a:lnTo>
                  <a:pt x="751298" y="78591"/>
                </a:lnTo>
                <a:lnTo>
                  <a:pt x="752397" y="78344"/>
                </a:lnTo>
                <a:lnTo>
                  <a:pt x="753526" y="78135"/>
                </a:lnTo>
                <a:lnTo>
                  <a:pt x="754684" y="77964"/>
                </a:lnTo>
                <a:lnTo>
                  <a:pt x="755872" y="77831"/>
                </a:lnTo>
                <a:lnTo>
                  <a:pt x="757090" y="77736"/>
                </a:lnTo>
                <a:lnTo>
                  <a:pt x="758337" y="77679"/>
                </a:lnTo>
                <a:lnTo>
                  <a:pt x="759615" y="77660"/>
                </a:lnTo>
                <a:lnTo>
                  <a:pt x="760583" y="77671"/>
                </a:lnTo>
                <a:lnTo>
                  <a:pt x="761533" y="77703"/>
                </a:lnTo>
                <a:lnTo>
                  <a:pt x="762465" y="77757"/>
                </a:lnTo>
                <a:lnTo>
                  <a:pt x="763379" y="77833"/>
                </a:lnTo>
                <a:lnTo>
                  <a:pt x="764274" y="77930"/>
                </a:lnTo>
                <a:lnTo>
                  <a:pt x="765151" y="78049"/>
                </a:lnTo>
                <a:lnTo>
                  <a:pt x="766010" y="78189"/>
                </a:lnTo>
                <a:lnTo>
                  <a:pt x="766850" y="78351"/>
                </a:lnTo>
                <a:lnTo>
                  <a:pt x="767673" y="78535"/>
                </a:lnTo>
                <a:lnTo>
                  <a:pt x="768477" y="78740"/>
                </a:lnTo>
                <a:lnTo>
                  <a:pt x="769262" y="78967"/>
                </a:lnTo>
                <a:lnTo>
                  <a:pt x="770030" y="79215"/>
                </a:lnTo>
                <a:lnTo>
                  <a:pt x="770779" y="79485"/>
                </a:lnTo>
                <a:lnTo>
                  <a:pt x="771510" y="79776"/>
                </a:lnTo>
                <a:lnTo>
                  <a:pt x="772223" y="80089"/>
                </a:lnTo>
                <a:lnTo>
                  <a:pt x="772918" y="80424"/>
                </a:lnTo>
                <a:lnTo>
                  <a:pt x="773594" y="80780"/>
                </a:lnTo>
                <a:lnTo>
                  <a:pt x="774252" y="81158"/>
                </a:lnTo>
                <a:lnTo>
                  <a:pt x="774892" y="81558"/>
                </a:lnTo>
                <a:lnTo>
                  <a:pt x="775513" y="81979"/>
                </a:lnTo>
                <a:lnTo>
                  <a:pt x="776116" y="82422"/>
                </a:lnTo>
                <a:lnTo>
                  <a:pt x="776701" y="82886"/>
                </a:lnTo>
                <a:lnTo>
                  <a:pt x="777268" y="83372"/>
                </a:lnTo>
                <a:lnTo>
                  <a:pt x="777816" y="83879"/>
                </a:lnTo>
                <a:lnTo>
                  <a:pt x="778345" y="84405"/>
                </a:lnTo>
                <a:lnTo>
                  <a:pt x="778852" y="84945"/>
                </a:lnTo>
                <a:lnTo>
                  <a:pt x="779337" y="85500"/>
                </a:lnTo>
                <a:lnTo>
                  <a:pt x="779801" y="86071"/>
                </a:lnTo>
                <a:lnTo>
                  <a:pt x="780244" y="86655"/>
                </a:lnTo>
                <a:lnTo>
                  <a:pt x="780664" y="87255"/>
                </a:lnTo>
                <a:lnTo>
                  <a:pt x="781064" y="87870"/>
                </a:lnTo>
                <a:lnTo>
                  <a:pt x="781442" y="88499"/>
                </a:lnTo>
                <a:lnTo>
                  <a:pt x="781798" y="89143"/>
                </a:lnTo>
                <a:lnTo>
                  <a:pt x="782133" y="89802"/>
                </a:lnTo>
                <a:lnTo>
                  <a:pt x="782446" y="90475"/>
                </a:lnTo>
                <a:lnTo>
                  <a:pt x="782737" y="91164"/>
                </a:lnTo>
                <a:lnTo>
                  <a:pt x="783008" y="91867"/>
                </a:lnTo>
                <a:lnTo>
                  <a:pt x="783256" y="92585"/>
                </a:lnTo>
                <a:lnTo>
                  <a:pt x="783483" y="93318"/>
                </a:lnTo>
                <a:lnTo>
                  <a:pt x="783689" y="94066"/>
                </a:lnTo>
                <a:lnTo>
                  <a:pt x="783873" y="94829"/>
                </a:lnTo>
                <a:lnTo>
                  <a:pt x="784035" y="95606"/>
                </a:lnTo>
                <a:lnTo>
                  <a:pt x="784176" y="96398"/>
                </a:lnTo>
                <a:lnTo>
                  <a:pt x="784295" y="97205"/>
                </a:lnTo>
                <a:lnTo>
                  <a:pt x="784393" y="98027"/>
                </a:lnTo>
                <a:lnTo>
                  <a:pt x="784470" y="98863"/>
                </a:lnTo>
                <a:lnTo>
                  <a:pt x="784524" y="99715"/>
                </a:lnTo>
                <a:lnTo>
                  <a:pt x="784558" y="100581"/>
                </a:lnTo>
                <a:lnTo>
                  <a:pt x="819208" y="100581"/>
                </a:lnTo>
                <a:lnTo>
                  <a:pt x="819183" y="99175"/>
                </a:lnTo>
                <a:lnTo>
                  <a:pt x="819131" y="97789"/>
                </a:lnTo>
                <a:lnTo>
                  <a:pt x="819052" y="96424"/>
                </a:lnTo>
                <a:lnTo>
                  <a:pt x="818946" y="95079"/>
                </a:lnTo>
                <a:lnTo>
                  <a:pt x="818813" y="93754"/>
                </a:lnTo>
                <a:lnTo>
                  <a:pt x="818652" y="92449"/>
                </a:lnTo>
                <a:lnTo>
                  <a:pt x="818464" y="91164"/>
                </a:lnTo>
                <a:lnTo>
                  <a:pt x="818249" y="89900"/>
                </a:lnTo>
                <a:lnTo>
                  <a:pt x="818007" y="88656"/>
                </a:lnTo>
                <a:lnTo>
                  <a:pt x="817738" y="87432"/>
                </a:lnTo>
                <a:lnTo>
                  <a:pt x="817442" y="86228"/>
                </a:lnTo>
                <a:lnTo>
                  <a:pt x="817118" y="85045"/>
                </a:lnTo>
                <a:lnTo>
                  <a:pt x="816768" y="83882"/>
                </a:lnTo>
                <a:lnTo>
                  <a:pt x="816390" y="82739"/>
                </a:lnTo>
                <a:lnTo>
                  <a:pt x="815985" y="81616"/>
                </a:lnTo>
                <a:lnTo>
                  <a:pt x="815553" y="80514"/>
                </a:lnTo>
                <a:lnTo>
                  <a:pt x="815094" y="79432"/>
                </a:lnTo>
                <a:lnTo>
                  <a:pt x="814607" y="78370"/>
                </a:lnTo>
                <a:lnTo>
                  <a:pt x="814094" y="77328"/>
                </a:lnTo>
                <a:lnTo>
                  <a:pt x="813553" y="76307"/>
                </a:lnTo>
                <a:lnTo>
                  <a:pt x="812985" y="75305"/>
                </a:lnTo>
                <a:lnTo>
                  <a:pt x="812390" y="74324"/>
                </a:lnTo>
                <a:lnTo>
                  <a:pt x="811768" y="73364"/>
                </a:lnTo>
                <a:lnTo>
                  <a:pt x="811118" y="72423"/>
                </a:lnTo>
                <a:lnTo>
                  <a:pt x="810446" y="71502"/>
                </a:lnTo>
                <a:lnTo>
                  <a:pt x="809754" y="70601"/>
                </a:lnTo>
                <a:lnTo>
                  <a:pt x="809043" y="69718"/>
                </a:lnTo>
                <a:lnTo>
                  <a:pt x="808313" y="68855"/>
                </a:lnTo>
                <a:lnTo>
                  <a:pt x="807564" y="68012"/>
                </a:lnTo>
                <a:lnTo>
                  <a:pt x="806796" y="67187"/>
                </a:lnTo>
                <a:lnTo>
                  <a:pt x="806008" y="66382"/>
                </a:lnTo>
                <a:lnTo>
                  <a:pt x="805201" y="65596"/>
                </a:lnTo>
                <a:lnTo>
                  <a:pt x="804375" y="64829"/>
                </a:lnTo>
                <a:lnTo>
                  <a:pt x="803530" y="64082"/>
                </a:lnTo>
                <a:lnTo>
                  <a:pt x="802665" y="63354"/>
                </a:lnTo>
                <a:lnTo>
                  <a:pt x="801782" y="62645"/>
                </a:lnTo>
                <a:lnTo>
                  <a:pt x="800879" y="61955"/>
                </a:lnTo>
                <a:lnTo>
                  <a:pt x="799957" y="61285"/>
                </a:lnTo>
                <a:lnTo>
                  <a:pt x="799016" y="60634"/>
                </a:lnTo>
                <a:lnTo>
                  <a:pt x="798055" y="60002"/>
                </a:lnTo>
                <a:lnTo>
                  <a:pt x="797076" y="59390"/>
                </a:lnTo>
                <a:lnTo>
                  <a:pt x="796077" y="58796"/>
                </a:lnTo>
                <a:lnTo>
                  <a:pt x="795059" y="58222"/>
                </a:lnTo>
                <a:lnTo>
                  <a:pt x="794022" y="57668"/>
                </a:lnTo>
                <a:lnTo>
                  <a:pt x="792965" y="57132"/>
                </a:lnTo>
                <a:lnTo>
                  <a:pt x="791890" y="56616"/>
                </a:lnTo>
                <a:lnTo>
                  <a:pt x="790795" y="56119"/>
                </a:lnTo>
                <a:lnTo>
                  <a:pt x="789681" y="55641"/>
                </a:lnTo>
                <a:lnTo>
                  <a:pt x="788552" y="55183"/>
                </a:lnTo>
                <a:lnTo>
                  <a:pt x="787411" y="54744"/>
                </a:lnTo>
                <a:lnTo>
                  <a:pt x="786260" y="54324"/>
                </a:lnTo>
                <a:lnTo>
                  <a:pt x="785097" y="53924"/>
                </a:lnTo>
                <a:lnTo>
                  <a:pt x="783923" y="53543"/>
                </a:lnTo>
                <a:lnTo>
                  <a:pt x="782737" y="53182"/>
                </a:lnTo>
                <a:lnTo>
                  <a:pt x="781541" y="52841"/>
                </a:lnTo>
                <a:lnTo>
                  <a:pt x="780333" y="52519"/>
                </a:lnTo>
                <a:lnTo>
                  <a:pt x="779114" y="52216"/>
                </a:lnTo>
                <a:lnTo>
                  <a:pt x="777884" y="51933"/>
                </a:lnTo>
                <a:lnTo>
                  <a:pt x="776642" y="51670"/>
                </a:lnTo>
                <a:lnTo>
                  <a:pt x="775389" y="51426"/>
                </a:lnTo>
                <a:lnTo>
                  <a:pt x="774125" y="51201"/>
                </a:lnTo>
                <a:lnTo>
                  <a:pt x="772850" y="50997"/>
                </a:lnTo>
                <a:lnTo>
                  <a:pt x="771564" y="50811"/>
                </a:lnTo>
                <a:lnTo>
                  <a:pt x="770266" y="50645"/>
                </a:lnTo>
                <a:lnTo>
                  <a:pt x="768957" y="50499"/>
                </a:lnTo>
                <a:lnTo>
                  <a:pt x="767637" y="50372"/>
                </a:lnTo>
                <a:lnTo>
                  <a:pt x="766305" y="50265"/>
                </a:lnTo>
                <a:lnTo>
                  <a:pt x="764963" y="50177"/>
                </a:lnTo>
                <a:lnTo>
                  <a:pt x="763609" y="50109"/>
                </a:lnTo>
                <a:lnTo>
                  <a:pt x="762244" y="50060"/>
                </a:lnTo>
                <a:lnTo>
                  <a:pt x="760867" y="50030"/>
                </a:lnTo>
                <a:lnTo>
                  <a:pt x="759480" y="50021"/>
                </a:lnTo>
                <a:lnTo>
                  <a:pt x="757881" y="50034"/>
                </a:lnTo>
                <a:lnTo>
                  <a:pt x="756297" y="50073"/>
                </a:lnTo>
                <a:lnTo>
                  <a:pt x="754728" y="50137"/>
                </a:lnTo>
                <a:lnTo>
                  <a:pt x="753175" y="50228"/>
                </a:lnTo>
                <a:lnTo>
                  <a:pt x="751637" y="50345"/>
                </a:lnTo>
                <a:lnTo>
                  <a:pt x="750114" y="50487"/>
                </a:lnTo>
                <a:lnTo>
                  <a:pt x="748606" y="50656"/>
                </a:lnTo>
                <a:lnTo>
                  <a:pt x="747113" y="50850"/>
                </a:lnTo>
                <a:lnTo>
                  <a:pt x="745636" y="51071"/>
                </a:lnTo>
                <a:lnTo>
                  <a:pt x="744174" y="51317"/>
                </a:lnTo>
                <a:lnTo>
                  <a:pt x="742727" y="51589"/>
                </a:lnTo>
                <a:lnTo>
                  <a:pt x="741295" y="51887"/>
                </a:lnTo>
                <a:lnTo>
                  <a:pt x="739879" y="52211"/>
                </a:lnTo>
                <a:lnTo>
                  <a:pt x="738477" y="52561"/>
                </a:lnTo>
                <a:lnTo>
                  <a:pt x="737091" y="52937"/>
                </a:lnTo>
                <a:lnTo>
                  <a:pt x="735720" y="53339"/>
                </a:lnTo>
                <a:lnTo>
                  <a:pt x="734365" y="53767"/>
                </a:lnTo>
                <a:lnTo>
                  <a:pt x="733024" y="54220"/>
                </a:lnTo>
                <a:lnTo>
                  <a:pt x="731699" y="54700"/>
                </a:lnTo>
                <a:lnTo>
                  <a:pt x="730389" y="55205"/>
                </a:lnTo>
                <a:lnTo>
                  <a:pt x="729094" y="55737"/>
                </a:lnTo>
                <a:lnTo>
                  <a:pt x="727815" y="56294"/>
                </a:lnTo>
                <a:lnTo>
                  <a:pt x="726550" y="56878"/>
                </a:lnTo>
                <a:lnTo>
                  <a:pt x="725301" y="57487"/>
                </a:lnTo>
                <a:lnTo>
                  <a:pt x="724071" y="58123"/>
                </a:lnTo>
                <a:lnTo>
                  <a:pt x="722864" y="58786"/>
                </a:lnTo>
                <a:lnTo>
                  <a:pt x="721679" y="59476"/>
                </a:lnTo>
                <a:lnTo>
                  <a:pt x="720517" y="60194"/>
                </a:lnTo>
                <a:lnTo>
                  <a:pt x="719377" y="60939"/>
                </a:lnTo>
                <a:lnTo>
                  <a:pt x="718261" y="61712"/>
                </a:lnTo>
                <a:lnTo>
                  <a:pt x="717167" y="62512"/>
                </a:lnTo>
                <a:lnTo>
                  <a:pt x="716096" y="63339"/>
                </a:lnTo>
                <a:lnTo>
                  <a:pt x="715047" y="64194"/>
                </a:lnTo>
                <a:lnTo>
                  <a:pt x="714021" y="65076"/>
                </a:lnTo>
                <a:lnTo>
                  <a:pt x="713018" y="65985"/>
                </a:lnTo>
                <a:lnTo>
                  <a:pt x="712038" y="66921"/>
                </a:lnTo>
                <a:lnTo>
                  <a:pt x="711080" y="67885"/>
                </a:lnTo>
                <a:lnTo>
                  <a:pt x="710145" y="68877"/>
                </a:lnTo>
                <a:lnTo>
                  <a:pt x="709233" y="69895"/>
                </a:lnTo>
                <a:lnTo>
                  <a:pt x="708343" y="70941"/>
                </a:lnTo>
                <a:lnTo>
                  <a:pt x="707476" y="72015"/>
                </a:lnTo>
                <a:lnTo>
                  <a:pt x="706632" y="73115"/>
                </a:lnTo>
                <a:lnTo>
                  <a:pt x="705810" y="74243"/>
                </a:lnTo>
                <a:lnTo>
                  <a:pt x="705012" y="75399"/>
                </a:lnTo>
                <a:lnTo>
                  <a:pt x="704236" y="76581"/>
                </a:lnTo>
                <a:lnTo>
                  <a:pt x="703482" y="77791"/>
                </a:lnTo>
                <a:lnTo>
                  <a:pt x="702752" y="79029"/>
                </a:lnTo>
                <a:lnTo>
                  <a:pt x="702044" y="80294"/>
                </a:lnTo>
                <a:lnTo>
                  <a:pt x="701362" y="81587"/>
                </a:lnTo>
                <a:lnTo>
                  <a:pt x="700708" y="82909"/>
                </a:lnTo>
                <a:lnTo>
                  <a:pt x="700084" y="84261"/>
                </a:lnTo>
                <a:lnTo>
                  <a:pt x="699489" y="85643"/>
                </a:lnTo>
                <a:lnTo>
                  <a:pt x="698923" y="87054"/>
                </a:lnTo>
                <a:lnTo>
                  <a:pt x="698386" y="88495"/>
                </a:lnTo>
                <a:lnTo>
                  <a:pt x="697879" y="89965"/>
                </a:lnTo>
                <a:lnTo>
                  <a:pt x="697400" y="91464"/>
                </a:lnTo>
                <a:lnTo>
                  <a:pt x="696950" y="92993"/>
                </a:lnTo>
                <a:lnTo>
                  <a:pt x="696529" y="94551"/>
                </a:lnTo>
                <a:lnTo>
                  <a:pt x="696137" y="96139"/>
                </a:lnTo>
                <a:lnTo>
                  <a:pt x="695774" y="97757"/>
                </a:lnTo>
                <a:lnTo>
                  <a:pt x="695440" y="99404"/>
                </a:lnTo>
                <a:lnTo>
                  <a:pt x="695136" y="101080"/>
                </a:lnTo>
                <a:lnTo>
                  <a:pt x="694860" y="102786"/>
                </a:lnTo>
                <a:lnTo>
                  <a:pt x="694613" y="104521"/>
                </a:lnTo>
                <a:lnTo>
                  <a:pt x="694395" y="106286"/>
                </a:lnTo>
                <a:lnTo>
                  <a:pt x="694207" y="108080"/>
                </a:lnTo>
                <a:lnTo>
                  <a:pt x="694047" y="109904"/>
                </a:lnTo>
                <a:lnTo>
                  <a:pt x="693917" y="111757"/>
                </a:lnTo>
                <a:lnTo>
                  <a:pt x="693815" y="113640"/>
                </a:lnTo>
                <a:lnTo>
                  <a:pt x="693742" y="115552"/>
                </a:lnTo>
                <a:lnTo>
                  <a:pt x="693699" y="117494"/>
                </a:lnTo>
                <a:lnTo>
                  <a:pt x="693684" y="119465"/>
                </a:lnTo>
                <a:lnTo>
                  <a:pt x="693700" y="121436"/>
                </a:lnTo>
                <a:lnTo>
                  <a:pt x="693745" y="123377"/>
                </a:lnTo>
                <a:lnTo>
                  <a:pt x="693821" y="125287"/>
                </a:lnTo>
                <a:lnTo>
                  <a:pt x="693928" y="127166"/>
                </a:lnTo>
                <a:lnTo>
                  <a:pt x="694065" y="129016"/>
                </a:lnTo>
                <a:lnTo>
                  <a:pt x="694232" y="130834"/>
                </a:lnTo>
                <a:lnTo>
                  <a:pt x="694430" y="132623"/>
                </a:lnTo>
                <a:lnTo>
                  <a:pt x="694658" y="134381"/>
                </a:lnTo>
                <a:lnTo>
                  <a:pt x="694917" y="136108"/>
                </a:lnTo>
                <a:lnTo>
                  <a:pt x="695206" y="137805"/>
                </a:lnTo>
                <a:lnTo>
                  <a:pt x="695525" y="139472"/>
                </a:lnTo>
                <a:lnTo>
                  <a:pt x="695875" y="141108"/>
                </a:lnTo>
                <a:lnTo>
                  <a:pt x="696256" y="142713"/>
                </a:lnTo>
                <a:lnTo>
                  <a:pt x="696666" y="144289"/>
                </a:lnTo>
                <a:lnTo>
                  <a:pt x="697108" y="145834"/>
                </a:lnTo>
                <a:lnTo>
                  <a:pt x="697579" y="147348"/>
                </a:lnTo>
                <a:lnTo>
                  <a:pt x="698081" y="148832"/>
                </a:lnTo>
                <a:lnTo>
                  <a:pt x="698614" y="150285"/>
                </a:lnTo>
                <a:lnTo>
                  <a:pt x="699177" y="151708"/>
                </a:lnTo>
                <a:lnTo>
                  <a:pt x="699770" y="153101"/>
                </a:lnTo>
                <a:lnTo>
                  <a:pt x="700394" y="154463"/>
                </a:lnTo>
                <a:lnTo>
                  <a:pt x="701048" y="155795"/>
                </a:lnTo>
                <a:lnTo>
                  <a:pt x="701733" y="157096"/>
                </a:lnTo>
                <a:lnTo>
                  <a:pt x="702448" y="158367"/>
                </a:lnTo>
                <a:lnTo>
                  <a:pt x="703189" y="159608"/>
                </a:lnTo>
                <a:lnTo>
                  <a:pt x="703952" y="160823"/>
                </a:lnTo>
                <a:lnTo>
                  <a:pt x="704736" y="162009"/>
                </a:lnTo>
                <a:lnTo>
                  <a:pt x="705542" y="163168"/>
                </a:lnTo>
                <a:lnTo>
                  <a:pt x="706369" y="164300"/>
                </a:lnTo>
                <a:lnTo>
                  <a:pt x="707218" y="165404"/>
                </a:lnTo>
                <a:lnTo>
                  <a:pt x="708088" y="166480"/>
                </a:lnTo>
                <a:lnTo>
                  <a:pt x="708980" y="167529"/>
                </a:lnTo>
                <a:lnTo>
                  <a:pt x="709893" y="168550"/>
                </a:lnTo>
                <a:lnTo>
                  <a:pt x="710828" y="169544"/>
                </a:lnTo>
                <a:lnTo>
                  <a:pt x="711784" y="170510"/>
                </a:lnTo>
                <a:lnTo>
                  <a:pt x="712762" y="171448"/>
                </a:lnTo>
                <a:lnTo>
                  <a:pt x="713762" y="172359"/>
                </a:lnTo>
                <a:lnTo>
                  <a:pt x="714783" y="173242"/>
                </a:lnTo>
                <a:lnTo>
                  <a:pt x="715825" y="174098"/>
                </a:lnTo>
                <a:lnTo>
                  <a:pt x="716890" y="174926"/>
                </a:lnTo>
                <a:lnTo>
                  <a:pt x="717975" y="175727"/>
                </a:lnTo>
                <a:lnTo>
                  <a:pt x="719082" y="176500"/>
                </a:lnTo>
                <a:lnTo>
                  <a:pt x="720211" y="177245"/>
                </a:lnTo>
                <a:lnTo>
                  <a:pt x="721361" y="177963"/>
                </a:lnTo>
                <a:lnTo>
                  <a:pt x="722533" y="178653"/>
                </a:lnTo>
                <a:lnTo>
                  <a:pt x="723726" y="179316"/>
                </a:lnTo>
                <a:lnTo>
                  <a:pt x="724941" y="179951"/>
                </a:lnTo>
                <a:lnTo>
                  <a:pt x="726178" y="180558"/>
                </a:lnTo>
                <a:lnTo>
                  <a:pt x="727431" y="181139"/>
                </a:lnTo>
                <a:lnTo>
                  <a:pt x="728695" y="181696"/>
                </a:lnTo>
                <a:lnTo>
                  <a:pt x="729972" y="182227"/>
                </a:lnTo>
                <a:lnTo>
                  <a:pt x="731260" y="182734"/>
                </a:lnTo>
                <a:lnTo>
                  <a:pt x="732560" y="183216"/>
                </a:lnTo>
                <a:lnTo>
                  <a:pt x="733871" y="183674"/>
                </a:lnTo>
                <a:lnTo>
                  <a:pt x="735194" y="184106"/>
                </a:lnTo>
                <a:lnTo>
                  <a:pt x="736529" y="184514"/>
                </a:lnTo>
                <a:lnTo>
                  <a:pt x="737876" y="184897"/>
                </a:lnTo>
                <a:lnTo>
                  <a:pt x="739234" y="185256"/>
                </a:lnTo>
                <a:lnTo>
                  <a:pt x="740604" y="185590"/>
                </a:lnTo>
                <a:lnTo>
                  <a:pt x="741986" y="185899"/>
                </a:lnTo>
                <a:lnTo>
                  <a:pt x="743380" y="186183"/>
                </a:lnTo>
                <a:lnTo>
                  <a:pt x="744785" y="186443"/>
                </a:lnTo>
                <a:lnTo>
                  <a:pt x="746202" y="186678"/>
                </a:lnTo>
                <a:lnTo>
                  <a:pt x="747630" y="186888"/>
                </a:lnTo>
                <a:lnTo>
                  <a:pt x="749070" y="187073"/>
                </a:lnTo>
                <a:lnTo>
                  <a:pt x="750522" y="187234"/>
                </a:lnTo>
                <a:lnTo>
                  <a:pt x="751986" y="187370"/>
                </a:lnTo>
                <a:lnTo>
                  <a:pt x="753461" y="187481"/>
                </a:lnTo>
                <a:lnTo>
                  <a:pt x="754948" y="187568"/>
                </a:lnTo>
                <a:lnTo>
                  <a:pt x="756447" y="187629"/>
                </a:lnTo>
                <a:lnTo>
                  <a:pt x="757958" y="187666"/>
                </a:lnTo>
                <a:lnTo>
                  <a:pt x="759480" y="187679"/>
                </a:lnTo>
                <a:lnTo>
                  <a:pt x="760934" y="187668"/>
                </a:lnTo>
                <a:lnTo>
                  <a:pt x="762374" y="187636"/>
                </a:lnTo>
                <a:lnTo>
                  <a:pt x="763801" y="187582"/>
                </a:lnTo>
                <a:lnTo>
                  <a:pt x="765214" y="187507"/>
                </a:lnTo>
                <a:lnTo>
                  <a:pt x="766613" y="187411"/>
                </a:lnTo>
                <a:close/>
                <a:moveTo>
                  <a:pt x="1293706" y="157206"/>
                </a:moveTo>
                <a:lnTo>
                  <a:pt x="1292678" y="157202"/>
                </a:lnTo>
                <a:lnTo>
                  <a:pt x="1291669" y="157194"/>
                </a:lnTo>
                <a:lnTo>
                  <a:pt x="1290680" y="157184"/>
                </a:lnTo>
                <a:lnTo>
                  <a:pt x="1289709" y="157170"/>
                </a:lnTo>
                <a:lnTo>
                  <a:pt x="1288757" y="157153"/>
                </a:lnTo>
                <a:lnTo>
                  <a:pt x="1287824" y="157133"/>
                </a:lnTo>
                <a:lnTo>
                  <a:pt x="1286910" y="157111"/>
                </a:lnTo>
                <a:lnTo>
                  <a:pt x="1286015" y="157085"/>
                </a:lnTo>
                <a:lnTo>
                  <a:pt x="1285139" y="157056"/>
                </a:lnTo>
                <a:lnTo>
                  <a:pt x="1284282" y="157024"/>
                </a:lnTo>
                <a:lnTo>
                  <a:pt x="1283444" y="156989"/>
                </a:lnTo>
                <a:lnTo>
                  <a:pt x="1282625" y="156951"/>
                </a:lnTo>
                <a:lnTo>
                  <a:pt x="1281825" y="156910"/>
                </a:lnTo>
                <a:lnTo>
                  <a:pt x="1281043" y="156866"/>
                </a:lnTo>
                <a:lnTo>
                  <a:pt x="1280281" y="156819"/>
                </a:lnTo>
                <a:lnTo>
                  <a:pt x="1279538" y="156768"/>
                </a:lnTo>
                <a:lnTo>
                  <a:pt x="1278813" y="156715"/>
                </a:lnTo>
                <a:lnTo>
                  <a:pt x="1278108" y="156659"/>
                </a:lnTo>
                <a:lnTo>
                  <a:pt x="1277422" y="156599"/>
                </a:lnTo>
                <a:lnTo>
                  <a:pt x="1276754" y="156537"/>
                </a:lnTo>
                <a:lnTo>
                  <a:pt x="1276106" y="156472"/>
                </a:lnTo>
                <a:lnTo>
                  <a:pt x="1275476" y="156403"/>
                </a:lnTo>
                <a:lnTo>
                  <a:pt x="1274866" y="156332"/>
                </a:lnTo>
                <a:lnTo>
                  <a:pt x="1274272" y="156257"/>
                </a:lnTo>
                <a:lnTo>
                  <a:pt x="1273693" y="156179"/>
                </a:lnTo>
                <a:lnTo>
                  <a:pt x="1273130" y="156099"/>
                </a:lnTo>
                <a:lnTo>
                  <a:pt x="1272581" y="156015"/>
                </a:lnTo>
                <a:lnTo>
                  <a:pt x="1272047" y="155928"/>
                </a:lnTo>
                <a:lnTo>
                  <a:pt x="1271529" y="155839"/>
                </a:lnTo>
                <a:lnTo>
                  <a:pt x="1271025" y="155746"/>
                </a:lnTo>
                <a:lnTo>
                  <a:pt x="1270536" y="155650"/>
                </a:lnTo>
                <a:lnTo>
                  <a:pt x="1270062" y="155551"/>
                </a:lnTo>
                <a:lnTo>
                  <a:pt x="1269604" y="155449"/>
                </a:lnTo>
                <a:lnTo>
                  <a:pt x="1269160" y="155344"/>
                </a:lnTo>
                <a:lnTo>
                  <a:pt x="1268731" y="155236"/>
                </a:lnTo>
                <a:lnTo>
                  <a:pt x="1268317" y="155125"/>
                </a:lnTo>
                <a:lnTo>
                  <a:pt x="1267918" y="155011"/>
                </a:lnTo>
                <a:lnTo>
                  <a:pt x="1267534" y="154894"/>
                </a:lnTo>
                <a:lnTo>
                  <a:pt x="1267165" y="154774"/>
                </a:lnTo>
                <a:lnTo>
                  <a:pt x="1266812" y="154650"/>
                </a:lnTo>
                <a:lnTo>
                  <a:pt x="1266473" y="154524"/>
                </a:lnTo>
                <a:lnTo>
                  <a:pt x="1266149" y="154395"/>
                </a:lnTo>
                <a:lnTo>
                  <a:pt x="1265840" y="154262"/>
                </a:lnTo>
                <a:lnTo>
                  <a:pt x="1265546" y="154127"/>
                </a:lnTo>
                <a:lnTo>
                  <a:pt x="1265267" y="153989"/>
                </a:lnTo>
                <a:lnTo>
                  <a:pt x="1265003" y="153847"/>
                </a:lnTo>
                <a:lnTo>
                  <a:pt x="1264754" y="153703"/>
                </a:lnTo>
                <a:lnTo>
                  <a:pt x="1264517" y="153555"/>
                </a:lnTo>
                <a:lnTo>
                  <a:pt x="1264291" y="153405"/>
                </a:lnTo>
                <a:lnTo>
                  <a:pt x="1264074" y="153252"/>
                </a:lnTo>
                <a:lnTo>
                  <a:pt x="1263868" y="153096"/>
                </a:lnTo>
                <a:lnTo>
                  <a:pt x="1263672" y="152937"/>
                </a:lnTo>
                <a:lnTo>
                  <a:pt x="1263485" y="152776"/>
                </a:lnTo>
                <a:lnTo>
                  <a:pt x="1263309" y="152611"/>
                </a:lnTo>
                <a:lnTo>
                  <a:pt x="1263143" y="152444"/>
                </a:lnTo>
                <a:lnTo>
                  <a:pt x="1262987" y="152274"/>
                </a:lnTo>
                <a:lnTo>
                  <a:pt x="1262841" y="152101"/>
                </a:lnTo>
                <a:lnTo>
                  <a:pt x="1262705" y="151926"/>
                </a:lnTo>
                <a:lnTo>
                  <a:pt x="1262579" y="151748"/>
                </a:lnTo>
                <a:lnTo>
                  <a:pt x="1262464" y="151566"/>
                </a:lnTo>
                <a:lnTo>
                  <a:pt x="1262358" y="151382"/>
                </a:lnTo>
                <a:lnTo>
                  <a:pt x="1262262" y="151196"/>
                </a:lnTo>
                <a:lnTo>
                  <a:pt x="1262177" y="151006"/>
                </a:lnTo>
                <a:lnTo>
                  <a:pt x="1262101" y="150814"/>
                </a:lnTo>
                <a:lnTo>
                  <a:pt x="1262036" y="150618"/>
                </a:lnTo>
                <a:lnTo>
                  <a:pt x="1261981" y="150420"/>
                </a:lnTo>
                <a:lnTo>
                  <a:pt x="1261935" y="150219"/>
                </a:lnTo>
                <a:lnTo>
                  <a:pt x="1261900" y="150016"/>
                </a:lnTo>
                <a:lnTo>
                  <a:pt x="1261875" y="149809"/>
                </a:lnTo>
                <a:lnTo>
                  <a:pt x="1261860" y="149600"/>
                </a:lnTo>
                <a:lnTo>
                  <a:pt x="1261855" y="149388"/>
                </a:lnTo>
                <a:lnTo>
                  <a:pt x="1261863" y="149087"/>
                </a:lnTo>
                <a:lnTo>
                  <a:pt x="1261889" y="148789"/>
                </a:lnTo>
                <a:lnTo>
                  <a:pt x="1261931" y="148496"/>
                </a:lnTo>
                <a:lnTo>
                  <a:pt x="1261990" y="148206"/>
                </a:lnTo>
                <a:lnTo>
                  <a:pt x="1262065" y="147921"/>
                </a:lnTo>
                <a:lnTo>
                  <a:pt x="1262158" y="147640"/>
                </a:lnTo>
                <a:lnTo>
                  <a:pt x="1262268" y="147362"/>
                </a:lnTo>
                <a:lnTo>
                  <a:pt x="1262394" y="147089"/>
                </a:lnTo>
                <a:lnTo>
                  <a:pt x="1262537" y="146819"/>
                </a:lnTo>
                <a:lnTo>
                  <a:pt x="1262697" y="146553"/>
                </a:lnTo>
                <a:lnTo>
                  <a:pt x="1262874" y="146292"/>
                </a:lnTo>
                <a:lnTo>
                  <a:pt x="1263068" y="146034"/>
                </a:lnTo>
                <a:lnTo>
                  <a:pt x="1263279" y="145781"/>
                </a:lnTo>
                <a:lnTo>
                  <a:pt x="1263506" y="145531"/>
                </a:lnTo>
                <a:lnTo>
                  <a:pt x="1263751" y="145285"/>
                </a:lnTo>
                <a:lnTo>
                  <a:pt x="1264012" y="145044"/>
                </a:lnTo>
                <a:lnTo>
                  <a:pt x="1264290" y="144806"/>
                </a:lnTo>
                <a:lnTo>
                  <a:pt x="1264585" y="144572"/>
                </a:lnTo>
                <a:lnTo>
                  <a:pt x="1264897" y="144342"/>
                </a:lnTo>
                <a:lnTo>
                  <a:pt x="1265225" y="144117"/>
                </a:lnTo>
                <a:lnTo>
                  <a:pt x="1265571" y="143895"/>
                </a:lnTo>
                <a:lnTo>
                  <a:pt x="1265933" y="143677"/>
                </a:lnTo>
                <a:lnTo>
                  <a:pt x="1266313" y="143463"/>
                </a:lnTo>
                <a:lnTo>
                  <a:pt x="1266709" y="143253"/>
                </a:lnTo>
                <a:lnTo>
                  <a:pt x="1267117" y="143047"/>
                </a:lnTo>
                <a:lnTo>
                  <a:pt x="1267534" y="142843"/>
                </a:lnTo>
                <a:lnTo>
                  <a:pt x="1267960" y="142641"/>
                </a:lnTo>
                <a:lnTo>
                  <a:pt x="1268394" y="142443"/>
                </a:lnTo>
                <a:lnTo>
                  <a:pt x="1268836" y="142246"/>
                </a:lnTo>
                <a:lnTo>
                  <a:pt x="1269287" y="142053"/>
                </a:lnTo>
                <a:lnTo>
                  <a:pt x="1269746" y="141862"/>
                </a:lnTo>
                <a:lnTo>
                  <a:pt x="1270214" y="141673"/>
                </a:lnTo>
                <a:lnTo>
                  <a:pt x="1270690" y="141487"/>
                </a:lnTo>
                <a:lnTo>
                  <a:pt x="1271175" y="141304"/>
                </a:lnTo>
                <a:lnTo>
                  <a:pt x="1271668" y="141123"/>
                </a:lnTo>
                <a:lnTo>
                  <a:pt x="1271956" y="141020"/>
                </a:lnTo>
                <a:lnTo>
                  <a:pt x="1272003" y="141033"/>
                </a:lnTo>
                <a:lnTo>
                  <a:pt x="1273240" y="141329"/>
                </a:lnTo>
                <a:lnTo>
                  <a:pt x="1274495" y="141604"/>
                </a:lnTo>
                <a:lnTo>
                  <a:pt x="1275768" y="141857"/>
                </a:lnTo>
                <a:lnTo>
                  <a:pt x="1277059" y="142087"/>
                </a:lnTo>
                <a:lnTo>
                  <a:pt x="1278369" y="142296"/>
                </a:lnTo>
                <a:lnTo>
                  <a:pt x="1279697" y="142483"/>
                </a:lnTo>
                <a:lnTo>
                  <a:pt x="1281043" y="142648"/>
                </a:lnTo>
                <a:lnTo>
                  <a:pt x="1282407" y="142790"/>
                </a:lnTo>
                <a:lnTo>
                  <a:pt x="1283790" y="142911"/>
                </a:lnTo>
                <a:lnTo>
                  <a:pt x="1285191" y="143010"/>
                </a:lnTo>
                <a:lnTo>
                  <a:pt x="1286610" y="143087"/>
                </a:lnTo>
                <a:lnTo>
                  <a:pt x="1288048" y="143142"/>
                </a:lnTo>
                <a:lnTo>
                  <a:pt x="1289503" y="143175"/>
                </a:lnTo>
                <a:lnTo>
                  <a:pt x="1290977" y="143186"/>
                </a:lnTo>
                <a:lnTo>
                  <a:pt x="1292550" y="143175"/>
                </a:lnTo>
                <a:lnTo>
                  <a:pt x="1294100" y="143143"/>
                </a:lnTo>
                <a:lnTo>
                  <a:pt x="1295628" y="143089"/>
                </a:lnTo>
                <a:lnTo>
                  <a:pt x="1297133" y="143014"/>
                </a:lnTo>
                <a:lnTo>
                  <a:pt x="1298615" y="142917"/>
                </a:lnTo>
                <a:lnTo>
                  <a:pt x="1300074" y="142799"/>
                </a:lnTo>
                <a:lnTo>
                  <a:pt x="1301511" y="142659"/>
                </a:lnTo>
                <a:lnTo>
                  <a:pt x="1302925" y="142498"/>
                </a:lnTo>
                <a:lnTo>
                  <a:pt x="1304316" y="142315"/>
                </a:lnTo>
                <a:lnTo>
                  <a:pt x="1305684" y="142111"/>
                </a:lnTo>
                <a:lnTo>
                  <a:pt x="1307030" y="141885"/>
                </a:lnTo>
                <a:lnTo>
                  <a:pt x="1308353" y="141638"/>
                </a:lnTo>
                <a:lnTo>
                  <a:pt x="1309654" y="141369"/>
                </a:lnTo>
                <a:lnTo>
                  <a:pt x="1310931" y="141078"/>
                </a:lnTo>
                <a:lnTo>
                  <a:pt x="1312186" y="140767"/>
                </a:lnTo>
                <a:lnTo>
                  <a:pt x="1313419" y="140433"/>
                </a:lnTo>
                <a:lnTo>
                  <a:pt x="1314628" y="140078"/>
                </a:lnTo>
                <a:lnTo>
                  <a:pt x="1315815" y="139702"/>
                </a:lnTo>
                <a:lnTo>
                  <a:pt x="1316979" y="139304"/>
                </a:lnTo>
                <a:lnTo>
                  <a:pt x="1318121" y="138885"/>
                </a:lnTo>
                <a:lnTo>
                  <a:pt x="1319239" y="138444"/>
                </a:lnTo>
                <a:lnTo>
                  <a:pt x="1320335" y="137982"/>
                </a:lnTo>
                <a:lnTo>
                  <a:pt x="1321409" y="137498"/>
                </a:lnTo>
                <a:lnTo>
                  <a:pt x="1322459" y="136992"/>
                </a:lnTo>
                <a:lnTo>
                  <a:pt x="1323488" y="136469"/>
                </a:lnTo>
                <a:lnTo>
                  <a:pt x="1324495" y="135931"/>
                </a:lnTo>
                <a:lnTo>
                  <a:pt x="1325480" y="135379"/>
                </a:lnTo>
                <a:lnTo>
                  <a:pt x="1326444" y="134812"/>
                </a:lnTo>
                <a:lnTo>
                  <a:pt x="1327387" y="134231"/>
                </a:lnTo>
                <a:lnTo>
                  <a:pt x="1328308" y="133635"/>
                </a:lnTo>
                <a:lnTo>
                  <a:pt x="1329207" y="133025"/>
                </a:lnTo>
                <a:lnTo>
                  <a:pt x="1330085" y="132400"/>
                </a:lnTo>
                <a:lnTo>
                  <a:pt x="1330941" y="131761"/>
                </a:lnTo>
                <a:lnTo>
                  <a:pt x="1331776" y="131107"/>
                </a:lnTo>
                <a:lnTo>
                  <a:pt x="1332589" y="130439"/>
                </a:lnTo>
                <a:lnTo>
                  <a:pt x="1333380" y="129756"/>
                </a:lnTo>
                <a:lnTo>
                  <a:pt x="1334150" y="129059"/>
                </a:lnTo>
                <a:lnTo>
                  <a:pt x="1334899" y="128347"/>
                </a:lnTo>
                <a:lnTo>
                  <a:pt x="1335626" y="127621"/>
                </a:lnTo>
                <a:lnTo>
                  <a:pt x="1336332" y="126880"/>
                </a:lnTo>
                <a:lnTo>
                  <a:pt x="1337016" y="126125"/>
                </a:lnTo>
                <a:lnTo>
                  <a:pt x="1337678" y="125356"/>
                </a:lnTo>
                <a:lnTo>
                  <a:pt x="1338319" y="124572"/>
                </a:lnTo>
                <a:lnTo>
                  <a:pt x="1338938" y="123773"/>
                </a:lnTo>
                <a:lnTo>
                  <a:pt x="1339536" y="122960"/>
                </a:lnTo>
                <a:lnTo>
                  <a:pt x="1340112" y="122133"/>
                </a:lnTo>
                <a:lnTo>
                  <a:pt x="1340667" y="121290"/>
                </a:lnTo>
                <a:lnTo>
                  <a:pt x="1341200" y="120434"/>
                </a:lnTo>
                <a:lnTo>
                  <a:pt x="1341712" y="119567"/>
                </a:lnTo>
                <a:lnTo>
                  <a:pt x="1342202" y="118693"/>
                </a:lnTo>
                <a:lnTo>
                  <a:pt x="1342670" y="117813"/>
                </a:lnTo>
                <a:lnTo>
                  <a:pt x="1343116" y="116927"/>
                </a:lnTo>
                <a:lnTo>
                  <a:pt x="1343541" y="116033"/>
                </a:lnTo>
                <a:lnTo>
                  <a:pt x="1343943" y="115134"/>
                </a:lnTo>
                <a:lnTo>
                  <a:pt x="1344324" y="114227"/>
                </a:lnTo>
                <a:lnTo>
                  <a:pt x="1344683" y="113314"/>
                </a:lnTo>
                <a:lnTo>
                  <a:pt x="1345021" y="112395"/>
                </a:lnTo>
                <a:lnTo>
                  <a:pt x="1345336" y="111469"/>
                </a:lnTo>
                <a:lnTo>
                  <a:pt x="1345630" y="110536"/>
                </a:lnTo>
                <a:lnTo>
                  <a:pt x="1345902" y="109597"/>
                </a:lnTo>
                <a:lnTo>
                  <a:pt x="1346153" y="108652"/>
                </a:lnTo>
                <a:lnTo>
                  <a:pt x="1346381" y="107699"/>
                </a:lnTo>
                <a:lnTo>
                  <a:pt x="1346588" y="106741"/>
                </a:lnTo>
                <a:lnTo>
                  <a:pt x="1346773" y="105775"/>
                </a:lnTo>
                <a:lnTo>
                  <a:pt x="1346936" y="104803"/>
                </a:lnTo>
                <a:lnTo>
                  <a:pt x="1347078" y="103825"/>
                </a:lnTo>
                <a:lnTo>
                  <a:pt x="1347198" y="102840"/>
                </a:lnTo>
                <a:lnTo>
                  <a:pt x="1347296" y="101849"/>
                </a:lnTo>
                <a:lnTo>
                  <a:pt x="1347372" y="100850"/>
                </a:lnTo>
                <a:lnTo>
                  <a:pt x="1347426" y="99846"/>
                </a:lnTo>
                <a:lnTo>
                  <a:pt x="1347459" y="98835"/>
                </a:lnTo>
                <a:lnTo>
                  <a:pt x="1347470" y="97817"/>
                </a:lnTo>
                <a:lnTo>
                  <a:pt x="1347459" y="96755"/>
                </a:lnTo>
                <a:lnTo>
                  <a:pt x="1347427" y="95702"/>
                </a:lnTo>
                <a:lnTo>
                  <a:pt x="1347374" y="94658"/>
                </a:lnTo>
                <a:lnTo>
                  <a:pt x="1347299" y="93622"/>
                </a:lnTo>
                <a:lnTo>
                  <a:pt x="1347204" y="92595"/>
                </a:lnTo>
                <a:lnTo>
                  <a:pt x="1347086" y="91577"/>
                </a:lnTo>
                <a:lnTo>
                  <a:pt x="1346948" y="90567"/>
                </a:lnTo>
                <a:lnTo>
                  <a:pt x="1346788" y="89566"/>
                </a:lnTo>
                <a:lnTo>
                  <a:pt x="1346607" y="88574"/>
                </a:lnTo>
                <a:lnTo>
                  <a:pt x="1346405" y="87590"/>
                </a:lnTo>
                <a:lnTo>
                  <a:pt x="1346181" y="86615"/>
                </a:lnTo>
                <a:lnTo>
                  <a:pt x="1345936" y="85649"/>
                </a:lnTo>
                <a:lnTo>
                  <a:pt x="1345670" y="84691"/>
                </a:lnTo>
                <a:lnTo>
                  <a:pt x="1345382" y="83742"/>
                </a:lnTo>
                <a:lnTo>
                  <a:pt x="1345073" y="82802"/>
                </a:lnTo>
                <a:lnTo>
                  <a:pt x="1344743" y="81870"/>
                </a:lnTo>
                <a:lnTo>
                  <a:pt x="1344392" y="80947"/>
                </a:lnTo>
                <a:lnTo>
                  <a:pt x="1344019" y="80032"/>
                </a:lnTo>
                <a:lnTo>
                  <a:pt x="1343625" y="79127"/>
                </a:lnTo>
                <a:lnTo>
                  <a:pt x="1343210" y="78229"/>
                </a:lnTo>
                <a:lnTo>
                  <a:pt x="1342773" y="77341"/>
                </a:lnTo>
                <a:lnTo>
                  <a:pt x="1342315" y="76461"/>
                </a:lnTo>
                <a:lnTo>
                  <a:pt x="1341836" y="75590"/>
                </a:lnTo>
                <a:lnTo>
                  <a:pt x="1341335" y="74728"/>
                </a:lnTo>
                <a:lnTo>
                  <a:pt x="1340813" y="73877"/>
                </a:lnTo>
                <a:lnTo>
                  <a:pt x="1340270" y="73040"/>
                </a:lnTo>
                <a:lnTo>
                  <a:pt x="1339705" y="72218"/>
                </a:lnTo>
                <a:lnTo>
                  <a:pt x="1339118" y="71409"/>
                </a:lnTo>
                <a:lnTo>
                  <a:pt x="1338510" y="70615"/>
                </a:lnTo>
                <a:lnTo>
                  <a:pt x="1337880" y="69836"/>
                </a:lnTo>
                <a:lnTo>
                  <a:pt x="1337229" y="69070"/>
                </a:lnTo>
                <a:lnTo>
                  <a:pt x="1336556" y="68319"/>
                </a:lnTo>
                <a:lnTo>
                  <a:pt x="1335862" y="67582"/>
                </a:lnTo>
                <a:lnTo>
                  <a:pt x="1335146" y="66859"/>
                </a:lnTo>
                <a:lnTo>
                  <a:pt x="1334409" y="66151"/>
                </a:lnTo>
                <a:lnTo>
                  <a:pt x="1333924" y="65707"/>
                </a:lnTo>
                <a:lnTo>
                  <a:pt x="1334004" y="65644"/>
                </a:lnTo>
                <a:lnTo>
                  <a:pt x="1334554" y="65247"/>
                </a:lnTo>
                <a:lnTo>
                  <a:pt x="1335119" y="64870"/>
                </a:lnTo>
                <a:lnTo>
                  <a:pt x="1335699" y="64514"/>
                </a:lnTo>
                <a:lnTo>
                  <a:pt x="1336294" y="64178"/>
                </a:lnTo>
                <a:lnTo>
                  <a:pt x="1336905" y="63862"/>
                </a:lnTo>
                <a:lnTo>
                  <a:pt x="1337531" y="63567"/>
                </a:lnTo>
                <a:lnTo>
                  <a:pt x="1338172" y="63292"/>
                </a:lnTo>
                <a:lnTo>
                  <a:pt x="1338828" y="63037"/>
                </a:lnTo>
                <a:lnTo>
                  <a:pt x="1339499" y="62803"/>
                </a:lnTo>
                <a:lnTo>
                  <a:pt x="1340186" y="62589"/>
                </a:lnTo>
                <a:lnTo>
                  <a:pt x="1340888" y="62396"/>
                </a:lnTo>
                <a:lnTo>
                  <a:pt x="1341605" y="62223"/>
                </a:lnTo>
                <a:lnTo>
                  <a:pt x="1342333" y="62063"/>
                </a:lnTo>
                <a:lnTo>
                  <a:pt x="1343067" y="61910"/>
                </a:lnTo>
                <a:lnTo>
                  <a:pt x="1343807" y="61764"/>
                </a:lnTo>
                <a:lnTo>
                  <a:pt x="1344554" y="61625"/>
                </a:lnTo>
                <a:lnTo>
                  <a:pt x="1345307" y="61493"/>
                </a:lnTo>
                <a:lnTo>
                  <a:pt x="1346067" y="61367"/>
                </a:lnTo>
                <a:lnTo>
                  <a:pt x="1346833" y="61248"/>
                </a:lnTo>
                <a:lnTo>
                  <a:pt x="1347605" y="61136"/>
                </a:lnTo>
                <a:lnTo>
                  <a:pt x="1348383" y="61031"/>
                </a:lnTo>
                <a:lnTo>
                  <a:pt x="1349168" y="60933"/>
                </a:lnTo>
                <a:lnTo>
                  <a:pt x="1349959" y="60841"/>
                </a:lnTo>
                <a:lnTo>
                  <a:pt x="1350756" y="60756"/>
                </a:lnTo>
                <a:lnTo>
                  <a:pt x="1351560" y="60678"/>
                </a:lnTo>
                <a:lnTo>
                  <a:pt x="1352370" y="60607"/>
                </a:lnTo>
                <a:lnTo>
                  <a:pt x="1353186" y="60542"/>
                </a:lnTo>
                <a:lnTo>
                  <a:pt x="1354009" y="60485"/>
                </a:lnTo>
                <a:lnTo>
                  <a:pt x="1354838" y="60434"/>
                </a:lnTo>
                <a:lnTo>
                  <a:pt x="1355673" y="60390"/>
                </a:lnTo>
                <a:lnTo>
                  <a:pt x="1356515" y="60352"/>
                </a:lnTo>
                <a:lnTo>
                  <a:pt x="1357363" y="60322"/>
                </a:lnTo>
                <a:lnTo>
                  <a:pt x="1358217" y="60298"/>
                </a:lnTo>
                <a:lnTo>
                  <a:pt x="1359078" y="60281"/>
                </a:lnTo>
                <a:lnTo>
                  <a:pt x="1359944" y="60271"/>
                </a:lnTo>
                <a:lnTo>
                  <a:pt x="1360818" y="60268"/>
                </a:lnTo>
                <a:lnTo>
                  <a:pt x="1360818" y="34246"/>
                </a:lnTo>
                <a:lnTo>
                  <a:pt x="1359533" y="34266"/>
                </a:lnTo>
                <a:lnTo>
                  <a:pt x="1358265" y="34303"/>
                </a:lnTo>
                <a:lnTo>
                  <a:pt x="1357012" y="34358"/>
                </a:lnTo>
                <a:lnTo>
                  <a:pt x="1355775" y="34430"/>
                </a:lnTo>
                <a:lnTo>
                  <a:pt x="1354553" y="34519"/>
                </a:lnTo>
                <a:lnTo>
                  <a:pt x="1353347" y="34625"/>
                </a:lnTo>
                <a:lnTo>
                  <a:pt x="1352157" y="34749"/>
                </a:lnTo>
                <a:lnTo>
                  <a:pt x="1350983" y="34890"/>
                </a:lnTo>
                <a:lnTo>
                  <a:pt x="1349824" y="35049"/>
                </a:lnTo>
                <a:lnTo>
                  <a:pt x="1348681" y="35224"/>
                </a:lnTo>
                <a:lnTo>
                  <a:pt x="1347553" y="35418"/>
                </a:lnTo>
                <a:lnTo>
                  <a:pt x="1346442" y="35628"/>
                </a:lnTo>
                <a:lnTo>
                  <a:pt x="1345346" y="35856"/>
                </a:lnTo>
                <a:lnTo>
                  <a:pt x="1344265" y="36101"/>
                </a:lnTo>
                <a:lnTo>
                  <a:pt x="1343201" y="36363"/>
                </a:lnTo>
                <a:lnTo>
                  <a:pt x="1342152" y="36643"/>
                </a:lnTo>
                <a:lnTo>
                  <a:pt x="1341118" y="36940"/>
                </a:lnTo>
                <a:lnTo>
                  <a:pt x="1340101" y="37254"/>
                </a:lnTo>
                <a:lnTo>
                  <a:pt x="1339099" y="37586"/>
                </a:lnTo>
                <a:lnTo>
                  <a:pt x="1338112" y="37935"/>
                </a:lnTo>
                <a:lnTo>
                  <a:pt x="1337142" y="38301"/>
                </a:lnTo>
                <a:lnTo>
                  <a:pt x="1336187" y="38685"/>
                </a:lnTo>
                <a:lnTo>
                  <a:pt x="1335248" y="39086"/>
                </a:lnTo>
                <a:lnTo>
                  <a:pt x="1334324" y="39504"/>
                </a:lnTo>
                <a:lnTo>
                  <a:pt x="1333418" y="39947"/>
                </a:lnTo>
                <a:lnTo>
                  <a:pt x="1332533" y="40420"/>
                </a:lnTo>
                <a:lnTo>
                  <a:pt x="1331667" y="40924"/>
                </a:lnTo>
                <a:lnTo>
                  <a:pt x="1330821" y="41459"/>
                </a:lnTo>
                <a:lnTo>
                  <a:pt x="1329994" y="42025"/>
                </a:lnTo>
                <a:lnTo>
                  <a:pt x="1329188" y="42622"/>
                </a:lnTo>
                <a:lnTo>
                  <a:pt x="1328402" y="43250"/>
                </a:lnTo>
                <a:lnTo>
                  <a:pt x="1327635" y="43909"/>
                </a:lnTo>
                <a:lnTo>
                  <a:pt x="1326889" y="44598"/>
                </a:lnTo>
                <a:lnTo>
                  <a:pt x="1326162" y="45319"/>
                </a:lnTo>
                <a:lnTo>
                  <a:pt x="1325455" y="46070"/>
                </a:lnTo>
                <a:lnTo>
                  <a:pt x="1324768" y="46852"/>
                </a:lnTo>
                <a:lnTo>
                  <a:pt x="1324101" y="47665"/>
                </a:lnTo>
                <a:lnTo>
                  <a:pt x="1323454" y="48510"/>
                </a:lnTo>
                <a:lnTo>
                  <a:pt x="1322827" y="49385"/>
                </a:lnTo>
                <a:lnTo>
                  <a:pt x="1322220" y="50290"/>
                </a:lnTo>
                <a:lnTo>
                  <a:pt x="1321632" y="51227"/>
                </a:lnTo>
                <a:lnTo>
                  <a:pt x="1321065" y="52195"/>
                </a:lnTo>
                <a:lnTo>
                  <a:pt x="1320517" y="53193"/>
                </a:lnTo>
                <a:lnTo>
                  <a:pt x="1319989" y="54223"/>
                </a:lnTo>
                <a:lnTo>
                  <a:pt x="1319482" y="55283"/>
                </a:lnTo>
                <a:lnTo>
                  <a:pt x="1318994" y="56374"/>
                </a:lnTo>
                <a:lnTo>
                  <a:pt x="1318945" y="56492"/>
                </a:lnTo>
                <a:lnTo>
                  <a:pt x="1318574" y="56344"/>
                </a:lnTo>
                <a:lnTo>
                  <a:pt x="1317446" y="55925"/>
                </a:lnTo>
                <a:lnTo>
                  <a:pt x="1316295" y="55527"/>
                </a:lnTo>
                <a:lnTo>
                  <a:pt x="1315123" y="55151"/>
                </a:lnTo>
                <a:lnTo>
                  <a:pt x="1313928" y="54796"/>
                </a:lnTo>
                <a:lnTo>
                  <a:pt x="1312711" y="54463"/>
                </a:lnTo>
                <a:lnTo>
                  <a:pt x="1311472" y="54151"/>
                </a:lnTo>
                <a:lnTo>
                  <a:pt x="1310210" y="53860"/>
                </a:lnTo>
                <a:lnTo>
                  <a:pt x="1308926" y="53592"/>
                </a:lnTo>
                <a:lnTo>
                  <a:pt x="1307620" y="53344"/>
                </a:lnTo>
                <a:lnTo>
                  <a:pt x="1306292" y="53118"/>
                </a:lnTo>
                <a:lnTo>
                  <a:pt x="1304941" y="52914"/>
                </a:lnTo>
                <a:lnTo>
                  <a:pt x="1303569" y="52731"/>
                </a:lnTo>
                <a:lnTo>
                  <a:pt x="1302174" y="52570"/>
                </a:lnTo>
                <a:lnTo>
                  <a:pt x="1300757" y="52430"/>
                </a:lnTo>
                <a:lnTo>
                  <a:pt x="1299317" y="52312"/>
                </a:lnTo>
                <a:lnTo>
                  <a:pt x="1297855" y="52215"/>
                </a:lnTo>
                <a:lnTo>
                  <a:pt x="1296372" y="52140"/>
                </a:lnTo>
                <a:lnTo>
                  <a:pt x="1294865" y="52086"/>
                </a:lnTo>
                <a:lnTo>
                  <a:pt x="1293337" y="52054"/>
                </a:lnTo>
                <a:lnTo>
                  <a:pt x="1291786" y="52043"/>
                </a:lnTo>
                <a:lnTo>
                  <a:pt x="1290279" y="52054"/>
                </a:lnTo>
                <a:lnTo>
                  <a:pt x="1288791" y="52086"/>
                </a:lnTo>
                <a:lnTo>
                  <a:pt x="1287322" y="52140"/>
                </a:lnTo>
                <a:lnTo>
                  <a:pt x="1285873" y="52215"/>
                </a:lnTo>
                <a:lnTo>
                  <a:pt x="1284442" y="52312"/>
                </a:lnTo>
                <a:lnTo>
                  <a:pt x="1283031" y="52430"/>
                </a:lnTo>
                <a:lnTo>
                  <a:pt x="1281639" y="52570"/>
                </a:lnTo>
                <a:lnTo>
                  <a:pt x="1280266" y="52731"/>
                </a:lnTo>
                <a:lnTo>
                  <a:pt x="1278912" y="52914"/>
                </a:lnTo>
                <a:lnTo>
                  <a:pt x="1277578" y="53118"/>
                </a:lnTo>
                <a:lnTo>
                  <a:pt x="1276263" y="53344"/>
                </a:lnTo>
                <a:lnTo>
                  <a:pt x="1274967" y="53592"/>
                </a:lnTo>
                <a:lnTo>
                  <a:pt x="1273690" y="53860"/>
                </a:lnTo>
                <a:lnTo>
                  <a:pt x="1272432" y="54151"/>
                </a:lnTo>
                <a:lnTo>
                  <a:pt x="1271194" y="54463"/>
                </a:lnTo>
                <a:lnTo>
                  <a:pt x="1269974" y="54796"/>
                </a:lnTo>
                <a:lnTo>
                  <a:pt x="1268774" y="55151"/>
                </a:lnTo>
                <a:lnTo>
                  <a:pt x="1267593" y="55527"/>
                </a:lnTo>
                <a:lnTo>
                  <a:pt x="1266432" y="55925"/>
                </a:lnTo>
                <a:lnTo>
                  <a:pt x="1265289" y="56344"/>
                </a:lnTo>
                <a:lnTo>
                  <a:pt x="1264166" y="56785"/>
                </a:lnTo>
                <a:lnTo>
                  <a:pt x="1263062" y="57247"/>
                </a:lnTo>
                <a:lnTo>
                  <a:pt x="1261977" y="57731"/>
                </a:lnTo>
                <a:lnTo>
                  <a:pt x="1260911" y="58237"/>
                </a:lnTo>
                <a:lnTo>
                  <a:pt x="1259866" y="58760"/>
                </a:lnTo>
                <a:lnTo>
                  <a:pt x="1258841" y="59298"/>
                </a:lnTo>
                <a:lnTo>
                  <a:pt x="1257838" y="59849"/>
                </a:lnTo>
                <a:lnTo>
                  <a:pt x="1256857" y="60415"/>
                </a:lnTo>
                <a:lnTo>
                  <a:pt x="1255897" y="60996"/>
                </a:lnTo>
                <a:lnTo>
                  <a:pt x="1254958" y="61590"/>
                </a:lnTo>
                <a:lnTo>
                  <a:pt x="1254040" y="62199"/>
                </a:lnTo>
                <a:lnTo>
                  <a:pt x="1253143" y="62822"/>
                </a:lnTo>
                <a:lnTo>
                  <a:pt x="1252268" y="63459"/>
                </a:lnTo>
                <a:lnTo>
                  <a:pt x="1251415" y="64111"/>
                </a:lnTo>
                <a:lnTo>
                  <a:pt x="1250582" y="64776"/>
                </a:lnTo>
                <a:lnTo>
                  <a:pt x="1249771" y="65456"/>
                </a:lnTo>
                <a:lnTo>
                  <a:pt x="1248981" y="66151"/>
                </a:lnTo>
                <a:lnTo>
                  <a:pt x="1248212" y="66859"/>
                </a:lnTo>
                <a:lnTo>
                  <a:pt x="1247465" y="67582"/>
                </a:lnTo>
                <a:lnTo>
                  <a:pt x="1246739" y="68319"/>
                </a:lnTo>
                <a:lnTo>
                  <a:pt x="1246035" y="69070"/>
                </a:lnTo>
                <a:lnTo>
                  <a:pt x="1245351" y="69836"/>
                </a:lnTo>
                <a:lnTo>
                  <a:pt x="1244689" y="70615"/>
                </a:lnTo>
                <a:lnTo>
                  <a:pt x="1244048" y="71409"/>
                </a:lnTo>
                <a:lnTo>
                  <a:pt x="1243429" y="72218"/>
                </a:lnTo>
                <a:lnTo>
                  <a:pt x="1242831" y="73040"/>
                </a:lnTo>
                <a:lnTo>
                  <a:pt x="1242254" y="73877"/>
                </a:lnTo>
                <a:lnTo>
                  <a:pt x="1241698" y="74728"/>
                </a:lnTo>
                <a:lnTo>
                  <a:pt x="1241165" y="75590"/>
                </a:lnTo>
                <a:lnTo>
                  <a:pt x="1240654" y="76461"/>
                </a:lnTo>
                <a:lnTo>
                  <a:pt x="1240166" y="77341"/>
                </a:lnTo>
                <a:lnTo>
                  <a:pt x="1239700" y="78229"/>
                </a:lnTo>
                <a:lnTo>
                  <a:pt x="1239257" y="79127"/>
                </a:lnTo>
                <a:lnTo>
                  <a:pt x="1238837" y="80032"/>
                </a:lnTo>
                <a:lnTo>
                  <a:pt x="1238440" y="80947"/>
                </a:lnTo>
                <a:lnTo>
                  <a:pt x="1238065" y="81870"/>
                </a:lnTo>
                <a:lnTo>
                  <a:pt x="1237713" y="82802"/>
                </a:lnTo>
                <a:lnTo>
                  <a:pt x="1237384" y="83742"/>
                </a:lnTo>
                <a:lnTo>
                  <a:pt x="1237078" y="84691"/>
                </a:lnTo>
                <a:lnTo>
                  <a:pt x="1236794" y="85649"/>
                </a:lnTo>
                <a:lnTo>
                  <a:pt x="1236533" y="86615"/>
                </a:lnTo>
                <a:lnTo>
                  <a:pt x="1236294" y="87590"/>
                </a:lnTo>
                <a:lnTo>
                  <a:pt x="1236079" y="88574"/>
                </a:lnTo>
                <a:lnTo>
                  <a:pt x="1235886" y="89566"/>
                </a:lnTo>
                <a:lnTo>
                  <a:pt x="1235715" y="90567"/>
                </a:lnTo>
                <a:lnTo>
                  <a:pt x="1235568" y="91577"/>
                </a:lnTo>
                <a:lnTo>
                  <a:pt x="1235443" y="92595"/>
                </a:lnTo>
                <a:lnTo>
                  <a:pt x="1235341" y="93622"/>
                </a:lnTo>
                <a:lnTo>
                  <a:pt x="1235261" y="94658"/>
                </a:lnTo>
                <a:lnTo>
                  <a:pt x="1235205" y="95702"/>
                </a:lnTo>
                <a:lnTo>
                  <a:pt x="1235170" y="96755"/>
                </a:lnTo>
                <a:lnTo>
                  <a:pt x="1235159" y="97817"/>
                </a:lnTo>
                <a:lnTo>
                  <a:pt x="1235170" y="98813"/>
                </a:lnTo>
                <a:lnTo>
                  <a:pt x="1235204" y="99803"/>
                </a:lnTo>
                <a:lnTo>
                  <a:pt x="1235260" y="100787"/>
                </a:lnTo>
                <a:lnTo>
                  <a:pt x="1235339" y="101766"/>
                </a:lnTo>
                <a:lnTo>
                  <a:pt x="1235440" y="102739"/>
                </a:lnTo>
                <a:lnTo>
                  <a:pt x="1235564" y="103707"/>
                </a:lnTo>
                <a:lnTo>
                  <a:pt x="1235710" y="104669"/>
                </a:lnTo>
                <a:lnTo>
                  <a:pt x="1235878" y="105626"/>
                </a:lnTo>
                <a:lnTo>
                  <a:pt x="1236069" y="106576"/>
                </a:lnTo>
                <a:lnTo>
                  <a:pt x="1236283" y="107522"/>
                </a:lnTo>
                <a:lnTo>
                  <a:pt x="1236519" y="108461"/>
                </a:lnTo>
                <a:lnTo>
                  <a:pt x="1236777" y="109395"/>
                </a:lnTo>
                <a:lnTo>
                  <a:pt x="1237058" y="110323"/>
                </a:lnTo>
                <a:lnTo>
                  <a:pt x="1237361" y="111246"/>
                </a:lnTo>
                <a:lnTo>
                  <a:pt x="1237687" y="112163"/>
                </a:lnTo>
                <a:lnTo>
                  <a:pt x="1238035" y="113075"/>
                </a:lnTo>
                <a:lnTo>
                  <a:pt x="1238406" y="113981"/>
                </a:lnTo>
                <a:lnTo>
                  <a:pt x="1238799" y="114881"/>
                </a:lnTo>
                <a:lnTo>
                  <a:pt x="1239215" y="115775"/>
                </a:lnTo>
                <a:lnTo>
                  <a:pt x="1239653" y="116664"/>
                </a:lnTo>
                <a:lnTo>
                  <a:pt x="1240114" y="117548"/>
                </a:lnTo>
                <a:lnTo>
                  <a:pt x="1240597" y="118426"/>
                </a:lnTo>
                <a:lnTo>
                  <a:pt x="1241103" y="119298"/>
                </a:lnTo>
                <a:lnTo>
                  <a:pt x="1241631" y="120164"/>
                </a:lnTo>
                <a:lnTo>
                  <a:pt x="1242181" y="121021"/>
                </a:lnTo>
                <a:lnTo>
                  <a:pt x="1242752" y="121864"/>
                </a:lnTo>
                <a:lnTo>
                  <a:pt x="1243344" y="122692"/>
                </a:lnTo>
                <a:lnTo>
                  <a:pt x="1243957" y="123507"/>
                </a:lnTo>
                <a:lnTo>
                  <a:pt x="1244591" y="124308"/>
                </a:lnTo>
                <a:lnTo>
                  <a:pt x="1245246" y="125094"/>
                </a:lnTo>
                <a:lnTo>
                  <a:pt x="1245922" y="125867"/>
                </a:lnTo>
                <a:lnTo>
                  <a:pt x="1246619" y="126626"/>
                </a:lnTo>
                <a:lnTo>
                  <a:pt x="1247338" y="127370"/>
                </a:lnTo>
                <a:lnTo>
                  <a:pt x="1248077" y="128101"/>
                </a:lnTo>
                <a:lnTo>
                  <a:pt x="1248838" y="128818"/>
                </a:lnTo>
                <a:lnTo>
                  <a:pt x="1249619" y="129520"/>
                </a:lnTo>
                <a:lnTo>
                  <a:pt x="1250422" y="130209"/>
                </a:lnTo>
                <a:lnTo>
                  <a:pt x="1251246" y="130883"/>
                </a:lnTo>
                <a:lnTo>
                  <a:pt x="1252090" y="131544"/>
                </a:lnTo>
                <a:lnTo>
                  <a:pt x="1252956" y="132190"/>
                </a:lnTo>
                <a:lnTo>
                  <a:pt x="1253843" y="132823"/>
                </a:lnTo>
                <a:lnTo>
                  <a:pt x="1254751" y="133441"/>
                </a:lnTo>
                <a:lnTo>
                  <a:pt x="1255585" y="133984"/>
                </a:lnTo>
                <a:lnTo>
                  <a:pt x="1255234" y="134124"/>
                </a:lnTo>
                <a:lnTo>
                  <a:pt x="1254300" y="134511"/>
                </a:lnTo>
                <a:lnTo>
                  <a:pt x="1253389" y="134902"/>
                </a:lnTo>
                <a:lnTo>
                  <a:pt x="1252499" y="135299"/>
                </a:lnTo>
                <a:lnTo>
                  <a:pt x="1251632" y="135700"/>
                </a:lnTo>
                <a:lnTo>
                  <a:pt x="1250787" y="136106"/>
                </a:lnTo>
                <a:lnTo>
                  <a:pt x="1249965" y="136517"/>
                </a:lnTo>
                <a:lnTo>
                  <a:pt x="1249164" y="136933"/>
                </a:lnTo>
                <a:lnTo>
                  <a:pt x="1248386" y="137354"/>
                </a:lnTo>
                <a:lnTo>
                  <a:pt x="1247630" y="137780"/>
                </a:lnTo>
                <a:lnTo>
                  <a:pt x="1246896" y="138211"/>
                </a:lnTo>
                <a:lnTo>
                  <a:pt x="1246185" y="138647"/>
                </a:lnTo>
                <a:lnTo>
                  <a:pt x="1245496" y="139087"/>
                </a:lnTo>
                <a:lnTo>
                  <a:pt x="1244829" y="139533"/>
                </a:lnTo>
                <a:lnTo>
                  <a:pt x="1244184" y="139984"/>
                </a:lnTo>
                <a:lnTo>
                  <a:pt x="1243561" y="140439"/>
                </a:lnTo>
                <a:lnTo>
                  <a:pt x="1242961" y="140899"/>
                </a:lnTo>
                <a:lnTo>
                  <a:pt x="1242383" y="141364"/>
                </a:lnTo>
                <a:lnTo>
                  <a:pt x="1241827" y="141835"/>
                </a:lnTo>
                <a:lnTo>
                  <a:pt x="1241294" y="142310"/>
                </a:lnTo>
                <a:lnTo>
                  <a:pt x="1240782" y="142791"/>
                </a:lnTo>
                <a:lnTo>
                  <a:pt x="1240292" y="143282"/>
                </a:lnTo>
                <a:lnTo>
                  <a:pt x="1239824" y="143781"/>
                </a:lnTo>
                <a:lnTo>
                  <a:pt x="1239378" y="144289"/>
                </a:lnTo>
                <a:lnTo>
                  <a:pt x="1238954" y="144805"/>
                </a:lnTo>
                <a:lnTo>
                  <a:pt x="1238551" y="145331"/>
                </a:lnTo>
                <a:lnTo>
                  <a:pt x="1238170" y="145864"/>
                </a:lnTo>
                <a:lnTo>
                  <a:pt x="1237811" y="146407"/>
                </a:lnTo>
                <a:lnTo>
                  <a:pt x="1237473" y="146958"/>
                </a:lnTo>
                <a:lnTo>
                  <a:pt x="1237158" y="147518"/>
                </a:lnTo>
                <a:lnTo>
                  <a:pt x="1236864" y="148086"/>
                </a:lnTo>
                <a:lnTo>
                  <a:pt x="1236592" y="148663"/>
                </a:lnTo>
                <a:lnTo>
                  <a:pt x="1236341" y="149249"/>
                </a:lnTo>
                <a:lnTo>
                  <a:pt x="1236113" y="149844"/>
                </a:lnTo>
                <a:lnTo>
                  <a:pt x="1235906" y="150447"/>
                </a:lnTo>
                <a:lnTo>
                  <a:pt x="1235721" y="151058"/>
                </a:lnTo>
                <a:lnTo>
                  <a:pt x="1235558" y="151679"/>
                </a:lnTo>
                <a:lnTo>
                  <a:pt x="1235416" y="152308"/>
                </a:lnTo>
                <a:lnTo>
                  <a:pt x="1235296" y="152946"/>
                </a:lnTo>
                <a:lnTo>
                  <a:pt x="1235198" y="153592"/>
                </a:lnTo>
                <a:lnTo>
                  <a:pt x="1235122" y="154247"/>
                </a:lnTo>
                <a:lnTo>
                  <a:pt x="1235068" y="154911"/>
                </a:lnTo>
                <a:lnTo>
                  <a:pt x="1235035" y="155583"/>
                </a:lnTo>
                <a:lnTo>
                  <a:pt x="1235024" y="156264"/>
                </a:lnTo>
                <a:lnTo>
                  <a:pt x="1235031" y="156703"/>
                </a:lnTo>
                <a:lnTo>
                  <a:pt x="1235052" y="157142"/>
                </a:lnTo>
                <a:lnTo>
                  <a:pt x="1235087" y="157581"/>
                </a:lnTo>
                <a:lnTo>
                  <a:pt x="1235137" y="158021"/>
                </a:lnTo>
                <a:lnTo>
                  <a:pt x="1235200" y="158461"/>
                </a:lnTo>
                <a:lnTo>
                  <a:pt x="1235277" y="158902"/>
                </a:lnTo>
                <a:lnTo>
                  <a:pt x="1235368" y="159343"/>
                </a:lnTo>
                <a:lnTo>
                  <a:pt x="1235474" y="159785"/>
                </a:lnTo>
                <a:lnTo>
                  <a:pt x="1235593" y="160227"/>
                </a:lnTo>
                <a:lnTo>
                  <a:pt x="1235726" y="160669"/>
                </a:lnTo>
                <a:lnTo>
                  <a:pt x="1235874" y="161113"/>
                </a:lnTo>
                <a:lnTo>
                  <a:pt x="1236035" y="161556"/>
                </a:lnTo>
                <a:lnTo>
                  <a:pt x="1236211" y="162000"/>
                </a:lnTo>
                <a:lnTo>
                  <a:pt x="1236401" y="162445"/>
                </a:lnTo>
                <a:lnTo>
                  <a:pt x="1236604" y="162890"/>
                </a:lnTo>
                <a:lnTo>
                  <a:pt x="1236822" y="163335"/>
                </a:lnTo>
                <a:lnTo>
                  <a:pt x="1237054" y="163781"/>
                </a:lnTo>
                <a:lnTo>
                  <a:pt x="1237299" y="164227"/>
                </a:lnTo>
                <a:lnTo>
                  <a:pt x="1237559" y="164674"/>
                </a:lnTo>
                <a:lnTo>
                  <a:pt x="1237833" y="165122"/>
                </a:lnTo>
                <a:lnTo>
                  <a:pt x="1238121" y="165569"/>
                </a:lnTo>
                <a:lnTo>
                  <a:pt x="1238423" y="166018"/>
                </a:lnTo>
                <a:lnTo>
                  <a:pt x="1238739" y="166466"/>
                </a:lnTo>
                <a:lnTo>
                  <a:pt x="1239069" y="166916"/>
                </a:lnTo>
                <a:lnTo>
                  <a:pt x="1239414" y="167363"/>
                </a:lnTo>
                <a:lnTo>
                  <a:pt x="1239776" y="167805"/>
                </a:lnTo>
                <a:lnTo>
                  <a:pt x="1240154" y="168244"/>
                </a:lnTo>
                <a:lnTo>
                  <a:pt x="1240548" y="168678"/>
                </a:lnTo>
                <a:lnTo>
                  <a:pt x="1240959" y="169107"/>
                </a:lnTo>
                <a:lnTo>
                  <a:pt x="1241386" y="169532"/>
                </a:lnTo>
                <a:lnTo>
                  <a:pt x="1241830" y="169953"/>
                </a:lnTo>
                <a:lnTo>
                  <a:pt x="1242290" y="170369"/>
                </a:lnTo>
                <a:lnTo>
                  <a:pt x="1242766" y="170780"/>
                </a:lnTo>
                <a:lnTo>
                  <a:pt x="1243259" y="171187"/>
                </a:lnTo>
                <a:lnTo>
                  <a:pt x="1243768" y="171590"/>
                </a:lnTo>
                <a:lnTo>
                  <a:pt x="1244294" y="171988"/>
                </a:lnTo>
                <a:lnTo>
                  <a:pt x="1244835" y="172382"/>
                </a:lnTo>
                <a:lnTo>
                  <a:pt x="1245394" y="172772"/>
                </a:lnTo>
                <a:lnTo>
                  <a:pt x="1245968" y="173157"/>
                </a:lnTo>
                <a:lnTo>
                  <a:pt x="1246559" y="173537"/>
                </a:lnTo>
                <a:lnTo>
                  <a:pt x="1247167" y="173913"/>
                </a:lnTo>
                <a:lnTo>
                  <a:pt x="1247791" y="174285"/>
                </a:lnTo>
                <a:lnTo>
                  <a:pt x="1248431" y="174652"/>
                </a:lnTo>
                <a:lnTo>
                  <a:pt x="1249087" y="175014"/>
                </a:lnTo>
                <a:lnTo>
                  <a:pt x="1249760" y="175373"/>
                </a:lnTo>
                <a:lnTo>
                  <a:pt x="1250450" y="175727"/>
                </a:lnTo>
                <a:lnTo>
                  <a:pt x="1250789" y="175895"/>
                </a:lnTo>
                <a:lnTo>
                  <a:pt x="1250285" y="176103"/>
                </a:lnTo>
                <a:lnTo>
                  <a:pt x="1249031" y="176657"/>
                </a:lnTo>
                <a:lnTo>
                  <a:pt x="1247821" y="177229"/>
                </a:lnTo>
                <a:lnTo>
                  <a:pt x="1246653" y="177818"/>
                </a:lnTo>
                <a:lnTo>
                  <a:pt x="1245529" y="178424"/>
                </a:lnTo>
                <a:lnTo>
                  <a:pt x="1244447" y="179049"/>
                </a:lnTo>
                <a:lnTo>
                  <a:pt x="1243409" y="179690"/>
                </a:lnTo>
                <a:lnTo>
                  <a:pt x="1242414" y="180350"/>
                </a:lnTo>
                <a:lnTo>
                  <a:pt x="1241461" y="181027"/>
                </a:lnTo>
                <a:lnTo>
                  <a:pt x="1240552" y="181721"/>
                </a:lnTo>
                <a:lnTo>
                  <a:pt x="1239683" y="182429"/>
                </a:lnTo>
                <a:lnTo>
                  <a:pt x="1238851" y="183147"/>
                </a:lnTo>
                <a:lnTo>
                  <a:pt x="1238056" y="183874"/>
                </a:lnTo>
                <a:lnTo>
                  <a:pt x="1237298" y="184611"/>
                </a:lnTo>
                <a:lnTo>
                  <a:pt x="1236576" y="185358"/>
                </a:lnTo>
                <a:lnTo>
                  <a:pt x="1235892" y="186114"/>
                </a:lnTo>
                <a:lnTo>
                  <a:pt x="1235245" y="186880"/>
                </a:lnTo>
                <a:lnTo>
                  <a:pt x="1234635" y="187655"/>
                </a:lnTo>
                <a:lnTo>
                  <a:pt x="1234062" y="188441"/>
                </a:lnTo>
                <a:lnTo>
                  <a:pt x="1233525" y="189235"/>
                </a:lnTo>
                <a:lnTo>
                  <a:pt x="1233026" y="190040"/>
                </a:lnTo>
                <a:lnTo>
                  <a:pt x="1232564" y="190854"/>
                </a:lnTo>
                <a:lnTo>
                  <a:pt x="1232138" y="191677"/>
                </a:lnTo>
                <a:lnTo>
                  <a:pt x="1231750" y="192510"/>
                </a:lnTo>
                <a:lnTo>
                  <a:pt x="1231399" y="193353"/>
                </a:lnTo>
                <a:lnTo>
                  <a:pt x="1231084" y="194206"/>
                </a:lnTo>
                <a:lnTo>
                  <a:pt x="1230807" y="195068"/>
                </a:lnTo>
                <a:lnTo>
                  <a:pt x="1230567" y="195940"/>
                </a:lnTo>
                <a:lnTo>
                  <a:pt x="1230363" y="196821"/>
                </a:lnTo>
                <a:lnTo>
                  <a:pt x="1230197" y="197712"/>
                </a:lnTo>
                <a:lnTo>
                  <a:pt x="1230067" y="198613"/>
                </a:lnTo>
                <a:lnTo>
                  <a:pt x="1229975" y="199523"/>
                </a:lnTo>
                <a:lnTo>
                  <a:pt x="1229919" y="200443"/>
                </a:lnTo>
                <a:lnTo>
                  <a:pt x="1229901" y="201372"/>
                </a:lnTo>
                <a:lnTo>
                  <a:pt x="1229911" y="202135"/>
                </a:lnTo>
                <a:lnTo>
                  <a:pt x="1229943" y="202894"/>
                </a:lnTo>
                <a:lnTo>
                  <a:pt x="1229996" y="203648"/>
                </a:lnTo>
                <a:lnTo>
                  <a:pt x="1230069" y="204398"/>
                </a:lnTo>
                <a:lnTo>
                  <a:pt x="1230164" y="205144"/>
                </a:lnTo>
                <a:lnTo>
                  <a:pt x="1230280" y="205884"/>
                </a:lnTo>
                <a:lnTo>
                  <a:pt x="1230417" y="206621"/>
                </a:lnTo>
                <a:lnTo>
                  <a:pt x="1230575" y="207353"/>
                </a:lnTo>
                <a:lnTo>
                  <a:pt x="1230754" y="208080"/>
                </a:lnTo>
                <a:lnTo>
                  <a:pt x="1230954" y="208803"/>
                </a:lnTo>
                <a:lnTo>
                  <a:pt x="1231175" y="209522"/>
                </a:lnTo>
                <a:lnTo>
                  <a:pt x="1231418" y="210236"/>
                </a:lnTo>
                <a:lnTo>
                  <a:pt x="1231681" y="210946"/>
                </a:lnTo>
                <a:lnTo>
                  <a:pt x="1231965" y="211651"/>
                </a:lnTo>
                <a:lnTo>
                  <a:pt x="1232271" y="212352"/>
                </a:lnTo>
                <a:lnTo>
                  <a:pt x="1232597" y="213048"/>
                </a:lnTo>
                <a:lnTo>
                  <a:pt x="1232945" y="213740"/>
                </a:lnTo>
                <a:lnTo>
                  <a:pt x="1233314" y="214427"/>
                </a:lnTo>
                <a:lnTo>
                  <a:pt x="1233703" y="215110"/>
                </a:lnTo>
                <a:lnTo>
                  <a:pt x="1234114" y="215788"/>
                </a:lnTo>
                <a:lnTo>
                  <a:pt x="1234546" y="216462"/>
                </a:lnTo>
                <a:lnTo>
                  <a:pt x="1234999" y="217132"/>
                </a:lnTo>
                <a:lnTo>
                  <a:pt x="1235473" y="217797"/>
                </a:lnTo>
                <a:lnTo>
                  <a:pt x="1235968" y="218457"/>
                </a:lnTo>
                <a:lnTo>
                  <a:pt x="1236487" y="219110"/>
                </a:lnTo>
                <a:lnTo>
                  <a:pt x="1237034" y="219753"/>
                </a:lnTo>
                <a:lnTo>
                  <a:pt x="1237607" y="220385"/>
                </a:lnTo>
                <a:lnTo>
                  <a:pt x="1238208" y="221006"/>
                </a:lnTo>
                <a:lnTo>
                  <a:pt x="1238835" y="221617"/>
                </a:lnTo>
                <a:lnTo>
                  <a:pt x="1239490" y="222217"/>
                </a:lnTo>
                <a:lnTo>
                  <a:pt x="1240173" y="222807"/>
                </a:lnTo>
                <a:lnTo>
                  <a:pt x="1240882" y="223386"/>
                </a:lnTo>
                <a:lnTo>
                  <a:pt x="1241618" y="223955"/>
                </a:lnTo>
                <a:lnTo>
                  <a:pt x="1242382" y="224513"/>
                </a:lnTo>
                <a:lnTo>
                  <a:pt x="1243172" y="225061"/>
                </a:lnTo>
                <a:lnTo>
                  <a:pt x="1243990" y="225598"/>
                </a:lnTo>
                <a:lnTo>
                  <a:pt x="1244835" y="226124"/>
                </a:lnTo>
                <a:lnTo>
                  <a:pt x="1245707" y="226640"/>
                </a:lnTo>
                <a:lnTo>
                  <a:pt x="1246607" y="227146"/>
                </a:lnTo>
                <a:lnTo>
                  <a:pt x="1247533" y="227640"/>
                </a:lnTo>
                <a:lnTo>
                  <a:pt x="1248487" y="228125"/>
                </a:lnTo>
                <a:lnTo>
                  <a:pt x="1249468" y="228599"/>
                </a:lnTo>
                <a:lnTo>
                  <a:pt x="1250476" y="229062"/>
                </a:lnTo>
                <a:lnTo>
                  <a:pt x="1251511" y="229514"/>
                </a:lnTo>
                <a:lnTo>
                  <a:pt x="1252573" y="229956"/>
                </a:lnTo>
                <a:lnTo>
                  <a:pt x="1253662" y="230388"/>
                </a:lnTo>
                <a:lnTo>
                  <a:pt x="1254779" y="230809"/>
                </a:lnTo>
                <a:lnTo>
                  <a:pt x="1255922" y="231219"/>
                </a:lnTo>
                <a:lnTo>
                  <a:pt x="1257097" y="231616"/>
                </a:lnTo>
                <a:lnTo>
                  <a:pt x="1258304" y="231996"/>
                </a:lnTo>
                <a:lnTo>
                  <a:pt x="1259546" y="232359"/>
                </a:lnTo>
                <a:lnTo>
                  <a:pt x="1260821" y="232705"/>
                </a:lnTo>
                <a:lnTo>
                  <a:pt x="1262130" y="233034"/>
                </a:lnTo>
                <a:lnTo>
                  <a:pt x="1263473" y="233347"/>
                </a:lnTo>
                <a:lnTo>
                  <a:pt x="1264849" y="233642"/>
                </a:lnTo>
                <a:lnTo>
                  <a:pt x="1266259" y="233921"/>
                </a:lnTo>
                <a:lnTo>
                  <a:pt x="1267703" y="234182"/>
                </a:lnTo>
                <a:lnTo>
                  <a:pt x="1269180" y="234427"/>
                </a:lnTo>
                <a:lnTo>
                  <a:pt x="1270692" y="234655"/>
                </a:lnTo>
                <a:lnTo>
                  <a:pt x="1272236" y="234866"/>
                </a:lnTo>
                <a:lnTo>
                  <a:pt x="1273815" y="235060"/>
                </a:lnTo>
                <a:lnTo>
                  <a:pt x="1275427" y="235238"/>
                </a:lnTo>
                <a:lnTo>
                  <a:pt x="1277073" y="235398"/>
                </a:lnTo>
                <a:lnTo>
                  <a:pt x="1278753" y="235541"/>
                </a:lnTo>
                <a:lnTo>
                  <a:pt x="1280467" y="235668"/>
                </a:lnTo>
                <a:lnTo>
                  <a:pt x="1282214" y="235778"/>
                </a:lnTo>
                <a:lnTo>
                  <a:pt x="1283994" y="235871"/>
                </a:lnTo>
                <a:lnTo>
                  <a:pt x="1285809" y="235947"/>
                </a:lnTo>
                <a:lnTo>
                  <a:pt x="1287657" y="236006"/>
                </a:lnTo>
                <a:lnTo>
                  <a:pt x="1289539" y="236048"/>
                </a:lnTo>
                <a:lnTo>
                  <a:pt x="1291455" y="236073"/>
                </a:lnTo>
                <a:lnTo>
                  <a:pt x="1293404" y="236082"/>
                </a:lnTo>
                <a:lnTo>
                  <a:pt x="1296119" y="236061"/>
                </a:lnTo>
                <a:lnTo>
                  <a:pt x="1298779" y="236001"/>
                </a:lnTo>
                <a:lnTo>
                  <a:pt x="1301384" y="235900"/>
                </a:lnTo>
                <a:lnTo>
                  <a:pt x="1303936" y="235759"/>
                </a:lnTo>
                <a:lnTo>
                  <a:pt x="1306433" y="235577"/>
                </a:lnTo>
                <a:lnTo>
                  <a:pt x="1308876" y="235356"/>
                </a:lnTo>
                <a:lnTo>
                  <a:pt x="1311264" y="235093"/>
                </a:lnTo>
                <a:lnTo>
                  <a:pt x="1313598" y="234791"/>
                </a:lnTo>
                <a:lnTo>
                  <a:pt x="1315878" y="234448"/>
                </a:lnTo>
                <a:lnTo>
                  <a:pt x="1318104" y="234065"/>
                </a:lnTo>
                <a:lnTo>
                  <a:pt x="1320275" y="233641"/>
                </a:lnTo>
                <a:lnTo>
                  <a:pt x="1322392" y="233178"/>
                </a:lnTo>
                <a:lnTo>
                  <a:pt x="1324455" y="232673"/>
                </a:lnTo>
                <a:lnTo>
                  <a:pt x="1326463" y="232129"/>
                </a:lnTo>
                <a:lnTo>
                  <a:pt x="1328417" y="231544"/>
                </a:lnTo>
                <a:lnTo>
                  <a:pt x="1330317" y="230919"/>
                </a:lnTo>
                <a:lnTo>
                  <a:pt x="1332162" y="230253"/>
                </a:lnTo>
                <a:lnTo>
                  <a:pt x="1333953" y="229548"/>
                </a:lnTo>
                <a:lnTo>
                  <a:pt x="1335690" y="228801"/>
                </a:lnTo>
                <a:lnTo>
                  <a:pt x="1337373" y="228015"/>
                </a:lnTo>
                <a:lnTo>
                  <a:pt x="1339001" y="227188"/>
                </a:lnTo>
                <a:lnTo>
                  <a:pt x="1340575" y="226321"/>
                </a:lnTo>
                <a:lnTo>
                  <a:pt x="1342095" y="225413"/>
                </a:lnTo>
                <a:lnTo>
                  <a:pt x="1343560" y="224465"/>
                </a:lnTo>
                <a:lnTo>
                  <a:pt x="1344968" y="223485"/>
                </a:lnTo>
                <a:lnTo>
                  <a:pt x="1346316" y="222479"/>
                </a:lnTo>
                <a:lnTo>
                  <a:pt x="1347605" y="221448"/>
                </a:lnTo>
                <a:lnTo>
                  <a:pt x="1348833" y="220392"/>
                </a:lnTo>
                <a:lnTo>
                  <a:pt x="1350002" y="219310"/>
                </a:lnTo>
                <a:lnTo>
                  <a:pt x="1351110" y="218203"/>
                </a:lnTo>
                <a:lnTo>
                  <a:pt x="1352159" y="217071"/>
                </a:lnTo>
                <a:lnTo>
                  <a:pt x="1353147" y="215913"/>
                </a:lnTo>
                <a:lnTo>
                  <a:pt x="1354076" y="214730"/>
                </a:lnTo>
                <a:lnTo>
                  <a:pt x="1354945" y="213522"/>
                </a:lnTo>
                <a:lnTo>
                  <a:pt x="1355754" y="212288"/>
                </a:lnTo>
                <a:lnTo>
                  <a:pt x="1356503" y="211029"/>
                </a:lnTo>
                <a:lnTo>
                  <a:pt x="1357192" y="209745"/>
                </a:lnTo>
                <a:lnTo>
                  <a:pt x="1357821" y="208435"/>
                </a:lnTo>
                <a:lnTo>
                  <a:pt x="1358391" y="207100"/>
                </a:lnTo>
                <a:lnTo>
                  <a:pt x="1358900" y="205740"/>
                </a:lnTo>
                <a:lnTo>
                  <a:pt x="1359350" y="204354"/>
                </a:lnTo>
                <a:lnTo>
                  <a:pt x="1359739" y="202943"/>
                </a:lnTo>
                <a:lnTo>
                  <a:pt x="1360069" y="201506"/>
                </a:lnTo>
                <a:lnTo>
                  <a:pt x="1360338" y="200045"/>
                </a:lnTo>
                <a:lnTo>
                  <a:pt x="1360548" y="198557"/>
                </a:lnTo>
                <a:lnTo>
                  <a:pt x="1360698" y="197045"/>
                </a:lnTo>
                <a:lnTo>
                  <a:pt x="1360788" y="195507"/>
                </a:lnTo>
                <a:lnTo>
                  <a:pt x="1360818" y="193944"/>
                </a:lnTo>
                <a:lnTo>
                  <a:pt x="1360792" y="192407"/>
                </a:lnTo>
                <a:lnTo>
                  <a:pt x="1360713" y="190904"/>
                </a:lnTo>
                <a:lnTo>
                  <a:pt x="1360583" y="189434"/>
                </a:lnTo>
                <a:lnTo>
                  <a:pt x="1360400" y="187997"/>
                </a:lnTo>
                <a:lnTo>
                  <a:pt x="1360165" y="186594"/>
                </a:lnTo>
                <a:lnTo>
                  <a:pt x="1359878" y="185224"/>
                </a:lnTo>
                <a:lnTo>
                  <a:pt x="1359539" y="183887"/>
                </a:lnTo>
                <a:lnTo>
                  <a:pt x="1359147" y="182584"/>
                </a:lnTo>
                <a:lnTo>
                  <a:pt x="1358704" y="181313"/>
                </a:lnTo>
                <a:lnTo>
                  <a:pt x="1358208" y="180077"/>
                </a:lnTo>
                <a:lnTo>
                  <a:pt x="1357660" y="178873"/>
                </a:lnTo>
                <a:lnTo>
                  <a:pt x="1357059" y="177703"/>
                </a:lnTo>
                <a:lnTo>
                  <a:pt x="1356407" y="176566"/>
                </a:lnTo>
                <a:lnTo>
                  <a:pt x="1355702" y="175462"/>
                </a:lnTo>
                <a:lnTo>
                  <a:pt x="1354945" y="174392"/>
                </a:lnTo>
                <a:lnTo>
                  <a:pt x="1354136" y="173355"/>
                </a:lnTo>
                <a:lnTo>
                  <a:pt x="1353275" y="172351"/>
                </a:lnTo>
                <a:lnTo>
                  <a:pt x="1352361" y="171381"/>
                </a:lnTo>
                <a:lnTo>
                  <a:pt x="1351396" y="170444"/>
                </a:lnTo>
                <a:lnTo>
                  <a:pt x="1350378" y="169540"/>
                </a:lnTo>
                <a:lnTo>
                  <a:pt x="1349308" y="168670"/>
                </a:lnTo>
                <a:lnTo>
                  <a:pt x="1348186" y="167833"/>
                </a:lnTo>
                <a:lnTo>
                  <a:pt x="1347011" y="167029"/>
                </a:lnTo>
                <a:lnTo>
                  <a:pt x="1345784" y="166258"/>
                </a:lnTo>
                <a:lnTo>
                  <a:pt x="1344501" y="165520"/>
                </a:lnTo>
                <a:lnTo>
                  <a:pt x="1343156" y="164813"/>
                </a:lnTo>
                <a:lnTo>
                  <a:pt x="1341749" y="164137"/>
                </a:lnTo>
                <a:lnTo>
                  <a:pt x="1340281" y="163493"/>
                </a:lnTo>
                <a:lnTo>
                  <a:pt x="1338751" y="162880"/>
                </a:lnTo>
                <a:lnTo>
                  <a:pt x="1337160" y="162299"/>
                </a:lnTo>
                <a:lnTo>
                  <a:pt x="1335507" y="161749"/>
                </a:lnTo>
                <a:lnTo>
                  <a:pt x="1333792" y="161230"/>
                </a:lnTo>
                <a:lnTo>
                  <a:pt x="1332016" y="160743"/>
                </a:lnTo>
                <a:lnTo>
                  <a:pt x="1330179" y="160288"/>
                </a:lnTo>
                <a:lnTo>
                  <a:pt x="1328280" y="159863"/>
                </a:lnTo>
                <a:lnTo>
                  <a:pt x="1326319" y="159471"/>
                </a:lnTo>
                <a:lnTo>
                  <a:pt x="1324297" y="159109"/>
                </a:lnTo>
                <a:lnTo>
                  <a:pt x="1322213" y="158779"/>
                </a:lnTo>
                <a:lnTo>
                  <a:pt x="1320067" y="158481"/>
                </a:lnTo>
                <a:lnTo>
                  <a:pt x="1317860" y="158214"/>
                </a:lnTo>
                <a:lnTo>
                  <a:pt x="1315592" y="157978"/>
                </a:lnTo>
                <a:lnTo>
                  <a:pt x="1313262" y="157774"/>
                </a:lnTo>
                <a:lnTo>
                  <a:pt x="1310870" y="157601"/>
                </a:lnTo>
                <a:lnTo>
                  <a:pt x="1308417" y="157459"/>
                </a:lnTo>
                <a:lnTo>
                  <a:pt x="1305902" y="157349"/>
                </a:lnTo>
                <a:lnTo>
                  <a:pt x="1303326" y="157271"/>
                </a:lnTo>
                <a:lnTo>
                  <a:pt x="1300688" y="157224"/>
                </a:lnTo>
                <a:lnTo>
                  <a:pt x="1297988" y="157208"/>
                </a:lnTo>
                <a:lnTo>
                  <a:pt x="1294753" y="157208"/>
                </a:lnTo>
                <a:lnTo>
                  <a:pt x="1293706" y="157206"/>
                </a:lnTo>
                <a:close/>
                <a:moveTo>
                  <a:pt x="1288110" y="121581"/>
                </a:moveTo>
                <a:lnTo>
                  <a:pt x="1287411" y="121486"/>
                </a:lnTo>
                <a:lnTo>
                  <a:pt x="1286718" y="121370"/>
                </a:lnTo>
                <a:lnTo>
                  <a:pt x="1286032" y="121234"/>
                </a:lnTo>
                <a:lnTo>
                  <a:pt x="1285352" y="121076"/>
                </a:lnTo>
                <a:lnTo>
                  <a:pt x="1284679" y="120898"/>
                </a:lnTo>
                <a:lnTo>
                  <a:pt x="1284014" y="120698"/>
                </a:lnTo>
                <a:lnTo>
                  <a:pt x="1283355" y="120478"/>
                </a:lnTo>
                <a:lnTo>
                  <a:pt x="1282702" y="120236"/>
                </a:lnTo>
                <a:lnTo>
                  <a:pt x="1282057" y="119973"/>
                </a:lnTo>
                <a:lnTo>
                  <a:pt x="1281418" y="119690"/>
                </a:lnTo>
                <a:lnTo>
                  <a:pt x="1280786" y="119385"/>
                </a:lnTo>
                <a:lnTo>
                  <a:pt x="1280161" y="119060"/>
                </a:lnTo>
                <a:lnTo>
                  <a:pt x="1279543" y="118713"/>
                </a:lnTo>
                <a:lnTo>
                  <a:pt x="1278931" y="118345"/>
                </a:lnTo>
                <a:lnTo>
                  <a:pt x="1278327" y="117957"/>
                </a:lnTo>
                <a:lnTo>
                  <a:pt x="1277729" y="117547"/>
                </a:lnTo>
                <a:lnTo>
                  <a:pt x="1277138" y="117116"/>
                </a:lnTo>
                <a:lnTo>
                  <a:pt x="1276553" y="116665"/>
                </a:lnTo>
                <a:lnTo>
                  <a:pt x="1275976" y="116192"/>
                </a:lnTo>
                <a:lnTo>
                  <a:pt x="1275405" y="115698"/>
                </a:lnTo>
                <a:lnTo>
                  <a:pt x="1274849" y="115184"/>
                </a:lnTo>
                <a:lnTo>
                  <a:pt x="1274317" y="114650"/>
                </a:lnTo>
                <a:lnTo>
                  <a:pt x="1273809" y="114095"/>
                </a:lnTo>
                <a:lnTo>
                  <a:pt x="1273324" y="113521"/>
                </a:lnTo>
                <a:lnTo>
                  <a:pt x="1272863" y="112926"/>
                </a:lnTo>
                <a:lnTo>
                  <a:pt x="1272426" y="112312"/>
                </a:lnTo>
                <a:lnTo>
                  <a:pt x="1272012" y="111677"/>
                </a:lnTo>
                <a:lnTo>
                  <a:pt x="1271622" y="111022"/>
                </a:lnTo>
                <a:lnTo>
                  <a:pt x="1271256" y="110348"/>
                </a:lnTo>
                <a:lnTo>
                  <a:pt x="1270913" y="109653"/>
                </a:lnTo>
                <a:lnTo>
                  <a:pt x="1270594" y="108938"/>
                </a:lnTo>
                <a:lnTo>
                  <a:pt x="1270298" y="108203"/>
                </a:lnTo>
                <a:lnTo>
                  <a:pt x="1270026" y="107448"/>
                </a:lnTo>
                <a:lnTo>
                  <a:pt x="1269778" y="106672"/>
                </a:lnTo>
                <a:lnTo>
                  <a:pt x="1269554" y="105877"/>
                </a:lnTo>
                <a:lnTo>
                  <a:pt x="1269353" y="105062"/>
                </a:lnTo>
                <a:lnTo>
                  <a:pt x="1269175" y="104226"/>
                </a:lnTo>
                <a:lnTo>
                  <a:pt x="1269022" y="103371"/>
                </a:lnTo>
                <a:lnTo>
                  <a:pt x="1268892" y="102496"/>
                </a:lnTo>
                <a:lnTo>
                  <a:pt x="1268785" y="101600"/>
                </a:lnTo>
                <a:lnTo>
                  <a:pt x="1268703" y="100684"/>
                </a:lnTo>
                <a:lnTo>
                  <a:pt x="1268643" y="99749"/>
                </a:lnTo>
                <a:lnTo>
                  <a:pt x="1268608" y="98793"/>
                </a:lnTo>
                <a:lnTo>
                  <a:pt x="1268596" y="97817"/>
                </a:lnTo>
                <a:lnTo>
                  <a:pt x="1268608" y="96830"/>
                </a:lnTo>
                <a:lnTo>
                  <a:pt x="1268642" y="95862"/>
                </a:lnTo>
                <a:lnTo>
                  <a:pt x="1268699" y="94915"/>
                </a:lnTo>
                <a:lnTo>
                  <a:pt x="1268780" y="93987"/>
                </a:lnTo>
                <a:lnTo>
                  <a:pt x="1268883" y="93079"/>
                </a:lnTo>
                <a:lnTo>
                  <a:pt x="1269009" y="92191"/>
                </a:lnTo>
                <a:lnTo>
                  <a:pt x="1269158" y="91323"/>
                </a:lnTo>
                <a:lnTo>
                  <a:pt x="1269330" y="90474"/>
                </a:lnTo>
                <a:lnTo>
                  <a:pt x="1269525" y="89646"/>
                </a:lnTo>
                <a:lnTo>
                  <a:pt x="1269743" y="88837"/>
                </a:lnTo>
                <a:lnTo>
                  <a:pt x="1269984" y="88048"/>
                </a:lnTo>
                <a:lnTo>
                  <a:pt x="1270248" y="87279"/>
                </a:lnTo>
                <a:lnTo>
                  <a:pt x="1270535" y="86530"/>
                </a:lnTo>
                <a:lnTo>
                  <a:pt x="1270844" y="85801"/>
                </a:lnTo>
                <a:lnTo>
                  <a:pt x="1271177" y="85091"/>
                </a:lnTo>
                <a:lnTo>
                  <a:pt x="1271532" y="84402"/>
                </a:lnTo>
                <a:lnTo>
                  <a:pt x="1271911" y="83732"/>
                </a:lnTo>
                <a:lnTo>
                  <a:pt x="1272312" y="83082"/>
                </a:lnTo>
                <a:lnTo>
                  <a:pt x="1272737" y="82452"/>
                </a:lnTo>
                <a:lnTo>
                  <a:pt x="1273184" y="81841"/>
                </a:lnTo>
                <a:lnTo>
                  <a:pt x="1273654" y="81251"/>
                </a:lnTo>
                <a:lnTo>
                  <a:pt x="1274147" y="80680"/>
                </a:lnTo>
                <a:lnTo>
                  <a:pt x="1274664" y="80129"/>
                </a:lnTo>
                <a:lnTo>
                  <a:pt x="1275203" y="79598"/>
                </a:lnTo>
                <a:lnTo>
                  <a:pt x="1275759" y="79088"/>
                </a:lnTo>
                <a:lnTo>
                  <a:pt x="1276328" y="78600"/>
                </a:lnTo>
                <a:lnTo>
                  <a:pt x="1276909" y="78133"/>
                </a:lnTo>
                <a:lnTo>
                  <a:pt x="1277502" y="77688"/>
                </a:lnTo>
                <a:lnTo>
                  <a:pt x="1278108" y="77264"/>
                </a:lnTo>
                <a:lnTo>
                  <a:pt x="1278725" y="76863"/>
                </a:lnTo>
                <a:lnTo>
                  <a:pt x="1279355" y="76483"/>
                </a:lnTo>
                <a:lnTo>
                  <a:pt x="1279996" y="76125"/>
                </a:lnTo>
                <a:lnTo>
                  <a:pt x="1280650" y="75788"/>
                </a:lnTo>
                <a:lnTo>
                  <a:pt x="1281317" y="75473"/>
                </a:lnTo>
                <a:lnTo>
                  <a:pt x="1281995" y="75180"/>
                </a:lnTo>
                <a:lnTo>
                  <a:pt x="1282686" y="74909"/>
                </a:lnTo>
                <a:lnTo>
                  <a:pt x="1283388" y="74659"/>
                </a:lnTo>
                <a:lnTo>
                  <a:pt x="1284103" y="74431"/>
                </a:lnTo>
                <a:lnTo>
                  <a:pt x="1284830" y="74225"/>
                </a:lnTo>
                <a:lnTo>
                  <a:pt x="1285569" y="74040"/>
                </a:lnTo>
                <a:lnTo>
                  <a:pt x="1286321" y="73878"/>
                </a:lnTo>
                <a:lnTo>
                  <a:pt x="1287084" y="73737"/>
                </a:lnTo>
                <a:lnTo>
                  <a:pt x="1287860" y="73617"/>
                </a:lnTo>
                <a:lnTo>
                  <a:pt x="1288648" y="73519"/>
                </a:lnTo>
                <a:lnTo>
                  <a:pt x="1289448" y="73443"/>
                </a:lnTo>
                <a:lnTo>
                  <a:pt x="1290260" y="73389"/>
                </a:lnTo>
                <a:lnTo>
                  <a:pt x="1291085" y="73357"/>
                </a:lnTo>
                <a:lnTo>
                  <a:pt x="1291921" y="73346"/>
                </a:lnTo>
                <a:lnTo>
                  <a:pt x="1292746" y="73356"/>
                </a:lnTo>
                <a:lnTo>
                  <a:pt x="1293558" y="73388"/>
                </a:lnTo>
                <a:lnTo>
                  <a:pt x="1294356" y="73440"/>
                </a:lnTo>
                <a:lnTo>
                  <a:pt x="1295142" y="73514"/>
                </a:lnTo>
                <a:lnTo>
                  <a:pt x="1295914" y="73608"/>
                </a:lnTo>
                <a:lnTo>
                  <a:pt x="1296674" y="73724"/>
                </a:lnTo>
                <a:lnTo>
                  <a:pt x="1297420" y="73860"/>
                </a:lnTo>
                <a:lnTo>
                  <a:pt x="1298153" y="74018"/>
                </a:lnTo>
                <a:lnTo>
                  <a:pt x="1298873" y="74197"/>
                </a:lnTo>
                <a:lnTo>
                  <a:pt x="1299580" y="74396"/>
                </a:lnTo>
                <a:lnTo>
                  <a:pt x="1300274" y="74617"/>
                </a:lnTo>
                <a:lnTo>
                  <a:pt x="1300955" y="74858"/>
                </a:lnTo>
                <a:lnTo>
                  <a:pt x="1301622" y="75121"/>
                </a:lnTo>
                <a:lnTo>
                  <a:pt x="1302277" y="75405"/>
                </a:lnTo>
                <a:lnTo>
                  <a:pt x="1302918" y="75709"/>
                </a:lnTo>
                <a:lnTo>
                  <a:pt x="1303546" y="76035"/>
                </a:lnTo>
                <a:lnTo>
                  <a:pt x="1304161" y="76381"/>
                </a:lnTo>
                <a:lnTo>
                  <a:pt x="1304763" y="76749"/>
                </a:lnTo>
                <a:lnTo>
                  <a:pt x="1305352" y="77138"/>
                </a:lnTo>
                <a:lnTo>
                  <a:pt x="1305928" y="77547"/>
                </a:lnTo>
                <a:lnTo>
                  <a:pt x="1306491" y="77978"/>
                </a:lnTo>
                <a:lnTo>
                  <a:pt x="1307040" y="78430"/>
                </a:lnTo>
                <a:lnTo>
                  <a:pt x="1307577" y="78902"/>
                </a:lnTo>
                <a:lnTo>
                  <a:pt x="1308100" y="79396"/>
                </a:lnTo>
                <a:lnTo>
                  <a:pt x="1308606" y="79911"/>
                </a:lnTo>
                <a:lnTo>
                  <a:pt x="1309091" y="80448"/>
                </a:lnTo>
                <a:lnTo>
                  <a:pt x="1309554" y="81007"/>
                </a:lnTo>
                <a:lnTo>
                  <a:pt x="1309995" y="81588"/>
                </a:lnTo>
                <a:lnTo>
                  <a:pt x="1310415" y="82191"/>
                </a:lnTo>
                <a:lnTo>
                  <a:pt x="1310814" y="82816"/>
                </a:lnTo>
                <a:lnTo>
                  <a:pt x="1311191" y="83463"/>
                </a:lnTo>
                <a:lnTo>
                  <a:pt x="1311546" y="84132"/>
                </a:lnTo>
                <a:lnTo>
                  <a:pt x="1311880" y="84823"/>
                </a:lnTo>
                <a:lnTo>
                  <a:pt x="1312192" y="85535"/>
                </a:lnTo>
                <a:lnTo>
                  <a:pt x="1312483" y="86270"/>
                </a:lnTo>
                <a:lnTo>
                  <a:pt x="1312752" y="87026"/>
                </a:lnTo>
                <a:lnTo>
                  <a:pt x="1313000" y="87805"/>
                </a:lnTo>
                <a:lnTo>
                  <a:pt x="1313226" y="88605"/>
                </a:lnTo>
                <a:lnTo>
                  <a:pt x="1313430" y="89428"/>
                </a:lnTo>
                <a:lnTo>
                  <a:pt x="1313613" y="90272"/>
                </a:lnTo>
                <a:lnTo>
                  <a:pt x="1313775" y="91138"/>
                </a:lnTo>
                <a:lnTo>
                  <a:pt x="1313915" y="92027"/>
                </a:lnTo>
                <a:lnTo>
                  <a:pt x="1314033" y="92937"/>
                </a:lnTo>
                <a:lnTo>
                  <a:pt x="1314130" y="93869"/>
                </a:lnTo>
                <a:lnTo>
                  <a:pt x="1314206" y="94823"/>
                </a:lnTo>
                <a:lnTo>
                  <a:pt x="1314259" y="95799"/>
                </a:lnTo>
                <a:lnTo>
                  <a:pt x="1314292" y="96797"/>
                </a:lnTo>
                <a:lnTo>
                  <a:pt x="1314302" y="97817"/>
                </a:lnTo>
                <a:lnTo>
                  <a:pt x="1314291" y="98782"/>
                </a:lnTo>
                <a:lnTo>
                  <a:pt x="1314256" y="99727"/>
                </a:lnTo>
                <a:lnTo>
                  <a:pt x="1314198" y="100654"/>
                </a:lnTo>
                <a:lnTo>
                  <a:pt x="1314117" y="101561"/>
                </a:lnTo>
                <a:lnTo>
                  <a:pt x="1314013" y="102448"/>
                </a:lnTo>
                <a:lnTo>
                  <a:pt x="1313885" y="103316"/>
                </a:lnTo>
                <a:lnTo>
                  <a:pt x="1313735" y="104165"/>
                </a:lnTo>
                <a:lnTo>
                  <a:pt x="1313561" y="104994"/>
                </a:lnTo>
                <a:lnTo>
                  <a:pt x="1313364" y="105805"/>
                </a:lnTo>
                <a:lnTo>
                  <a:pt x="1313144" y="106595"/>
                </a:lnTo>
                <a:lnTo>
                  <a:pt x="1312900" y="107366"/>
                </a:lnTo>
                <a:lnTo>
                  <a:pt x="1312634" y="108118"/>
                </a:lnTo>
                <a:lnTo>
                  <a:pt x="1312344" y="108851"/>
                </a:lnTo>
                <a:lnTo>
                  <a:pt x="1312031" y="109564"/>
                </a:lnTo>
                <a:lnTo>
                  <a:pt x="1311695" y="110258"/>
                </a:lnTo>
                <a:lnTo>
                  <a:pt x="1311336" y="110932"/>
                </a:lnTo>
                <a:lnTo>
                  <a:pt x="1310954" y="111588"/>
                </a:lnTo>
                <a:lnTo>
                  <a:pt x="1310548" y="112223"/>
                </a:lnTo>
                <a:lnTo>
                  <a:pt x="1310120" y="112840"/>
                </a:lnTo>
                <a:lnTo>
                  <a:pt x="1309668" y="113437"/>
                </a:lnTo>
                <a:lnTo>
                  <a:pt x="1309193" y="114014"/>
                </a:lnTo>
                <a:lnTo>
                  <a:pt x="1308694" y="114572"/>
                </a:lnTo>
                <a:lnTo>
                  <a:pt x="1308173" y="115111"/>
                </a:lnTo>
                <a:lnTo>
                  <a:pt x="1307628" y="115631"/>
                </a:lnTo>
                <a:lnTo>
                  <a:pt x="1307067" y="116130"/>
                </a:lnTo>
                <a:lnTo>
                  <a:pt x="1306493" y="116608"/>
                </a:lnTo>
                <a:lnTo>
                  <a:pt x="1305908" y="117065"/>
                </a:lnTo>
                <a:lnTo>
                  <a:pt x="1305312" y="117500"/>
                </a:lnTo>
                <a:lnTo>
                  <a:pt x="1304704" y="117914"/>
                </a:lnTo>
                <a:lnTo>
                  <a:pt x="1304085" y="118307"/>
                </a:lnTo>
                <a:lnTo>
                  <a:pt x="1303454" y="118679"/>
                </a:lnTo>
                <a:lnTo>
                  <a:pt x="1302812" y="119030"/>
                </a:lnTo>
                <a:lnTo>
                  <a:pt x="1302159" y="119359"/>
                </a:lnTo>
                <a:lnTo>
                  <a:pt x="1301493" y="119667"/>
                </a:lnTo>
                <a:lnTo>
                  <a:pt x="1300817" y="119954"/>
                </a:lnTo>
                <a:lnTo>
                  <a:pt x="1300129" y="120219"/>
                </a:lnTo>
                <a:lnTo>
                  <a:pt x="1299429" y="120463"/>
                </a:lnTo>
                <a:lnTo>
                  <a:pt x="1298718" y="120686"/>
                </a:lnTo>
                <a:lnTo>
                  <a:pt x="1297996" y="120888"/>
                </a:lnTo>
                <a:lnTo>
                  <a:pt x="1297262" y="121069"/>
                </a:lnTo>
                <a:lnTo>
                  <a:pt x="1296516" y="121228"/>
                </a:lnTo>
                <a:lnTo>
                  <a:pt x="1295760" y="121366"/>
                </a:lnTo>
                <a:lnTo>
                  <a:pt x="1294991" y="121483"/>
                </a:lnTo>
                <a:lnTo>
                  <a:pt x="1294211" y="121579"/>
                </a:lnTo>
                <a:lnTo>
                  <a:pt x="1293420" y="121653"/>
                </a:lnTo>
                <a:lnTo>
                  <a:pt x="1292617" y="121706"/>
                </a:lnTo>
                <a:lnTo>
                  <a:pt x="1291803" y="121738"/>
                </a:lnTo>
                <a:lnTo>
                  <a:pt x="1290977" y="121749"/>
                </a:lnTo>
                <a:lnTo>
                  <a:pt x="1290250" y="121738"/>
                </a:lnTo>
                <a:lnTo>
                  <a:pt x="1289530" y="121707"/>
                </a:lnTo>
                <a:lnTo>
                  <a:pt x="1288817" y="121654"/>
                </a:lnTo>
                <a:lnTo>
                  <a:pt x="1288110" y="121581"/>
                </a:lnTo>
                <a:close/>
                <a:moveTo>
                  <a:pt x="1286673" y="213489"/>
                </a:moveTo>
                <a:lnTo>
                  <a:pt x="1285525" y="213396"/>
                </a:lnTo>
                <a:lnTo>
                  <a:pt x="1284409" y="213286"/>
                </a:lnTo>
                <a:lnTo>
                  <a:pt x="1283322" y="213159"/>
                </a:lnTo>
                <a:lnTo>
                  <a:pt x="1282266" y="213015"/>
                </a:lnTo>
                <a:lnTo>
                  <a:pt x="1281241" y="212854"/>
                </a:lnTo>
                <a:lnTo>
                  <a:pt x="1280246" y="212676"/>
                </a:lnTo>
                <a:lnTo>
                  <a:pt x="1279281" y="212482"/>
                </a:lnTo>
                <a:lnTo>
                  <a:pt x="1278347" y="212270"/>
                </a:lnTo>
                <a:lnTo>
                  <a:pt x="1277443" y="212042"/>
                </a:lnTo>
                <a:lnTo>
                  <a:pt x="1276570" y="211796"/>
                </a:lnTo>
                <a:lnTo>
                  <a:pt x="1275727" y="211534"/>
                </a:lnTo>
                <a:lnTo>
                  <a:pt x="1274915" y="211255"/>
                </a:lnTo>
                <a:lnTo>
                  <a:pt x="1274132" y="210958"/>
                </a:lnTo>
                <a:lnTo>
                  <a:pt x="1273381" y="210645"/>
                </a:lnTo>
                <a:lnTo>
                  <a:pt x="1272660" y="210315"/>
                </a:lnTo>
                <a:lnTo>
                  <a:pt x="1271969" y="209968"/>
                </a:lnTo>
                <a:lnTo>
                  <a:pt x="1271309" y="209604"/>
                </a:lnTo>
                <a:lnTo>
                  <a:pt x="1270679" y="209223"/>
                </a:lnTo>
                <a:lnTo>
                  <a:pt x="1270079" y="208826"/>
                </a:lnTo>
                <a:lnTo>
                  <a:pt x="1269507" y="208418"/>
                </a:lnTo>
                <a:lnTo>
                  <a:pt x="1268959" y="208007"/>
                </a:lnTo>
                <a:lnTo>
                  <a:pt x="1268436" y="207594"/>
                </a:lnTo>
                <a:lnTo>
                  <a:pt x="1267937" y="207178"/>
                </a:lnTo>
                <a:lnTo>
                  <a:pt x="1267462" y="206759"/>
                </a:lnTo>
                <a:lnTo>
                  <a:pt x="1267012" y="206337"/>
                </a:lnTo>
                <a:lnTo>
                  <a:pt x="1266586" y="205912"/>
                </a:lnTo>
                <a:lnTo>
                  <a:pt x="1266184" y="205485"/>
                </a:lnTo>
                <a:lnTo>
                  <a:pt x="1265807" y="205055"/>
                </a:lnTo>
                <a:lnTo>
                  <a:pt x="1265454" y="204621"/>
                </a:lnTo>
                <a:lnTo>
                  <a:pt x="1265125" y="204185"/>
                </a:lnTo>
                <a:lnTo>
                  <a:pt x="1264821" y="203746"/>
                </a:lnTo>
                <a:lnTo>
                  <a:pt x="1264541" y="203305"/>
                </a:lnTo>
                <a:lnTo>
                  <a:pt x="1264285" y="202860"/>
                </a:lnTo>
                <a:lnTo>
                  <a:pt x="1264054" y="202413"/>
                </a:lnTo>
                <a:lnTo>
                  <a:pt x="1263847" y="201963"/>
                </a:lnTo>
                <a:lnTo>
                  <a:pt x="1263665" y="201509"/>
                </a:lnTo>
                <a:lnTo>
                  <a:pt x="1263506" y="201054"/>
                </a:lnTo>
                <a:lnTo>
                  <a:pt x="1263373" y="200595"/>
                </a:lnTo>
                <a:lnTo>
                  <a:pt x="1263263" y="200133"/>
                </a:lnTo>
                <a:lnTo>
                  <a:pt x="1263178" y="199669"/>
                </a:lnTo>
                <a:lnTo>
                  <a:pt x="1263117" y="199202"/>
                </a:lnTo>
                <a:lnTo>
                  <a:pt x="1263080" y="198731"/>
                </a:lnTo>
                <a:lnTo>
                  <a:pt x="1263068" y="198259"/>
                </a:lnTo>
                <a:lnTo>
                  <a:pt x="1263074" y="197854"/>
                </a:lnTo>
                <a:lnTo>
                  <a:pt x="1263091" y="197454"/>
                </a:lnTo>
                <a:lnTo>
                  <a:pt x="1263120" y="197058"/>
                </a:lnTo>
                <a:lnTo>
                  <a:pt x="1263160" y="196666"/>
                </a:lnTo>
                <a:lnTo>
                  <a:pt x="1263212" y="196277"/>
                </a:lnTo>
                <a:lnTo>
                  <a:pt x="1263275" y="195893"/>
                </a:lnTo>
                <a:lnTo>
                  <a:pt x="1263349" y="195513"/>
                </a:lnTo>
                <a:lnTo>
                  <a:pt x="1263435" y="195136"/>
                </a:lnTo>
                <a:lnTo>
                  <a:pt x="1263533" y="194764"/>
                </a:lnTo>
                <a:lnTo>
                  <a:pt x="1263642" y="194396"/>
                </a:lnTo>
                <a:lnTo>
                  <a:pt x="1263762" y="194032"/>
                </a:lnTo>
                <a:lnTo>
                  <a:pt x="1263894" y="193671"/>
                </a:lnTo>
                <a:lnTo>
                  <a:pt x="1264037" y="193315"/>
                </a:lnTo>
                <a:lnTo>
                  <a:pt x="1264192" y="192963"/>
                </a:lnTo>
                <a:lnTo>
                  <a:pt x="1264359" y="192614"/>
                </a:lnTo>
                <a:lnTo>
                  <a:pt x="1264536" y="192270"/>
                </a:lnTo>
                <a:lnTo>
                  <a:pt x="1264726" y="191930"/>
                </a:lnTo>
                <a:lnTo>
                  <a:pt x="1264926" y="191593"/>
                </a:lnTo>
                <a:lnTo>
                  <a:pt x="1265139" y="191261"/>
                </a:lnTo>
                <a:lnTo>
                  <a:pt x="1265362" y="190933"/>
                </a:lnTo>
                <a:lnTo>
                  <a:pt x="1265597" y="190608"/>
                </a:lnTo>
                <a:lnTo>
                  <a:pt x="1265844" y="190288"/>
                </a:lnTo>
                <a:lnTo>
                  <a:pt x="1266102" y="189971"/>
                </a:lnTo>
                <a:lnTo>
                  <a:pt x="1266371" y="189659"/>
                </a:lnTo>
                <a:lnTo>
                  <a:pt x="1266650" y="189352"/>
                </a:lnTo>
                <a:lnTo>
                  <a:pt x="1266936" y="189050"/>
                </a:lnTo>
                <a:lnTo>
                  <a:pt x="1267228" y="188754"/>
                </a:lnTo>
                <a:lnTo>
                  <a:pt x="1267527" y="188465"/>
                </a:lnTo>
                <a:lnTo>
                  <a:pt x="1267833" y="188181"/>
                </a:lnTo>
                <a:lnTo>
                  <a:pt x="1268145" y="187903"/>
                </a:lnTo>
                <a:lnTo>
                  <a:pt x="1268465" y="187631"/>
                </a:lnTo>
                <a:lnTo>
                  <a:pt x="1268791" y="187364"/>
                </a:lnTo>
                <a:lnTo>
                  <a:pt x="1269124" y="187104"/>
                </a:lnTo>
                <a:lnTo>
                  <a:pt x="1269464" y="186849"/>
                </a:lnTo>
                <a:lnTo>
                  <a:pt x="1269810" y="186601"/>
                </a:lnTo>
                <a:lnTo>
                  <a:pt x="1270163" y="186358"/>
                </a:lnTo>
                <a:lnTo>
                  <a:pt x="1270524" y="186121"/>
                </a:lnTo>
                <a:lnTo>
                  <a:pt x="1270891" y="185890"/>
                </a:lnTo>
                <a:lnTo>
                  <a:pt x="1271264" y="185665"/>
                </a:lnTo>
                <a:lnTo>
                  <a:pt x="1271645" y="185446"/>
                </a:lnTo>
                <a:lnTo>
                  <a:pt x="1272032" y="185232"/>
                </a:lnTo>
                <a:lnTo>
                  <a:pt x="1272426" y="185025"/>
                </a:lnTo>
                <a:lnTo>
                  <a:pt x="1272827" y="184823"/>
                </a:lnTo>
                <a:lnTo>
                  <a:pt x="1273235" y="184628"/>
                </a:lnTo>
                <a:lnTo>
                  <a:pt x="1273649" y="184438"/>
                </a:lnTo>
                <a:lnTo>
                  <a:pt x="1274070" y="184254"/>
                </a:lnTo>
                <a:lnTo>
                  <a:pt x="1274498" y="184076"/>
                </a:lnTo>
                <a:lnTo>
                  <a:pt x="1274933" y="183904"/>
                </a:lnTo>
                <a:lnTo>
                  <a:pt x="1298932" y="183904"/>
                </a:lnTo>
                <a:lnTo>
                  <a:pt x="1299746" y="183907"/>
                </a:lnTo>
                <a:lnTo>
                  <a:pt x="1300545" y="183915"/>
                </a:lnTo>
                <a:lnTo>
                  <a:pt x="1301332" y="183929"/>
                </a:lnTo>
                <a:lnTo>
                  <a:pt x="1302104" y="183949"/>
                </a:lnTo>
                <a:lnTo>
                  <a:pt x="1302863" y="183974"/>
                </a:lnTo>
                <a:lnTo>
                  <a:pt x="1303609" y="184005"/>
                </a:lnTo>
                <a:lnTo>
                  <a:pt x="1304341" y="184042"/>
                </a:lnTo>
                <a:lnTo>
                  <a:pt x="1305059" y="184084"/>
                </a:lnTo>
                <a:lnTo>
                  <a:pt x="1305764" y="184132"/>
                </a:lnTo>
                <a:lnTo>
                  <a:pt x="1306455" y="184185"/>
                </a:lnTo>
                <a:lnTo>
                  <a:pt x="1307133" y="184244"/>
                </a:lnTo>
                <a:lnTo>
                  <a:pt x="1307797" y="184309"/>
                </a:lnTo>
                <a:lnTo>
                  <a:pt x="1308448" y="184380"/>
                </a:lnTo>
                <a:lnTo>
                  <a:pt x="1309084" y="184456"/>
                </a:lnTo>
                <a:lnTo>
                  <a:pt x="1309708" y="184537"/>
                </a:lnTo>
                <a:lnTo>
                  <a:pt x="1310318" y="184625"/>
                </a:lnTo>
                <a:lnTo>
                  <a:pt x="1310914" y="184718"/>
                </a:lnTo>
                <a:lnTo>
                  <a:pt x="1311496" y="184816"/>
                </a:lnTo>
                <a:lnTo>
                  <a:pt x="1312065" y="184920"/>
                </a:lnTo>
                <a:lnTo>
                  <a:pt x="1312621" y="185030"/>
                </a:lnTo>
                <a:lnTo>
                  <a:pt x="1313163" y="185146"/>
                </a:lnTo>
                <a:lnTo>
                  <a:pt x="1313691" y="185267"/>
                </a:lnTo>
                <a:lnTo>
                  <a:pt x="1314206" y="185393"/>
                </a:lnTo>
                <a:lnTo>
                  <a:pt x="1314707" y="185526"/>
                </a:lnTo>
                <a:lnTo>
                  <a:pt x="1315195" y="185664"/>
                </a:lnTo>
                <a:lnTo>
                  <a:pt x="1315672" y="185806"/>
                </a:lnTo>
                <a:lnTo>
                  <a:pt x="1316137" y="185954"/>
                </a:lnTo>
                <a:lnTo>
                  <a:pt x="1316591" y="186106"/>
                </a:lnTo>
                <a:lnTo>
                  <a:pt x="1317032" y="186262"/>
                </a:lnTo>
                <a:lnTo>
                  <a:pt x="1317462" y="186424"/>
                </a:lnTo>
                <a:lnTo>
                  <a:pt x="1317881" y="186590"/>
                </a:lnTo>
                <a:lnTo>
                  <a:pt x="1318287" y="186760"/>
                </a:lnTo>
                <a:lnTo>
                  <a:pt x="1318682" y="186936"/>
                </a:lnTo>
                <a:lnTo>
                  <a:pt x="1319065" y="187116"/>
                </a:lnTo>
                <a:lnTo>
                  <a:pt x="1319437" y="187301"/>
                </a:lnTo>
                <a:lnTo>
                  <a:pt x="1319797" y="187490"/>
                </a:lnTo>
                <a:lnTo>
                  <a:pt x="1320145" y="187685"/>
                </a:lnTo>
                <a:lnTo>
                  <a:pt x="1320481" y="187883"/>
                </a:lnTo>
                <a:lnTo>
                  <a:pt x="1320806" y="188087"/>
                </a:lnTo>
                <a:lnTo>
                  <a:pt x="1321119" y="188295"/>
                </a:lnTo>
                <a:lnTo>
                  <a:pt x="1321420" y="188508"/>
                </a:lnTo>
                <a:lnTo>
                  <a:pt x="1321709" y="188726"/>
                </a:lnTo>
                <a:lnTo>
                  <a:pt x="1321987" y="188949"/>
                </a:lnTo>
                <a:lnTo>
                  <a:pt x="1322253" y="189176"/>
                </a:lnTo>
                <a:lnTo>
                  <a:pt x="1322508" y="189407"/>
                </a:lnTo>
                <a:lnTo>
                  <a:pt x="1322751" y="189644"/>
                </a:lnTo>
                <a:lnTo>
                  <a:pt x="1322982" y="189885"/>
                </a:lnTo>
                <a:lnTo>
                  <a:pt x="1323201" y="190131"/>
                </a:lnTo>
                <a:lnTo>
                  <a:pt x="1323410" y="190382"/>
                </a:lnTo>
                <a:lnTo>
                  <a:pt x="1323610" y="190638"/>
                </a:lnTo>
                <a:lnTo>
                  <a:pt x="1323801" y="190898"/>
                </a:lnTo>
                <a:lnTo>
                  <a:pt x="1323984" y="191163"/>
                </a:lnTo>
                <a:lnTo>
                  <a:pt x="1324157" y="191433"/>
                </a:lnTo>
                <a:lnTo>
                  <a:pt x="1324322" y="191707"/>
                </a:lnTo>
                <a:lnTo>
                  <a:pt x="1324477" y="191986"/>
                </a:lnTo>
                <a:lnTo>
                  <a:pt x="1324624" y="192270"/>
                </a:lnTo>
                <a:lnTo>
                  <a:pt x="1324762" y="192558"/>
                </a:lnTo>
                <a:lnTo>
                  <a:pt x="1324891" y="192852"/>
                </a:lnTo>
                <a:lnTo>
                  <a:pt x="1325011" y="193150"/>
                </a:lnTo>
                <a:lnTo>
                  <a:pt x="1325122" y="193452"/>
                </a:lnTo>
                <a:lnTo>
                  <a:pt x="1325225" y="193759"/>
                </a:lnTo>
                <a:lnTo>
                  <a:pt x="1325318" y="194071"/>
                </a:lnTo>
                <a:lnTo>
                  <a:pt x="1325402" y="194388"/>
                </a:lnTo>
                <a:lnTo>
                  <a:pt x="1325478" y="194710"/>
                </a:lnTo>
                <a:lnTo>
                  <a:pt x="1325545" y="195036"/>
                </a:lnTo>
                <a:lnTo>
                  <a:pt x="1325603" y="195366"/>
                </a:lnTo>
                <a:lnTo>
                  <a:pt x="1325651" y="195702"/>
                </a:lnTo>
                <a:lnTo>
                  <a:pt x="1325692" y="196042"/>
                </a:lnTo>
                <a:lnTo>
                  <a:pt x="1325723" y="196387"/>
                </a:lnTo>
                <a:lnTo>
                  <a:pt x="1325745" y="196736"/>
                </a:lnTo>
                <a:lnTo>
                  <a:pt x="1325758" y="197091"/>
                </a:lnTo>
                <a:lnTo>
                  <a:pt x="1325763" y="197450"/>
                </a:lnTo>
                <a:lnTo>
                  <a:pt x="1325750" y="198010"/>
                </a:lnTo>
                <a:lnTo>
                  <a:pt x="1325711" y="198564"/>
                </a:lnTo>
                <a:lnTo>
                  <a:pt x="1325647" y="199111"/>
                </a:lnTo>
                <a:lnTo>
                  <a:pt x="1325557" y="199650"/>
                </a:lnTo>
                <a:lnTo>
                  <a:pt x="1325441" y="200183"/>
                </a:lnTo>
                <a:lnTo>
                  <a:pt x="1325299" y="200708"/>
                </a:lnTo>
                <a:lnTo>
                  <a:pt x="1325132" y="201226"/>
                </a:lnTo>
                <a:lnTo>
                  <a:pt x="1324939" y="201738"/>
                </a:lnTo>
                <a:lnTo>
                  <a:pt x="1324720" y="202242"/>
                </a:lnTo>
                <a:lnTo>
                  <a:pt x="1324475" y="202739"/>
                </a:lnTo>
                <a:lnTo>
                  <a:pt x="1324205" y="203230"/>
                </a:lnTo>
                <a:lnTo>
                  <a:pt x="1323909" y="203713"/>
                </a:lnTo>
                <a:lnTo>
                  <a:pt x="1323587" y="204189"/>
                </a:lnTo>
                <a:lnTo>
                  <a:pt x="1323239" y="204658"/>
                </a:lnTo>
                <a:lnTo>
                  <a:pt x="1322866" y="205120"/>
                </a:lnTo>
                <a:lnTo>
                  <a:pt x="1322467" y="205575"/>
                </a:lnTo>
                <a:lnTo>
                  <a:pt x="1322042" y="206023"/>
                </a:lnTo>
                <a:lnTo>
                  <a:pt x="1321591" y="206463"/>
                </a:lnTo>
                <a:lnTo>
                  <a:pt x="1321115" y="206897"/>
                </a:lnTo>
                <a:lnTo>
                  <a:pt x="1320613" y="207324"/>
                </a:lnTo>
                <a:lnTo>
                  <a:pt x="1320085" y="207744"/>
                </a:lnTo>
                <a:lnTo>
                  <a:pt x="1319532" y="208156"/>
                </a:lnTo>
                <a:lnTo>
                  <a:pt x="1318952" y="208562"/>
                </a:lnTo>
                <a:lnTo>
                  <a:pt x="1318347" y="208960"/>
                </a:lnTo>
                <a:lnTo>
                  <a:pt x="1317711" y="209347"/>
                </a:lnTo>
                <a:lnTo>
                  <a:pt x="1317037" y="209717"/>
                </a:lnTo>
                <a:lnTo>
                  <a:pt x="1316327" y="210071"/>
                </a:lnTo>
                <a:lnTo>
                  <a:pt x="1315580" y="210409"/>
                </a:lnTo>
                <a:lnTo>
                  <a:pt x="1314795" y="210730"/>
                </a:lnTo>
                <a:lnTo>
                  <a:pt x="1313974" y="211034"/>
                </a:lnTo>
                <a:lnTo>
                  <a:pt x="1313115" y="211322"/>
                </a:lnTo>
                <a:lnTo>
                  <a:pt x="1312220" y="211594"/>
                </a:lnTo>
                <a:lnTo>
                  <a:pt x="1311288" y="211849"/>
                </a:lnTo>
                <a:lnTo>
                  <a:pt x="1310318" y="212087"/>
                </a:lnTo>
                <a:lnTo>
                  <a:pt x="1309312" y="212310"/>
                </a:lnTo>
                <a:lnTo>
                  <a:pt x="1308269" y="212515"/>
                </a:lnTo>
                <a:lnTo>
                  <a:pt x="1307189" y="212705"/>
                </a:lnTo>
                <a:lnTo>
                  <a:pt x="1306071" y="212877"/>
                </a:lnTo>
                <a:lnTo>
                  <a:pt x="1304917" y="213034"/>
                </a:lnTo>
                <a:lnTo>
                  <a:pt x="1303726" y="213174"/>
                </a:lnTo>
                <a:lnTo>
                  <a:pt x="1302498" y="213297"/>
                </a:lnTo>
                <a:lnTo>
                  <a:pt x="1301233" y="213404"/>
                </a:lnTo>
                <a:lnTo>
                  <a:pt x="1299930" y="213495"/>
                </a:lnTo>
                <a:lnTo>
                  <a:pt x="1298591" y="213569"/>
                </a:lnTo>
                <a:lnTo>
                  <a:pt x="1297215" y="213626"/>
                </a:lnTo>
                <a:lnTo>
                  <a:pt x="1295802" y="213667"/>
                </a:lnTo>
                <a:lnTo>
                  <a:pt x="1294352" y="213692"/>
                </a:lnTo>
                <a:lnTo>
                  <a:pt x="1292865" y="213700"/>
                </a:lnTo>
                <a:lnTo>
                  <a:pt x="1291566" y="213692"/>
                </a:lnTo>
                <a:lnTo>
                  <a:pt x="1290297" y="213667"/>
                </a:lnTo>
                <a:lnTo>
                  <a:pt x="1289058" y="213624"/>
                </a:lnTo>
                <a:lnTo>
                  <a:pt x="1287850" y="213565"/>
                </a:lnTo>
                <a:lnTo>
                  <a:pt x="1286673" y="213489"/>
                </a:lnTo>
                <a:close/>
                <a:moveTo>
                  <a:pt x="185000" y="185074"/>
                </a:moveTo>
                <a:lnTo>
                  <a:pt x="185783" y="184974"/>
                </a:lnTo>
                <a:lnTo>
                  <a:pt x="186552" y="184852"/>
                </a:lnTo>
                <a:lnTo>
                  <a:pt x="187308" y="184707"/>
                </a:lnTo>
                <a:lnTo>
                  <a:pt x="188051" y="184540"/>
                </a:lnTo>
                <a:lnTo>
                  <a:pt x="188780" y="184351"/>
                </a:lnTo>
                <a:lnTo>
                  <a:pt x="189496" y="184140"/>
                </a:lnTo>
                <a:lnTo>
                  <a:pt x="190198" y="183907"/>
                </a:lnTo>
                <a:lnTo>
                  <a:pt x="190888" y="183651"/>
                </a:lnTo>
                <a:lnTo>
                  <a:pt x="191563" y="183373"/>
                </a:lnTo>
                <a:lnTo>
                  <a:pt x="192226" y="183073"/>
                </a:lnTo>
                <a:lnTo>
                  <a:pt x="192875" y="182750"/>
                </a:lnTo>
                <a:lnTo>
                  <a:pt x="193511" y="182406"/>
                </a:lnTo>
                <a:lnTo>
                  <a:pt x="194134" y="182039"/>
                </a:lnTo>
                <a:lnTo>
                  <a:pt x="194743" y="181650"/>
                </a:lnTo>
                <a:lnTo>
                  <a:pt x="195339" y="181238"/>
                </a:lnTo>
                <a:lnTo>
                  <a:pt x="195921" y="180805"/>
                </a:lnTo>
                <a:lnTo>
                  <a:pt x="196490" y="180349"/>
                </a:lnTo>
                <a:lnTo>
                  <a:pt x="197046" y="179871"/>
                </a:lnTo>
                <a:lnTo>
                  <a:pt x="197588" y="179370"/>
                </a:lnTo>
                <a:lnTo>
                  <a:pt x="198118" y="178848"/>
                </a:lnTo>
                <a:lnTo>
                  <a:pt x="198629" y="178309"/>
                </a:lnTo>
                <a:lnTo>
                  <a:pt x="199119" y="177761"/>
                </a:lnTo>
                <a:lnTo>
                  <a:pt x="199587" y="177203"/>
                </a:lnTo>
                <a:lnTo>
                  <a:pt x="200033" y="176636"/>
                </a:lnTo>
                <a:lnTo>
                  <a:pt x="200458" y="176059"/>
                </a:lnTo>
                <a:lnTo>
                  <a:pt x="200860" y="175473"/>
                </a:lnTo>
                <a:lnTo>
                  <a:pt x="201241" y="174877"/>
                </a:lnTo>
                <a:lnTo>
                  <a:pt x="201601" y="174271"/>
                </a:lnTo>
                <a:lnTo>
                  <a:pt x="201938" y="173656"/>
                </a:lnTo>
                <a:lnTo>
                  <a:pt x="202254" y="173031"/>
                </a:lnTo>
                <a:lnTo>
                  <a:pt x="202548" y="172396"/>
                </a:lnTo>
                <a:lnTo>
                  <a:pt x="202820" y="171752"/>
                </a:lnTo>
                <a:lnTo>
                  <a:pt x="203070" y="171099"/>
                </a:lnTo>
                <a:lnTo>
                  <a:pt x="203299" y="170436"/>
                </a:lnTo>
                <a:lnTo>
                  <a:pt x="203505" y="169763"/>
                </a:lnTo>
                <a:lnTo>
                  <a:pt x="203690" y="169080"/>
                </a:lnTo>
                <a:lnTo>
                  <a:pt x="203854" y="168388"/>
                </a:lnTo>
                <a:lnTo>
                  <a:pt x="203995" y="167687"/>
                </a:lnTo>
                <a:lnTo>
                  <a:pt x="204115" y="166975"/>
                </a:lnTo>
                <a:lnTo>
                  <a:pt x="204213" y="166255"/>
                </a:lnTo>
                <a:lnTo>
                  <a:pt x="204289" y="165524"/>
                </a:lnTo>
                <a:lnTo>
                  <a:pt x="204343" y="164784"/>
                </a:lnTo>
                <a:lnTo>
                  <a:pt x="204376" y="164034"/>
                </a:lnTo>
                <a:lnTo>
                  <a:pt x="204387" y="163275"/>
                </a:lnTo>
                <a:lnTo>
                  <a:pt x="204376" y="162451"/>
                </a:lnTo>
                <a:lnTo>
                  <a:pt x="204343" y="161640"/>
                </a:lnTo>
                <a:lnTo>
                  <a:pt x="204289" y="160844"/>
                </a:lnTo>
                <a:lnTo>
                  <a:pt x="204213" y="160062"/>
                </a:lnTo>
                <a:lnTo>
                  <a:pt x="204115" y="159294"/>
                </a:lnTo>
                <a:lnTo>
                  <a:pt x="203995" y="158539"/>
                </a:lnTo>
                <a:lnTo>
                  <a:pt x="203854" y="157799"/>
                </a:lnTo>
                <a:lnTo>
                  <a:pt x="203690" y="157073"/>
                </a:lnTo>
                <a:lnTo>
                  <a:pt x="203505" y="156361"/>
                </a:lnTo>
                <a:lnTo>
                  <a:pt x="203299" y="155663"/>
                </a:lnTo>
                <a:lnTo>
                  <a:pt x="203070" y="154979"/>
                </a:lnTo>
                <a:lnTo>
                  <a:pt x="202820" y="154309"/>
                </a:lnTo>
                <a:lnTo>
                  <a:pt x="202548" y="153653"/>
                </a:lnTo>
                <a:lnTo>
                  <a:pt x="202254" y="153012"/>
                </a:lnTo>
                <a:lnTo>
                  <a:pt x="201938" y="152384"/>
                </a:lnTo>
                <a:lnTo>
                  <a:pt x="201601" y="151770"/>
                </a:lnTo>
                <a:lnTo>
                  <a:pt x="201241" y="151170"/>
                </a:lnTo>
                <a:lnTo>
                  <a:pt x="200860" y="150585"/>
                </a:lnTo>
                <a:lnTo>
                  <a:pt x="200458" y="150013"/>
                </a:lnTo>
                <a:lnTo>
                  <a:pt x="200033" y="149455"/>
                </a:lnTo>
                <a:lnTo>
                  <a:pt x="199587" y="148912"/>
                </a:lnTo>
                <a:lnTo>
                  <a:pt x="199119" y="148382"/>
                </a:lnTo>
                <a:lnTo>
                  <a:pt x="198629" y="147867"/>
                </a:lnTo>
                <a:lnTo>
                  <a:pt x="198118" y="147366"/>
                </a:lnTo>
                <a:lnTo>
                  <a:pt x="197588" y="146882"/>
                </a:lnTo>
                <a:lnTo>
                  <a:pt x="197046" y="146418"/>
                </a:lnTo>
                <a:lnTo>
                  <a:pt x="196490" y="145975"/>
                </a:lnTo>
                <a:lnTo>
                  <a:pt x="195921" y="145553"/>
                </a:lnTo>
                <a:lnTo>
                  <a:pt x="195339" y="145151"/>
                </a:lnTo>
                <a:lnTo>
                  <a:pt x="194743" y="144770"/>
                </a:lnTo>
                <a:lnTo>
                  <a:pt x="194134" y="144410"/>
                </a:lnTo>
                <a:lnTo>
                  <a:pt x="193511" y="144070"/>
                </a:lnTo>
                <a:lnTo>
                  <a:pt x="192875" y="143751"/>
                </a:lnTo>
                <a:lnTo>
                  <a:pt x="192226" y="143452"/>
                </a:lnTo>
                <a:lnTo>
                  <a:pt x="191563" y="143174"/>
                </a:lnTo>
                <a:lnTo>
                  <a:pt x="190888" y="142916"/>
                </a:lnTo>
                <a:lnTo>
                  <a:pt x="190198" y="142679"/>
                </a:lnTo>
                <a:lnTo>
                  <a:pt x="189496" y="142463"/>
                </a:lnTo>
                <a:lnTo>
                  <a:pt x="188780" y="142268"/>
                </a:lnTo>
                <a:lnTo>
                  <a:pt x="188051" y="142092"/>
                </a:lnTo>
                <a:lnTo>
                  <a:pt x="187308" y="141938"/>
                </a:lnTo>
                <a:lnTo>
                  <a:pt x="186552" y="141804"/>
                </a:lnTo>
                <a:lnTo>
                  <a:pt x="185783" y="141691"/>
                </a:lnTo>
                <a:lnTo>
                  <a:pt x="185000" y="141598"/>
                </a:lnTo>
                <a:lnTo>
                  <a:pt x="184204" y="141526"/>
                </a:lnTo>
                <a:lnTo>
                  <a:pt x="183395" y="141474"/>
                </a:lnTo>
                <a:lnTo>
                  <a:pt x="182572" y="141444"/>
                </a:lnTo>
                <a:lnTo>
                  <a:pt x="181736" y="141433"/>
                </a:lnTo>
                <a:lnTo>
                  <a:pt x="180878" y="141444"/>
                </a:lnTo>
                <a:lnTo>
                  <a:pt x="180033" y="141474"/>
                </a:lnTo>
                <a:lnTo>
                  <a:pt x="179203" y="141526"/>
                </a:lnTo>
                <a:lnTo>
                  <a:pt x="178386" y="141598"/>
                </a:lnTo>
                <a:lnTo>
                  <a:pt x="177583" y="141691"/>
                </a:lnTo>
                <a:lnTo>
                  <a:pt x="176794" y="141804"/>
                </a:lnTo>
                <a:lnTo>
                  <a:pt x="176019" y="141938"/>
                </a:lnTo>
                <a:lnTo>
                  <a:pt x="175257" y="142092"/>
                </a:lnTo>
                <a:lnTo>
                  <a:pt x="174509" y="142268"/>
                </a:lnTo>
                <a:lnTo>
                  <a:pt x="173775" y="142463"/>
                </a:lnTo>
                <a:lnTo>
                  <a:pt x="173055" y="142679"/>
                </a:lnTo>
                <a:lnTo>
                  <a:pt x="172349" y="142916"/>
                </a:lnTo>
                <a:lnTo>
                  <a:pt x="171656" y="143174"/>
                </a:lnTo>
                <a:lnTo>
                  <a:pt x="170978" y="143452"/>
                </a:lnTo>
                <a:lnTo>
                  <a:pt x="170313" y="143751"/>
                </a:lnTo>
                <a:lnTo>
                  <a:pt x="169662" y="144070"/>
                </a:lnTo>
                <a:lnTo>
                  <a:pt x="169024" y="144410"/>
                </a:lnTo>
                <a:lnTo>
                  <a:pt x="168401" y="144770"/>
                </a:lnTo>
                <a:lnTo>
                  <a:pt x="167791" y="145151"/>
                </a:lnTo>
                <a:lnTo>
                  <a:pt x="167195" y="145553"/>
                </a:lnTo>
                <a:lnTo>
                  <a:pt x="166613" y="145975"/>
                </a:lnTo>
                <a:lnTo>
                  <a:pt x="166045" y="146418"/>
                </a:lnTo>
                <a:lnTo>
                  <a:pt x="165491" y="146882"/>
                </a:lnTo>
                <a:lnTo>
                  <a:pt x="164950" y="147366"/>
                </a:lnTo>
                <a:lnTo>
                  <a:pt x="164428" y="147867"/>
                </a:lnTo>
                <a:lnTo>
                  <a:pt x="163927" y="148382"/>
                </a:lnTo>
                <a:lnTo>
                  <a:pt x="163449" y="148912"/>
                </a:lnTo>
                <a:lnTo>
                  <a:pt x="162993" y="149455"/>
                </a:lnTo>
                <a:lnTo>
                  <a:pt x="162560" y="150013"/>
                </a:lnTo>
                <a:lnTo>
                  <a:pt x="162148" y="150585"/>
                </a:lnTo>
                <a:lnTo>
                  <a:pt x="161759" y="151170"/>
                </a:lnTo>
                <a:lnTo>
                  <a:pt x="161392" y="151770"/>
                </a:lnTo>
                <a:lnTo>
                  <a:pt x="161048" y="152384"/>
                </a:lnTo>
                <a:lnTo>
                  <a:pt x="160725" y="153012"/>
                </a:lnTo>
                <a:lnTo>
                  <a:pt x="160425" y="153653"/>
                </a:lnTo>
                <a:lnTo>
                  <a:pt x="160147" y="154309"/>
                </a:lnTo>
                <a:lnTo>
                  <a:pt x="159891" y="154979"/>
                </a:lnTo>
                <a:lnTo>
                  <a:pt x="159658" y="155663"/>
                </a:lnTo>
                <a:lnTo>
                  <a:pt x="159447" y="156361"/>
                </a:lnTo>
                <a:lnTo>
                  <a:pt x="159258" y="157073"/>
                </a:lnTo>
                <a:lnTo>
                  <a:pt x="159091" y="157799"/>
                </a:lnTo>
                <a:lnTo>
                  <a:pt x="158946" y="158539"/>
                </a:lnTo>
                <a:lnTo>
                  <a:pt x="158824" y="159294"/>
                </a:lnTo>
                <a:lnTo>
                  <a:pt x="158724" y="160062"/>
                </a:lnTo>
                <a:lnTo>
                  <a:pt x="158646" y="160844"/>
                </a:lnTo>
                <a:lnTo>
                  <a:pt x="158590" y="161640"/>
                </a:lnTo>
                <a:lnTo>
                  <a:pt x="158557" y="162451"/>
                </a:lnTo>
                <a:lnTo>
                  <a:pt x="158546" y="163275"/>
                </a:lnTo>
                <a:lnTo>
                  <a:pt x="158557" y="164034"/>
                </a:lnTo>
                <a:lnTo>
                  <a:pt x="158590" y="164784"/>
                </a:lnTo>
                <a:lnTo>
                  <a:pt x="158646" y="165524"/>
                </a:lnTo>
                <a:lnTo>
                  <a:pt x="158724" y="166255"/>
                </a:lnTo>
                <a:lnTo>
                  <a:pt x="158824" y="166975"/>
                </a:lnTo>
                <a:lnTo>
                  <a:pt x="158946" y="167687"/>
                </a:lnTo>
                <a:lnTo>
                  <a:pt x="159091" y="168388"/>
                </a:lnTo>
                <a:lnTo>
                  <a:pt x="159258" y="169080"/>
                </a:lnTo>
                <a:lnTo>
                  <a:pt x="159447" y="169763"/>
                </a:lnTo>
                <a:lnTo>
                  <a:pt x="159658" y="170436"/>
                </a:lnTo>
                <a:lnTo>
                  <a:pt x="159891" y="171099"/>
                </a:lnTo>
                <a:lnTo>
                  <a:pt x="160147" y="171752"/>
                </a:lnTo>
                <a:lnTo>
                  <a:pt x="160425" y="172396"/>
                </a:lnTo>
                <a:lnTo>
                  <a:pt x="160725" y="173031"/>
                </a:lnTo>
                <a:lnTo>
                  <a:pt x="161048" y="173656"/>
                </a:lnTo>
                <a:lnTo>
                  <a:pt x="161392" y="174271"/>
                </a:lnTo>
                <a:lnTo>
                  <a:pt x="161759" y="174877"/>
                </a:lnTo>
                <a:lnTo>
                  <a:pt x="162148" y="175473"/>
                </a:lnTo>
                <a:lnTo>
                  <a:pt x="162560" y="176059"/>
                </a:lnTo>
                <a:lnTo>
                  <a:pt x="162993" y="176636"/>
                </a:lnTo>
                <a:lnTo>
                  <a:pt x="163449" y="177203"/>
                </a:lnTo>
                <a:lnTo>
                  <a:pt x="163927" y="177761"/>
                </a:lnTo>
                <a:lnTo>
                  <a:pt x="164428" y="178309"/>
                </a:lnTo>
                <a:lnTo>
                  <a:pt x="164950" y="178848"/>
                </a:lnTo>
                <a:lnTo>
                  <a:pt x="165491" y="179370"/>
                </a:lnTo>
                <a:lnTo>
                  <a:pt x="166045" y="179871"/>
                </a:lnTo>
                <a:lnTo>
                  <a:pt x="166613" y="180349"/>
                </a:lnTo>
                <a:lnTo>
                  <a:pt x="167195" y="180805"/>
                </a:lnTo>
                <a:lnTo>
                  <a:pt x="167791" y="181238"/>
                </a:lnTo>
                <a:lnTo>
                  <a:pt x="168401" y="181650"/>
                </a:lnTo>
                <a:lnTo>
                  <a:pt x="169024" y="182039"/>
                </a:lnTo>
                <a:lnTo>
                  <a:pt x="169662" y="182406"/>
                </a:lnTo>
                <a:lnTo>
                  <a:pt x="170313" y="182750"/>
                </a:lnTo>
                <a:lnTo>
                  <a:pt x="170978" y="183073"/>
                </a:lnTo>
                <a:lnTo>
                  <a:pt x="171656" y="183373"/>
                </a:lnTo>
                <a:lnTo>
                  <a:pt x="172349" y="183651"/>
                </a:lnTo>
                <a:lnTo>
                  <a:pt x="173055" y="183907"/>
                </a:lnTo>
                <a:lnTo>
                  <a:pt x="173775" y="184140"/>
                </a:lnTo>
                <a:lnTo>
                  <a:pt x="174509" y="184351"/>
                </a:lnTo>
                <a:lnTo>
                  <a:pt x="175257" y="184540"/>
                </a:lnTo>
                <a:lnTo>
                  <a:pt x="176019" y="184707"/>
                </a:lnTo>
                <a:lnTo>
                  <a:pt x="176794" y="184852"/>
                </a:lnTo>
                <a:lnTo>
                  <a:pt x="177583" y="184974"/>
                </a:lnTo>
                <a:lnTo>
                  <a:pt x="178386" y="185074"/>
                </a:lnTo>
                <a:lnTo>
                  <a:pt x="179203" y="185152"/>
                </a:lnTo>
                <a:lnTo>
                  <a:pt x="180033" y="185207"/>
                </a:lnTo>
                <a:lnTo>
                  <a:pt x="180878" y="185241"/>
                </a:lnTo>
                <a:lnTo>
                  <a:pt x="181736" y="185252"/>
                </a:lnTo>
                <a:lnTo>
                  <a:pt x="182572" y="185241"/>
                </a:lnTo>
                <a:lnTo>
                  <a:pt x="183395" y="185207"/>
                </a:lnTo>
                <a:lnTo>
                  <a:pt x="184204" y="185152"/>
                </a:lnTo>
                <a:lnTo>
                  <a:pt x="185000" y="185074"/>
                </a:lnTo>
                <a:close/>
                <a:moveTo>
                  <a:pt x="1530046" y="187337"/>
                </a:moveTo>
                <a:lnTo>
                  <a:pt x="1531922" y="187186"/>
                </a:lnTo>
                <a:lnTo>
                  <a:pt x="1533776" y="187008"/>
                </a:lnTo>
                <a:lnTo>
                  <a:pt x="1535608" y="186802"/>
                </a:lnTo>
                <a:lnTo>
                  <a:pt x="1537417" y="186570"/>
                </a:lnTo>
                <a:lnTo>
                  <a:pt x="1539203" y="186310"/>
                </a:lnTo>
                <a:lnTo>
                  <a:pt x="1540967" y="186022"/>
                </a:lnTo>
                <a:lnTo>
                  <a:pt x="1542708" y="185707"/>
                </a:lnTo>
                <a:lnTo>
                  <a:pt x="1544428" y="185365"/>
                </a:lnTo>
                <a:lnTo>
                  <a:pt x="1546124" y="184995"/>
                </a:lnTo>
                <a:lnTo>
                  <a:pt x="1547798" y="184598"/>
                </a:lnTo>
                <a:lnTo>
                  <a:pt x="1549450" y="184173"/>
                </a:lnTo>
                <a:lnTo>
                  <a:pt x="1551079" y="183721"/>
                </a:lnTo>
                <a:lnTo>
                  <a:pt x="1552686" y="183242"/>
                </a:lnTo>
                <a:lnTo>
                  <a:pt x="1554270" y="182736"/>
                </a:lnTo>
                <a:lnTo>
                  <a:pt x="1555832" y="182202"/>
                </a:lnTo>
                <a:lnTo>
                  <a:pt x="1557371" y="181640"/>
                </a:lnTo>
                <a:lnTo>
                  <a:pt x="1558888" y="181051"/>
                </a:lnTo>
                <a:lnTo>
                  <a:pt x="1560382" y="180435"/>
                </a:lnTo>
                <a:lnTo>
                  <a:pt x="1561854" y="179791"/>
                </a:lnTo>
                <a:lnTo>
                  <a:pt x="1563302" y="179121"/>
                </a:lnTo>
                <a:lnTo>
                  <a:pt x="1564724" y="178425"/>
                </a:lnTo>
                <a:lnTo>
                  <a:pt x="1566120" y="177704"/>
                </a:lnTo>
                <a:lnTo>
                  <a:pt x="1567490" y="176956"/>
                </a:lnTo>
                <a:lnTo>
                  <a:pt x="1568835" y="176183"/>
                </a:lnTo>
                <a:lnTo>
                  <a:pt x="1570154" y="175384"/>
                </a:lnTo>
                <a:lnTo>
                  <a:pt x="1571447" y="174560"/>
                </a:lnTo>
                <a:lnTo>
                  <a:pt x="1572715" y="173709"/>
                </a:lnTo>
                <a:lnTo>
                  <a:pt x="1573957" y="172833"/>
                </a:lnTo>
                <a:lnTo>
                  <a:pt x="1575173" y="171931"/>
                </a:lnTo>
                <a:lnTo>
                  <a:pt x="1576363" y="171004"/>
                </a:lnTo>
                <a:lnTo>
                  <a:pt x="1577527" y="170050"/>
                </a:lnTo>
                <a:lnTo>
                  <a:pt x="1578666" y="169071"/>
                </a:lnTo>
                <a:lnTo>
                  <a:pt x="1579779" y="168066"/>
                </a:lnTo>
                <a:lnTo>
                  <a:pt x="1580867" y="167036"/>
                </a:lnTo>
                <a:lnTo>
                  <a:pt x="1581928" y="165979"/>
                </a:lnTo>
                <a:lnTo>
                  <a:pt x="1582964" y="164897"/>
                </a:lnTo>
                <a:lnTo>
                  <a:pt x="1583974" y="163789"/>
                </a:lnTo>
                <a:lnTo>
                  <a:pt x="1584958" y="162656"/>
                </a:lnTo>
                <a:lnTo>
                  <a:pt x="1585917" y="161496"/>
                </a:lnTo>
                <a:lnTo>
                  <a:pt x="1586849" y="160311"/>
                </a:lnTo>
                <a:lnTo>
                  <a:pt x="1587757" y="159100"/>
                </a:lnTo>
                <a:lnTo>
                  <a:pt x="1588638" y="157864"/>
                </a:lnTo>
                <a:lnTo>
                  <a:pt x="1589493" y="156601"/>
                </a:lnTo>
                <a:lnTo>
                  <a:pt x="1590321" y="155314"/>
                </a:lnTo>
                <a:lnTo>
                  <a:pt x="1591120" y="154003"/>
                </a:lnTo>
                <a:lnTo>
                  <a:pt x="1591889" y="152667"/>
                </a:lnTo>
                <a:lnTo>
                  <a:pt x="1592628" y="151307"/>
                </a:lnTo>
                <a:lnTo>
                  <a:pt x="1593338" y="149924"/>
                </a:lnTo>
                <a:lnTo>
                  <a:pt x="1594018" y="148516"/>
                </a:lnTo>
                <a:lnTo>
                  <a:pt x="1594669" y="147084"/>
                </a:lnTo>
                <a:lnTo>
                  <a:pt x="1595291" y="145628"/>
                </a:lnTo>
                <a:lnTo>
                  <a:pt x="1595883" y="144148"/>
                </a:lnTo>
                <a:lnTo>
                  <a:pt x="1596445" y="142643"/>
                </a:lnTo>
                <a:lnTo>
                  <a:pt x="1596978" y="141115"/>
                </a:lnTo>
                <a:lnTo>
                  <a:pt x="1597482" y="139563"/>
                </a:lnTo>
                <a:lnTo>
                  <a:pt x="1597956" y="137986"/>
                </a:lnTo>
                <a:lnTo>
                  <a:pt x="1598400" y="136385"/>
                </a:lnTo>
                <a:lnTo>
                  <a:pt x="1598815" y="134760"/>
                </a:lnTo>
                <a:lnTo>
                  <a:pt x="1599201" y="133111"/>
                </a:lnTo>
                <a:lnTo>
                  <a:pt x="1599557" y="131438"/>
                </a:lnTo>
                <a:lnTo>
                  <a:pt x="1599883" y="129741"/>
                </a:lnTo>
                <a:lnTo>
                  <a:pt x="1600180" y="128020"/>
                </a:lnTo>
                <a:lnTo>
                  <a:pt x="1600448" y="126275"/>
                </a:lnTo>
                <a:lnTo>
                  <a:pt x="1600686" y="124505"/>
                </a:lnTo>
                <a:lnTo>
                  <a:pt x="1600895" y="122712"/>
                </a:lnTo>
                <a:lnTo>
                  <a:pt x="1601074" y="120894"/>
                </a:lnTo>
                <a:lnTo>
                  <a:pt x="1601223" y="119052"/>
                </a:lnTo>
                <a:lnTo>
                  <a:pt x="1562393" y="119052"/>
                </a:lnTo>
                <a:lnTo>
                  <a:pt x="1562242" y="120521"/>
                </a:lnTo>
                <a:lnTo>
                  <a:pt x="1562059" y="121962"/>
                </a:lnTo>
                <a:lnTo>
                  <a:pt x="1561844" y="123374"/>
                </a:lnTo>
                <a:lnTo>
                  <a:pt x="1561597" y="124758"/>
                </a:lnTo>
                <a:lnTo>
                  <a:pt x="1561318" y="126113"/>
                </a:lnTo>
                <a:lnTo>
                  <a:pt x="1561007" y="127441"/>
                </a:lnTo>
                <a:lnTo>
                  <a:pt x="1560664" y="128740"/>
                </a:lnTo>
                <a:lnTo>
                  <a:pt x="1560288" y="130010"/>
                </a:lnTo>
                <a:lnTo>
                  <a:pt x="1559881" y="131253"/>
                </a:lnTo>
                <a:lnTo>
                  <a:pt x="1559442" y="132467"/>
                </a:lnTo>
                <a:lnTo>
                  <a:pt x="1558970" y="133653"/>
                </a:lnTo>
                <a:lnTo>
                  <a:pt x="1558466" y="134810"/>
                </a:lnTo>
                <a:lnTo>
                  <a:pt x="1557931" y="135939"/>
                </a:lnTo>
                <a:lnTo>
                  <a:pt x="1557363" y="137040"/>
                </a:lnTo>
                <a:lnTo>
                  <a:pt x="1556763" y="138112"/>
                </a:lnTo>
                <a:lnTo>
                  <a:pt x="1556131" y="139156"/>
                </a:lnTo>
                <a:lnTo>
                  <a:pt x="1555467" y="140172"/>
                </a:lnTo>
                <a:lnTo>
                  <a:pt x="1554771" y="141159"/>
                </a:lnTo>
                <a:lnTo>
                  <a:pt x="1554043" y="142119"/>
                </a:lnTo>
                <a:lnTo>
                  <a:pt x="1553283" y="143049"/>
                </a:lnTo>
                <a:lnTo>
                  <a:pt x="1552491" y="143952"/>
                </a:lnTo>
                <a:lnTo>
                  <a:pt x="1551666" y="144826"/>
                </a:lnTo>
                <a:lnTo>
                  <a:pt x="1550810" y="145672"/>
                </a:lnTo>
                <a:lnTo>
                  <a:pt x="1549922" y="146489"/>
                </a:lnTo>
                <a:lnTo>
                  <a:pt x="1549004" y="147276"/>
                </a:lnTo>
                <a:lnTo>
                  <a:pt x="1548058" y="148029"/>
                </a:lnTo>
                <a:lnTo>
                  <a:pt x="1547085" y="148749"/>
                </a:lnTo>
                <a:lnTo>
                  <a:pt x="1546085" y="149435"/>
                </a:lnTo>
                <a:lnTo>
                  <a:pt x="1545057" y="150088"/>
                </a:lnTo>
                <a:lnTo>
                  <a:pt x="1544002" y="150707"/>
                </a:lnTo>
                <a:lnTo>
                  <a:pt x="1542919" y="151293"/>
                </a:lnTo>
                <a:lnTo>
                  <a:pt x="1541810" y="151845"/>
                </a:lnTo>
                <a:lnTo>
                  <a:pt x="1540672" y="152364"/>
                </a:lnTo>
                <a:lnTo>
                  <a:pt x="1539508" y="152849"/>
                </a:lnTo>
                <a:lnTo>
                  <a:pt x="1538316" y="153301"/>
                </a:lnTo>
                <a:lnTo>
                  <a:pt x="1537096" y="153719"/>
                </a:lnTo>
                <a:lnTo>
                  <a:pt x="1535850" y="154104"/>
                </a:lnTo>
                <a:lnTo>
                  <a:pt x="1534575" y="154456"/>
                </a:lnTo>
                <a:lnTo>
                  <a:pt x="1533274" y="154774"/>
                </a:lnTo>
                <a:lnTo>
                  <a:pt x="1531945" y="155058"/>
                </a:lnTo>
                <a:lnTo>
                  <a:pt x="1530588" y="155309"/>
                </a:lnTo>
                <a:lnTo>
                  <a:pt x="1529205" y="155527"/>
                </a:lnTo>
                <a:lnTo>
                  <a:pt x="1527794" y="155711"/>
                </a:lnTo>
                <a:lnTo>
                  <a:pt x="1526355" y="155862"/>
                </a:lnTo>
                <a:lnTo>
                  <a:pt x="1524889" y="155979"/>
                </a:lnTo>
                <a:lnTo>
                  <a:pt x="1523396" y="156062"/>
                </a:lnTo>
                <a:lnTo>
                  <a:pt x="1521875" y="156113"/>
                </a:lnTo>
                <a:lnTo>
                  <a:pt x="1520327" y="156129"/>
                </a:lnTo>
                <a:lnTo>
                  <a:pt x="1518856" y="156115"/>
                </a:lnTo>
                <a:lnTo>
                  <a:pt x="1517409" y="156070"/>
                </a:lnTo>
                <a:lnTo>
                  <a:pt x="1515986" y="155997"/>
                </a:lnTo>
                <a:lnTo>
                  <a:pt x="1514588" y="155893"/>
                </a:lnTo>
                <a:lnTo>
                  <a:pt x="1513213" y="155761"/>
                </a:lnTo>
                <a:lnTo>
                  <a:pt x="1511863" y="155599"/>
                </a:lnTo>
                <a:lnTo>
                  <a:pt x="1510536" y="155407"/>
                </a:lnTo>
                <a:lnTo>
                  <a:pt x="1509234" y="155186"/>
                </a:lnTo>
                <a:lnTo>
                  <a:pt x="1507956" y="154935"/>
                </a:lnTo>
                <a:lnTo>
                  <a:pt x="1506702" y="154655"/>
                </a:lnTo>
                <a:lnTo>
                  <a:pt x="1505472" y="154345"/>
                </a:lnTo>
                <a:lnTo>
                  <a:pt x="1504266" y="154006"/>
                </a:lnTo>
                <a:lnTo>
                  <a:pt x="1503084" y="153637"/>
                </a:lnTo>
                <a:lnTo>
                  <a:pt x="1501927" y="153239"/>
                </a:lnTo>
                <a:lnTo>
                  <a:pt x="1500793" y="152811"/>
                </a:lnTo>
                <a:lnTo>
                  <a:pt x="1499684" y="152354"/>
                </a:lnTo>
                <a:lnTo>
                  <a:pt x="1498598" y="151868"/>
                </a:lnTo>
                <a:lnTo>
                  <a:pt x="1497537" y="151351"/>
                </a:lnTo>
                <a:lnTo>
                  <a:pt x="1496500" y="150806"/>
                </a:lnTo>
                <a:lnTo>
                  <a:pt x="1495487" y="150231"/>
                </a:lnTo>
                <a:lnTo>
                  <a:pt x="1494498" y="149626"/>
                </a:lnTo>
                <a:lnTo>
                  <a:pt x="1493534" y="148992"/>
                </a:lnTo>
                <a:lnTo>
                  <a:pt x="1492593" y="148328"/>
                </a:lnTo>
                <a:lnTo>
                  <a:pt x="1491677" y="147635"/>
                </a:lnTo>
                <a:lnTo>
                  <a:pt x="1490782" y="146918"/>
                </a:lnTo>
                <a:lnTo>
                  <a:pt x="1489909" y="146181"/>
                </a:lnTo>
                <a:lnTo>
                  <a:pt x="1489056" y="145425"/>
                </a:lnTo>
                <a:lnTo>
                  <a:pt x="1488223" y="144650"/>
                </a:lnTo>
                <a:lnTo>
                  <a:pt x="1487412" y="143856"/>
                </a:lnTo>
                <a:lnTo>
                  <a:pt x="1486621" y="143043"/>
                </a:lnTo>
                <a:lnTo>
                  <a:pt x="1485850" y="142210"/>
                </a:lnTo>
                <a:lnTo>
                  <a:pt x="1485100" y="141358"/>
                </a:lnTo>
                <a:lnTo>
                  <a:pt x="1484371" y="140487"/>
                </a:lnTo>
                <a:lnTo>
                  <a:pt x="1483662" y="139597"/>
                </a:lnTo>
                <a:lnTo>
                  <a:pt x="1482974" y="138688"/>
                </a:lnTo>
                <a:lnTo>
                  <a:pt x="1482306" y="137759"/>
                </a:lnTo>
                <a:lnTo>
                  <a:pt x="1481659" y="136811"/>
                </a:lnTo>
                <a:lnTo>
                  <a:pt x="1481033" y="135845"/>
                </a:lnTo>
                <a:lnTo>
                  <a:pt x="1480427" y="134858"/>
                </a:lnTo>
                <a:lnTo>
                  <a:pt x="1479842" y="133853"/>
                </a:lnTo>
                <a:lnTo>
                  <a:pt x="1479277" y="132828"/>
                </a:lnTo>
                <a:lnTo>
                  <a:pt x="1478733" y="131785"/>
                </a:lnTo>
                <a:lnTo>
                  <a:pt x="1478210" y="130722"/>
                </a:lnTo>
                <a:lnTo>
                  <a:pt x="1477707" y="129640"/>
                </a:lnTo>
                <a:lnTo>
                  <a:pt x="1477225" y="128538"/>
                </a:lnTo>
                <a:lnTo>
                  <a:pt x="1476763" y="127418"/>
                </a:lnTo>
                <a:lnTo>
                  <a:pt x="1476322" y="126278"/>
                </a:lnTo>
                <a:lnTo>
                  <a:pt x="1475902" y="125119"/>
                </a:lnTo>
                <a:lnTo>
                  <a:pt x="1475500" y="123947"/>
                </a:lnTo>
                <a:lnTo>
                  <a:pt x="1475116" y="122765"/>
                </a:lnTo>
                <a:lnTo>
                  <a:pt x="1474748" y="121576"/>
                </a:lnTo>
                <a:lnTo>
                  <a:pt x="1474398" y="120378"/>
                </a:lnTo>
                <a:lnTo>
                  <a:pt x="1474065" y="119171"/>
                </a:lnTo>
                <a:lnTo>
                  <a:pt x="1473749" y="117957"/>
                </a:lnTo>
                <a:lnTo>
                  <a:pt x="1473450" y="116733"/>
                </a:lnTo>
                <a:lnTo>
                  <a:pt x="1473168" y="115502"/>
                </a:lnTo>
                <a:lnTo>
                  <a:pt x="1472903" y="114261"/>
                </a:lnTo>
                <a:lnTo>
                  <a:pt x="1472655" y="113013"/>
                </a:lnTo>
                <a:lnTo>
                  <a:pt x="1472425" y="111756"/>
                </a:lnTo>
                <a:lnTo>
                  <a:pt x="1472211" y="110491"/>
                </a:lnTo>
                <a:lnTo>
                  <a:pt x="1472014" y="109217"/>
                </a:lnTo>
                <a:lnTo>
                  <a:pt x="1471835" y="107934"/>
                </a:lnTo>
                <a:lnTo>
                  <a:pt x="1471673" y="106644"/>
                </a:lnTo>
                <a:lnTo>
                  <a:pt x="1471527" y="105345"/>
                </a:lnTo>
                <a:lnTo>
                  <a:pt x="1471399" y="104037"/>
                </a:lnTo>
                <a:lnTo>
                  <a:pt x="1471288" y="102721"/>
                </a:lnTo>
                <a:lnTo>
                  <a:pt x="1471194" y="101397"/>
                </a:lnTo>
                <a:lnTo>
                  <a:pt x="1471117" y="100064"/>
                </a:lnTo>
                <a:lnTo>
                  <a:pt x="1471058" y="98723"/>
                </a:lnTo>
                <a:lnTo>
                  <a:pt x="1471015" y="97373"/>
                </a:lnTo>
                <a:lnTo>
                  <a:pt x="1470989" y="96015"/>
                </a:lnTo>
                <a:lnTo>
                  <a:pt x="1470981" y="94648"/>
                </a:lnTo>
                <a:lnTo>
                  <a:pt x="1470989" y="93271"/>
                </a:lnTo>
                <a:lnTo>
                  <a:pt x="1471015" y="91903"/>
                </a:lnTo>
                <a:lnTo>
                  <a:pt x="1471058" y="90544"/>
                </a:lnTo>
                <a:lnTo>
                  <a:pt x="1471117" y="89194"/>
                </a:lnTo>
                <a:lnTo>
                  <a:pt x="1471194" y="87853"/>
                </a:lnTo>
                <a:lnTo>
                  <a:pt x="1471288" y="86521"/>
                </a:lnTo>
                <a:lnTo>
                  <a:pt x="1471399" y="85198"/>
                </a:lnTo>
                <a:lnTo>
                  <a:pt x="1471527" y="83885"/>
                </a:lnTo>
                <a:lnTo>
                  <a:pt x="1471673" y="82580"/>
                </a:lnTo>
                <a:lnTo>
                  <a:pt x="1471835" y="81285"/>
                </a:lnTo>
                <a:lnTo>
                  <a:pt x="1472014" y="79999"/>
                </a:lnTo>
                <a:lnTo>
                  <a:pt x="1472211" y="78722"/>
                </a:lnTo>
                <a:lnTo>
                  <a:pt x="1472425" y="77454"/>
                </a:lnTo>
                <a:lnTo>
                  <a:pt x="1472655" y="76195"/>
                </a:lnTo>
                <a:lnTo>
                  <a:pt x="1472903" y="74946"/>
                </a:lnTo>
                <a:lnTo>
                  <a:pt x="1473168" y="73705"/>
                </a:lnTo>
                <a:lnTo>
                  <a:pt x="1473450" y="72474"/>
                </a:lnTo>
                <a:lnTo>
                  <a:pt x="1473749" y="71252"/>
                </a:lnTo>
                <a:lnTo>
                  <a:pt x="1474065" y="70039"/>
                </a:lnTo>
                <a:lnTo>
                  <a:pt x="1474398" y="68835"/>
                </a:lnTo>
                <a:lnTo>
                  <a:pt x="1474748" y="67640"/>
                </a:lnTo>
                <a:lnTo>
                  <a:pt x="1475116" y="66454"/>
                </a:lnTo>
                <a:lnTo>
                  <a:pt x="1475500" y="65278"/>
                </a:lnTo>
                <a:lnTo>
                  <a:pt x="1475902" y="64110"/>
                </a:lnTo>
                <a:lnTo>
                  <a:pt x="1476322" y="62956"/>
                </a:lnTo>
                <a:lnTo>
                  <a:pt x="1476763" y="61821"/>
                </a:lnTo>
                <a:lnTo>
                  <a:pt x="1477225" y="60705"/>
                </a:lnTo>
                <a:lnTo>
                  <a:pt x="1477707" y="59607"/>
                </a:lnTo>
                <a:lnTo>
                  <a:pt x="1478210" y="58527"/>
                </a:lnTo>
                <a:lnTo>
                  <a:pt x="1478733" y="57466"/>
                </a:lnTo>
                <a:lnTo>
                  <a:pt x="1479277" y="56423"/>
                </a:lnTo>
                <a:lnTo>
                  <a:pt x="1479842" y="55399"/>
                </a:lnTo>
                <a:lnTo>
                  <a:pt x="1480427" y="54393"/>
                </a:lnTo>
                <a:lnTo>
                  <a:pt x="1481033" y="53406"/>
                </a:lnTo>
                <a:lnTo>
                  <a:pt x="1481659" y="52437"/>
                </a:lnTo>
                <a:lnTo>
                  <a:pt x="1482306" y="51487"/>
                </a:lnTo>
                <a:lnTo>
                  <a:pt x="1482974" y="50555"/>
                </a:lnTo>
                <a:lnTo>
                  <a:pt x="1483662" y="49642"/>
                </a:lnTo>
                <a:lnTo>
                  <a:pt x="1484371" y="48747"/>
                </a:lnTo>
                <a:lnTo>
                  <a:pt x="1485100" y="47871"/>
                </a:lnTo>
                <a:lnTo>
                  <a:pt x="1485850" y="47013"/>
                </a:lnTo>
                <a:lnTo>
                  <a:pt x="1486621" y="46174"/>
                </a:lnTo>
                <a:lnTo>
                  <a:pt x="1487412" y="45353"/>
                </a:lnTo>
                <a:lnTo>
                  <a:pt x="1488223" y="44551"/>
                </a:lnTo>
                <a:lnTo>
                  <a:pt x="1489056" y="43767"/>
                </a:lnTo>
                <a:lnTo>
                  <a:pt x="1489909" y="43002"/>
                </a:lnTo>
                <a:lnTo>
                  <a:pt x="1490782" y="42255"/>
                </a:lnTo>
                <a:lnTo>
                  <a:pt x="1491677" y="41527"/>
                </a:lnTo>
                <a:lnTo>
                  <a:pt x="1492593" y="40823"/>
                </a:lnTo>
                <a:lnTo>
                  <a:pt x="1493534" y="40148"/>
                </a:lnTo>
                <a:lnTo>
                  <a:pt x="1494498" y="39504"/>
                </a:lnTo>
                <a:lnTo>
                  <a:pt x="1495487" y="38890"/>
                </a:lnTo>
                <a:lnTo>
                  <a:pt x="1496500" y="38306"/>
                </a:lnTo>
                <a:lnTo>
                  <a:pt x="1497537" y="37752"/>
                </a:lnTo>
                <a:lnTo>
                  <a:pt x="1498598" y="37227"/>
                </a:lnTo>
                <a:lnTo>
                  <a:pt x="1499684" y="36733"/>
                </a:lnTo>
                <a:lnTo>
                  <a:pt x="1500793" y="36268"/>
                </a:lnTo>
                <a:lnTo>
                  <a:pt x="1501927" y="35834"/>
                </a:lnTo>
                <a:lnTo>
                  <a:pt x="1503084" y="35429"/>
                </a:lnTo>
                <a:lnTo>
                  <a:pt x="1504266" y="35055"/>
                </a:lnTo>
                <a:lnTo>
                  <a:pt x="1505472" y="34710"/>
                </a:lnTo>
                <a:lnTo>
                  <a:pt x="1506702" y="34396"/>
                </a:lnTo>
                <a:lnTo>
                  <a:pt x="1507956" y="34111"/>
                </a:lnTo>
                <a:lnTo>
                  <a:pt x="1509234" y="33857"/>
                </a:lnTo>
                <a:lnTo>
                  <a:pt x="1510536" y="33632"/>
                </a:lnTo>
                <a:lnTo>
                  <a:pt x="1511863" y="33437"/>
                </a:lnTo>
                <a:lnTo>
                  <a:pt x="1513213" y="33272"/>
                </a:lnTo>
                <a:lnTo>
                  <a:pt x="1514588" y="33137"/>
                </a:lnTo>
                <a:lnTo>
                  <a:pt x="1515986" y="33033"/>
                </a:lnTo>
                <a:lnTo>
                  <a:pt x="1517409" y="32958"/>
                </a:lnTo>
                <a:lnTo>
                  <a:pt x="1518856" y="32913"/>
                </a:lnTo>
                <a:lnTo>
                  <a:pt x="1520327" y="32898"/>
                </a:lnTo>
                <a:lnTo>
                  <a:pt x="1521245" y="32904"/>
                </a:lnTo>
                <a:lnTo>
                  <a:pt x="1522155" y="32923"/>
                </a:lnTo>
                <a:lnTo>
                  <a:pt x="1523057" y="32955"/>
                </a:lnTo>
                <a:lnTo>
                  <a:pt x="1523953" y="32999"/>
                </a:lnTo>
                <a:lnTo>
                  <a:pt x="1524840" y="33056"/>
                </a:lnTo>
                <a:lnTo>
                  <a:pt x="1525720" y="33125"/>
                </a:lnTo>
                <a:lnTo>
                  <a:pt x="1526593" y="33207"/>
                </a:lnTo>
                <a:lnTo>
                  <a:pt x="1527458" y="33302"/>
                </a:lnTo>
                <a:lnTo>
                  <a:pt x="1528316" y="33410"/>
                </a:lnTo>
                <a:lnTo>
                  <a:pt x="1529166" y="33530"/>
                </a:lnTo>
                <a:lnTo>
                  <a:pt x="1530009" y="33662"/>
                </a:lnTo>
                <a:lnTo>
                  <a:pt x="1530844" y="33808"/>
                </a:lnTo>
                <a:lnTo>
                  <a:pt x="1531671" y="33966"/>
                </a:lnTo>
                <a:lnTo>
                  <a:pt x="1532492" y="34136"/>
                </a:lnTo>
                <a:lnTo>
                  <a:pt x="1533304" y="34320"/>
                </a:lnTo>
                <a:lnTo>
                  <a:pt x="1534110" y="34516"/>
                </a:lnTo>
                <a:lnTo>
                  <a:pt x="1534907" y="34724"/>
                </a:lnTo>
                <a:lnTo>
                  <a:pt x="1535697" y="34945"/>
                </a:lnTo>
                <a:lnTo>
                  <a:pt x="1536480" y="35179"/>
                </a:lnTo>
                <a:lnTo>
                  <a:pt x="1537255" y="35426"/>
                </a:lnTo>
                <a:lnTo>
                  <a:pt x="1538023" y="35685"/>
                </a:lnTo>
                <a:lnTo>
                  <a:pt x="1538784" y="35957"/>
                </a:lnTo>
                <a:lnTo>
                  <a:pt x="1539536" y="36241"/>
                </a:lnTo>
                <a:lnTo>
                  <a:pt x="1540282" y="36538"/>
                </a:lnTo>
                <a:lnTo>
                  <a:pt x="1541018" y="36848"/>
                </a:lnTo>
                <a:lnTo>
                  <a:pt x="1541743" y="37170"/>
                </a:lnTo>
                <a:lnTo>
                  <a:pt x="1542457" y="37505"/>
                </a:lnTo>
                <a:lnTo>
                  <a:pt x="1543160" y="37853"/>
                </a:lnTo>
                <a:lnTo>
                  <a:pt x="1543852" y="38213"/>
                </a:lnTo>
                <a:lnTo>
                  <a:pt x="1544533" y="38586"/>
                </a:lnTo>
                <a:lnTo>
                  <a:pt x="1545203" y="38971"/>
                </a:lnTo>
                <a:lnTo>
                  <a:pt x="1545862" y="39369"/>
                </a:lnTo>
                <a:lnTo>
                  <a:pt x="1546510" y="39780"/>
                </a:lnTo>
                <a:lnTo>
                  <a:pt x="1547147" y="40204"/>
                </a:lnTo>
                <a:lnTo>
                  <a:pt x="1547773" y="40640"/>
                </a:lnTo>
                <a:lnTo>
                  <a:pt x="1548388" y="41088"/>
                </a:lnTo>
                <a:lnTo>
                  <a:pt x="1548992" y="41550"/>
                </a:lnTo>
                <a:lnTo>
                  <a:pt x="1549585" y="42024"/>
                </a:lnTo>
                <a:lnTo>
                  <a:pt x="1550167" y="42510"/>
                </a:lnTo>
                <a:lnTo>
                  <a:pt x="1550738" y="43010"/>
                </a:lnTo>
                <a:lnTo>
                  <a:pt x="1551298" y="43522"/>
                </a:lnTo>
                <a:lnTo>
                  <a:pt x="1551847" y="44046"/>
                </a:lnTo>
                <a:lnTo>
                  <a:pt x="1552385" y="44583"/>
                </a:lnTo>
                <a:lnTo>
                  <a:pt x="1552912" y="45133"/>
                </a:lnTo>
                <a:lnTo>
                  <a:pt x="1553428" y="45696"/>
                </a:lnTo>
                <a:lnTo>
                  <a:pt x="1553933" y="46271"/>
                </a:lnTo>
                <a:lnTo>
                  <a:pt x="1554427" y="46859"/>
                </a:lnTo>
                <a:lnTo>
                  <a:pt x="1554910" y="47459"/>
                </a:lnTo>
                <a:lnTo>
                  <a:pt x="1555380" y="48072"/>
                </a:lnTo>
                <a:lnTo>
                  <a:pt x="1555836" y="48699"/>
                </a:lnTo>
                <a:lnTo>
                  <a:pt x="1556276" y="49338"/>
                </a:lnTo>
                <a:lnTo>
                  <a:pt x="1556702" y="49991"/>
                </a:lnTo>
                <a:lnTo>
                  <a:pt x="1557114" y="50656"/>
                </a:lnTo>
                <a:lnTo>
                  <a:pt x="1557510" y="51335"/>
                </a:lnTo>
                <a:lnTo>
                  <a:pt x="1557892" y="52027"/>
                </a:lnTo>
                <a:lnTo>
                  <a:pt x="1558258" y="52732"/>
                </a:lnTo>
                <a:lnTo>
                  <a:pt x="1558611" y="53450"/>
                </a:lnTo>
                <a:lnTo>
                  <a:pt x="1558948" y="54182"/>
                </a:lnTo>
                <a:lnTo>
                  <a:pt x="1559271" y="54926"/>
                </a:lnTo>
                <a:lnTo>
                  <a:pt x="1559579" y="55683"/>
                </a:lnTo>
                <a:lnTo>
                  <a:pt x="1559872" y="56454"/>
                </a:lnTo>
                <a:lnTo>
                  <a:pt x="1560150" y="57238"/>
                </a:lnTo>
                <a:lnTo>
                  <a:pt x="1560414" y="58034"/>
                </a:lnTo>
                <a:lnTo>
                  <a:pt x="1560663" y="58844"/>
                </a:lnTo>
                <a:lnTo>
                  <a:pt x="1560897" y="59667"/>
                </a:lnTo>
                <a:lnTo>
                  <a:pt x="1561117" y="60504"/>
                </a:lnTo>
                <a:lnTo>
                  <a:pt x="1561321" y="61353"/>
                </a:lnTo>
                <a:lnTo>
                  <a:pt x="1561511" y="62215"/>
                </a:lnTo>
                <a:lnTo>
                  <a:pt x="1561686" y="63090"/>
                </a:lnTo>
                <a:lnTo>
                  <a:pt x="1561847" y="63979"/>
                </a:lnTo>
                <a:lnTo>
                  <a:pt x="1561993" y="64881"/>
                </a:lnTo>
                <a:lnTo>
                  <a:pt x="1562124" y="65795"/>
                </a:lnTo>
                <a:lnTo>
                  <a:pt x="1600954" y="65795"/>
                </a:lnTo>
                <a:lnTo>
                  <a:pt x="1600846" y="64054"/>
                </a:lnTo>
                <a:lnTo>
                  <a:pt x="1600704" y="62336"/>
                </a:lnTo>
                <a:lnTo>
                  <a:pt x="1600526" y="60641"/>
                </a:lnTo>
                <a:lnTo>
                  <a:pt x="1600313" y="58970"/>
                </a:lnTo>
                <a:lnTo>
                  <a:pt x="1600065" y="57321"/>
                </a:lnTo>
                <a:lnTo>
                  <a:pt x="1599782" y="55696"/>
                </a:lnTo>
                <a:lnTo>
                  <a:pt x="1599464" y="54094"/>
                </a:lnTo>
                <a:lnTo>
                  <a:pt x="1599111" y="52515"/>
                </a:lnTo>
                <a:lnTo>
                  <a:pt x="1598723" y="50959"/>
                </a:lnTo>
                <a:lnTo>
                  <a:pt x="1598299" y="49427"/>
                </a:lnTo>
                <a:lnTo>
                  <a:pt x="1597841" y="47917"/>
                </a:lnTo>
                <a:lnTo>
                  <a:pt x="1597347" y="46431"/>
                </a:lnTo>
                <a:lnTo>
                  <a:pt x="1596818" y="44968"/>
                </a:lnTo>
                <a:lnTo>
                  <a:pt x="1596254" y="43528"/>
                </a:lnTo>
                <a:lnTo>
                  <a:pt x="1595655" y="42111"/>
                </a:lnTo>
                <a:lnTo>
                  <a:pt x="1595021" y="40718"/>
                </a:lnTo>
                <a:lnTo>
                  <a:pt x="1594352" y="39347"/>
                </a:lnTo>
                <a:lnTo>
                  <a:pt x="1593648" y="38000"/>
                </a:lnTo>
                <a:lnTo>
                  <a:pt x="1592908" y="36676"/>
                </a:lnTo>
                <a:lnTo>
                  <a:pt x="1592134" y="35375"/>
                </a:lnTo>
                <a:lnTo>
                  <a:pt x="1591324" y="34097"/>
                </a:lnTo>
                <a:lnTo>
                  <a:pt x="1590479" y="32843"/>
                </a:lnTo>
                <a:lnTo>
                  <a:pt x="1589599" y="31612"/>
                </a:lnTo>
                <a:lnTo>
                  <a:pt x="1588684" y="30403"/>
                </a:lnTo>
                <a:lnTo>
                  <a:pt x="1587740" y="29219"/>
                </a:lnTo>
                <a:lnTo>
                  <a:pt x="1586772" y="28059"/>
                </a:lnTo>
                <a:lnTo>
                  <a:pt x="1585781" y="26923"/>
                </a:lnTo>
                <a:lnTo>
                  <a:pt x="1584767" y="25812"/>
                </a:lnTo>
                <a:lnTo>
                  <a:pt x="1583729" y="24725"/>
                </a:lnTo>
                <a:lnTo>
                  <a:pt x="1582668" y="23662"/>
                </a:lnTo>
                <a:lnTo>
                  <a:pt x="1581583" y="22624"/>
                </a:lnTo>
                <a:lnTo>
                  <a:pt x="1580475" y="21610"/>
                </a:lnTo>
                <a:lnTo>
                  <a:pt x="1579343" y="20620"/>
                </a:lnTo>
                <a:lnTo>
                  <a:pt x="1578189" y="19655"/>
                </a:lnTo>
                <a:lnTo>
                  <a:pt x="1577010" y="18714"/>
                </a:lnTo>
                <a:lnTo>
                  <a:pt x="1575808" y="17797"/>
                </a:lnTo>
                <a:lnTo>
                  <a:pt x="1574583" y="16905"/>
                </a:lnTo>
                <a:lnTo>
                  <a:pt x="1573335" y="16037"/>
                </a:lnTo>
                <a:lnTo>
                  <a:pt x="1572063" y="15193"/>
                </a:lnTo>
                <a:lnTo>
                  <a:pt x="1570767" y="14374"/>
                </a:lnTo>
                <a:lnTo>
                  <a:pt x="1569449" y="13579"/>
                </a:lnTo>
                <a:lnTo>
                  <a:pt x="1568106" y="12809"/>
                </a:lnTo>
                <a:lnTo>
                  <a:pt x="1566741" y="12062"/>
                </a:lnTo>
                <a:lnTo>
                  <a:pt x="1565352" y="11340"/>
                </a:lnTo>
                <a:lnTo>
                  <a:pt x="1563939" y="10643"/>
                </a:lnTo>
                <a:lnTo>
                  <a:pt x="1562504" y="9970"/>
                </a:lnTo>
                <a:lnTo>
                  <a:pt x="1561044" y="9321"/>
                </a:lnTo>
                <a:lnTo>
                  <a:pt x="1559562" y="8696"/>
                </a:lnTo>
                <a:lnTo>
                  <a:pt x="1558062" y="8097"/>
                </a:lnTo>
                <a:lnTo>
                  <a:pt x="1556550" y="7523"/>
                </a:lnTo>
                <a:lnTo>
                  <a:pt x="1555026" y="6974"/>
                </a:lnTo>
                <a:lnTo>
                  <a:pt x="1553491" y="6451"/>
                </a:lnTo>
                <a:lnTo>
                  <a:pt x="1551944" y="5954"/>
                </a:lnTo>
                <a:lnTo>
                  <a:pt x="1550385" y="5482"/>
                </a:lnTo>
                <a:lnTo>
                  <a:pt x="1548815" y="5035"/>
                </a:lnTo>
                <a:lnTo>
                  <a:pt x="1547233" y="4614"/>
                </a:lnTo>
                <a:lnTo>
                  <a:pt x="1545639" y="4219"/>
                </a:lnTo>
                <a:lnTo>
                  <a:pt x="1544033" y="3849"/>
                </a:lnTo>
                <a:lnTo>
                  <a:pt x="1542416" y="3504"/>
                </a:lnTo>
                <a:lnTo>
                  <a:pt x="1540787" y="3185"/>
                </a:lnTo>
                <a:lnTo>
                  <a:pt x="1539147" y="2892"/>
                </a:lnTo>
                <a:lnTo>
                  <a:pt x="1537494" y="2624"/>
                </a:lnTo>
                <a:lnTo>
                  <a:pt x="1535830" y="2382"/>
                </a:lnTo>
                <a:lnTo>
                  <a:pt x="1534154" y="2165"/>
                </a:lnTo>
                <a:lnTo>
                  <a:pt x="1532467" y="1973"/>
                </a:lnTo>
                <a:lnTo>
                  <a:pt x="1530768" y="1808"/>
                </a:lnTo>
                <a:lnTo>
                  <a:pt x="1529057" y="1667"/>
                </a:lnTo>
                <a:lnTo>
                  <a:pt x="1527334" y="1552"/>
                </a:lnTo>
                <a:lnTo>
                  <a:pt x="1525600" y="1463"/>
                </a:lnTo>
                <a:lnTo>
                  <a:pt x="1523854" y="1399"/>
                </a:lnTo>
                <a:lnTo>
                  <a:pt x="1522097" y="1361"/>
                </a:lnTo>
                <a:lnTo>
                  <a:pt x="1520327" y="1348"/>
                </a:lnTo>
                <a:lnTo>
                  <a:pt x="1518049" y="1368"/>
                </a:lnTo>
                <a:lnTo>
                  <a:pt x="1515796" y="1428"/>
                </a:lnTo>
                <a:lnTo>
                  <a:pt x="1513571" y="1528"/>
                </a:lnTo>
                <a:lnTo>
                  <a:pt x="1511372" y="1668"/>
                </a:lnTo>
                <a:lnTo>
                  <a:pt x="1509201" y="1849"/>
                </a:lnTo>
                <a:lnTo>
                  <a:pt x="1507055" y="2069"/>
                </a:lnTo>
                <a:lnTo>
                  <a:pt x="1504937" y="2329"/>
                </a:lnTo>
                <a:lnTo>
                  <a:pt x="1502845" y="2629"/>
                </a:lnTo>
                <a:lnTo>
                  <a:pt x="1500779" y="2969"/>
                </a:lnTo>
                <a:lnTo>
                  <a:pt x="1498741" y="3350"/>
                </a:lnTo>
                <a:lnTo>
                  <a:pt x="1496729" y="3770"/>
                </a:lnTo>
                <a:lnTo>
                  <a:pt x="1494744" y="4230"/>
                </a:lnTo>
                <a:lnTo>
                  <a:pt x="1492785" y="4731"/>
                </a:lnTo>
                <a:lnTo>
                  <a:pt x="1490854" y="5271"/>
                </a:lnTo>
                <a:lnTo>
                  <a:pt x="1488948" y="5851"/>
                </a:lnTo>
                <a:lnTo>
                  <a:pt x="1487070" y="6472"/>
                </a:lnTo>
                <a:lnTo>
                  <a:pt x="1485218" y="7132"/>
                </a:lnTo>
                <a:lnTo>
                  <a:pt x="1483393" y="7833"/>
                </a:lnTo>
                <a:lnTo>
                  <a:pt x="1481595" y="8573"/>
                </a:lnTo>
                <a:lnTo>
                  <a:pt x="1479823" y="9354"/>
                </a:lnTo>
                <a:lnTo>
                  <a:pt x="1478078" y="10174"/>
                </a:lnTo>
                <a:lnTo>
                  <a:pt x="1476360" y="11035"/>
                </a:lnTo>
                <a:lnTo>
                  <a:pt x="1474668" y="11935"/>
                </a:lnTo>
                <a:lnTo>
                  <a:pt x="1473003" y="12876"/>
                </a:lnTo>
                <a:lnTo>
                  <a:pt x="1471367" y="13853"/>
                </a:lnTo>
                <a:lnTo>
                  <a:pt x="1469763" y="14863"/>
                </a:lnTo>
                <a:lnTo>
                  <a:pt x="1468191" y="15905"/>
                </a:lnTo>
                <a:lnTo>
                  <a:pt x="1466651" y="16981"/>
                </a:lnTo>
                <a:lnTo>
                  <a:pt x="1465143" y="18089"/>
                </a:lnTo>
                <a:lnTo>
                  <a:pt x="1463666" y="19230"/>
                </a:lnTo>
                <a:lnTo>
                  <a:pt x="1462222" y="20403"/>
                </a:lnTo>
                <a:lnTo>
                  <a:pt x="1460809" y="21610"/>
                </a:lnTo>
                <a:lnTo>
                  <a:pt x="1459428" y="22849"/>
                </a:lnTo>
                <a:lnTo>
                  <a:pt x="1458078" y="24121"/>
                </a:lnTo>
                <a:lnTo>
                  <a:pt x="1456761" y="25426"/>
                </a:lnTo>
                <a:lnTo>
                  <a:pt x="1455476" y="26763"/>
                </a:lnTo>
                <a:lnTo>
                  <a:pt x="1454222" y="28133"/>
                </a:lnTo>
                <a:lnTo>
                  <a:pt x="1453000" y="29536"/>
                </a:lnTo>
                <a:lnTo>
                  <a:pt x="1451810" y="30972"/>
                </a:lnTo>
                <a:lnTo>
                  <a:pt x="1450652" y="32441"/>
                </a:lnTo>
                <a:lnTo>
                  <a:pt x="1449525" y="33942"/>
                </a:lnTo>
                <a:lnTo>
                  <a:pt x="1448431" y="35476"/>
                </a:lnTo>
                <a:lnTo>
                  <a:pt x="1447368" y="37043"/>
                </a:lnTo>
                <a:lnTo>
                  <a:pt x="1446337" y="38643"/>
                </a:lnTo>
                <a:lnTo>
                  <a:pt x="1445338" y="40275"/>
                </a:lnTo>
                <a:lnTo>
                  <a:pt x="1444371" y="41940"/>
                </a:lnTo>
                <a:lnTo>
                  <a:pt x="1443436" y="43638"/>
                </a:lnTo>
                <a:lnTo>
                  <a:pt x="1442532" y="45369"/>
                </a:lnTo>
                <a:lnTo>
                  <a:pt x="1441663" y="47129"/>
                </a:lnTo>
                <a:lnTo>
                  <a:pt x="1440831" y="48914"/>
                </a:lnTo>
                <a:lnTo>
                  <a:pt x="1440036" y="50725"/>
                </a:lnTo>
                <a:lnTo>
                  <a:pt x="1439278" y="52562"/>
                </a:lnTo>
                <a:lnTo>
                  <a:pt x="1438556" y="54424"/>
                </a:lnTo>
                <a:lnTo>
                  <a:pt x="1437872" y="56311"/>
                </a:lnTo>
                <a:lnTo>
                  <a:pt x="1437225" y="58224"/>
                </a:lnTo>
                <a:lnTo>
                  <a:pt x="1436615" y="60163"/>
                </a:lnTo>
                <a:lnTo>
                  <a:pt x="1436042" y="62127"/>
                </a:lnTo>
                <a:lnTo>
                  <a:pt x="1435505" y="64116"/>
                </a:lnTo>
                <a:lnTo>
                  <a:pt x="1435006" y="66131"/>
                </a:lnTo>
                <a:lnTo>
                  <a:pt x="1434544" y="68172"/>
                </a:lnTo>
                <a:lnTo>
                  <a:pt x="1434118" y="70238"/>
                </a:lnTo>
                <a:lnTo>
                  <a:pt x="1433730" y="72329"/>
                </a:lnTo>
                <a:lnTo>
                  <a:pt x="1433379" y="74446"/>
                </a:lnTo>
                <a:lnTo>
                  <a:pt x="1433064" y="76589"/>
                </a:lnTo>
                <a:lnTo>
                  <a:pt x="1432787" y="78757"/>
                </a:lnTo>
                <a:lnTo>
                  <a:pt x="1432547" y="80951"/>
                </a:lnTo>
                <a:lnTo>
                  <a:pt x="1432343" y="83170"/>
                </a:lnTo>
                <a:lnTo>
                  <a:pt x="1432177" y="85415"/>
                </a:lnTo>
                <a:lnTo>
                  <a:pt x="1432047" y="87685"/>
                </a:lnTo>
                <a:lnTo>
                  <a:pt x="1431955" y="89980"/>
                </a:lnTo>
                <a:lnTo>
                  <a:pt x="1431899" y="92302"/>
                </a:lnTo>
                <a:lnTo>
                  <a:pt x="1431881" y="94648"/>
                </a:lnTo>
                <a:lnTo>
                  <a:pt x="1431899" y="96995"/>
                </a:lnTo>
                <a:lnTo>
                  <a:pt x="1431955" y="99315"/>
                </a:lnTo>
                <a:lnTo>
                  <a:pt x="1432047" y="101610"/>
                </a:lnTo>
                <a:lnTo>
                  <a:pt x="1432177" y="103878"/>
                </a:lnTo>
                <a:lnTo>
                  <a:pt x="1432343" y="106121"/>
                </a:lnTo>
                <a:lnTo>
                  <a:pt x="1432547" y="108338"/>
                </a:lnTo>
                <a:lnTo>
                  <a:pt x="1432787" y="110528"/>
                </a:lnTo>
                <a:lnTo>
                  <a:pt x="1433064" y="112693"/>
                </a:lnTo>
                <a:lnTo>
                  <a:pt x="1433379" y="114831"/>
                </a:lnTo>
                <a:lnTo>
                  <a:pt x="1433730" y="116944"/>
                </a:lnTo>
                <a:lnTo>
                  <a:pt x="1434118" y="119031"/>
                </a:lnTo>
                <a:lnTo>
                  <a:pt x="1434544" y="121091"/>
                </a:lnTo>
                <a:lnTo>
                  <a:pt x="1435006" y="123126"/>
                </a:lnTo>
                <a:lnTo>
                  <a:pt x="1435505" y="125135"/>
                </a:lnTo>
                <a:lnTo>
                  <a:pt x="1436042" y="127117"/>
                </a:lnTo>
                <a:lnTo>
                  <a:pt x="1436615" y="129074"/>
                </a:lnTo>
                <a:lnTo>
                  <a:pt x="1437225" y="131005"/>
                </a:lnTo>
                <a:lnTo>
                  <a:pt x="1437872" y="132910"/>
                </a:lnTo>
                <a:lnTo>
                  <a:pt x="1438556" y="134788"/>
                </a:lnTo>
                <a:lnTo>
                  <a:pt x="1439278" y="136641"/>
                </a:lnTo>
                <a:lnTo>
                  <a:pt x="1440036" y="138468"/>
                </a:lnTo>
                <a:lnTo>
                  <a:pt x="1440831" y="140269"/>
                </a:lnTo>
                <a:lnTo>
                  <a:pt x="1441663" y="142044"/>
                </a:lnTo>
                <a:lnTo>
                  <a:pt x="1442532" y="143793"/>
                </a:lnTo>
                <a:lnTo>
                  <a:pt x="1443436" y="145512"/>
                </a:lnTo>
                <a:lnTo>
                  <a:pt x="1444371" y="147200"/>
                </a:lnTo>
                <a:lnTo>
                  <a:pt x="1445338" y="148855"/>
                </a:lnTo>
                <a:lnTo>
                  <a:pt x="1446337" y="150478"/>
                </a:lnTo>
                <a:lnTo>
                  <a:pt x="1447368" y="152068"/>
                </a:lnTo>
                <a:lnTo>
                  <a:pt x="1448431" y="153627"/>
                </a:lnTo>
                <a:lnTo>
                  <a:pt x="1449525" y="155153"/>
                </a:lnTo>
                <a:lnTo>
                  <a:pt x="1450652" y="156646"/>
                </a:lnTo>
                <a:lnTo>
                  <a:pt x="1451810" y="158108"/>
                </a:lnTo>
                <a:lnTo>
                  <a:pt x="1453000" y="159537"/>
                </a:lnTo>
                <a:lnTo>
                  <a:pt x="1454222" y="160933"/>
                </a:lnTo>
                <a:lnTo>
                  <a:pt x="1455476" y="162298"/>
                </a:lnTo>
                <a:lnTo>
                  <a:pt x="1456761" y="163630"/>
                </a:lnTo>
                <a:lnTo>
                  <a:pt x="1458078" y="164930"/>
                </a:lnTo>
                <a:lnTo>
                  <a:pt x="1459428" y="166197"/>
                </a:lnTo>
                <a:lnTo>
                  <a:pt x="1460809" y="167432"/>
                </a:lnTo>
                <a:lnTo>
                  <a:pt x="1462222" y="168635"/>
                </a:lnTo>
                <a:lnTo>
                  <a:pt x="1463666" y="169806"/>
                </a:lnTo>
                <a:lnTo>
                  <a:pt x="1465143" y="170944"/>
                </a:lnTo>
                <a:lnTo>
                  <a:pt x="1466651" y="172050"/>
                </a:lnTo>
                <a:lnTo>
                  <a:pt x="1468191" y="173124"/>
                </a:lnTo>
                <a:lnTo>
                  <a:pt x="1469763" y="174165"/>
                </a:lnTo>
                <a:lnTo>
                  <a:pt x="1471367" y="175174"/>
                </a:lnTo>
                <a:lnTo>
                  <a:pt x="1473003" y="176151"/>
                </a:lnTo>
                <a:lnTo>
                  <a:pt x="1474668" y="177092"/>
                </a:lnTo>
                <a:lnTo>
                  <a:pt x="1476360" y="177992"/>
                </a:lnTo>
                <a:lnTo>
                  <a:pt x="1478078" y="178853"/>
                </a:lnTo>
                <a:lnTo>
                  <a:pt x="1479823" y="179674"/>
                </a:lnTo>
                <a:lnTo>
                  <a:pt x="1481595" y="180454"/>
                </a:lnTo>
                <a:lnTo>
                  <a:pt x="1483393" y="181195"/>
                </a:lnTo>
                <a:lnTo>
                  <a:pt x="1485218" y="181895"/>
                </a:lnTo>
                <a:lnTo>
                  <a:pt x="1487070" y="182555"/>
                </a:lnTo>
                <a:lnTo>
                  <a:pt x="1488948" y="183176"/>
                </a:lnTo>
                <a:lnTo>
                  <a:pt x="1490854" y="183756"/>
                </a:lnTo>
                <a:lnTo>
                  <a:pt x="1492785" y="184297"/>
                </a:lnTo>
                <a:lnTo>
                  <a:pt x="1494744" y="184797"/>
                </a:lnTo>
                <a:lnTo>
                  <a:pt x="1496729" y="185257"/>
                </a:lnTo>
                <a:lnTo>
                  <a:pt x="1498741" y="185678"/>
                </a:lnTo>
                <a:lnTo>
                  <a:pt x="1500779" y="186058"/>
                </a:lnTo>
                <a:lnTo>
                  <a:pt x="1502845" y="186398"/>
                </a:lnTo>
                <a:lnTo>
                  <a:pt x="1504937" y="186698"/>
                </a:lnTo>
                <a:lnTo>
                  <a:pt x="1507055" y="186958"/>
                </a:lnTo>
                <a:lnTo>
                  <a:pt x="1509201" y="187179"/>
                </a:lnTo>
                <a:lnTo>
                  <a:pt x="1511372" y="187359"/>
                </a:lnTo>
                <a:lnTo>
                  <a:pt x="1513571" y="187499"/>
                </a:lnTo>
                <a:lnTo>
                  <a:pt x="1515796" y="187599"/>
                </a:lnTo>
                <a:lnTo>
                  <a:pt x="1518049" y="187659"/>
                </a:lnTo>
                <a:lnTo>
                  <a:pt x="1520327" y="187679"/>
                </a:lnTo>
                <a:lnTo>
                  <a:pt x="1522316" y="187665"/>
                </a:lnTo>
                <a:lnTo>
                  <a:pt x="1524282" y="187624"/>
                </a:lnTo>
                <a:lnTo>
                  <a:pt x="1526226" y="187556"/>
                </a:lnTo>
                <a:lnTo>
                  <a:pt x="1528147" y="187460"/>
                </a:lnTo>
                <a:lnTo>
                  <a:pt x="1530046" y="187337"/>
                </a:lnTo>
                <a:close/>
                <a:moveTo>
                  <a:pt x="1842408" y="187433"/>
                </a:moveTo>
                <a:lnTo>
                  <a:pt x="1843559" y="187325"/>
                </a:lnTo>
                <a:lnTo>
                  <a:pt x="1844694" y="187197"/>
                </a:lnTo>
                <a:lnTo>
                  <a:pt x="1845814" y="187050"/>
                </a:lnTo>
                <a:lnTo>
                  <a:pt x="1846919" y="186883"/>
                </a:lnTo>
                <a:lnTo>
                  <a:pt x="1848008" y="186696"/>
                </a:lnTo>
                <a:lnTo>
                  <a:pt x="1849082" y="186489"/>
                </a:lnTo>
                <a:lnTo>
                  <a:pt x="1850140" y="186263"/>
                </a:lnTo>
                <a:lnTo>
                  <a:pt x="1851183" y="186017"/>
                </a:lnTo>
                <a:lnTo>
                  <a:pt x="1852210" y="185752"/>
                </a:lnTo>
                <a:lnTo>
                  <a:pt x="1853222" y="185467"/>
                </a:lnTo>
                <a:lnTo>
                  <a:pt x="1854218" y="185162"/>
                </a:lnTo>
                <a:lnTo>
                  <a:pt x="1855199" y="184838"/>
                </a:lnTo>
                <a:lnTo>
                  <a:pt x="1856165" y="184494"/>
                </a:lnTo>
                <a:lnTo>
                  <a:pt x="1857115" y="184130"/>
                </a:lnTo>
                <a:lnTo>
                  <a:pt x="1858050" y="183746"/>
                </a:lnTo>
                <a:lnTo>
                  <a:pt x="1858969" y="183343"/>
                </a:lnTo>
                <a:lnTo>
                  <a:pt x="1859873" y="182921"/>
                </a:lnTo>
                <a:lnTo>
                  <a:pt x="1860761" y="182478"/>
                </a:lnTo>
                <a:lnTo>
                  <a:pt x="1861634" y="182016"/>
                </a:lnTo>
                <a:lnTo>
                  <a:pt x="1862493" y="181537"/>
                </a:lnTo>
                <a:lnTo>
                  <a:pt x="1863341" y="181044"/>
                </a:lnTo>
                <a:lnTo>
                  <a:pt x="1864177" y="180537"/>
                </a:lnTo>
                <a:lnTo>
                  <a:pt x="1865001" y="180016"/>
                </a:lnTo>
                <a:lnTo>
                  <a:pt x="1865813" y="179481"/>
                </a:lnTo>
                <a:lnTo>
                  <a:pt x="1866614" y="178932"/>
                </a:lnTo>
                <a:lnTo>
                  <a:pt x="1867403" y="178369"/>
                </a:lnTo>
                <a:lnTo>
                  <a:pt x="1868180" y="177792"/>
                </a:lnTo>
                <a:lnTo>
                  <a:pt x="1868946" y="177200"/>
                </a:lnTo>
                <a:lnTo>
                  <a:pt x="1869700" y="176595"/>
                </a:lnTo>
                <a:lnTo>
                  <a:pt x="1870442" y="175976"/>
                </a:lnTo>
                <a:lnTo>
                  <a:pt x="1871173" y="175342"/>
                </a:lnTo>
                <a:lnTo>
                  <a:pt x="1871892" y="174695"/>
                </a:lnTo>
                <a:lnTo>
                  <a:pt x="1872599" y="174033"/>
                </a:lnTo>
                <a:lnTo>
                  <a:pt x="1873294" y="173358"/>
                </a:lnTo>
                <a:lnTo>
                  <a:pt x="1873978" y="172668"/>
                </a:lnTo>
                <a:lnTo>
                  <a:pt x="1874650" y="171965"/>
                </a:lnTo>
                <a:lnTo>
                  <a:pt x="1875310" y="171247"/>
                </a:lnTo>
                <a:lnTo>
                  <a:pt x="1875959" y="170515"/>
                </a:lnTo>
                <a:lnTo>
                  <a:pt x="1876596" y="169769"/>
                </a:lnTo>
                <a:lnTo>
                  <a:pt x="1877221" y="169010"/>
                </a:lnTo>
                <a:lnTo>
                  <a:pt x="1877835" y="168236"/>
                </a:lnTo>
                <a:lnTo>
                  <a:pt x="1878436" y="167448"/>
                </a:lnTo>
                <a:lnTo>
                  <a:pt x="1879027" y="166646"/>
                </a:lnTo>
                <a:lnTo>
                  <a:pt x="1880510" y="185252"/>
                </a:lnTo>
                <a:lnTo>
                  <a:pt x="1914756" y="185252"/>
                </a:lnTo>
                <a:lnTo>
                  <a:pt x="1914756" y="3775"/>
                </a:lnTo>
                <a:lnTo>
                  <a:pt x="1879027" y="3775"/>
                </a:lnTo>
                <a:lnTo>
                  <a:pt x="1879027" y="70514"/>
                </a:lnTo>
                <a:lnTo>
                  <a:pt x="1878536" y="69756"/>
                </a:lnTo>
                <a:lnTo>
                  <a:pt x="1878032" y="69011"/>
                </a:lnTo>
                <a:lnTo>
                  <a:pt x="1877514" y="68277"/>
                </a:lnTo>
                <a:lnTo>
                  <a:pt x="1876982" y="67556"/>
                </a:lnTo>
                <a:lnTo>
                  <a:pt x="1876435" y="66846"/>
                </a:lnTo>
                <a:lnTo>
                  <a:pt x="1875875" y="66149"/>
                </a:lnTo>
                <a:lnTo>
                  <a:pt x="1875301" y="65464"/>
                </a:lnTo>
                <a:lnTo>
                  <a:pt x="1874712" y="64792"/>
                </a:lnTo>
                <a:lnTo>
                  <a:pt x="1874110" y="64131"/>
                </a:lnTo>
                <a:lnTo>
                  <a:pt x="1873493" y="63483"/>
                </a:lnTo>
                <a:lnTo>
                  <a:pt x="1872862" y="62847"/>
                </a:lnTo>
                <a:lnTo>
                  <a:pt x="1872218" y="62223"/>
                </a:lnTo>
                <a:lnTo>
                  <a:pt x="1871559" y="61611"/>
                </a:lnTo>
                <a:lnTo>
                  <a:pt x="1870886" y="61011"/>
                </a:lnTo>
                <a:lnTo>
                  <a:pt x="1870200" y="60423"/>
                </a:lnTo>
                <a:lnTo>
                  <a:pt x="1869499" y="59848"/>
                </a:lnTo>
                <a:lnTo>
                  <a:pt x="1868784" y="59285"/>
                </a:lnTo>
                <a:lnTo>
                  <a:pt x="1868055" y="58734"/>
                </a:lnTo>
                <a:lnTo>
                  <a:pt x="1867312" y="58195"/>
                </a:lnTo>
                <a:lnTo>
                  <a:pt x="1866555" y="57668"/>
                </a:lnTo>
                <a:lnTo>
                  <a:pt x="1865784" y="57154"/>
                </a:lnTo>
                <a:lnTo>
                  <a:pt x="1864999" y="56652"/>
                </a:lnTo>
                <a:lnTo>
                  <a:pt x="1864200" y="56161"/>
                </a:lnTo>
                <a:lnTo>
                  <a:pt x="1863387" y="55683"/>
                </a:lnTo>
                <a:lnTo>
                  <a:pt x="1862560" y="55221"/>
                </a:lnTo>
                <a:lnTo>
                  <a:pt x="1861719" y="54779"/>
                </a:lnTo>
                <a:lnTo>
                  <a:pt x="1860865" y="54356"/>
                </a:lnTo>
                <a:lnTo>
                  <a:pt x="1859997" y="53953"/>
                </a:lnTo>
                <a:lnTo>
                  <a:pt x="1859116" y="53570"/>
                </a:lnTo>
                <a:lnTo>
                  <a:pt x="1858221" y="53206"/>
                </a:lnTo>
                <a:lnTo>
                  <a:pt x="1857313" y="52862"/>
                </a:lnTo>
                <a:lnTo>
                  <a:pt x="1856391" y="52537"/>
                </a:lnTo>
                <a:lnTo>
                  <a:pt x="1855455" y="52233"/>
                </a:lnTo>
                <a:lnTo>
                  <a:pt x="1854506" y="51948"/>
                </a:lnTo>
                <a:lnTo>
                  <a:pt x="1853543" y="51682"/>
                </a:lnTo>
                <a:lnTo>
                  <a:pt x="1852567" y="51436"/>
                </a:lnTo>
                <a:lnTo>
                  <a:pt x="1851577" y="51210"/>
                </a:lnTo>
                <a:lnTo>
                  <a:pt x="1850573" y="51004"/>
                </a:lnTo>
                <a:lnTo>
                  <a:pt x="1849556" y="50817"/>
                </a:lnTo>
                <a:lnTo>
                  <a:pt x="1848526" y="50650"/>
                </a:lnTo>
                <a:lnTo>
                  <a:pt x="1847481" y="50502"/>
                </a:lnTo>
                <a:lnTo>
                  <a:pt x="1846424" y="50375"/>
                </a:lnTo>
                <a:lnTo>
                  <a:pt x="1845352" y="50267"/>
                </a:lnTo>
                <a:lnTo>
                  <a:pt x="1844267" y="50178"/>
                </a:lnTo>
                <a:lnTo>
                  <a:pt x="1843169" y="50109"/>
                </a:lnTo>
                <a:lnTo>
                  <a:pt x="1842057" y="50060"/>
                </a:lnTo>
                <a:lnTo>
                  <a:pt x="1840931" y="50031"/>
                </a:lnTo>
                <a:lnTo>
                  <a:pt x="1839792" y="50021"/>
                </a:lnTo>
                <a:lnTo>
                  <a:pt x="1838494" y="50034"/>
                </a:lnTo>
                <a:lnTo>
                  <a:pt x="1837207" y="50072"/>
                </a:lnTo>
                <a:lnTo>
                  <a:pt x="1835930" y="50136"/>
                </a:lnTo>
                <a:lnTo>
                  <a:pt x="1834665" y="50225"/>
                </a:lnTo>
                <a:lnTo>
                  <a:pt x="1833410" y="50341"/>
                </a:lnTo>
                <a:lnTo>
                  <a:pt x="1832166" y="50481"/>
                </a:lnTo>
                <a:lnTo>
                  <a:pt x="1830932" y="50648"/>
                </a:lnTo>
                <a:lnTo>
                  <a:pt x="1829710" y="50840"/>
                </a:lnTo>
                <a:lnTo>
                  <a:pt x="1828498" y="51057"/>
                </a:lnTo>
                <a:lnTo>
                  <a:pt x="1827297" y="51300"/>
                </a:lnTo>
                <a:lnTo>
                  <a:pt x="1826107" y="51569"/>
                </a:lnTo>
                <a:lnTo>
                  <a:pt x="1824927" y="51863"/>
                </a:lnTo>
                <a:lnTo>
                  <a:pt x="1823759" y="52183"/>
                </a:lnTo>
                <a:lnTo>
                  <a:pt x="1822601" y="52528"/>
                </a:lnTo>
                <a:lnTo>
                  <a:pt x="1821453" y="52899"/>
                </a:lnTo>
                <a:lnTo>
                  <a:pt x="1820317" y="53296"/>
                </a:lnTo>
                <a:lnTo>
                  <a:pt x="1819191" y="53718"/>
                </a:lnTo>
                <a:lnTo>
                  <a:pt x="1818076" y="54166"/>
                </a:lnTo>
                <a:lnTo>
                  <a:pt x="1816972" y="54639"/>
                </a:lnTo>
                <a:lnTo>
                  <a:pt x="1815879" y="55138"/>
                </a:lnTo>
                <a:lnTo>
                  <a:pt x="1814796" y="55663"/>
                </a:lnTo>
                <a:lnTo>
                  <a:pt x="1813724" y="56213"/>
                </a:lnTo>
                <a:lnTo>
                  <a:pt x="1812663" y="56789"/>
                </a:lnTo>
                <a:lnTo>
                  <a:pt x="1811613" y="57390"/>
                </a:lnTo>
                <a:lnTo>
                  <a:pt x="1810577" y="58017"/>
                </a:lnTo>
                <a:lnTo>
                  <a:pt x="1809559" y="58670"/>
                </a:lnTo>
                <a:lnTo>
                  <a:pt x="1808560" y="59351"/>
                </a:lnTo>
                <a:lnTo>
                  <a:pt x="1807578" y="60057"/>
                </a:lnTo>
                <a:lnTo>
                  <a:pt x="1806614" y="60790"/>
                </a:lnTo>
                <a:lnTo>
                  <a:pt x="1805668" y="61550"/>
                </a:lnTo>
                <a:lnTo>
                  <a:pt x="1804740" y="62336"/>
                </a:lnTo>
                <a:lnTo>
                  <a:pt x="1803831" y="63149"/>
                </a:lnTo>
                <a:lnTo>
                  <a:pt x="1802939" y="63988"/>
                </a:lnTo>
                <a:lnTo>
                  <a:pt x="1802065" y="64854"/>
                </a:lnTo>
                <a:lnTo>
                  <a:pt x="1801210" y="65747"/>
                </a:lnTo>
                <a:lnTo>
                  <a:pt x="1800372" y="66666"/>
                </a:lnTo>
                <a:lnTo>
                  <a:pt x="1799552" y="67611"/>
                </a:lnTo>
                <a:lnTo>
                  <a:pt x="1798751" y="68583"/>
                </a:lnTo>
                <a:lnTo>
                  <a:pt x="1797967" y="69582"/>
                </a:lnTo>
                <a:lnTo>
                  <a:pt x="1797202" y="70607"/>
                </a:lnTo>
                <a:lnTo>
                  <a:pt x="1796454" y="71658"/>
                </a:lnTo>
                <a:lnTo>
                  <a:pt x="1795725" y="72736"/>
                </a:lnTo>
                <a:lnTo>
                  <a:pt x="1795013" y="73841"/>
                </a:lnTo>
                <a:lnTo>
                  <a:pt x="1794320" y="74972"/>
                </a:lnTo>
                <a:lnTo>
                  <a:pt x="1793644" y="76130"/>
                </a:lnTo>
                <a:lnTo>
                  <a:pt x="1792987" y="77314"/>
                </a:lnTo>
                <a:lnTo>
                  <a:pt x="1792348" y="78525"/>
                </a:lnTo>
                <a:lnTo>
                  <a:pt x="1791726" y="79763"/>
                </a:lnTo>
                <a:lnTo>
                  <a:pt x="1791127" y="81027"/>
                </a:lnTo>
                <a:lnTo>
                  <a:pt x="1790553" y="82320"/>
                </a:lnTo>
                <a:lnTo>
                  <a:pt x="1790004" y="83640"/>
                </a:lnTo>
                <a:lnTo>
                  <a:pt x="1789481" y="84989"/>
                </a:lnTo>
                <a:lnTo>
                  <a:pt x="1788983" y="86365"/>
                </a:lnTo>
                <a:lnTo>
                  <a:pt x="1788511" y="87770"/>
                </a:lnTo>
                <a:lnTo>
                  <a:pt x="1788065" y="89202"/>
                </a:lnTo>
                <a:lnTo>
                  <a:pt x="1787644" y="90662"/>
                </a:lnTo>
                <a:lnTo>
                  <a:pt x="1787248" y="92150"/>
                </a:lnTo>
                <a:lnTo>
                  <a:pt x="1786879" y="93666"/>
                </a:lnTo>
                <a:lnTo>
                  <a:pt x="1786534" y="95210"/>
                </a:lnTo>
                <a:lnTo>
                  <a:pt x="1786215" y="96782"/>
                </a:lnTo>
                <a:lnTo>
                  <a:pt x="1785922" y="98382"/>
                </a:lnTo>
                <a:lnTo>
                  <a:pt x="1785654" y="100010"/>
                </a:lnTo>
                <a:lnTo>
                  <a:pt x="1785411" y="101666"/>
                </a:lnTo>
                <a:lnTo>
                  <a:pt x="1785195" y="103350"/>
                </a:lnTo>
                <a:lnTo>
                  <a:pt x="1785003" y="105062"/>
                </a:lnTo>
                <a:lnTo>
                  <a:pt x="1784837" y="106801"/>
                </a:lnTo>
                <a:lnTo>
                  <a:pt x="1784697" y="108569"/>
                </a:lnTo>
                <a:lnTo>
                  <a:pt x="1784582" y="110364"/>
                </a:lnTo>
                <a:lnTo>
                  <a:pt x="1784493" y="112188"/>
                </a:lnTo>
                <a:lnTo>
                  <a:pt x="1784429" y="114039"/>
                </a:lnTo>
                <a:lnTo>
                  <a:pt x="1784391" y="115919"/>
                </a:lnTo>
                <a:lnTo>
                  <a:pt x="1784378" y="117826"/>
                </a:lnTo>
                <a:lnTo>
                  <a:pt x="1784390" y="119801"/>
                </a:lnTo>
                <a:lnTo>
                  <a:pt x="1784425" y="121747"/>
                </a:lnTo>
                <a:lnTo>
                  <a:pt x="1784485" y="123664"/>
                </a:lnTo>
                <a:lnTo>
                  <a:pt x="1784567" y="125552"/>
                </a:lnTo>
                <a:lnTo>
                  <a:pt x="1784674" y="127410"/>
                </a:lnTo>
                <a:lnTo>
                  <a:pt x="1784804" y="129240"/>
                </a:lnTo>
                <a:lnTo>
                  <a:pt x="1784957" y="131040"/>
                </a:lnTo>
                <a:lnTo>
                  <a:pt x="1785135" y="132811"/>
                </a:lnTo>
                <a:lnTo>
                  <a:pt x="1785336" y="134553"/>
                </a:lnTo>
                <a:lnTo>
                  <a:pt x="1785560" y="136266"/>
                </a:lnTo>
                <a:lnTo>
                  <a:pt x="1785808" y="137950"/>
                </a:lnTo>
                <a:lnTo>
                  <a:pt x="1786080" y="139605"/>
                </a:lnTo>
                <a:lnTo>
                  <a:pt x="1786376" y="141230"/>
                </a:lnTo>
                <a:lnTo>
                  <a:pt x="1786695" y="142826"/>
                </a:lnTo>
                <a:lnTo>
                  <a:pt x="1787038" y="144394"/>
                </a:lnTo>
                <a:lnTo>
                  <a:pt x="1787404" y="145932"/>
                </a:lnTo>
                <a:lnTo>
                  <a:pt x="1787794" y="147441"/>
                </a:lnTo>
                <a:lnTo>
                  <a:pt x="1788208" y="148920"/>
                </a:lnTo>
                <a:lnTo>
                  <a:pt x="1788645" y="150371"/>
                </a:lnTo>
                <a:lnTo>
                  <a:pt x="1789106" y="151792"/>
                </a:lnTo>
                <a:lnTo>
                  <a:pt x="1789591" y="153185"/>
                </a:lnTo>
                <a:lnTo>
                  <a:pt x="1790099" y="154548"/>
                </a:lnTo>
                <a:lnTo>
                  <a:pt x="1790631" y="155882"/>
                </a:lnTo>
                <a:lnTo>
                  <a:pt x="1791187" y="157187"/>
                </a:lnTo>
                <a:lnTo>
                  <a:pt x="1791763" y="158463"/>
                </a:lnTo>
                <a:lnTo>
                  <a:pt x="1792356" y="159712"/>
                </a:lnTo>
                <a:lnTo>
                  <a:pt x="1792967" y="160933"/>
                </a:lnTo>
                <a:lnTo>
                  <a:pt x="1793595" y="162127"/>
                </a:lnTo>
                <a:lnTo>
                  <a:pt x="1794240" y="163292"/>
                </a:lnTo>
                <a:lnTo>
                  <a:pt x="1794903" y="164430"/>
                </a:lnTo>
                <a:lnTo>
                  <a:pt x="1795583" y="165540"/>
                </a:lnTo>
                <a:lnTo>
                  <a:pt x="1796280" y="166623"/>
                </a:lnTo>
                <a:lnTo>
                  <a:pt x="1796995" y="167678"/>
                </a:lnTo>
                <a:lnTo>
                  <a:pt x="1797727" y="168705"/>
                </a:lnTo>
                <a:lnTo>
                  <a:pt x="1798476" y="169704"/>
                </a:lnTo>
                <a:lnTo>
                  <a:pt x="1799243" y="170676"/>
                </a:lnTo>
                <a:lnTo>
                  <a:pt x="1800027" y="171620"/>
                </a:lnTo>
                <a:lnTo>
                  <a:pt x="1800828" y="172536"/>
                </a:lnTo>
                <a:lnTo>
                  <a:pt x="1801646" y="173425"/>
                </a:lnTo>
                <a:lnTo>
                  <a:pt x="1802482" y="174286"/>
                </a:lnTo>
                <a:lnTo>
                  <a:pt x="1803336" y="175119"/>
                </a:lnTo>
                <a:lnTo>
                  <a:pt x="1804206" y="175924"/>
                </a:lnTo>
                <a:lnTo>
                  <a:pt x="1805094" y="176702"/>
                </a:lnTo>
                <a:lnTo>
                  <a:pt x="1805999" y="177452"/>
                </a:lnTo>
                <a:lnTo>
                  <a:pt x="1806922" y="178174"/>
                </a:lnTo>
                <a:lnTo>
                  <a:pt x="1807861" y="178869"/>
                </a:lnTo>
                <a:lnTo>
                  <a:pt x="1808819" y="179536"/>
                </a:lnTo>
                <a:lnTo>
                  <a:pt x="1809793" y="180175"/>
                </a:lnTo>
                <a:lnTo>
                  <a:pt x="1810781" y="180787"/>
                </a:lnTo>
                <a:lnTo>
                  <a:pt x="1811780" y="181373"/>
                </a:lnTo>
                <a:lnTo>
                  <a:pt x="1812790" y="181934"/>
                </a:lnTo>
                <a:lnTo>
                  <a:pt x="1813810" y="182468"/>
                </a:lnTo>
                <a:lnTo>
                  <a:pt x="1814840" y="182976"/>
                </a:lnTo>
                <a:lnTo>
                  <a:pt x="1815881" y="183458"/>
                </a:lnTo>
                <a:lnTo>
                  <a:pt x="1816933" y="183914"/>
                </a:lnTo>
                <a:lnTo>
                  <a:pt x="1817995" y="184344"/>
                </a:lnTo>
                <a:lnTo>
                  <a:pt x="1819068" y="184748"/>
                </a:lnTo>
                <a:lnTo>
                  <a:pt x="1820151" y="185125"/>
                </a:lnTo>
                <a:lnTo>
                  <a:pt x="1821244" y="185477"/>
                </a:lnTo>
                <a:lnTo>
                  <a:pt x="1822349" y="185803"/>
                </a:lnTo>
                <a:lnTo>
                  <a:pt x="1823463" y="186103"/>
                </a:lnTo>
                <a:lnTo>
                  <a:pt x="1824589" y="186376"/>
                </a:lnTo>
                <a:lnTo>
                  <a:pt x="1825725" y="186624"/>
                </a:lnTo>
                <a:lnTo>
                  <a:pt x="1826871" y="186845"/>
                </a:lnTo>
                <a:lnTo>
                  <a:pt x="1828028" y="187040"/>
                </a:lnTo>
                <a:lnTo>
                  <a:pt x="1829195" y="187210"/>
                </a:lnTo>
                <a:lnTo>
                  <a:pt x="1830373" y="187353"/>
                </a:lnTo>
                <a:lnTo>
                  <a:pt x="1831562" y="187470"/>
                </a:lnTo>
                <a:lnTo>
                  <a:pt x="1832761" y="187562"/>
                </a:lnTo>
                <a:lnTo>
                  <a:pt x="1833970" y="187627"/>
                </a:lnTo>
                <a:lnTo>
                  <a:pt x="1835191" y="187666"/>
                </a:lnTo>
                <a:lnTo>
                  <a:pt x="1836421" y="187679"/>
                </a:lnTo>
                <a:lnTo>
                  <a:pt x="1837649" y="187669"/>
                </a:lnTo>
                <a:lnTo>
                  <a:pt x="1838862" y="187640"/>
                </a:lnTo>
                <a:lnTo>
                  <a:pt x="1840059" y="187590"/>
                </a:lnTo>
                <a:lnTo>
                  <a:pt x="1841241" y="187522"/>
                </a:lnTo>
                <a:lnTo>
                  <a:pt x="1842408" y="187433"/>
                </a:lnTo>
                <a:close/>
                <a:moveTo>
                  <a:pt x="1842107" y="159990"/>
                </a:moveTo>
                <a:lnTo>
                  <a:pt x="1841195" y="159791"/>
                </a:lnTo>
                <a:lnTo>
                  <a:pt x="1840301" y="159555"/>
                </a:lnTo>
                <a:lnTo>
                  <a:pt x="1839425" y="159283"/>
                </a:lnTo>
                <a:lnTo>
                  <a:pt x="1838567" y="158974"/>
                </a:lnTo>
                <a:lnTo>
                  <a:pt x="1837727" y="158630"/>
                </a:lnTo>
                <a:lnTo>
                  <a:pt x="1836905" y="158249"/>
                </a:lnTo>
                <a:lnTo>
                  <a:pt x="1836101" y="157832"/>
                </a:lnTo>
                <a:lnTo>
                  <a:pt x="1835315" y="157378"/>
                </a:lnTo>
                <a:lnTo>
                  <a:pt x="1834547" y="156888"/>
                </a:lnTo>
                <a:lnTo>
                  <a:pt x="1833797" y="156362"/>
                </a:lnTo>
                <a:lnTo>
                  <a:pt x="1833066" y="155800"/>
                </a:lnTo>
                <a:lnTo>
                  <a:pt x="1832352" y="155201"/>
                </a:lnTo>
                <a:lnTo>
                  <a:pt x="1831656" y="154566"/>
                </a:lnTo>
                <a:lnTo>
                  <a:pt x="1830978" y="153895"/>
                </a:lnTo>
                <a:lnTo>
                  <a:pt x="1830318" y="153188"/>
                </a:lnTo>
                <a:lnTo>
                  <a:pt x="1829677" y="152444"/>
                </a:lnTo>
                <a:lnTo>
                  <a:pt x="1829053" y="151664"/>
                </a:lnTo>
                <a:lnTo>
                  <a:pt x="1828447" y="150847"/>
                </a:lnTo>
                <a:lnTo>
                  <a:pt x="1827860" y="149995"/>
                </a:lnTo>
                <a:lnTo>
                  <a:pt x="1827293" y="149104"/>
                </a:lnTo>
                <a:lnTo>
                  <a:pt x="1826751" y="148175"/>
                </a:lnTo>
                <a:lnTo>
                  <a:pt x="1826232" y="147206"/>
                </a:lnTo>
                <a:lnTo>
                  <a:pt x="1825738" y="146199"/>
                </a:lnTo>
                <a:lnTo>
                  <a:pt x="1825268" y="145152"/>
                </a:lnTo>
                <a:lnTo>
                  <a:pt x="1824822" y="144066"/>
                </a:lnTo>
                <a:lnTo>
                  <a:pt x="1824400" y="142940"/>
                </a:lnTo>
                <a:lnTo>
                  <a:pt x="1824002" y="141776"/>
                </a:lnTo>
                <a:lnTo>
                  <a:pt x="1823629" y="140572"/>
                </a:lnTo>
                <a:lnTo>
                  <a:pt x="1823279" y="139330"/>
                </a:lnTo>
                <a:lnTo>
                  <a:pt x="1822953" y="138048"/>
                </a:lnTo>
                <a:lnTo>
                  <a:pt x="1822652" y="136727"/>
                </a:lnTo>
                <a:lnTo>
                  <a:pt x="1822375" y="135367"/>
                </a:lnTo>
                <a:lnTo>
                  <a:pt x="1822122" y="133968"/>
                </a:lnTo>
                <a:lnTo>
                  <a:pt x="1821893" y="132529"/>
                </a:lnTo>
                <a:lnTo>
                  <a:pt x="1821688" y="131052"/>
                </a:lnTo>
                <a:lnTo>
                  <a:pt x="1821507" y="129535"/>
                </a:lnTo>
                <a:lnTo>
                  <a:pt x="1821350" y="127979"/>
                </a:lnTo>
                <a:lnTo>
                  <a:pt x="1821218" y="126384"/>
                </a:lnTo>
                <a:lnTo>
                  <a:pt x="1821109" y="124750"/>
                </a:lnTo>
                <a:lnTo>
                  <a:pt x="1821025" y="123077"/>
                </a:lnTo>
                <a:lnTo>
                  <a:pt x="1820964" y="121364"/>
                </a:lnTo>
                <a:lnTo>
                  <a:pt x="1820928" y="119612"/>
                </a:lnTo>
                <a:lnTo>
                  <a:pt x="1820916" y="117822"/>
                </a:lnTo>
                <a:lnTo>
                  <a:pt x="1820929" y="116188"/>
                </a:lnTo>
                <a:lnTo>
                  <a:pt x="1820967" y="114586"/>
                </a:lnTo>
                <a:lnTo>
                  <a:pt x="1821030" y="113017"/>
                </a:lnTo>
                <a:lnTo>
                  <a:pt x="1821118" y="111481"/>
                </a:lnTo>
                <a:lnTo>
                  <a:pt x="1821232" y="109977"/>
                </a:lnTo>
                <a:lnTo>
                  <a:pt x="1821371" y="108505"/>
                </a:lnTo>
                <a:lnTo>
                  <a:pt x="1821536" y="107066"/>
                </a:lnTo>
                <a:lnTo>
                  <a:pt x="1821725" y="105659"/>
                </a:lnTo>
                <a:lnTo>
                  <a:pt x="1821940" y="104285"/>
                </a:lnTo>
                <a:lnTo>
                  <a:pt x="1822180" y="102943"/>
                </a:lnTo>
                <a:lnTo>
                  <a:pt x="1822446" y="101634"/>
                </a:lnTo>
                <a:lnTo>
                  <a:pt x="1822736" y="100357"/>
                </a:lnTo>
                <a:lnTo>
                  <a:pt x="1823052" y="99113"/>
                </a:lnTo>
                <a:lnTo>
                  <a:pt x="1823394" y="97901"/>
                </a:lnTo>
                <a:lnTo>
                  <a:pt x="1823760" y="96722"/>
                </a:lnTo>
                <a:lnTo>
                  <a:pt x="1824152" y="95575"/>
                </a:lnTo>
                <a:lnTo>
                  <a:pt x="1824569" y="94461"/>
                </a:lnTo>
                <a:lnTo>
                  <a:pt x="1825012" y="93379"/>
                </a:lnTo>
                <a:lnTo>
                  <a:pt x="1825479" y="92330"/>
                </a:lnTo>
                <a:lnTo>
                  <a:pt x="1825972" y="91313"/>
                </a:lnTo>
                <a:lnTo>
                  <a:pt x="1826490" y="90328"/>
                </a:lnTo>
                <a:lnTo>
                  <a:pt x="1827034" y="89376"/>
                </a:lnTo>
                <a:lnTo>
                  <a:pt x="1827603" y="88457"/>
                </a:lnTo>
                <a:lnTo>
                  <a:pt x="1828197" y="87570"/>
                </a:lnTo>
                <a:lnTo>
                  <a:pt x="1828814" y="86717"/>
                </a:lnTo>
                <a:lnTo>
                  <a:pt x="1829451" y="85901"/>
                </a:lnTo>
                <a:lnTo>
                  <a:pt x="1830110" y="85121"/>
                </a:lnTo>
                <a:lnTo>
                  <a:pt x="1830788" y="84377"/>
                </a:lnTo>
                <a:lnTo>
                  <a:pt x="1831488" y="83670"/>
                </a:lnTo>
                <a:lnTo>
                  <a:pt x="1832208" y="82999"/>
                </a:lnTo>
                <a:lnTo>
                  <a:pt x="1832949" y="82364"/>
                </a:lnTo>
                <a:lnTo>
                  <a:pt x="1833710" y="81765"/>
                </a:lnTo>
                <a:lnTo>
                  <a:pt x="1834492" y="81203"/>
                </a:lnTo>
                <a:lnTo>
                  <a:pt x="1835294" y="80676"/>
                </a:lnTo>
                <a:lnTo>
                  <a:pt x="1836117" y="80187"/>
                </a:lnTo>
                <a:lnTo>
                  <a:pt x="1836961" y="79733"/>
                </a:lnTo>
                <a:lnTo>
                  <a:pt x="1837825" y="79316"/>
                </a:lnTo>
                <a:lnTo>
                  <a:pt x="1838710" y="78935"/>
                </a:lnTo>
                <a:lnTo>
                  <a:pt x="1839615" y="78590"/>
                </a:lnTo>
                <a:lnTo>
                  <a:pt x="1840541" y="78282"/>
                </a:lnTo>
                <a:lnTo>
                  <a:pt x="1841488" y="78010"/>
                </a:lnTo>
                <a:lnTo>
                  <a:pt x="1842455" y="77774"/>
                </a:lnTo>
                <a:lnTo>
                  <a:pt x="1843443" y="77574"/>
                </a:lnTo>
                <a:lnTo>
                  <a:pt x="1844451" y="77411"/>
                </a:lnTo>
                <a:lnTo>
                  <a:pt x="1845480" y="77284"/>
                </a:lnTo>
                <a:lnTo>
                  <a:pt x="1846530" y="77193"/>
                </a:lnTo>
                <a:lnTo>
                  <a:pt x="1847600" y="77139"/>
                </a:lnTo>
                <a:lnTo>
                  <a:pt x="1848690" y="77121"/>
                </a:lnTo>
                <a:lnTo>
                  <a:pt x="1849606" y="77133"/>
                </a:lnTo>
                <a:lnTo>
                  <a:pt x="1850509" y="77168"/>
                </a:lnTo>
                <a:lnTo>
                  <a:pt x="1851400" y="77226"/>
                </a:lnTo>
                <a:lnTo>
                  <a:pt x="1852278" y="77308"/>
                </a:lnTo>
                <a:lnTo>
                  <a:pt x="1853145" y="77413"/>
                </a:lnTo>
                <a:lnTo>
                  <a:pt x="1853999" y="77542"/>
                </a:lnTo>
                <a:lnTo>
                  <a:pt x="1854841" y="77694"/>
                </a:lnTo>
                <a:lnTo>
                  <a:pt x="1855672" y="77869"/>
                </a:lnTo>
                <a:lnTo>
                  <a:pt x="1856489" y="78068"/>
                </a:lnTo>
                <a:lnTo>
                  <a:pt x="1857295" y="78291"/>
                </a:lnTo>
                <a:lnTo>
                  <a:pt x="1858089" y="78536"/>
                </a:lnTo>
                <a:lnTo>
                  <a:pt x="1858870" y="78805"/>
                </a:lnTo>
                <a:lnTo>
                  <a:pt x="1859639" y="79098"/>
                </a:lnTo>
                <a:lnTo>
                  <a:pt x="1860396" y="79413"/>
                </a:lnTo>
                <a:lnTo>
                  <a:pt x="1861141" y="79753"/>
                </a:lnTo>
                <a:lnTo>
                  <a:pt x="1861874" y="80115"/>
                </a:lnTo>
                <a:lnTo>
                  <a:pt x="1862594" y="80501"/>
                </a:lnTo>
                <a:lnTo>
                  <a:pt x="1863302" y="80911"/>
                </a:lnTo>
                <a:lnTo>
                  <a:pt x="1863998" y="81343"/>
                </a:lnTo>
                <a:lnTo>
                  <a:pt x="1864682" y="81799"/>
                </a:lnTo>
                <a:lnTo>
                  <a:pt x="1865354" y="82279"/>
                </a:lnTo>
                <a:lnTo>
                  <a:pt x="1866014" y="82782"/>
                </a:lnTo>
                <a:lnTo>
                  <a:pt x="1866661" y="83308"/>
                </a:lnTo>
                <a:lnTo>
                  <a:pt x="1867297" y="83858"/>
                </a:lnTo>
                <a:lnTo>
                  <a:pt x="1867920" y="84424"/>
                </a:lnTo>
                <a:lnTo>
                  <a:pt x="1868532" y="84997"/>
                </a:lnTo>
                <a:lnTo>
                  <a:pt x="1869131" y="85579"/>
                </a:lnTo>
                <a:lnTo>
                  <a:pt x="1869720" y="86169"/>
                </a:lnTo>
                <a:lnTo>
                  <a:pt x="1870296" y="86767"/>
                </a:lnTo>
                <a:lnTo>
                  <a:pt x="1870861" y="87373"/>
                </a:lnTo>
                <a:lnTo>
                  <a:pt x="1871414" y="87987"/>
                </a:lnTo>
                <a:lnTo>
                  <a:pt x="1871956" y="88609"/>
                </a:lnTo>
                <a:lnTo>
                  <a:pt x="1872485" y="89240"/>
                </a:lnTo>
                <a:lnTo>
                  <a:pt x="1873003" y="89878"/>
                </a:lnTo>
                <a:lnTo>
                  <a:pt x="1873510" y="90525"/>
                </a:lnTo>
                <a:lnTo>
                  <a:pt x="1874004" y="91180"/>
                </a:lnTo>
                <a:lnTo>
                  <a:pt x="1874487" y="91843"/>
                </a:lnTo>
                <a:lnTo>
                  <a:pt x="1874958" y="92514"/>
                </a:lnTo>
                <a:lnTo>
                  <a:pt x="1875418" y="93193"/>
                </a:lnTo>
                <a:lnTo>
                  <a:pt x="1875866" y="93880"/>
                </a:lnTo>
                <a:lnTo>
                  <a:pt x="1876302" y="94576"/>
                </a:lnTo>
                <a:lnTo>
                  <a:pt x="1876726" y="95279"/>
                </a:lnTo>
                <a:lnTo>
                  <a:pt x="1877139" y="95991"/>
                </a:lnTo>
                <a:lnTo>
                  <a:pt x="1877540" y="96710"/>
                </a:lnTo>
                <a:lnTo>
                  <a:pt x="1877929" y="97438"/>
                </a:lnTo>
                <a:lnTo>
                  <a:pt x="1878306" y="98174"/>
                </a:lnTo>
                <a:lnTo>
                  <a:pt x="1878672" y="98918"/>
                </a:lnTo>
                <a:lnTo>
                  <a:pt x="1879027" y="99671"/>
                </a:lnTo>
                <a:lnTo>
                  <a:pt x="1879027" y="138859"/>
                </a:lnTo>
                <a:lnTo>
                  <a:pt x="1878660" y="139577"/>
                </a:lnTo>
                <a:lnTo>
                  <a:pt x="1878280" y="140287"/>
                </a:lnTo>
                <a:lnTo>
                  <a:pt x="1877887" y="140989"/>
                </a:lnTo>
                <a:lnTo>
                  <a:pt x="1877480" y="141684"/>
                </a:lnTo>
                <a:lnTo>
                  <a:pt x="1877059" y="142371"/>
                </a:lnTo>
                <a:lnTo>
                  <a:pt x="1876625" y="143051"/>
                </a:lnTo>
                <a:lnTo>
                  <a:pt x="1876177" y="143723"/>
                </a:lnTo>
                <a:lnTo>
                  <a:pt x="1875716" y="144387"/>
                </a:lnTo>
                <a:lnTo>
                  <a:pt x="1875241" y="145044"/>
                </a:lnTo>
                <a:lnTo>
                  <a:pt x="1874752" y="145693"/>
                </a:lnTo>
                <a:lnTo>
                  <a:pt x="1874250" y="146335"/>
                </a:lnTo>
                <a:lnTo>
                  <a:pt x="1873735" y="146969"/>
                </a:lnTo>
                <a:lnTo>
                  <a:pt x="1873205" y="147595"/>
                </a:lnTo>
                <a:lnTo>
                  <a:pt x="1872663" y="148213"/>
                </a:lnTo>
                <a:lnTo>
                  <a:pt x="1872106" y="148824"/>
                </a:lnTo>
                <a:lnTo>
                  <a:pt x="1871536" y="149428"/>
                </a:lnTo>
                <a:lnTo>
                  <a:pt x="1870953" y="150024"/>
                </a:lnTo>
                <a:lnTo>
                  <a:pt x="1870355" y="150612"/>
                </a:lnTo>
                <a:lnTo>
                  <a:pt x="1869745" y="151192"/>
                </a:lnTo>
                <a:lnTo>
                  <a:pt x="1869120" y="151765"/>
                </a:lnTo>
                <a:lnTo>
                  <a:pt x="1868483" y="152330"/>
                </a:lnTo>
                <a:lnTo>
                  <a:pt x="1867831" y="152888"/>
                </a:lnTo>
                <a:lnTo>
                  <a:pt x="1867166" y="153438"/>
                </a:lnTo>
                <a:lnTo>
                  <a:pt x="1866488" y="153981"/>
                </a:lnTo>
                <a:lnTo>
                  <a:pt x="1865797" y="154508"/>
                </a:lnTo>
                <a:lnTo>
                  <a:pt x="1865095" y="155013"/>
                </a:lnTo>
                <a:lnTo>
                  <a:pt x="1864383" y="155495"/>
                </a:lnTo>
                <a:lnTo>
                  <a:pt x="1863660" y="155955"/>
                </a:lnTo>
                <a:lnTo>
                  <a:pt x="1862926" y="156393"/>
                </a:lnTo>
                <a:lnTo>
                  <a:pt x="1862182" y="156808"/>
                </a:lnTo>
                <a:lnTo>
                  <a:pt x="1861426" y="157201"/>
                </a:lnTo>
                <a:lnTo>
                  <a:pt x="1860660" y="157571"/>
                </a:lnTo>
                <a:lnTo>
                  <a:pt x="1859883" y="157919"/>
                </a:lnTo>
                <a:lnTo>
                  <a:pt x="1859096" y="158245"/>
                </a:lnTo>
                <a:lnTo>
                  <a:pt x="1858297" y="158548"/>
                </a:lnTo>
                <a:lnTo>
                  <a:pt x="1857488" y="158828"/>
                </a:lnTo>
                <a:lnTo>
                  <a:pt x="1856668" y="159086"/>
                </a:lnTo>
                <a:lnTo>
                  <a:pt x="1855837" y="159322"/>
                </a:lnTo>
                <a:lnTo>
                  <a:pt x="1854996" y="159535"/>
                </a:lnTo>
                <a:lnTo>
                  <a:pt x="1854143" y="159726"/>
                </a:lnTo>
                <a:lnTo>
                  <a:pt x="1853280" y="159894"/>
                </a:lnTo>
                <a:lnTo>
                  <a:pt x="1852407" y="160040"/>
                </a:lnTo>
                <a:lnTo>
                  <a:pt x="1851522" y="160163"/>
                </a:lnTo>
                <a:lnTo>
                  <a:pt x="1850627" y="160264"/>
                </a:lnTo>
                <a:lnTo>
                  <a:pt x="1849721" y="160343"/>
                </a:lnTo>
                <a:lnTo>
                  <a:pt x="1848804" y="160399"/>
                </a:lnTo>
                <a:lnTo>
                  <a:pt x="1847876" y="160433"/>
                </a:lnTo>
                <a:lnTo>
                  <a:pt x="1846938" y="160444"/>
                </a:lnTo>
                <a:lnTo>
                  <a:pt x="1845936" y="160426"/>
                </a:lnTo>
                <a:lnTo>
                  <a:pt x="1844951" y="160371"/>
                </a:lnTo>
                <a:lnTo>
                  <a:pt x="1843985" y="160281"/>
                </a:lnTo>
                <a:lnTo>
                  <a:pt x="1843037" y="160154"/>
                </a:lnTo>
                <a:lnTo>
                  <a:pt x="1842107" y="159990"/>
                </a:lnTo>
                <a:close/>
                <a:moveTo>
                  <a:pt x="1698896" y="187330"/>
                </a:moveTo>
                <a:lnTo>
                  <a:pt x="1700482" y="187176"/>
                </a:lnTo>
                <a:lnTo>
                  <a:pt x="1702050" y="186994"/>
                </a:lnTo>
                <a:lnTo>
                  <a:pt x="1703600" y="186785"/>
                </a:lnTo>
                <a:lnTo>
                  <a:pt x="1705133" y="186547"/>
                </a:lnTo>
                <a:lnTo>
                  <a:pt x="1706647" y="186282"/>
                </a:lnTo>
                <a:lnTo>
                  <a:pt x="1708143" y="185988"/>
                </a:lnTo>
                <a:lnTo>
                  <a:pt x="1709621" y="185667"/>
                </a:lnTo>
                <a:lnTo>
                  <a:pt x="1711081" y="185318"/>
                </a:lnTo>
                <a:lnTo>
                  <a:pt x="1712523" y="184940"/>
                </a:lnTo>
                <a:lnTo>
                  <a:pt x="1713947" y="184535"/>
                </a:lnTo>
                <a:lnTo>
                  <a:pt x="1715353" y="184102"/>
                </a:lnTo>
                <a:lnTo>
                  <a:pt x="1716741" y="183641"/>
                </a:lnTo>
                <a:lnTo>
                  <a:pt x="1718111" y="183152"/>
                </a:lnTo>
                <a:lnTo>
                  <a:pt x="1719463" y="182635"/>
                </a:lnTo>
                <a:lnTo>
                  <a:pt x="1720797" y="182090"/>
                </a:lnTo>
                <a:lnTo>
                  <a:pt x="1722112" y="181518"/>
                </a:lnTo>
                <a:lnTo>
                  <a:pt x="1723410" y="180917"/>
                </a:lnTo>
                <a:lnTo>
                  <a:pt x="1724690" y="180288"/>
                </a:lnTo>
                <a:lnTo>
                  <a:pt x="1725952" y="179631"/>
                </a:lnTo>
                <a:lnTo>
                  <a:pt x="1727193" y="178948"/>
                </a:lnTo>
                <a:lnTo>
                  <a:pt x="1728411" y="178239"/>
                </a:lnTo>
                <a:lnTo>
                  <a:pt x="1729606" y="177506"/>
                </a:lnTo>
                <a:lnTo>
                  <a:pt x="1730777" y="176747"/>
                </a:lnTo>
                <a:lnTo>
                  <a:pt x="1731926" y="175963"/>
                </a:lnTo>
                <a:lnTo>
                  <a:pt x="1733051" y="175154"/>
                </a:lnTo>
                <a:lnTo>
                  <a:pt x="1734153" y="174320"/>
                </a:lnTo>
                <a:lnTo>
                  <a:pt x="1735232" y="173461"/>
                </a:lnTo>
                <a:lnTo>
                  <a:pt x="1736288" y="172576"/>
                </a:lnTo>
                <a:lnTo>
                  <a:pt x="1737321" y="171667"/>
                </a:lnTo>
                <a:lnTo>
                  <a:pt x="1738330" y="170733"/>
                </a:lnTo>
                <a:lnTo>
                  <a:pt x="1739316" y="169773"/>
                </a:lnTo>
                <a:lnTo>
                  <a:pt x="1740280" y="168789"/>
                </a:lnTo>
                <a:lnTo>
                  <a:pt x="1741219" y="167779"/>
                </a:lnTo>
                <a:lnTo>
                  <a:pt x="1742136" y="166744"/>
                </a:lnTo>
                <a:lnTo>
                  <a:pt x="1743030" y="165684"/>
                </a:lnTo>
                <a:lnTo>
                  <a:pt x="1743900" y="164599"/>
                </a:lnTo>
                <a:lnTo>
                  <a:pt x="1744747" y="163489"/>
                </a:lnTo>
                <a:lnTo>
                  <a:pt x="1745572" y="162354"/>
                </a:lnTo>
                <a:lnTo>
                  <a:pt x="1746372" y="161194"/>
                </a:lnTo>
                <a:lnTo>
                  <a:pt x="1747150" y="160009"/>
                </a:lnTo>
                <a:lnTo>
                  <a:pt x="1747905" y="158798"/>
                </a:lnTo>
                <a:lnTo>
                  <a:pt x="1748636" y="157563"/>
                </a:lnTo>
                <a:lnTo>
                  <a:pt x="1749344" y="156302"/>
                </a:lnTo>
                <a:lnTo>
                  <a:pt x="1750026" y="155018"/>
                </a:lnTo>
                <a:lnTo>
                  <a:pt x="1750679" y="153711"/>
                </a:lnTo>
                <a:lnTo>
                  <a:pt x="1751303" y="152381"/>
                </a:lnTo>
                <a:lnTo>
                  <a:pt x="1751898" y="151030"/>
                </a:lnTo>
                <a:lnTo>
                  <a:pt x="1752464" y="149656"/>
                </a:lnTo>
                <a:lnTo>
                  <a:pt x="1753001" y="148260"/>
                </a:lnTo>
                <a:lnTo>
                  <a:pt x="1753509" y="146842"/>
                </a:lnTo>
                <a:lnTo>
                  <a:pt x="1753988" y="145402"/>
                </a:lnTo>
                <a:lnTo>
                  <a:pt x="1754438" y="143939"/>
                </a:lnTo>
                <a:lnTo>
                  <a:pt x="1754859" y="142454"/>
                </a:lnTo>
                <a:lnTo>
                  <a:pt x="1755251" y="140947"/>
                </a:lnTo>
                <a:lnTo>
                  <a:pt x="1755614" y="139417"/>
                </a:lnTo>
                <a:lnTo>
                  <a:pt x="1755947" y="137865"/>
                </a:lnTo>
                <a:lnTo>
                  <a:pt x="1756252" y="136291"/>
                </a:lnTo>
                <a:lnTo>
                  <a:pt x="1756528" y="134695"/>
                </a:lnTo>
                <a:lnTo>
                  <a:pt x="1756775" y="133076"/>
                </a:lnTo>
                <a:lnTo>
                  <a:pt x="1756992" y="131435"/>
                </a:lnTo>
                <a:lnTo>
                  <a:pt x="1757181" y="129772"/>
                </a:lnTo>
                <a:lnTo>
                  <a:pt x="1757341" y="128087"/>
                </a:lnTo>
                <a:lnTo>
                  <a:pt x="1757471" y="126379"/>
                </a:lnTo>
                <a:lnTo>
                  <a:pt x="1757573" y="124649"/>
                </a:lnTo>
                <a:lnTo>
                  <a:pt x="1757645" y="122897"/>
                </a:lnTo>
                <a:lnTo>
                  <a:pt x="1757689" y="121123"/>
                </a:lnTo>
                <a:lnTo>
                  <a:pt x="1757703" y="119326"/>
                </a:lnTo>
                <a:lnTo>
                  <a:pt x="1757689" y="117496"/>
                </a:lnTo>
                <a:lnTo>
                  <a:pt x="1757645" y="115689"/>
                </a:lnTo>
                <a:lnTo>
                  <a:pt x="1757573" y="113905"/>
                </a:lnTo>
                <a:lnTo>
                  <a:pt x="1757471" y="112143"/>
                </a:lnTo>
                <a:lnTo>
                  <a:pt x="1757341" y="110405"/>
                </a:lnTo>
                <a:lnTo>
                  <a:pt x="1757181" y="108690"/>
                </a:lnTo>
                <a:lnTo>
                  <a:pt x="1756992" y="106998"/>
                </a:lnTo>
                <a:lnTo>
                  <a:pt x="1756775" y="105328"/>
                </a:lnTo>
                <a:lnTo>
                  <a:pt x="1756528" y="103682"/>
                </a:lnTo>
                <a:lnTo>
                  <a:pt x="1756252" y="102059"/>
                </a:lnTo>
                <a:lnTo>
                  <a:pt x="1755947" y="100458"/>
                </a:lnTo>
                <a:lnTo>
                  <a:pt x="1755614" y="98881"/>
                </a:lnTo>
                <a:lnTo>
                  <a:pt x="1755251" y="97326"/>
                </a:lnTo>
                <a:lnTo>
                  <a:pt x="1754859" y="95795"/>
                </a:lnTo>
                <a:lnTo>
                  <a:pt x="1754438" y="94286"/>
                </a:lnTo>
                <a:lnTo>
                  <a:pt x="1753988" y="92801"/>
                </a:lnTo>
                <a:lnTo>
                  <a:pt x="1753509" y="91338"/>
                </a:lnTo>
                <a:lnTo>
                  <a:pt x="1753001" y="89898"/>
                </a:lnTo>
                <a:lnTo>
                  <a:pt x="1752464" y="88482"/>
                </a:lnTo>
                <a:lnTo>
                  <a:pt x="1751898" y="87088"/>
                </a:lnTo>
                <a:lnTo>
                  <a:pt x="1751303" y="85717"/>
                </a:lnTo>
                <a:lnTo>
                  <a:pt x="1750679" y="84370"/>
                </a:lnTo>
                <a:lnTo>
                  <a:pt x="1750026" y="83045"/>
                </a:lnTo>
                <a:lnTo>
                  <a:pt x="1749344" y="81743"/>
                </a:lnTo>
                <a:lnTo>
                  <a:pt x="1748636" y="80465"/>
                </a:lnTo>
                <a:lnTo>
                  <a:pt x="1747905" y="79213"/>
                </a:lnTo>
                <a:lnTo>
                  <a:pt x="1747150" y="77986"/>
                </a:lnTo>
                <a:lnTo>
                  <a:pt x="1746372" y="76785"/>
                </a:lnTo>
                <a:lnTo>
                  <a:pt x="1745572" y="75610"/>
                </a:lnTo>
                <a:lnTo>
                  <a:pt x="1744747" y="74460"/>
                </a:lnTo>
                <a:lnTo>
                  <a:pt x="1743900" y="73335"/>
                </a:lnTo>
                <a:lnTo>
                  <a:pt x="1743030" y="72237"/>
                </a:lnTo>
                <a:lnTo>
                  <a:pt x="1742136" y="71164"/>
                </a:lnTo>
                <a:lnTo>
                  <a:pt x="1741219" y="70116"/>
                </a:lnTo>
                <a:lnTo>
                  <a:pt x="1740280" y="69094"/>
                </a:lnTo>
                <a:lnTo>
                  <a:pt x="1739316" y="68098"/>
                </a:lnTo>
                <a:lnTo>
                  <a:pt x="1738330" y="67127"/>
                </a:lnTo>
                <a:lnTo>
                  <a:pt x="1737321" y="66182"/>
                </a:lnTo>
                <a:lnTo>
                  <a:pt x="1736288" y="65263"/>
                </a:lnTo>
                <a:lnTo>
                  <a:pt x="1735232" y="64369"/>
                </a:lnTo>
                <a:lnTo>
                  <a:pt x="1734153" y="63501"/>
                </a:lnTo>
                <a:lnTo>
                  <a:pt x="1733051" y="62658"/>
                </a:lnTo>
                <a:lnTo>
                  <a:pt x="1731926" y="61841"/>
                </a:lnTo>
                <a:lnTo>
                  <a:pt x="1730777" y="61050"/>
                </a:lnTo>
                <a:lnTo>
                  <a:pt x="1729606" y="60284"/>
                </a:lnTo>
                <a:lnTo>
                  <a:pt x="1728411" y="59544"/>
                </a:lnTo>
                <a:lnTo>
                  <a:pt x="1727193" y="58829"/>
                </a:lnTo>
                <a:lnTo>
                  <a:pt x="1725952" y="58140"/>
                </a:lnTo>
                <a:lnTo>
                  <a:pt x="1724690" y="57477"/>
                </a:lnTo>
                <a:lnTo>
                  <a:pt x="1723410" y="56843"/>
                </a:lnTo>
                <a:lnTo>
                  <a:pt x="1722112" y="56237"/>
                </a:lnTo>
                <a:lnTo>
                  <a:pt x="1720797" y="55659"/>
                </a:lnTo>
                <a:lnTo>
                  <a:pt x="1719463" y="55109"/>
                </a:lnTo>
                <a:lnTo>
                  <a:pt x="1718111" y="54588"/>
                </a:lnTo>
                <a:lnTo>
                  <a:pt x="1716741" y="54094"/>
                </a:lnTo>
                <a:lnTo>
                  <a:pt x="1715353" y="53629"/>
                </a:lnTo>
                <a:lnTo>
                  <a:pt x="1713947" y="53192"/>
                </a:lnTo>
                <a:lnTo>
                  <a:pt x="1712523" y="52783"/>
                </a:lnTo>
                <a:lnTo>
                  <a:pt x="1711081" y="52403"/>
                </a:lnTo>
                <a:lnTo>
                  <a:pt x="1709621" y="52051"/>
                </a:lnTo>
                <a:lnTo>
                  <a:pt x="1708143" y="51726"/>
                </a:lnTo>
                <a:lnTo>
                  <a:pt x="1706647" y="51430"/>
                </a:lnTo>
                <a:lnTo>
                  <a:pt x="1705133" y="51162"/>
                </a:lnTo>
                <a:lnTo>
                  <a:pt x="1703600" y="50923"/>
                </a:lnTo>
                <a:lnTo>
                  <a:pt x="1702050" y="50711"/>
                </a:lnTo>
                <a:lnTo>
                  <a:pt x="1700482" y="50528"/>
                </a:lnTo>
                <a:lnTo>
                  <a:pt x="1698896" y="50373"/>
                </a:lnTo>
                <a:lnTo>
                  <a:pt x="1697292" y="50246"/>
                </a:lnTo>
                <a:lnTo>
                  <a:pt x="1695669" y="50148"/>
                </a:lnTo>
                <a:lnTo>
                  <a:pt x="1694029" y="50077"/>
                </a:lnTo>
                <a:lnTo>
                  <a:pt x="1692371" y="50035"/>
                </a:lnTo>
                <a:lnTo>
                  <a:pt x="1690695" y="50021"/>
                </a:lnTo>
                <a:lnTo>
                  <a:pt x="1689040" y="50035"/>
                </a:lnTo>
                <a:lnTo>
                  <a:pt x="1687403" y="50077"/>
                </a:lnTo>
                <a:lnTo>
                  <a:pt x="1685783" y="50148"/>
                </a:lnTo>
                <a:lnTo>
                  <a:pt x="1684180" y="50246"/>
                </a:lnTo>
                <a:lnTo>
                  <a:pt x="1682594" y="50373"/>
                </a:lnTo>
                <a:lnTo>
                  <a:pt x="1681025" y="50528"/>
                </a:lnTo>
                <a:lnTo>
                  <a:pt x="1679473" y="50711"/>
                </a:lnTo>
                <a:lnTo>
                  <a:pt x="1677938" y="50923"/>
                </a:lnTo>
                <a:lnTo>
                  <a:pt x="1676421" y="51162"/>
                </a:lnTo>
                <a:lnTo>
                  <a:pt x="1674920" y="51430"/>
                </a:lnTo>
                <a:lnTo>
                  <a:pt x="1673437" y="51726"/>
                </a:lnTo>
                <a:lnTo>
                  <a:pt x="1671970" y="52051"/>
                </a:lnTo>
                <a:lnTo>
                  <a:pt x="1670521" y="52403"/>
                </a:lnTo>
                <a:lnTo>
                  <a:pt x="1669089" y="52783"/>
                </a:lnTo>
                <a:lnTo>
                  <a:pt x="1667674" y="53192"/>
                </a:lnTo>
                <a:lnTo>
                  <a:pt x="1666276" y="53629"/>
                </a:lnTo>
                <a:lnTo>
                  <a:pt x="1664895" y="54094"/>
                </a:lnTo>
                <a:lnTo>
                  <a:pt x="1663531" y="54588"/>
                </a:lnTo>
                <a:lnTo>
                  <a:pt x="1662184" y="55109"/>
                </a:lnTo>
                <a:lnTo>
                  <a:pt x="1660855" y="55659"/>
                </a:lnTo>
                <a:lnTo>
                  <a:pt x="1659542" y="56237"/>
                </a:lnTo>
                <a:lnTo>
                  <a:pt x="1658247" y="56843"/>
                </a:lnTo>
                <a:lnTo>
                  <a:pt x="1656968" y="57477"/>
                </a:lnTo>
                <a:lnTo>
                  <a:pt x="1655707" y="58140"/>
                </a:lnTo>
                <a:lnTo>
                  <a:pt x="1654466" y="58829"/>
                </a:lnTo>
                <a:lnTo>
                  <a:pt x="1653249" y="59544"/>
                </a:lnTo>
                <a:lnTo>
                  <a:pt x="1652055" y="60284"/>
                </a:lnTo>
                <a:lnTo>
                  <a:pt x="1650885" y="61050"/>
                </a:lnTo>
                <a:lnTo>
                  <a:pt x="1649739" y="61841"/>
                </a:lnTo>
                <a:lnTo>
                  <a:pt x="1648616" y="62658"/>
                </a:lnTo>
                <a:lnTo>
                  <a:pt x="1647517" y="63501"/>
                </a:lnTo>
                <a:lnTo>
                  <a:pt x="1646441" y="64369"/>
                </a:lnTo>
                <a:lnTo>
                  <a:pt x="1645390" y="65263"/>
                </a:lnTo>
                <a:lnTo>
                  <a:pt x="1644361" y="66182"/>
                </a:lnTo>
                <a:lnTo>
                  <a:pt x="1643357" y="67127"/>
                </a:lnTo>
                <a:lnTo>
                  <a:pt x="1642376" y="68098"/>
                </a:lnTo>
                <a:lnTo>
                  <a:pt x="1641419" y="69094"/>
                </a:lnTo>
                <a:lnTo>
                  <a:pt x="1640485" y="70116"/>
                </a:lnTo>
                <a:lnTo>
                  <a:pt x="1639575" y="71164"/>
                </a:lnTo>
                <a:lnTo>
                  <a:pt x="1638689" y="72237"/>
                </a:lnTo>
                <a:lnTo>
                  <a:pt x="1637826" y="73335"/>
                </a:lnTo>
                <a:lnTo>
                  <a:pt x="1636987" y="74460"/>
                </a:lnTo>
                <a:lnTo>
                  <a:pt x="1636172" y="75610"/>
                </a:lnTo>
                <a:lnTo>
                  <a:pt x="1635380" y="76785"/>
                </a:lnTo>
                <a:lnTo>
                  <a:pt x="1634612" y="77986"/>
                </a:lnTo>
                <a:lnTo>
                  <a:pt x="1633867" y="79213"/>
                </a:lnTo>
                <a:lnTo>
                  <a:pt x="1633147" y="80465"/>
                </a:lnTo>
                <a:lnTo>
                  <a:pt x="1632449" y="81743"/>
                </a:lnTo>
                <a:lnTo>
                  <a:pt x="1631778" y="83045"/>
                </a:lnTo>
                <a:lnTo>
                  <a:pt x="1631136" y="84370"/>
                </a:lnTo>
                <a:lnTo>
                  <a:pt x="1630522" y="85717"/>
                </a:lnTo>
                <a:lnTo>
                  <a:pt x="1629936" y="87088"/>
                </a:lnTo>
                <a:lnTo>
                  <a:pt x="1629380" y="88482"/>
                </a:lnTo>
                <a:lnTo>
                  <a:pt x="1628851" y="89898"/>
                </a:lnTo>
                <a:lnTo>
                  <a:pt x="1628351" y="91338"/>
                </a:lnTo>
                <a:lnTo>
                  <a:pt x="1627880" y="92801"/>
                </a:lnTo>
                <a:lnTo>
                  <a:pt x="1627438" y="94286"/>
                </a:lnTo>
                <a:lnTo>
                  <a:pt x="1627024" y="95795"/>
                </a:lnTo>
                <a:lnTo>
                  <a:pt x="1626638" y="97326"/>
                </a:lnTo>
                <a:lnTo>
                  <a:pt x="1626281" y="98881"/>
                </a:lnTo>
                <a:lnTo>
                  <a:pt x="1625953" y="100458"/>
                </a:lnTo>
                <a:lnTo>
                  <a:pt x="1625653" y="102059"/>
                </a:lnTo>
                <a:lnTo>
                  <a:pt x="1625382" y="103682"/>
                </a:lnTo>
                <a:lnTo>
                  <a:pt x="1625139" y="105328"/>
                </a:lnTo>
                <a:lnTo>
                  <a:pt x="1624925" y="106998"/>
                </a:lnTo>
                <a:lnTo>
                  <a:pt x="1624739" y="108690"/>
                </a:lnTo>
                <a:lnTo>
                  <a:pt x="1624582" y="110405"/>
                </a:lnTo>
                <a:lnTo>
                  <a:pt x="1624453" y="112143"/>
                </a:lnTo>
                <a:lnTo>
                  <a:pt x="1624353" y="113905"/>
                </a:lnTo>
                <a:lnTo>
                  <a:pt x="1624282" y="115689"/>
                </a:lnTo>
                <a:lnTo>
                  <a:pt x="1624239" y="117496"/>
                </a:lnTo>
                <a:lnTo>
                  <a:pt x="1624225" y="119326"/>
                </a:lnTo>
                <a:lnTo>
                  <a:pt x="1624239" y="121123"/>
                </a:lnTo>
                <a:lnTo>
                  <a:pt x="1624282" y="122897"/>
                </a:lnTo>
                <a:lnTo>
                  <a:pt x="1624353" y="124649"/>
                </a:lnTo>
                <a:lnTo>
                  <a:pt x="1624453" y="126379"/>
                </a:lnTo>
                <a:lnTo>
                  <a:pt x="1624582" y="128087"/>
                </a:lnTo>
                <a:lnTo>
                  <a:pt x="1624739" y="129772"/>
                </a:lnTo>
                <a:lnTo>
                  <a:pt x="1624925" y="131435"/>
                </a:lnTo>
                <a:lnTo>
                  <a:pt x="1625139" y="133076"/>
                </a:lnTo>
                <a:lnTo>
                  <a:pt x="1625382" y="134695"/>
                </a:lnTo>
                <a:lnTo>
                  <a:pt x="1625653" y="136291"/>
                </a:lnTo>
                <a:lnTo>
                  <a:pt x="1625953" y="137865"/>
                </a:lnTo>
                <a:lnTo>
                  <a:pt x="1626281" y="139417"/>
                </a:lnTo>
                <a:lnTo>
                  <a:pt x="1626638" y="140947"/>
                </a:lnTo>
                <a:lnTo>
                  <a:pt x="1627024" y="142454"/>
                </a:lnTo>
                <a:lnTo>
                  <a:pt x="1627438" y="143939"/>
                </a:lnTo>
                <a:lnTo>
                  <a:pt x="1627880" y="145402"/>
                </a:lnTo>
                <a:lnTo>
                  <a:pt x="1628351" y="146842"/>
                </a:lnTo>
                <a:lnTo>
                  <a:pt x="1628851" y="148260"/>
                </a:lnTo>
                <a:lnTo>
                  <a:pt x="1629380" y="149656"/>
                </a:lnTo>
                <a:lnTo>
                  <a:pt x="1629936" y="151030"/>
                </a:lnTo>
                <a:lnTo>
                  <a:pt x="1630522" y="152381"/>
                </a:lnTo>
                <a:lnTo>
                  <a:pt x="1631136" y="153711"/>
                </a:lnTo>
                <a:lnTo>
                  <a:pt x="1631778" y="155018"/>
                </a:lnTo>
                <a:lnTo>
                  <a:pt x="1632449" y="156302"/>
                </a:lnTo>
                <a:lnTo>
                  <a:pt x="1633147" y="157563"/>
                </a:lnTo>
                <a:lnTo>
                  <a:pt x="1633867" y="158798"/>
                </a:lnTo>
                <a:lnTo>
                  <a:pt x="1634612" y="160009"/>
                </a:lnTo>
                <a:lnTo>
                  <a:pt x="1635380" y="161194"/>
                </a:lnTo>
                <a:lnTo>
                  <a:pt x="1636172" y="162354"/>
                </a:lnTo>
                <a:lnTo>
                  <a:pt x="1636987" y="163489"/>
                </a:lnTo>
                <a:lnTo>
                  <a:pt x="1637826" y="164599"/>
                </a:lnTo>
                <a:lnTo>
                  <a:pt x="1638689" y="165684"/>
                </a:lnTo>
                <a:lnTo>
                  <a:pt x="1639575" y="166744"/>
                </a:lnTo>
                <a:lnTo>
                  <a:pt x="1640485" y="167779"/>
                </a:lnTo>
                <a:lnTo>
                  <a:pt x="1641419" y="168789"/>
                </a:lnTo>
                <a:lnTo>
                  <a:pt x="1642376" y="169773"/>
                </a:lnTo>
                <a:lnTo>
                  <a:pt x="1643357" y="170733"/>
                </a:lnTo>
                <a:lnTo>
                  <a:pt x="1644361" y="171667"/>
                </a:lnTo>
                <a:lnTo>
                  <a:pt x="1645390" y="172576"/>
                </a:lnTo>
                <a:lnTo>
                  <a:pt x="1646441" y="173461"/>
                </a:lnTo>
                <a:lnTo>
                  <a:pt x="1647517" y="174320"/>
                </a:lnTo>
                <a:lnTo>
                  <a:pt x="1648616" y="175154"/>
                </a:lnTo>
                <a:lnTo>
                  <a:pt x="1649739" y="175963"/>
                </a:lnTo>
                <a:lnTo>
                  <a:pt x="1650885" y="176747"/>
                </a:lnTo>
                <a:lnTo>
                  <a:pt x="1652055" y="177506"/>
                </a:lnTo>
                <a:lnTo>
                  <a:pt x="1653249" y="178239"/>
                </a:lnTo>
                <a:lnTo>
                  <a:pt x="1654466" y="178948"/>
                </a:lnTo>
                <a:lnTo>
                  <a:pt x="1655707" y="179631"/>
                </a:lnTo>
                <a:lnTo>
                  <a:pt x="1656968" y="180288"/>
                </a:lnTo>
                <a:lnTo>
                  <a:pt x="1658247" y="180917"/>
                </a:lnTo>
                <a:lnTo>
                  <a:pt x="1659542" y="181518"/>
                </a:lnTo>
                <a:lnTo>
                  <a:pt x="1660855" y="182090"/>
                </a:lnTo>
                <a:lnTo>
                  <a:pt x="1662184" y="182635"/>
                </a:lnTo>
                <a:lnTo>
                  <a:pt x="1663531" y="183152"/>
                </a:lnTo>
                <a:lnTo>
                  <a:pt x="1664895" y="183641"/>
                </a:lnTo>
                <a:lnTo>
                  <a:pt x="1666276" y="184102"/>
                </a:lnTo>
                <a:lnTo>
                  <a:pt x="1667674" y="184535"/>
                </a:lnTo>
                <a:lnTo>
                  <a:pt x="1669089" y="184940"/>
                </a:lnTo>
                <a:lnTo>
                  <a:pt x="1670521" y="185318"/>
                </a:lnTo>
                <a:lnTo>
                  <a:pt x="1671970" y="185667"/>
                </a:lnTo>
                <a:lnTo>
                  <a:pt x="1673437" y="185988"/>
                </a:lnTo>
                <a:lnTo>
                  <a:pt x="1674920" y="186282"/>
                </a:lnTo>
                <a:lnTo>
                  <a:pt x="1676421" y="186547"/>
                </a:lnTo>
                <a:lnTo>
                  <a:pt x="1677938" y="186785"/>
                </a:lnTo>
                <a:lnTo>
                  <a:pt x="1679473" y="186994"/>
                </a:lnTo>
                <a:lnTo>
                  <a:pt x="1681025" y="187176"/>
                </a:lnTo>
                <a:lnTo>
                  <a:pt x="1682594" y="187330"/>
                </a:lnTo>
                <a:lnTo>
                  <a:pt x="1684180" y="187455"/>
                </a:lnTo>
                <a:lnTo>
                  <a:pt x="1685783" y="187553"/>
                </a:lnTo>
                <a:lnTo>
                  <a:pt x="1687403" y="187623"/>
                </a:lnTo>
                <a:lnTo>
                  <a:pt x="1689040" y="187665"/>
                </a:lnTo>
                <a:lnTo>
                  <a:pt x="1690695" y="187679"/>
                </a:lnTo>
                <a:lnTo>
                  <a:pt x="1692371" y="187665"/>
                </a:lnTo>
                <a:lnTo>
                  <a:pt x="1694029" y="187623"/>
                </a:lnTo>
                <a:lnTo>
                  <a:pt x="1695669" y="187553"/>
                </a:lnTo>
                <a:lnTo>
                  <a:pt x="1697292" y="187455"/>
                </a:lnTo>
                <a:lnTo>
                  <a:pt x="1698896" y="187330"/>
                </a:lnTo>
                <a:close/>
                <a:moveTo>
                  <a:pt x="1686133" y="160202"/>
                </a:moveTo>
                <a:lnTo>
                  <a:pt x="1685272" y="160096"/>
                </a:lnTo>
                <a:lnTo>
                  <a:pt x="1684428" y="159970"/>
                </a:lnTo>
                <a:lnTo>
                  <a:pt x="1683601" y="159825"/>
                </a:lnTo>
                <a:lnTo>
                  <a:pt x="1682791" y="159661"/>
                </a:lnTo>
                <a:lnTo>
                  <a:pt x="1681999" y="159477"/>
                </a:lnTo>
                <a:lnTo>
                  <a:pt x="1681223" y="159274"/>
                </a:lnTo>
                <a:lnTo>
                  <a:pt x="1680465" y="159051"/>
                </a:lnTo>
                <a:lnTo>
                  <a:pt x="1679723" y="158810"/>
                </a:lnTo>
                <a:lnTo>
                  <a:pt x="1678999" y="158548"/>
                </a:lnTo>
                <a:lnTo>
                  <a:pt x="1678292" y="158268"/>
                </a:lnTo>
                <a:lnTo>
                  <a:pt x="1677601" y="157968"/>
                </a:lnTo>
                <a:lnTo>
                  <a:pt x="1676928" y="157649"/>
                </a:lnTo>
                <a:lnTo>
                  <a:pt x="1676272" y="157311"/>
                </a:lnTo>
                <a:lnTo>
                  <a:pt x="1675633" y="156953"/>
                </a:lnTo>
                <a:lnTo>
                  <a:pt x="1675012" y="156576"/>
                </a:lnTo>
                <a:lnTo>
                  <a:pt x="1674407" y="156179"/>
                </a:lnTo>
                <a:lnTo>
                  <a:pt x="1673819" y="155763"/>
                </a:lnTo>
                <a:lnTo>
                  <a:pt x="1673249" y="155328"/>
                </a:lnTo>
                <a:lnTo>
                  <a:pt x="1672695" y="154874"/>
                </a:lnTo>
                <a:lnTo>
                  <a:pt x="1672157" y="154403"/>
                </a:lnTo>
                <a:lnTo>
                  <a:pt x="1671632" y="153919"/>
                </a:lnTo>
                <a:lnTo>
                  <a:pt x="1671120" y="153422"/>
                </a:lnTo>
                <a:lnTo>
                  <a:pt x="1670622" y="152912"/>
                </a:lnTo>
                <a:lnTo>
                  <a:pt x="1670137" y="152389"/>
                </a:lnTo>
                <a:lnTo>
                  <a:pt x="1669666" y="151853"/>
                </a:lnTo>
                <a:lnTo>
                  <a:pt x="1669208" y="151303"/>
                </a:lnTo>
                <a:lnTo>
                  <a:pt x="1668763" y="150741"/>
                </a:lnTo>
                <a:lnTo>
                  <a:pt x="1668331" y="150165"/>
                </a:lnTo>
                <a:lnTo>
                  <a:pt x="1667913" y="149576"/>
                </a:lnTo>
                <a:lnTo>
                  <a:pt x="1667508" y="148974"/>
                </a:lnTo>
                <a:lnTo>
                  <a:pt x="1667117" y="148359"/>
                </a:lnTo>
                <a:lnTo>
                  <a:pt x="1666739" y="147731"/>
                </a:lnTo>
                <a:lnTo>
                  <a:pt x="1666374" y="147089"/>
                </a:lnTo>
                <a:lnTo>
                  <a:pt x="1666022" y="146435"/>
                </a:lnTo>
                <a:lnTo>
                  <a:pt x="1665684" y="145767"/>
                </a:lnTo>
                <a:lnTo>
                  <a:pt x="1665359" y="145087"/>
                </a:lnTo>
                <a:lnTo>
                  <a:pt x="1665048" y="144393"/>
                </a:lnTo>
                <a:lnTo>
                  <a:pt x="1664750" y="143686"/>
                </a:lnTo>
                <a:lnTo>
                  <a:pt x="1664465" y="142966"/>
                </a:lnTo>
                <a:lnTo>
                  <a:pt x="1664194" y="142233"/>
                </a:lnTo>
                <a:lnTo>
                  <a:pt x="1663936" y="141486"/>
                </a:lnTo>
                <a:lnTo>
                  <a:pt x="1663691" y="140727"/>
                </a:lnTo>
                <a:lnTo>
                  <a:pt x="1663460" y="139954"/>
                </a:lnTo>
                <a:lnTo>
                  <a:pt x="1663240" y="139172"/>
                </a:lnTo>
                <a:lnTo>
                  <a:pt x="1663029" y="138383"/>
                </a:lnTo>
                <a:lnTo>
                  <a:pt x="1662828" y="137587"/>
                </a:lnTo>
                <a:lnTo>
                  <a:pt x="1662636" y="136784"/>
                </a:lnTo>
                <a:lnTo>
                  <a:pt x="1662453" y="135975"/>
                </a:lnTo>
                <a:lnTo>
                  <a:pt x="1662280" y="135159"/>
                </a:lnTo>
                <a:lnTo>
                  <a:pt x="1662116" y="134337"/>
                </a:lnTo>
                <a:lnTo>
                  <a:pt x="1661961" y="133508"/>
                </a:lnTo>
                <a:lnTo>
                  <a:pt x="1661816" y="132672"/>
                </a:lnTo>
                <a:lnTo>
                  <a:pt x="1661681" y="131829"/>
                </a:lnTo>
                <a:lnTo>
                  <a:pt x="1661554" y="130980"/>
                </a:lnTo>
                <a:lnTo>
                  <a:pt x="1661437" y="130124"/>
                </a:lnTo>
                <a:lnTo>
                  <a:pt x="1661329" y="129261"/>
                </a:lnTo>
                <a:lnTo>
                  <a:pt x="1661231" y="128392"/>
                </a:lnTo>
                <a:lnTo>
                  <a:pt x="1661142" y="127516"/>
                </a:lnTo>
                <a:lnTo>
                  <a:pt x="1661063" y="126633"/>
                </a:lnTo>
                <a:lnTo>
                  <a:pt x="1660992" y="125743"/>
                </a:lnTo>
                <a:lnTo>
                  <a:pt x="1660932" y="124847"/>
                </a:lnTo>
                <a:lnTo>
                  <a:pt x="1660880" y="123944"/>
                </a:lnTo>
                <a:lnTo>
                  <a:pt x="1660838" y="123035"/>
                </a:lnTo>
                <a:lnTo>
                  <a:pt x="1660805" y="122119"/>
                </a:lnTo>
                <a:lnTo>
                  <a:pt x="1660782" y="121196"/>
                </a:lnTo>
                <a:lnTo>
                  <a:pt x="1660768" y="120266"/>
                </a:lnTo>
                <a:lnTo>
                  <a:pt x="1660763" y="119330"/>
                </a:lnTo>
                <a:lnTo>
                  <a:pt x="1660768" y="118371"/>
                </a:lnTo>
                <a:lnTo>
                  <a:pt x="1660782" y="117419"/>
                </a:lnTo>
                <a:lnTo>
                  <a:pt x="1660805" y="116474"/>
                </a:lnTo>
                <a:lnTo>
                  <a:pt x="1660838" y="115536"/>
                </a:lnTo>
                <a:lnTo>
                  <a:pt x="1660880" y="114606"/>
                </a:lnTo>
                <a:lnTo>
                  <a:pt x="1660932" y="113683"/>
                </a:lnTo>
                <a:lnTo>
                  <a:pt x="1660992" y="112767"/>
                </a:lnTo>
                <a:lnTo>
                  <a:pt x="1661063" y="111858"/>
                </a:lnTo>
                <a:lnTo>
                  <a:pt x="1661142" y="110956"/>
                </a:lnTo>
                <a:lnTo>
                  <a:pt x="1661231" y="110061"/>
                </a:lnTo>
                <a:lnTo>
                  <a:pt x="1661329" y="109174"/>
                </a:lnTo>
                <a:lnTo>
                  <a:pt x="1661437" y="108293"/>
                </a:lnTo>
                <a:lnTo>
                  <a:pt x="1661554" y="107420"/>
                </a:lnTo>
                <a:lnTo>
                  <a:pt x="1661681" y="106554"/>
                </a:lnTo>
                <a:lnTo>
                  <a:pt x="1661816" y="105695"/>
                </a:lnTo>
                <a:lnTo>
                  <a:pt x="1661961" y="104844"/>
                </a:lnTo>
                <a:lnTo>
                  <a:pt x="1662116" y="103999"/>
                </a:lnTo>
                <a:lnTo>
                  <a:pt x="1662280" y="103162"/>
                </a:lnTo>
                <a:lnTo>
                  <a:pt x="1662453" y="102332"/>
                </a:lnTo>
                <a:lnTo>
                  <a:pt x="1662636" y="101509"/>
                </a:lnTo>
                <a:lnTo>
                  <a:pt x="1662828" y="100693"/>
                </a:lnTo>
                <a:lnTo>
                  <a:pt x="1663029" y="99884"/>
                </a:lnTo>
                <a:lnTo>
                  <a:pt x="1663240" y="99083"/>
                </a:lnTo>
                <a:lnTo>
                  <a:pt x="1663460" y="98289"/>
                </a:lnTo>
                <a:lnTo>
                  <a:pt x="1663691" y="97505"/>
                </a:lnTo>
                <a:lnTo>
                  <a:pt x="1663936" y="96734"/>
                </a:lnTo>
                <a:lnTo>
                  <a:pt x="1664194" y="95977"/>
                </a:lnTo>
                <a:lnTo>
                  <a:pt x="1664465" y="95233"/>
                </a:lnTo>
                <a:lnTo>
                  <a:pt x="1664750" y="94502"/>
                </a:lnTo>
                <a:lnTo>
                  <a:pt x="1665048" y="93785"/>
                </a:lnTo>
                <a:lnTo>
                  <a:pt x="1665359" y="93081"/>
                </a:lnTo>
                <a:lnTo>
                  <a:pt x="1665684" y="92391"/>
                </a:lnTo>
                <a:lnTo>
                  <a:pt x="1666022" y="91714"/>
                </a:lnTo>
                <a:lnTo>
                  <a:pt x="1666374" y="91050"/>
                </a:lnTo>
                <a:lnTo>
                  <a:pt x="1666739" y="90400"/>
                </a:lnTo>
                <a:lnTo>
                  <a:pt x="1667117" y="89763"/>
                </a:lnTo>
                <a:lnTo>
                  <a:pt x="1667508" y="89139"/>
                </a:lnTo>
                <a:lnTo>
                  <a:pt x="1667913" y="88529"/>
                </a:lnTo>
                <a:lnTo>
                  <a:pt x="1668331" y="87932"/>
                </a:lnTo>
                <a:lnTo>
                  <a:pt x="1668763" y="87349"/>
                </a:lnTo>
                <a:lnTo>
                  <a:pt x="1669208" y="86779"/>
                </a:lnTo>
                <a:lnTo>
                  <a:pt x="1669666" y="86222"/>
                </a:lnTo>
                <a:lnTo>
                  <a:pt x="1670137" y="85679"/>
                </a:lnTo>
                <a:lnTo>
                  <a:pt x="1670622" y="85149"/>
                </a:lnTo>
                <a:lnTo>
                  <a:pt x="1671120" y="84632"/>
                </a:lnTo>
                <a:lnTo>
                  <a:pt x="1671632" y="84129"/>
                </a:lnTo>
                <a:lnTo>
                  <a:pt x="1672157" y="83639"/>
                </a:lnTo>
                <a:lnTo>
                  <a:pt x="1672695" y="83163"/>
                </a:lnTo>
                <a:lnTo>
                  <a:pt x="1673249" y="82703"/>
                </a:lnTo>
                <a:lnTo>
                  <a:pt x="1673819" y="82262"/>
                </a:lnTo>
                <a:lnTo>
                  <a:pt x="1674407" y="81842"/>
                </a:lnTo>
                <a:lnTo>
                  <a:pt x="1675012" y="81440"/>
                </a:lnTo>
                <a:lnTo>
                  <a:pt x="1675633" y="81059"/>
                </a:lnTo>
                <a:lnTo>
                  <a:pt x="1676272" y="80696"/>
                </a:lnTo>
                <a:lnTo>
                  <a:pt x="1676928" y="80354"/>
                </a:lnTo>
                <a:lnTo>
                  <a:pt x="1677601" y="80031"/>
                </a:lnTo>
                <a:lnTo>
                  <a:pt x="1678292" y="79728"/>
                </a:lnTo>
                <a:lnTo>
                  <a:pt x="1678999" y="79444"/>
                </a:lnTo>
                <a:lnTo>
                  <a:pt x="1679723" y="79179"/>
                </a:lnTo>
                <a:lnTo>
                  <a:pt x="1680465" y="78935"/>
                </a:lnTo>
                <a:lnTo>
                  <a:pt x="1681223" y="78710"/>
                </a:lnTo>
                <a:lnTo>
                  <a:pt x="1681999" y="78504"/>
                </a:lnTo>
                <a:lnTo>
                  <a:pt x="1682791" y="78318"/>
                </a:lnTo>
                <a:lnTo>
                  <a:pt x="1683601" y="78152"/>
                </a:lnTo>
                <a:lnTo>
                  <a:pt x="1684428" y="78005"/>
                </a:lnTo>
                <a:lnTo>
                  <a:pt x="1685272" y="77878"/>
                </a:lnTo>
                <a:lnTo>
                  <a:pt x="1686133" y="77770"/>
                </a:lnTo>
                <a:lnTo>
                  <a:pt x="1687011" y="77682"/>
                </a:lnTo>
                <a:lnTo>
                  <a:pt x="1687906" y="77613"/>
                </a:lnTo>
                <a:lnTo>
                  <a:pt x="1688819" y="77565"/>
                </a:lnTo>
                <a:lnTo>
                  <a:pt x="1689748" y="77535"/>
                </a:lnTo>
                <a:lnTo>
                  <a:pt x="1690695" y="77525"/>
                </a:lnTo>
                <a:lnTo>
                  <a:pt x="1691663" y="77535"/>
                </a:lnTo>
                <a:lnTo>
                  <a:pt x="1692614" y="77565"/>
                </a:lnTo>
                <a:lnTo>
                  <a:pt x="1693548" y="77613"/>
                </a:lnTo>
                <a:lnTo>
                  <a:pt x="1694464" y="77682"/>
                </a:lnTo>
                <a:lnTo>
                  <a:pt x="1695363" y="77770"/>
                </a:lnTo>
                <a:lnTo>
                  <a:pt x="1696244" y="77878"/>
                </a:lnTo>
                <a:lnTo>
                  <a:pt x="1697107" y="78005"/>
                </a:lnTo>
                <a:lnTo>
                  <a:pt x="1697953" y="78152"/>
                </a:lnTo>
                <a:lnTo>
                  <a:pt x="1698781" y="78318"/>
                </a:lnTo>
                <a:lnTo>
                  <a:pt x="1699592" y="78504"/>
                </a:lnTo>
                <a:lnTo>
                  <a:pt x="1700385" y="78710"/>
                </a:lnTo>
                <a:lnTo>
                  <a:pt x="1701160" y="78935"/>
                </a:lnTo>
                <a:lnTo>
                  <a:pt x="1701919" y="79179"/>
                </a:lnTo>
                <a:lnTo>
                  <a:pt x="1702659" y="79444"/>
                </a:lnTo>
                <a:lnTo>
                  <a:pt x="1703382" y="79728"/>
                </a:lnTo>
                <a:lnTo>
                  <a:pt x="1704087" y="80031"/>
                </a:lnTo>
                <a:lnTo>
                  <a:pt x="1704775" y="80354"/>
                </a:lnTo>
                <a:lnTo>
                  <a:pt x="1705445" y="80696"/>
                </a:lnTo>
                <a:lnTo>
                  <a:pt x="1706098" y="81059"/>
                </a:lnTo>
                <a:lnTo>
                  <a:pt x="1706733" y="81440"/>
                </a:lnTo>
                <a:lnTo>
                  <a:pt x="1707351" y="81842"/>
                </a:lnTo>
                <a:lnTo>
                  <a:pt x="1707951" y="82262"/>
                </a:lnTo>
                <a:lnTo>
                  <a:pt x="1708533" y="82703"/>
                </a:lnTo>
                <a:lnTo>
                  <a:pt x="1709098" y="83163"/>
                </a:lnTo>
                <a:lnTo>
                  <a:pt x="1709648" y="83639"/>
                </a:lnTo>
                <a:lnTo>
                  <a:pt x="1710184" y="84129"/>
                </a:lnTo>
                <a:lnTo>
                  <a:pt x="1710706" y="84632"/>
                </a:lnTo>
                <a:lnTo>
                  <a:pt x="1711214" y="85149"/>
                </a:lnTo>
                <a:lnTo>
                  <a:pt x="1711710" y="85679"/>
                </a:lnTo>
                <a:lnTo>
                  <a:pt x="1712191" y="86222"/>
                </a:lnTo>
                <a:lnTo>
                  <a:pt x="1712659" y="86779"/>
                </a:lnTo>
                <a:lnTo>
                  <a:pt x="1713113" y="87349"/>
                </a:lnTo>
                <a:lnTo>
                  <a:pt x="1713554" y="87932"/>
                </a:lnTo>
                <a:lnTo>
                  <a:pt x="1713981" y="88529"/>
                </a:lnTo>
                <a:lnTo>
                  <a:pt x="1714395" y="89139"/>
                </a:lnTo>
                <a:lnTo>
                  <a:pt x="1714795" y="89763"/>
                </a:lnTo>
                <a:lnTo>
                  <a:pt x="1715181" y="90400"/>
                </a:lnTo>
                <a:lnTo>
                  <a:pt x="1715554" y="91050"/>
                </a:lnTo>
                <a:lnTo>
                  <a:pt x="1715913" y="91714"/>
                </a:lnTo>
                <a:lnTo>
                  <a:pt x="1716259" y="92391"/>
                </a:lnTo>
                <a:lnTo>
                  <a:pt x="1716591" y="93081"/>
                </a:lnTo>
                <a:lnTo>
                  <a:pt x="1716910" y="93785"/>
                </a:lnTo>
                <a:lnTo>
                  <a:pt x="1717215" y="94502"/>
                </a:lnTo>
                <a:lnTo>
                  <a:pt x="1717506" y="95233"/>
                </a:lnTo>
                <a:lnTo>
                  <a:pt x="1717784" y="95977"/>
                </a:lnTo>
                <a:lnTo>
                  <a:pt x="1718048" y="96734"/>
                </a:lnTo>
                <a:lnTo>
                  <a:pt x="1718299" y="97505"/>
                </a:lnTo>
                <a:lnTo>
                  <a:pt x="1718536" y="98289"/>
                </a:lnTo>
                <a:lnTo>
                  <a:pt x="1718762" y="99083"/>
                </a:lnTo>
                <a:lnTo>
                  <a:pt x="1718978" y="99884"/>
                </a:lnTo>
                <a:lnTo>
                  <a:pt x="1719184" y="100693"/>
                </a:lnTo>
                <a:lnTo>
                  <a:pt x="1719381" y="101509"/>
                </a:lnTo>
                <a:lnTo>
                  <a:pt x="1719568" y="102332"/>
                </a:lnTo>
                <a:lnTo>
                  <a:pt x="1719746" y="103162"/>
                </a:lnTo>
                <a:lnTo>
                  <a:pt x="1719913" y="103999"/>
                </a:lnTo>
                <a:lnTo>
                  <a:pt x="1720072" y="104844"/>
                </a:lnTo>
                <a:lnTo>
                  <a:pt x="1720221" y="105695"/>
                </a:lnTo>
                <a:lnTo>
                  <a:pt x="1720360" y="106554"/>
                </a:lnTo>
                <a:lnTo>
                  <a:pt x="1720489" y="107420"/>
                </a:lnTo>
                <a:lnTo>
                  <a:pt x="1720609" y="108293"/>
                </a:lnTo>
                <a:lnTo>
                  <a:pt x="1720720" y="109174"/>
                </a:lnTo>
                <a:lnTo>
                  <a:pt x="1720820" y="110061"/>
                </a:lnTo>
                <a:lnTo>
                  <a:pt x="1720912" y="110956"/>
                </a:lnTo>
                <a:lnTo>
                  <a:pt x="1720993" y="111858"/>
                </a:lnTo>
                <a:lnTo>
                  <a:pt x="1721065" y="112767"/>
                </a:lnTo>
                <a:lnTo>
                  <a:pt x="1721127" y="113683"/>
                </a:lnTo>
                <a:lnTo>
                  <a:pt x="1721180" y="114606"/>
                </a:lnTo>
                <a:lnTo>
                  <a:pt x="1721223" y="115536"/>
                </a:lnTo>
                <a:lnTo>
                  <a:pt x="1721257" y="116474"/>
                </a:lnTo>
                <a:lnTo>
                  <a:pt x="1721281" y="117419"/>
                </a:lnTo>
                <a:lnTo>
                  <a:pt x="1721295" y="118371"/>
                </a:lnTo>
                <a:lnTo>
                  <a:pt x="1721300" y="119330"/>
                </a:lnTo>
                <a:lnTo>
                  <a:pt x="1721295" y="120266"/>
                </a:lnTo>
                <a:lnTo>
                  <a:pt x="1721281" y="121196"/>
                </a:lnTo>
                <a:lnTo>
                  <a:pt x="1721257" y="122119"/>
                </a:lnTo>
                <a:lnTo>
                  <a:pt x="1721223" y="123035"/>
                </a:lnTo>
                <a:lnTo>
                  <a:pt x="1721180" y="123944"/>
                </a:lnTo>
                <a:lnTo>
                  <a:pt x="1721127" y="124847"/>
                </a:lnTo>
                <a:lnTo>
                  <a:pt x="1721065" y="125743"/>
                </a:lnTo>
                <a:lnTo>
                  <a:pt x="1720993" y="126633"/>
                </a:lnTo>
                <a:lnTo>
                  <a:pt x="1720912" y="127516"/>
                </a:lnTo>
                <a:lnTo>
                  <a:pt x="1720820" y="128392"/>
                </a:lnTo>
                <a:lnTo>
                  <a:pt x="1720720" y="129261"/>
                </a:lnTo>
                <a:lnTo>
                  <a:pt x="1720609" y="130124"/>
                </a:lnTo>
                <a:lnTo>
                  <a:pt x="1720489" y="130980"/>
                </a:lnTo>
                <a:lnTo>
                  <a:pt x="1720360" y="131829"/>
                </a:lnTo>
                <a:lnTo>
                  <a:pt x="1720221" y="132672"/>
                </a:lnTo>
                <a:lnTo>
                  <a:pt x="1720072" y="133508"/>
                </a:lnTo>
                <a:lnTo>
                  <a:pt x="1719913" y="134337"/>
                </a:lnTo>
                <a:lnTo>
                  <a:pt x="1719746" y="135159"/>
                </a:lnTo>
                <a:lnTo>
                  <a:pt x="1719568" y="135975"/>
                </a:lnTo>
                <a:lnTo>
                  <a:pt x="1719381" y="136784"/>
                </a:lnTo>
                <a:lnTo>
                  <a:pt x="1719184" y="137587"/>
                </a:lnTo>
                <a:lnTo>
                  <a:pt x="1718978" y="138383"/>
                </a:lnTo>
                <a:lnTo>
                  <a:pt x="1718762" y="139172"/>
                </a:lnTo>
                <a:lnTo>
                  <a:pt x="1718536" y="139954"/>
                </a:lnTo>
                <a:lnTo>
                  <a:pt x="1718299" y="140727"/>
                </a:lnTo>
                <a:lnTo>
                  <a:pt x="1718048" y="141486"/>
                </a:lnTo>
                <a:lnTo>
                  <a:pt x="1717784" y="142233"/>
                </a:lnTo>
                <a:lnTo>
                  <a:pt x="1717506" y="142966"/>
                </a:lnTo>
                <a:lnTo>
                  <a:pt x="1717215" y="143686"/>
                </a:lnTo>
                <a:lnTo>
                  <a:pt x="1716910" y="144393"/>
                </a:lnTo>
                <a:lnTo>
                  <a:pt x="1716591" y="145087"/>
                </a:lnTo>
                <a:lnTo>
                  <a:pt x="1716259" y="145767"/>
                </a:lnTo>
                <a:lnTo>
                  <a:pt x="1715913" y="146435"/>
                </a:lnTo>
                <a:lnTo>
                  <a:pt x="1715554" y="147089"/>
                </a:lnTo>
                <a:lnTo>
                  <a:pt x="1715181" y="147731"/>
                </a:lnTo>
                <a:lnTo>
                  <a:pt x="1714795" y="148359"/>
                </a:lnTo>
                <a:lnTo>
                  <a:pt x="1714395" y="148974"/>
                </a:lnTo>
                <a:lnTo>
                  <a:pt x="1713981" y="149576"/>
                </a:lnTo>
                <a:lnTo>
                  <a:pt x="1713554" y="150165"/>
                </a:lnTo>
                <a:lnTo>
                  <a:pt x="1713113" y="150741"/>
                </a:lnTo>
                <a:lnTo>
                  <a:pt x="1712659" y="151303"/>
                </a:lnTo>
                <a:lnTo>
                  <a:pt x="1712191" y="151853"/>
                </a:lnTo>
                <a:lnTo>
                  <a:pt x="1711710" y="152389"/>
                </a:lnTo>
                <a:lnTo>
                  <a:pt x="1711214" y="152912"/>
                </a:lnTo>
                <a:lnTo>
                  <a:pt x="1710706" y="153422"/>
                </a:lnTo>
                <a:lnTo>
                  <a:pt x="1710184" y="153919"/>
                </a:lnTo>
                <a:lnTo>
                  <a:pt x="1709648" y="154403"/>
                </a:lnTo>
                <a:lnTo>
                  <a:pt x="1709098" y="154874"/>
                </a:lnTo>
                <a:lnTo>
                  <a:pt x="1708533" y="155328"/>
                </a:lnTo>
                <a:lnTo>
                  <a:pt x="1707951" y="155763"/>
                </a:lnTo>
                <a:lnTo>
                  <a:pt x="1707351" y="156179"/>
                </a:lnTo>
                <a:lnTo>
                  <a:pt x="1706733" y="156576"/>
                </a:lnTo>
                <a:lnTo>
                  <a:pt x="1706098" y="156953"/>
                </a:lnTo>
                <a:lnTo>
                  <a:pt x="1705445" y="157311"/>
                </a:lnTo>
                <a:lnTo>
                  <a:pt x="1704775" y="157649"/>
                </a:lnTo>
                <a:lnTo>
                  <a:pt x="1704087" y="157968"/>
                </a:lnTo>
                <a:lnTo>
                  <a:pt x="1703382" y="158268"/>
                </a:lnTo>
                <a:lnTo>
                  <a:pt x="1702659" y="158548"/>
                </a:lnTo>
                <a:lnTo>
                  <a:pt x="1701919" y="158810"/>
                </a:lnTo>
                <a:lnTo>
                  <a:pt x="1701160" y="159051"/>
                </a:lnTo>
                <a:lnTo>
                  <a:pt x="1700385" y="159274"/>
                </a:lnTo>
                <a:lnTo>
                  <a:pt x="1699592" y="159477"/>
                </a:lnTo>
                <a:lnTo>
                  <a:pt x="1698781" y="159661"/>
                </a:lnTo>
                <a:lnTo>
                  <a:pt x="1697953" y="159825"/>
                </a:lnTo>
                <a:lnTo>
                  <a:pt x="1697107" y="159970"/>
                </a:lnTo>
                <a:lnTo>
                  <a:pt x="1696244" y="160096"/>
                </a:lnTo>
                <a:lnTo>
                  <a:pt x="1695363" y="160202"/>
                </a:lnTo>
                <a:lnTo>
                  <a:pt x="1694464" y="160289"/>
                </a:lnTo>
                <a:lnTo>
                  <a:pt x="1693548" y="160357"/>
                </a:lnTo>
                <a:lnTo>
                  <a:pt x="1692614" y="160405"/>
                </a:lnTo>
                <a:lnTo>
                  <a:pt x="1691663" y="160434"/>
                </a:lnTo>
                <a:lnTo>
                  <a:pt x="1690695" y="160444"/>
                </a:lnTo>
                <a:lnTo>
                  <a:pt x="1689748" y="160434"/>
                </a:lnTo>
                <a:lnTo>
                  <a:pt x="1688819" y="160405"/>
                </a:lnTo>
                <a:lnTo>
                  <a:pt x="1687906" y="160357"/>
                </a:lnTo>
                <a:lnTo>
                  <a:pt x="1687011" y="160289"/>
                </a:lnTo>
                <a:lnTo>
                  <a:pt x="1686133" y="160202"/>
                </a:lnTo>
                <a:close/>
                <a:moveTo>
                  <a:pt x="2019085" y="187456"/>
                </a:moveTo>
                <a:lnTo>
                  <a:pt x="2020493" y="187359"/>
                </a:lnTo>
                <a:lnTo>
                  <a:pt x="2021885" y="187243"/>
                </a:lnTo>
                <a:lnTo>
                  <a:pt x="2023262" y="187110"/>
                </a:lnTo>
                <a:lnTo>
                  <a:pt x="2024623" y="186958"/>
                </a:lnTo>
                <a:lnTo>
                  <a:pt x="2025968" y="186789"/>
                </a:lnTo>
                <a:lnTo>
                  <a:pt x="2027298" y="186603"/>
                </a:lnTo>
                <a:lnTo>
                  <a:pt x="2028612" y="186398"/>
                </a:lnTo>
                <a:lnTo>
                  <a:pt x="2029910" y="186176"/>
                </a:lnTo>
                <a:lnTo>
                  <a:pt x="2031193" y="185935"/>
                </a:lnTo>
                <a:lnTo>
                  <a:pt x="2032460" y="185678"/>
                </a:lnTo>
                <a:lnTo>
                  <a:pt x="2033711" y="185402"/>
                </a:lnTo>
                <a:lnTo>
                  <a:pt x="2034946" y="185108"/>
                </a:lnTo>
                <a:lnTo>
                  <a:pt x="2036166" y="184797"/>
                </a:lnTo>
                <a:lnTo>
                  <a:pt x="2037370" y="184468"/>
                </a:lnTo>
                <a:lnTo>
                  <a:pt x="2038559" y="184121"/>
                </a:lnTo>
                <a:lnTo>
                  <a:pt x="2039732" y="183756"/>
                </a:lnTo>
                <a:lnTo>
                  <a:pt x="2040889" y="183374"/>
                </a:lnTo>
                <a:lnTo>
                  <a:pt x="2042030" y="182973"/>
                </a:lnTo>
                <a:lnTo>
                  <a:pt x="2043156" y="182555"/>
                </a:lnTo>
                <a:lnTo>
                  <a:pt x="2044264" y="182119"/>
                </a:lnTo>
                <a:lnTo>
                  <a:pt x="2045353" y="181665"/>
                </a:lnTo>
                <a:lnTo>
                  <a:pt x="2046422" y="181192"/>
                </a:lnTo>
                <a:lnTo>
                  <a:pt x="2047471" y="180702"/>
                </a:lnTo>
                <a:lnTo>
                  <a:pt x="2048500" y="180192"/>
                </a:lnTo>
                <a:lnTo>
                  <a:pt x="2049510" y="179665"/>
                </a:lnTo>
                <a:lnTo>
                  <a:pt x="2050500" y="179119"/>
                </a:lnTo>
                <a:lnTo>
                  <a:pt x="2051471" y="178556"/>
                </a:lnTo>
                <a:lnTo>
                  <a:pt x="2052421" y="177973"/>
                </a:lnTo>
                <a:lnTo>
                  <a:pt x="2053352" y="177373"/>
                </a:lnTo>
                <a:lnTo>
                  <a:pt x="2054264" y="176754"/>
                </a:lnTo>
                <a:lnTo>
                  <a:pt x="2055156" y="176117"/>
                </a:lnTo>
                <a:lnTo>
                  <a:pt x="2056028" y="175462"/>
                </a:lnTo>
                <a:lnTo>
                  <a:pt x="2056880" y="174789"/>
                </a:lnTo>
                <a:lnTo>
                  <a:pt x="2057713" y="174097"/>
                </a:lnTo>
                <a:lnTo>
                  <a:pt x="2058526" y="173387"/>
                </a:lnTo>
                <a:lnTo>
                  <a:pt x="2059320" y="172659"/>
                </a:lnTo>
                <a:lnTo>
                  <a:pt x="2060094" y="171913"/>
                </a:lnTo>
                <a:lnTo>
                  <a:pt x="2060848" y="171148"/>
                </a:lnTo>
                <a:lnTo>
                  <a:pt x="2061583" y="170365"/>
                </a:lnTo>
                <a:lnTo>
                  <a:pt x="2062297" y="169564"/>
                </a:lnTo>
                <a:lnTo>
                  <a:pt x="2062993" y="168744"/>
                </a:lnTo>
                <a:lnTo>
                  <a:pt x="2063668" y="167906"/>
                </a:lnTo>
                <a:lnTo>
                  <a:pt x="2064324" y="167050"/>
                </a:lnTo>
                <a:lnTo>
                  <a:pt x="2064958" y="166176"/>
                </a:lnTo>
                <a:lnTo>
                  <a:pt x="2065567" y="165284"/>
                </a:lnTo>
                <a:lnTo>
                  <a:pt x="2066152" y="164374"/>
                </a:lnTo>
                <a:lnTo>
                  <a:pt x="2066712" y="163446"/>
                </a:lnTo>
                <a:lnTo>
                  <a:pt x="2067247" y="162499"/>
                </a:lnTo>
                <a:lnTo>
                  <a:pt x="2067758" y="161535"/>
                </a:lnTo>
                <a:lnTo>
                  <a:pt x="2068244" y="160553"/>
                </a:lnTo>
                <a:lnTo>
                  <a:pt x="2068706" y="159552"/>
                </a:lnTo>
                <a:lnTo>
                  <a:pt x="2069143" y="158534"/>
                </a:lnTo>
                <a:lnTo>
                  <a:pt x="2069556" y="157498"/>
                </a:lnTo>
                <a:lnTo>
                  <a:pt x="2069944" y="156443"/>
                </a:lnTo>
                <a:lnTo>
                  <a:pt x="2070307" y="155371"/>
                </a:lnTo>
                <a:lnTo>
                  <a:pt x="2070646" y="154281"/>
                </a:lnTo>
                <a:lnTo>
                  <a:pt x="2070960" y="153172"/>
                </a:lnTo>
                <a:lnTo>
                  <a:pt x="2071250" y="152046"/>
                </a:lnTo>
                <a:lnTo>
                  <a:pt x="2071515" y="150901"/>
                </a:lnTo>
                <a:lnTo>
                  <a:pt x="2071755" y="149739"/>
                </a:lnTo>
                <a:lnTo>
                  <a:pt x="2071971" y="148558"/>
                </a:lnTo>
                <a:lnTo>
                  <a:pt x="2072163" y="147359"/>
                </a:lnTo>
                <a:lnTo>
                  <a:pt x="2072329" y="146143"/>
                </a:lnTo>
                <a:lnTo>
                  <a:pt x="2072472" y="144908"/>
                </a:lnTo>
                <a:lnTo>
                  <a:pt x="2072589" y="143656"/>
                </a:lnTo>
                <a:lnTo>
                  <a:pt x="2072682" y="142385"/>
                </a:lnTo>
                <a:lnTo>
                  <a:pt x="2072751" y="141096"/>
                </a:lnTo>
                <a:lnTo>
                  <a:pt x="2037561" y="141096"/>
                </a:lnTo>
                <a:lnTo>
                  <a:pt x="2037538" y="141944"/>
                </a:lnTo>
                <a:lnTo>
                  <a:pt x="2037491" y="142774"/>
                </a:lnTo>
                <a:lnTo>
                  <a:pt x="2037420" y="143587"/>
                </a:lnTo>
                <a:lnTo>
                  <a:pt x="2037325" y="144382"/>
                </a:lnTo>
                <a:lnTo>
                  <a:pt x="2037206" y="145160"/>
                </a:lnTo>
                <a:lnTo>
                  <a:pt x="2037064" y="145919"/>
                </a:lnTo>
                <a:lnTo>
                  <a:pt x="2036897" y="146662"/>
                </a:lnTo>
                <a:lnTo>
                  <a:pt x="2036707" y="147386"/>
                </a:lnTo>
                <a:lnTo>
                  <a:pt x="2036493" y="148093"/>
                </a:lnTo>
                <a:lnTo>
                  <a:pt x="2036255" y="148783"/>
                </a:lnTo>
                <a:lnTo>
                  <a:pt x="2035993" y="149454"/>
                </a:lnTo>
                <a:lnTo>
                  <a:pt x="2035707" y="150109"/>
                </a:lnTo>
                <a:lnTo>
                  <a:pt x="2035397" y="150745"/>
                </a:lnTo>
                <a:lnTo>
                  <a:pt x="2035064" y="151364"/>
                </a:lnTo>
                <a:lnTo>
                  <a:pt x="2034706" y="151965"/>
                </a:lnTo>
                <a:lnTo>
                  <a:pt x="2034325" y="152549"/>
                </a:lnTo>
                <a:lnTo>
                  <a:pt x="2033920" y="153115"/>
                </a:lnTo>
                <a:lnTo>
                  <a:pt x="2033491" y="153664"/>
                </a:lnTo>
                <a:lnTo>
                  <a:pt x="2033038" y="154194"/>
                </a:lnTo>
                <a:lnTo>
                  <a:pt x="2032561" y="154708"/>
                </a:lnTo>
                <a:lnTo>
                  <a:pt x="2032060" y="155203"/>
                </a:lnTo>
                <a:lnTo>
                  <a:pt x="2031536" y="155681"/>
                </a:lnTo>
                <a:lnTo>
                  <a:pt x="2030987" y="156142"/>
                </a:lnTo>
                <a:lnTo>
                  <a:pt x="2030415" y="156584"/>
                </a:lnTo>
                <a:lnTo>
                  <a:pt x="2029823" y="157009"/>
                </a:lnTo>
                <a:lnTo>
                  <a:pt x="2029215" y="157416"/>
                </a:lnTo>
                <a:lnTo>
                  <a:pt x="2028591" y="157805"/>
                </a:lnTo>
                <a:lnTo>
                  <a:pt x="2027951" y="158176"/>
                </a:lnTo>
                <a:lnTo>
                  <a:pt x="2027295" y="158528"/>
                </a:lnTo>
                <a:lnTo>
                  <a:pt x="2026623" y="158863"/>
                </a:lnTo>
                <a:lnTo>
                  <a:pt x="2025935" y="159179"/>
                </a:lnTo>
                <a:lnTo>
                  <a:pt x="2025232" y="159478"/>
                </a:lnTo>
                <a:lnTo>
                  <a:pt x="2024512" y="159758"/>
                </a:lnTo>
                <a:lnTo>
                  <a:pt x="2023777" y="160020"/>
                </a:lnTo>
                <a:lnTo>
                  <a:pt x="2023025" y="160264"/>
                </a:lnTo>
                <a:lnTo>
                  <a:pt x="2022258" y="160490"/>
                </a:lnTo>
                <a:lnTo>
                  <a:pt x="2021475" y="160698"/>
                </a:lnTo>
                <a:lnTo>
                  <a:pt x="2020676" y="160888"/>
                </a:lnTo>
                <a:lnTo>
                  <a:pt x="2019861" y="161060"/>
                </a:lnTo>
                <a:lnTo>
                  <a:pt x="2019030" y="161213"/>
                </a:lnTo>
                <a:lnTo>
                  <a:pt x="2018183" y="161349"/>
                </a:lnTo>
                <a:lnTo>
                  <a:pt x="2017320" y="161467"/>
                </a:lnTo>
                <a:lnTo>
                  <a:pt x="2016441" y="161566"/>
                </a:lnTo>
                <a:lnTo>
                  <a:pt x="2015547" y="161647"/>
                </a:lnTo>
                <a:lnTo>
                  <a:pt x="2014636" y="161711"/>
                </a:lnTo>
                <a:lnTo>
                  <a:pt x="2013710" y="161756"/>
                </a:lnTo>
                <a:lnTo>
                  <a:pt x="2012767" y="161783"/>
                </a:lnTo>
                <a:lnTo>
                  <a:pt x="2011809" y="161792"/>
                </a:lnTo>
                <a:lnTo>
                  <a:pt x="2010884" y="161783"/>
                </a:lnTo>
                <a:lnTo>
                  <a:pt x="2009974" y="161757"/>
                </a:lnTo>
                <a:lnTo>
                  <a:pt x="2009079" y="161714"/>
                </a:lnTo>
                <a:lnTo>
                  <a:pt x="2008199" y="161652"/>
                </a:lnTo>
                <a:lnTo>
                  <a:pt x="2007333" y="161574"/>
                </a:lnTo>
                <a:lnTo>
                  <a:pt x="2006483" y="161478"/>
                </a:lnTo>
                <a:lnTo>
                  <a:pt x="2005648" y="161364"/>
                </a:lnTo>
                <a:lnTo>
                  <a:pt x="2004828" y="161233"/>
                </a:lnTo>
                <a:lnTo>
                  <a:pt x="2004023" y="161085"/>
                </a:lnTo>
                <a:lnTo>
                  <a:pt x="2003233" y="160919"/>
                </a:lnTo>
                <a:lnTo>
                  <a:pt x="2002457" y="160735"/>
                </a:lnTo>
                <a:lnTo>
                  <a:pt x="2001697" y="160534"/>
                </a:lnTo>
                <a:lnTo>
                  <a:pt x="2000952" y="160316"/>
                </a:lnTo>
                <a:lnTo>
                  <a:pt x="2000221" y="160080"/>
                </a:lnTo>
                <a:lnTo>
                  <a:pt x="1999506" y="159827"/>
                </a:lnTo>
                <a:lnTo>
                  <a:pt x="1998806" y="159556"/>
                </a:lnTo>
                <a:lnTo>
                  <a:pt x="1998120" y="159268"/>
                </a:lnTo>
                <a:lnTo>
                  <a:pt x="1997450" y="158962"/>
                </a:lnTo>
                <a:lnTo>
                  <a:pt x="1996795" y="158639"/>
                </a:lnTo>
                <a:lnTo>
                  <a:pt x="1996154" y="158299"/>
                </a:lnTo>
                <a:lnTo>
                  <a:pt x="1995529" y="157940"/>
                </a:lnTo>
                <a:lnTo>
                  <a:pt x="1994918" y="157565"/>
                </a:lnTo>
                <a:lnTo>
                  <a:pt x="1994323" y="157172"/>
                </a:lnTo>
                <a:lnTo>
                  <a:pt x="1993742" y="156761"/>
                </a:lnTo>
                <a:lnTo>
                  <a:pt x="1993176" y="156336"/>
                </a:lnTo>
                <a:lnTo>
                  <a:pt x="1992622" y="155900"/>
                </a:lnTo>
                <a:lnTo>
                  <a:pt x="1992081" y="155452"/>
                </a:lnTo>
                <a:lnTo>
                  <a:pt x="1991553" y="154993"/>
                </a:lnTo>
                <a:lnTo>
                  <a:pt x="1991038" y="154523"/>
                </a:lnTo>
                <a:lnTo>
                  <a:pt x="1990536" y="154041"/>
                </a:lnTo>
                <a:lnTo>
                  <a:pt x="1990047" y="153549"/>
                </a:lnTo>
                <a:lnTo>
                  <a:pt x="1989570" y="153045"/>
                </a:lnTo>
                <a:lnTo>
                  <a:pt x="1989106" y="152530"/>
                </a:lnTo>
                <a:lnTo>
                  <a:pt x="1988656" y="152003"/>
                </a:lnTo>
                <a:lnTo>
                  <a:pt x="1988218" y="151465"/>
                </a:lnTo>
                <a:lnTo>
                  <a:pt x="1987793" y="150916"/>
                </a:lnTo>
                <a:lnTo>
                  <a:pt x="1987381" y="150356"/>
                </a:lnTo>
                <a:lnTo>
                  <a:pt x="1986982" y="149785"/>
                </a:lnTo>
                <a:lnTo>
                  <a:pt x="1986595" y="149202"/>
                </a:lnTo>
                <a:lnTo>
                  <a:pt x="1986222" y="148608"/>
                </a:lnTo>
                <a:lnTo>
                  <a:pt x="1985861" y="148003"/>
                </a:lnTo>
                <a:lnTo>
                  <a:pt x="1985514" y="147386"/>
                </a:lnTo>
                <a:lnTo>
                  <a:pt x="1985179" y="146759"/>
                </a:lnTo>
                <a:lnTo>
                  <a:pt x="1984857" y="146120"/>
                </a:lnTo>
                <a:lnTo>
                  <a:pt x="1984548" y="145470"/>
                </a:lnTo>
                <a:lnTo>
                  <a:pt x="1984251" y="144808"/>
                </a:lnTo>
                <a:lnTo>
                  <a:pt x="1983968" y="144135"/>
                </a:lnTo>
                <a:lnTo>
                  <a:pt x="1983698" y="143451"/>
                </a:lnTo>
                <a:lnTo>
                  <a:pt x="1983439" y="142760"/>
                </a:lnTo>
                <a:lnTo>
                  <a:pt x="1983190" y="142064"/>
                </a:lnTo>
                <a:lnTo>
                  <a:pt x="1982951" y="141363"/>
                </a:lnTo>
                <a:lnTo>
                  <a:pt x="1982722" y="140659"/>
                </a:lnTo>
                <a:lnTo>
                  <a:pt x="1982503" y="139950"/>
                </a:lnTo>
                <a:lnTo>
                  <a:pt x="1982295" y="139236"/>
                </a:lnTo>
                <a:lnTo>
                  <a:pt x="1982096" y="138519"/>
                </a:lnTo>
                <a:lnTo>
                  <a:pt x="1981907" y="137797"/>
                </a:lnTo>
                <a:lnTo>
                  <a:pt x="1981729" y="137070"/>
                </a:lnTo>
                <a:lnTo>
                  <a:pt x="1981561" y="136340"/>
                </a:lnTo>
                <a:lnTo>
                  <a:pt x="1981402" y="135605"/>
                </a:lnTo>
                <a:lnTo>
                  <a:pt x="1981254" y="134866"/>
                </a:lnTo>
                <a:lnTo>
                  <a:pt x="1981116" y="134122"/>
                </a:lnTo>
                <a:lnTo>
                  <a:pt x="1980987" y="133374"/>
                </a:lnTo>
                <a:lnTo>
                  <a:pt x="1980869" y="132622"/>
                </a:lnTo>
                <a:lnTo>
                  <a:pt x="1980761" y="131866"/>
                </a:lnTo>
                <a:lnTo>
                  <a:pt x="1980663" y="131105"/>
                </a:lnTo>
                <a:lnTo>
                  <a:pt x="1980576" y="130340"/>
                </a:lnTo>
                <a:lnTo>
                  <a:pt x="1980498" y="129570"/>
                </a:lnTo>
                <a:lnTo>
                  <a:pt x="1980430" y="128797"/>
                </a:lnTo>
                <a:lnTo>
                  <a:pt x="1980372" y="128019"/>
                </a:lnTo>
                <a:lnTo>
                  <a:pt x="1980325" y="127236"/>
                </a:lnTo>
                <a:lnTo>
                  <a:pt x="1980287" y="126450"/>
                </a:lnTo>
                <a:lnTo>
                  <a:pt x="1980260" y="125659"/>
                </a:lnTo>
                <a:lnTo>
                  <a:pt x="2072616" y="125659"/>
                </a:lnTo>
                <a:lnTo>
                  <a:pt x="2072638" y="125531"/>
                </a:lnTo>
                <a:lnTo>
                  <a:pt x="2072660" y="125400"/>
                </a:lnTo>
                <a:lnTo>
                  <a:pt x="2072681" y="125263"/>
                </a:lnTo>
                <a:lnTo>
                  <a:pt x="2072702" y="125123"/>
                </a:lnTo>
                <a:lnTo>
                  <a:pt x="2072722" y="124977"/>
                </a:lnTo>
                <a:lnTo>
                  <a:pt x="2072742" y="124828"/>
                </a:lnTo>
                <a:lnTo>
                  <a:pt x="2072762" y="124674"/>
                </a:lnTo>
                <a:lnTo>
                  <a:pt x="2072781" y="124515"/>
                </a:lnTo>
                <a:lnTo>
                  <a:pt x="2072799" y="124352"/>
                </a:lnTo>
                <a:lnTo>
                  <a:pt x="2072817" y="124184"/>
                </a:lnTo>
                <a:lnTo>
                  <a:pt x="2072835" y="124012"/>
                </a:lnTo>
                <a:lnTo>
                  <a:pt x="2072852" y="123835"/>
                </a:lnTo>
                <a:lnTo>
                  <a:pt x="2072868" y="123654"/>
                </a:lnTo>
                <a:lnTo>
                  <a:pt x="2072885" y="123468"/>
                </a:lnTo>
                <a:lnTo>
                  <a:pt x="2072900" y="123278"/>
                </a:lnTo>
                <a:lnTo>
                  <a:pt x="2072915" y="123084"/>
                </a:lnTo>
                <a:lnTo>
                  <a:pt x="2072930" y="122885"/>
                </a:lnTo>
                <a:lnTo>
                  <a:pt x="2072944" y="122681"/>
                </a:lnTo>
                <a:lnTo>
                  <a:pt x="2072958" y="122473"/>
                </a:lnTo>
                <a:lnTo>
                  <a:pt x="2072972" y="122260"/>
                </a:lnTo>
                <a:lnTo>
                  <a:pt x="2072985" y="122043"/>
                </a:lnTo>
                <a:lnTo>
                  <a:pt x="2072997" y="121822"/>
                </a:lnTo>
                <a:lnTo>
                  <a:pt x="2073009" y="121596"/>
                </a:lnTo>
                <a:lnTo>
                  <a:pt x="2073020" y="121365"/>
                </a:lnTo>
                <a:lnTo>
                  <a:pt x="2073031" y="121134"/>
                </a:lnTo>
                <a:lnTo>
                  <a:pt x="2073042" y="120908"/>
                </a:lnTo>
                <a:lnTo>
                  <a:pt x="2073052" y="120685"/>
                </a:lnTo>
                <a:lnTo>
                  <a:pt x="2073062" y="120466"/>
                </a:lnTo>
                <a:lnTo>
                  <a:pt x="2073071" y="120252"/>
                </a:lnTo>
                <a:lnTo>
                  <a:pt x="2073079" y="120041"/>
                </a:lnTo>
                <a:lnTo>
                  <a:pt x="2073088" y="119834"/>
                </a:lnTo>
                <a:lnTo>
                  <a:pt x="2073095" y="119632"/>
                </a:lnTo>
                <a:lnTo>
                  <a:pt x="2073102" y="119433"/>
                </a:lnTo>
                <a:lnTo>
                  <a:pt x="2073109" y="119238"/>
                </a:lnTo>
                <a:lnTo>
                  <a:pt x="2073116" y="119048"/>
                </a:lnTo>
                <a:lnTo>
                  <a:pt x="2073121" y="118861"/>
                </a:lnTo>
                <a:lnTo>
                  <a:pt x="2073127" y="118679"/>
                </a:lnTo>
                <a:lnTo>
                  <a:pt x="2073132" y="118500"/>
                </a:lnTo>
                <a:lnTo>
                  <a:pt x="2073136" y="118326"/>
                </a:lnTo>
                <a:lnTo>
                  <a:pt x="2073140" y="118156"/>
                </a:lnTo>
                <a:lnTo>
                  <a:pt x="2073144" y="117989"/>
                </a:lnTo>
                <a:lnTo>
                  <a:pt x="2073147" y="117827"/>
                </a:lnTo>
                <a:lnTo>
                  <a:pt x="2073149" y="117668"/>
                </a:lnTo>
                <a:lnTo>
                  <a:pt x="2073151" y="117514"/>
                </a:lnTo>
                <a:lnTo>
                  <a:pt x="2073153" y="117364"/>
                </a:lnTo>
                <a:lnTo>
                  <a:pt x="2073154" y="117217"/>
                </a:lnTo>
                <a:lnTo>
                  <a:pt x="2073155" y="117075"/>
                </a:lnTo>
                <a:lnTo>
                  <a:pt x="2073155" y="116937"/>
                </a:lnTo>
                <a:lnTo>
                  <a:pt x="2073126" y="114282"/>
                </a:lnTo>
                <a:lnTo>
                  <a:pt x="2073037" y="111679"/>
                </a:lnTo>
                <a:lnTo>
                  <a:pt x="2072889" y="109127"/>
                </a:lnTo>
                <a:lnTo>
                  <a:pt x="2072681" y="106626"/>
                </a:lnTo>
                <a:lnTo>
                  <a:pt x="2072415" y="104177"/>
                </a:lnTo>
                <a:lnTo>
                  <a:pt x="2072089" y="101779"/>
                </a:lnTo>
                <a:lnTo>
                  <a:pt x="2071704" y="99432"/>
                </a:lnTo>
                <a:lnTo>
                  <a:pt x="2071260" y="97137"/>
                </a:lnTo>
                <a:lnTo>
                  <a:pt x="2070757" y="94893"/>
                </a:lnTo>
                <a:lnTo>
                  <a:pt x="2070194" y="92701"/>
                </a:lnTo>
                <a:lnTo>
                  <a:pt x="2069572" y="90559"/>
                </a:lnTo>
                <a:lnTo>
                  <a:pt x="2068891" y="88470"/>
                </a:lnTo>
                <a:lnTo>
                  <a:pt x="2068151" y="86431"/>
                </a:lnTo>
                <a:lnTo>
                  <a:pt x="2067352" y="84444"/>
                </a:lnTo>
                <a:lnTo>
                  <a:pt x="2066493" y="82508"/>
                </a:lnTo>
                <a:lnTo>
                  <a:pt x="2065575" y="80624"/>
                </a:lnTo>
                <a:lnTo>
                  <a:pt x="2064598" y="78790"/>
                </a:lnTo>
                <a:lnTo>
                  <a:pt x="2063561" y="77009"/>
                </a:lnTo>
                <a:lnTo>
                  <a:pt x="2062466" y="75278"/>
                </a:lnTo>
                <a:lnTo>
                  <a:pt x="2061311" y="73599"/>
                </a:lnTo>
                <a:lnTo>
                  <a:pt x="2060097" y="71972"/>
                </a:lnTo>
                <a:lnTo>
                  <a:pt x="2058824" y="70395"/>
                </a:lnTo>
                <a:lnTo>
                  <a:pt x="2057491" y="68870"/>
                </a:lnTo>
                <a:lnTo>
                  <a:pt x="2056100" y="67397"/>
                </a:lnTo>
                <a:lnTo>
                  <a:pt x="2054657" y="65979"/>
                </a:lnTo>
                <a:lnTo>
                  <a:pt x="2053171" y="64621"/>
                </a:lnTo>
                <a:lnTo>
                  <a:pt x="2051643" y="63324"/>
                </a:lnTo>
                <a:lnTo>
                  <a:pt x="2050072" y="62087"/>
                </a:lnTo>
                <a:lnTo>
                  <a:pt x="2048458" y="60911"/>
                </a:lnTo>
                <a:lnTo>
                  <a:pt x="2046801" y="59795"/>
                </a:lnTo>
                <a:lnTo>
                  <a:pt x="2045101" y="58739"/>
                </a:lnTo>
                <a:lnTo>
                  <a:pt x="2043358" y="57743"/>
                </a:lnTo>
                <a:lnTo>
                  <a:pt x="2041573" y="56808"/>
                </a:lnTo>
                <a:lnTo>
                  <a:pt x="2039745" y="55933"/>
                </a:lnTo>
                <a:lnTo>
                  <a:pt x="2037874" y="55119"/>
                </a:lnTo>
                <a:lnTo>
                  <a:pt x="2035960" y="54365"/>
                </a:lnTo>
                <a:lnTo>
                  <a:pt x="2034003" y="53671"/>
                </a:lnTo>
                <a:lnTo>
                  <a:pt x="2032003" y="53037"/>
                </a:lnTo>
                <a:lnTo>
                  <a:pt x="2029961" y="52464"/>
                </a:lnTo>
                <a:lnTo>
                  <a:pt x="2027876" y="51951"/>
                </a:lnTo>
                <a:lnTo>
                  <a:pt x="2025748" y="51499"/>
                </a:lnTo>
                <a:lnTo>
                  <a:pt x="2023577" y="51107"/>
                </a:lnTo>
                <a:lnTo>
                  <a:pt x="2021363" y="50775"/>
                </a:lnTo>
                <a:lnTo>
                  <a:pt x="2019106" y="50503"/>
                </a:lnTo>
                <a:lnTo>
                  <a:pt x="2016807" y="50292"/>
                </a:lnTo>
                <a:lnTo>
                  <a:pt x="2014465" y="50141"/>
                </a:lnTo>
                <a:lnTo>
                  <a:pt x="2012080" y="50051"/>
                </a:lnTo>
                <a:lnTo>
                  <a:pt x="2009652" y="50021"/>
                </a:lnTo>
                <a:lnTo>
                  <a:pt x="2007899" y="50035"/>
                </a:lnTo>
                <a:lnTo>
                  <a:pt x="2006170" y="50078"/>
                </a:lnTo>
                <a:lnTo>
                  <a:pt x="2004464" y="50150"/>
                </a:lnTo>
                <a:lnTo>
                  <a:pt x="2002781" y="50250"/>
                </a:lnTo>
                <a:lnTo>
                  <a:pt x="2001122" y="50379"/>
                </a:lnTo>
                <a:lnTo>
                  <a:pt x="1999485" y="50537"/>
                </a:lnTo>
                <a:lnTo>
                  <a:pt x="1997872" y="50723"/>
                </a:lnTo>
                <a:lnTo>
                  <a:pt x="1996281" y="50938"/>
                </a:lnTo>
                <a:lnTo>
                  <a:pt x="1994714" y="51181"/>
                </a:lnTo>
                <a:lnTo>
                  <a:pt x="1993171" y="51454"/>
                </a:lnTo>
                <a:lnTo>
                  <a:pt x="1991650" y="51755"/>
                </a:lnTo>
                <a:lnTo>
                  <a:pt x="1990152" y="52084"/>
                </a:lnTo>
                <a:lnTo>
                  <a:pt x="1988678" y="52442"/>
                </a:lnTo>
                <a:lnTo>
                  <a:pt x="1987227" y="52829"/>
                </a:lnTo>
                <a:lnTo>
                  <a:pt x="1985799" y="53245"/>
                </a:lnTo>
                <a:lnTo>
                  <a:pt x="1984394" y="53689"/>
                </a:lnTo>
                <a:lnTo>
                  <a:pt x="1983013" y="54162"/>
                </a:lnTo>
                <a:lnTo>
                  <a:pt x="1981654" y="54664"/>
                </a:lnTo>
                <a:lnTo>
                  <a:pt x="1980319" y="55194"/>
                </a:lnTo>
                <a:lnTo>
                  <a:pt x="1979007" y="55753"/>
                </a:lnTo>
                <a:lnTo>
                  <a:pt x="1977718" y="56340"/>
                </a:lnTo>
                <a:lnTo>
                  <a:pt x="1976452" y="56956"/>
                </a:lnTo>
                <a:lnTo>
                  <a:pt x="1975209" y="57601"/>
                </a:lnTo>
                <a:lnTo>
                  <a:pt x="1973990" y="58275"/>
                </a:lnTo>
                <a:lnTo>
                  <a:pt x="1972794" y="58975"/>
                </a:lnTo>
                <a:lnTo>
                  <a:pt x="1971623" y="59699"/>
                </a:lnTo>
                <a:lnTo>
                  <a:pt x="1970476" y="60448"/>
                </a:lnTo>
                <a:lnTo>
                  <a:pt x="1969354" y="61221"/>
                </a:lnTo>
                <a:lnTo>
                  <a:pt x="1968255" y="62019"/>
                </a:lnTo>
                <a:lnTo>
                  <a:pt x="1967181" y="62841"/>
                </a:lnTo>
                <a:lnTo>
                  <a:pt x="1966132" y="63687"/>
                </a:lnTo>
                <a:lnTo>
                  <a:pt x="1965106" y="64558"/>
                </a:lnTo>
                <a:lnTo>
                  <a:pt x="1964106" y="65453"/>
                </a:lnTo>
                <a:lnTo>
                  <a:pt x="1963129" y="66373"/>
                </a:lnTo>
                <a:lnTo>
                  <a:pt x="1962177" y="67317"/>
                </a:lnTo>
                <a:lnTo>
                  <a:pt x="1961249" y="68286"/>
                </a:lnTo>
                <a:lnTo>
                  <a:pt x="1960345" y="69278"/>
                </a:lnTo>
                <a:lnTo>
                  <a:pt x="1959466" y="70296"/>
                </a:lnTo>
                <a:lnTo>
                  <a:pt x="1958611" y="71337"/>
                </a:lnTo>
                <a:lnTo>
                  <a:pt x="1957781" y="72403"/>
                </a:lnTo>
                <a:lnTo>
                  <a:pt x="1956975" y="73494"/>
                </a:lnTo>
                <a:lnTo>
                  <a:pt x="1956193" y="74609"/>
                </a:lnTo>
                <a:lnTo>
                  <a:pt x="1955435" y="75748"/>
                </a:lnTo>
                <a:lnTo>
                  <a:pt x="1954702" y="76912"/>
                </a:lnTo>
                <a:lnTo>
                  <a:pt x="1953994" y="78100"/>
                </a:lnTo>
                <a:lnTo>
                  <a:pt x="1953309" y="79312"/>
                </a:lnTo>
                <a:lnTo>
                  <a:pt x="1952649" y="80549"/>
                </a:lnTo>
                <a:lnTo>
                  <a:pt x="1952013" y="81810"/>
                </a:lnTo>
                <a:lnTo>
                  <a:pt x="1951403" y="83094"/>
                </a:lnTo>
                <a:lnTo>
                  <a:pt x="1950818" y="84397"/>
                </a:lnTo>
                <a:lnTo>
                  <a:pt x="1950260" y="85721"/>
                </a:lnTo>
                <a:lnTo>
                  <a:pt x="1949727" y="87066"/>
                </a:lnTo>
                <a:lnTo>
                  <a:pt x="1949220" y="88431"/>
                </a:lnTo>
                <a:lnTo>
                  <a:pt x="1948740" y="89816"/>
                </a:lnTo>
                <a:lnTo>
                  <a:pt x="1948285" y="91222"/>
                </a:lnTo>
                <a:lnTo>
                  <a:pt x="1947856" y="92648"/>
                </a:lnTo>
                <a:lnTo>
                  <a:pt x="1947453" y="94094"/>
                </a:lnTo>
                <a:lnTo>
                  <a:pt x="1947077" y="95561"/>
                </a:lnTo>
                <a:lnTo>
                  <a:pt x="1946726" y="97048"/>
                </a:lnTo>
                <a:lnTo>
                  <a:pt x="1946401" y="98555"/>
                </a:lnTo>
                <a:lnTo>
                  <a:pt x="1946102" y="100083"/>
                </a:lnTo>
                <a:lnTo>
                  <a:pt x="1945830" y="101631"/>
                </a:lnTo>
                <a:lnTo>
                  <a:pt x="1945583" y="103200"/>
                </a:lnTo>
                <a:lnTo>
                  <a:pt x="1945362" y="104789"/>
                </a:lnTo>
                <a:lnTo>
                  <a:pt x="1945167" y="106398"/>
                </a:lnTo>
                <a:lnTo>
                  <a:pt x="1944998" y="108028"/>
                </a:lnTo>
                <a:lnTo>
                  <a:pt x="1944855" y="109678"/>
                </a:lnTo>
                <a:lnTo>
                  <a:pt x="1944738" y="111349"/>
                </a:lnTo>
                <a:lnTo>
                  <a:pt x="1944647" y="113040"/>
                </a:lnTo>
                <a:lnTo>
                  <a:pt x="1944582" y="114751"/>
                </a:lnTo>
                <a:lnTo>
                  <a:pt x="1944543" y="116483"/>
                </a:lnTo>
                <a:lnTo>
                  <a:pt x="1944530" y="118235"/>
                </a:lnTo>
                <a:lnTo>
                  <a:pt x="1944544" y="120043"/>
                </a:lnTo>
                <a:lnTo>
                  <a:pt x="1944584" y="121829"/>
                </a:lnTo>
                <a:lnTo>
                  <a:pt x="1944651" y="123594"/>
                </a:lnTo>
                <a:lnTo>
                  <a:pt x="1944744" y="125337"/>
                </a:lnTo>
                <a:lnTo>
                  <a:pt x="1944864" y="127058"/>
                </a:lnTo>
                <a:lnTo>
                  <a:pt x="1945011" y="128757"/>
                </a:lnTo>
                <a:lnTo>
                  <a:pt x="1945184" y="130435"/>
                </a:lnTo>
                <a:lnTo>
                  <a:pt x="1945384" y="132090"/>
                </a:lnTo>
                <a:lnTo>
                  <a:pt x="1945611" y="133724"/>
                </a:lnTo>
                <a:lnTo>
                  <a:pt x="1945865" y="135337"/>
                </a:lnTo>
                <a:lnTo>
                  <a:pt x="1946145" y="136927"/>
                </a:lnTo>
                <a:lnTo>
                  <a:pt x="1946452" y="138496"/>
                </a:lnTo>
                <a:lnTo>
                  <a:pt x="1946785" y="140042"/>
                </a:lnTo>
                <a:lnTo>
                  <a:pt x="1947146" y="141567"/>
                </a:lnTo>
                <a:lnTo>
                  <a:pt x="1947532" y="143071"/>
                </a:lnTo>
                <a:lnTo>
                  <a:pt x="1947946" y="144552"/>
                </a:lnTo>
                <a:lnTo>
                  <a:pt x="1948386" y="146012"/>
                </a:lnTo>
                <a:lnTo>
                  <a:pt x="1948853" y="147450"/>
                </a:lnTo>
                <a:lnTo>
                  <a:pt x="1949347" y="148866"/>
                </a:lnTo>
                <a:lnTo>
                  <a:pt x="1949867" y="150260"/>
                </a:lnTo>
                <a:lnTo>
                  <a:pt x="1950414" y="151633"/>
                </a:lnTo>
                <a:lnTo>
                  <a:pt x="1950988" y="152983"/>
                </a:lnTo>
                <a:lnTo>
                  <a:pt x="1951588" y="154312"/>
                </a:lnTo>
                <a:lnTo>
                  <a:pt x="1952216" y="155620"/>
                </a:lnTo>
                <a:lnTo>
                  <a:pt x="1952869" y="156903"/>
                </a:lnTo>
                <a:lnTo>
                  <a:pt x="1953547" y="158161"/>
                </a:lnTo>
                <a:lnTo>
                  <a:pt x="1954251" y="159393"/>
                </a:lnTo>
                <a:lnTo>
                  <a:pt x="1954980" y="160601"/>
                </a:lnTo>
                <a:lnTo>
                  <a:pt x="1955734" y="161783"/>
                </a:lnTo>
                <a:lnTo>
                  <a:pt x="1956513" y="162939"/>
                </a:lnTo>
                <a:lnTo>
                  <a:pt x="1957318" y="164070"/>
                </a:lnTo>
                <a:lnTo>
                  <a:pt x="1958148" y="165176"/>
                </a:lnTo>
                <a:lnTo>
                  <a:pt x="1959003" y="166257"/>
                </a:lnTo>
                <a:lnTo>
                  <a:pt x="1959884" y="167312"/>
                </a:lnTo>
                <a:lnTo>
                  <a:pt x="1960790" y="168342"/>
                </a:lnTo>
                <a:lnTo>
                  <a:pt x="1961721" y="169347"/>
                </a:lnTo>
                <a:lnTo>
                  <a:pt x="1962677" y="170326"/>
                </a:lnTo>
                <a:lnTo>
                  <a:pt x="1963659" y="171280"/>
                </a:lnTo>
                <a:lnTo>
                  <a:pt x="1964666" y="172208"/>
                </a:lnTo>
                <a:lnTo>
                  <a:pt x="1965698" y="173111"/>
                </a:lnTo>
                <a:lnTo>
                  <a:pt x="1966756" y="173989"/>
                </a:lnTo>
                <a:lnTo>
                  <a:pt x="1967839" y="174842"/>
                </a:lnTo>
                <a:lnTo>
                  <a:pt x="1968947" y="175669"/>
                </a:lnTo>
                <a:lnTo>
                  <a:pt x="1970080" y="176471"/>
                </a:lnTo>
                <a:lnTo>
                  <a:pt x="1971239" y="177247"/>
                </a:lnTo>
                <a:lnTo>
                  <a:pt x="1972423" y="177999"/>
                </a:lnTo>
                <a:lnTo>
                  <a:pt x="1973632" y="178724"/>
                </a:lnTo>
                <a:lnTo>
                  <a:pt x="1974866" y="179425"/>
                </a:lnTo>
                <a:lnTo>
                  <a:pt x="1976126" y="180098"/>
                </a:lnTo>
                <a:lnTo>
                  <a:pt x="1977409" y="180743"/>
                </a:lnTo>
                <a:lnTo>
                  <a:pt x="1978717" y="181359"/>
                </a:lnTo>
                <a:lnTo>
                  <a:pt x="1980050" y="181947"/>
                </a:lnTo>
                <a:lnTo>
                  <a:pt x="1981406" y="182506"/>
                </a:lnTo>
                <a:lnTo>
                  <a:pt x="1982788" y="183036"/>
                </a:lnTo>
                <a:lnTo>
                  <a:pt x="1984193" y="183538"/>
                </a:lnTo>
                <a:lnTo>
                  <a:pt x="1985623" y="184010"/>
                </a:lnTo>
                <a:lnTo>
                  <a:pt x="1987077" y="184455"/>
                </a:lnTo>
                <a:lnTo>
                  <a:pt x="1988555" y="184870"/>
                </a:lnTo>
                <a:lnTo>
                  <a:pt x="1990058" y="185257"/>
                </a:lnTo>
                <a:lnTo>
                  <a:pt x="1991585" y="185615"/>
                </a:lnTo>
                <a:lnTo>
                  <a:pt x="1993136" y="185945"/>
                </a:lnTo>
                <a:lnTo>
                  <a:pt x="1994712" y="186246"/>
                </a:lnTo>
                <a:lnTo>
                  <a:pt x="1996312" y="186518"/>
                </a:lnTo>
                <a:lnTo>
                  <a:pt x="1997937" y="186762"/>
                </a:lnTo>
                <a:lnTo>
                  <a:pt x="1999586" y="186977"/>
                </a:lnTo>
                <a:lnTo>
                  <a:pt x="2001259" y="187163"/>
                </a:lnTo>
                <a:lnTo>
                  <a:pt x="2002956" y="187321"/>
                </a:lnTo>
                <a:lnTo>
                  <a:pt x="2004678" y="187450"/>
                </a:lnTo>
                <a:lnTo>
                  <a:pt x="2006424" y="187550"/>
                </a:lnTo>
                <a:lnTo>
                  <a:pt x="2008195" y="187622"/>
                </a:lnTo>
                <a:lnTo>
                  <a:pt x="2009990" y="187665"/>
                </a:lnTo>
                <a:lnTo>
                  <a:pt x="2011809" y="187679"/>
                </a:lnTo>
                <a:lnTo>
                  <a:pt x="2013295" y="187670"/>
                </a:lnTo>
                <a:lnTo>
                  <a:pt x="2014766" y="187643"/>
                </a:lnTo>
                <a:lnTo>
                  <a:pt x="2016221" y="187599"/>
                </a:lnTo>
                <a:lnTo>
                  <a:pt x="2017661" y="187537"/>
                </a:lnTo>
                <a:lnTo>
                  <a:pt x="2019085" y="187456"/>
                </a:lnTo>
                <a:close/>
                <a:moveTo>
                  <a:pt x="1981308" y="97564"/>
                </a:moveTo>
                <a:lnTo>
                  <a:pt x="1981511" y="96544"/>
                </a:lnTo>
                <a:lnTo>
                  <a:pt x="1981738" y="95546"/>
                </a:lnTo>
                <a:lnTo>
                  <a:pt x="1981990" y="94570"/>
                </a:lnTo>
                <a:lnTo>
                  <a:pt x="1982266" y="93618"/>
                </a:lnTo>
                <a:lnTo>
                  <a:pt x="1982567" y="92687"/>
                </a:lnTo>
                <a:lnTo>
                  <a:pt x="1982893" y="91780"/>
                </a:lnTo>
                <a:lnTo>
                  <a:pt x="1983243" y="90895"/>
                </a:lnTo>
                <a:lnTo>
                  <a:pt x="1983617" y="90033"/>
                </a:lnTo>
                <a:lnTo>
                  <a:pt x="1984016" y="89194"/>
                </a:lnTo>
                <a:lnTo>
                  <a:pt x="1984440" y="88377"/>
                </a:lnTo>
                <a:lnTo>
                  <a:pt x="1984889" y="87583"/>
                </a:lnTo>
                <a:lnTo>
                  <a:pt x="1985362" y="86812"/>
                </a:lnTo>
                <a:lnTo>
                  <a:pt x="1985859" y="86063"/>
                </a:lnTo>
                <a:lnTo>
                  <a:pt x="1986381" y="85337"/>
                </a:lnTo>
                <a:lnTo>
                  <a:pt x="1986928" y="84633"/>
                </a:lnTo>
                <a:lnTo>
                  <a:pt x="1987499" y="83953"/>
                </a:lnTo>
                <a:lnTo>
                  <a:pt x="1988095" y="83295"/>
                </a:lnTo>
                <a:lnTo>
                  <a:pt x="1988715" y="82659"/>
                </a:lnTo>
                <a:lnTo>
                  <a:pt x="1989360" y="82046"/>
                </a:lnTo>
                <a:lnTo>
                  <a:pt x="1990025" y="81457"/>
                </a:lnTo>
                <a:lnTo>
                  <a:pt x="1990706" y="80894"/>
                </a:lnTo>
                <a:lnTo>
                  <a:pt x="1991403" y="80355"/>
                </a:lnTo>
                <a:lnTo>
                  <a:pt x="1992115" y="79841"/>
                </a:lnTo>
                <a:lnTo>
                  <a:pt x="1992843" y="79352"/>
                </a:lnTo>
                <a:lnTo>
                  <a:pt x="1993586" y="78889"/>
                </a:lnTo>
                <a:lnTo>
                  <a:pt x="1994346" y="78450"/>
                </a:lnTo>
                <a:lnTo>
                  <a:pt x="1995120" y="78037"/>
                </a:lnTo>
                <a:lnTo>
                  <a:pt x="1995911" y="77648"/>
                </a:lnTo>
                <a:lnTo>
                  <a:pt x="1996717" y="77285"/>
                </a:lnTo>
                <a:lnTo>
                  <a:pt x="1997539" y="76946"/>
                </a:lnTo>
                <a:lnTo>
                  <a:pt x="1998377" y="76633"/>
                </a:lnTo>
                <a:lnTo>
                  <a:pt x="1999230" y="76345"/>
                </a:lnTo>
                <a:lnTo>
                  <a:pt x="2000099" y="76082"/>
                </a:lnTo>
                <a:lnTo>
                  <a:pt x="2000984" y="75844"/>
                </a:lnTo>
                <a:lnTo>
                  <a:pt x="2001884" y="75631"/>
                </a:lnTo>
                <a:lnTo>
                  <a:pt x="2002800" y="75443"/>
                </a:lnTo>
                <a:lnTo>
                  <a:pt x="2003732" y="75280"/>
                </a:lnTo>
                <a:lnTo>
                  <a:pt x="2004679" y="75142"/>
                </a:lnTo>
                <a:lnTo>
                  <a:pt x="2005643" y="75029"/>
                </a:lnTo>
                <a:lnTo>
                  <a:pt x="2006621" y="74942"/>
                </a:lnTo>
                <a:lnTo>
                  <a:pt x="2007616" y="74879"/>
                </a:lnTo>
                <a:lnTo>
                  <a:pt x="2008626" y="74841"/>
                </a:lnTo>
                <a:lnTo>
                  <a:pt x="2009652" y="74829"/>
                </a:lnTo>
                <a:lnTo>
                  <a:pt x="2010655" y="74841"/>
                </a:lnTo>
                <a:lnTo>
                  <a:pt x="2011644" y="74878"/>
                </a:lnTo>
                <a:lnTo>
                  <a:pt x="2012617" y="74938"/>
                </a:lnTo>
                <a:lnTo>
                  <a:pt x="2013575" y="75024"/>
                </a:lnTo>
                <a:lnTo>
                  <a:pt x="2014518" y="75133"/>
                </a:lnTo>
                <a:lnTo>
                  <a:pt x="2015445" y="75267"/>
                </a:lnTo>
                <a:lnTo>
                  <a:pt x="2016357" y="75425"/>
                </a:lnTo>
                <a:lnTo>
                  <a:pt x="2017254" y="75608"/>
                </a:lnTo>
                <a:lnTo>
                  <a:pt x="2018136" y="75815"/>
                </a:lnTo>
                <a:lnTo>
                  <a:pt x="2019003" y="76046"/>
                </a:lnTo>
                <a:lnTo>
                  <a:pt x="2019854" y="76302"/>
                </a:lnTo>
                <a:lnTo>
                  <a:pt x="2020691" y="76582"/>
                </a:lnTo>
                <a:lnTo>
                  <a:pt x="2021512" y="76886"/>
                </a:lnTo>
                <a:lnTo>
                  <a:pt x="2022318" y="77215"/>
                </a:lnTo>
                <a:lnTo>
                  <a:pt x="2023108" y="77568"/>
                </a:lnTo>
                <a:lnTo>
                  <a:pt x="2023883" y="77945"/>
                </a:lnTo>
                <a:lnTo>
                  <a:pt x="2024644" y="78347"/>
                </a:lnTo>
                <a:lnTo>
                  <a:pt x="2025389" y="78773"/>
                </a:lnTo>
                <a:lnTo>
                  <a:pt x="2026118" y="79223"/>
                </a:lnTo>
                <a:lnTo>
                  <a:pt x="2026833" y="79698"/>
                </a:lnTo>
                <a:lnTo>
                  <a:pt x="2027532" y="80197"/>
                </a:lnTo>
                <a:lnTo>
                  <a:pt x="2028216" y="80720"/>
                </a:lnTo>
                <a:lnTo>
                  <a:pt x="2028885" y="81268"/>
                </a:lnTo>
                <a:lnTo>
                  <a:pt x="2029539" y="81840"/>
                </a:lnTo>
                <a:lnTo>
                  <a:pt x="2030172" y="82436"/>
                </a:lnTo>
                <a:lnTo>
                  <a:pt x="2030780" y="83058"/>
                </a:lnTo>
                <a:lnTo>
                  <a:pt x="2031362" y="83704"/>
                </a:lnTo>
                <a:lnTo>
                  <a:pt x="2031919" y="84375"/>
                </a:lnTo>
                <a:lnTo>
                  <a:pt x="2032450" y="85071"/>
                </a:lnTo>
                <a:lnTo>
                  <a:pt x="2032956" y="85792"/>
                </a:lnTo>
                <a:lnTo>
                  <a:pt x="2033436" y="86537"/>
                </a:lnTo>
                <a:lnTo>
                  <a:pt x="2033891" y="87308"/>
                </a:lnTo>
                <a:lnTo>
                  <a:pt x="2034320" y="88103"/>
                </a:lnTo>
                <a:lnTo>
                  <a:pt x="2034723" y="88923"/>
                </a:lnTo>
                <a:lnTo>
                  <a:pt x="2035102" y="89768"/>
                </a:lnTo>
                <a:lnTo>
                  <a:pt x="2035454" y="90637"/>
                </a:lnTo>
                <a:lnTo>
                  <a:pt x="2035781" y="91532"/>
                </a:lnTo>
                <a:lnTo>
                  <a:pt x="2036083" y="92451"/>
                </a:lnTo>
                <a:lnTo>
                  <a:pt x="2036359" y="93395"/>
                </a:lnTo>
                <a:lnTo>
                  <a:pt x="2036610" y="94364"/>
                </a:lnTo>
                <a:lnTo>
                  <a:pt x="2036835" y="95357"/>
                </a:lnTo>
                <a:lnTo>
                  <a:pt x="2037034" y="96376"/>
                </a:lnTo>
                <a:lnTo>
                  <a:pt x="2037208" y="97419"/>
                </a:lnTo>
                <a:lnTo>
                  <a:pt x="2037357" y="98487"/>
                </a:lnTo>
                <a:lnTo>
                  <a:pt x="2037480" y="99580"/>
                </a:lnTo>
                <a:lnTo>
                  <a:pt x="2037577" y="100698"/>
                </a:lnTo>
                <a:lnTo>
                  <a:pt x="2037649" y="101840"/>
                </a:lnTo>
                <a:lnTo>
                  <a:pt x="2037696" y="103008"/>
                </a:lnTo>
                <a:lnTo>
                  <a:pt x="1980664" y="103008"/>
                </a:lnTo>
                <a:lnTo>
                  <a:pt x="1980744" y="101874"/>
                </a:lnTo>
                <a:lnTo>
                  <a:pt x="1980848" y="100762"/>
                </a:lnTo>
                <a:lnTo>
                  <a:pt x="1980977" y="99674"/>
                </a:lnTo>
                <a:lnTo>
                  <a:pt x="1981130" y="98608"/>
                </a:lnTo>
                <a:lnTo>
                  <a:pt x="1981308" y="975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IntegrityModules">
            <a:extLst xmlns:a="http://schemas.openxmlformats.org/drawingml/2006/main">
              <a:ext uri="{FF2B5EF4-FFF2-40B4-BE49-F238E27FC236}">
                <a16:creationId xmlns:a16="http://schemas.microsoft.com/office/drawing/2014/main" id="{0516499C-BDB0-4E2A-BD49-8593C136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875" y="3784388"/>
            <a:ext cx="2142634" cy="236082"/>
          </a:xfrm>
          <a:custGeom xmlns:a="http://schemas.openxmlformats.org/drawingml/2006/main">
            <a:pathLst>
              <a:path w="2142634" h="236082">
                <a:moveTo>
                  <a:pt x="580248" y="64514"/>
                </a:moveTo>
                <a:lnTo>
                  <a:pt x="580843" y="64178"/>
                </a:lnTo>
                <a:lnTo>
                  <a:pt x="581454" y="63862"/>
                </a:lnTo>
                <a:lnTo>
                  <a:pt x="582079" y="63567"/>
                </a:lnTo>
                <a:lnTo>
                  <a:pt x="582720" y="63292"/>
                </a:lnTo>
                <a:lnTo>
                  <a:pt x="583377" y="63037"/>
                </a:lnTo>
                <a:lnTo>
                  <a:pt x="584048" y="62803"/>
                </a:lnTo>
                <a:lnTo>
                  <a:pt x="584735" y="62589"/>
                </a:lnTo>
                <a:lnTo>
                  <a:pt x="585437" y="62396"/>
                </a:lnTo>
                <a:lnTo>
                  <a:pt x="586154" y="62223"/>
                </a:lnTo>
                <a:lnTo>
                  <a:pt x="586882" y="62063"/>
                </a:lnTo>
                <a:lnTo>
                  <a:pt x="587616" y="61910"/>
                </a:lnTo>
                <a:lnTo>
                  <a:pt x="588356" y="61764"/>
                </a:lnTo>
                <a:lnTo>
                  <a:pt x="589103" y="61625"/>
                </a:lnTo>
                <a:lnTo>
                  <a:pt x="589856" y="61493"/>
                </a:lnTo>
                <a:lnTo>
                  <a:pt x="590616" y="61367"/>
                </a:lnTo>
                <a:lnTo>
                  <a:pt x="591381" y="61248"/>
                </a:lnTo>
                <a:lnTo>
                  <a:pt x="592153" y="61136"/>
                </a:lnTo>
                <a:lnTo>
                  <a:pt x="592932" y="61031"/>
                </a:lnTo>
                <a:lnTo>
                  <a:pt x="593717" y="60933"/>
                </a:lnTo>
                <a:lnTo>
                  <a:pt x="594508" y="60841"/>
                </a:lnTo>
                <a:lnTo>
                  <a:pt x="595305" y="60756"/>
                </a:lnTo>
                <a:lnTo>
                  <a:pt x="596109" y="60678"/>
                </a:lnTo>
                <a:lnTo>
                  <a:pt x="596919" y="60607"/>
                </a:lnTo>
                <a:lnTo>
                  <a:pt x="597735" y="60542"/>
                </a:lnTo>
                <a:lnTo>
                  <a:pt x="598558" y="60485"/>
                </a:lnTo>
                <a:lnTo>
                  <a:pt x="599387" y="60434"/>
                </a:lnTo>
                <a:lnTo>
                  <a:pt x="600222" y="60390"/>
                </a:lnTo>
                <a:lnTo>
                  <a:pt x="601064" y="60352"/>
                </a:lnTo>
                <a:lnTo>
                  <a:pt x="601912" y="60322"/>
                </a:lnTo>
                <a:lnTo>
                  <a:pt x="602766" y="60298"/>
                </a:lnTo>
                <a:lnTo>
                  <a:pt x="603626" y="60281"/>
                </a:lnTo>
                <a:lnTo>
                  <a:pt x="604493" y="60271"/>
                </a:lnTo>
                <a:lnTo>
                  <a:pt x="605367" y="60268"/>
                </a:lnTo>
                <a:lnTo>
                  <a:pt x="605367" y="34246"/>
                </a:lnTo>
                <a:lnTo>
                  <a:pt x="604082" y="34266"/>
                </a:lnTo>
                <a:lnTo>
                  <a:pt x="602814" y="34303"/>
                </a:lnTo>
                <a:lnTo>
                  <a:pt x="601561" y="34358"/>
                </a:lnTo>
                <a:lnTo>
                  <a:pt x="600324" y="34430"/>
                </a:lnTo>
                <a:lnTo>
                  <a:pt x="599102" y="34519"/>
                </a:lnTo>
                <a:lnTo>
                  <a:pt x="597896" y="34625"/>
                </a:lnTo>
                <a:lnTo>
                  <a:pt x="596706" y="34749"/>
                </a:lnTo>
                <a:lnTo>
                  <a:pt x="595532" y="34890"/>
                </a:lnTo>
                <a:lnTo>
                  <a:pt x="594373" y="35049"/>
                </a:lnTo>
                <a:lnTo>
                  <a:pt x="593230" y="35224"/>
                </a:lnTo>
                <a:lnTo>
                  <a:pt x="592102" y="35418"/>
                </a:lnTo>
                <a:lnTo>
                  <a:pt x="590991" y="35628"/>
                </a:lnTo>
                <a:lnTo>
                  <a:pt x="589895" y="35856"/>
                </a:lnTo>
                <a:lnTo>
                  <a:pt x="588814" y="36101"/>
                </a:lnTo>
                <a:lnTo>
                  <a:pt x="587750" y="36363"/>
                </a:lnTo>
                <a:lnTo>
                  <a:pt x="586701" y="36643"/>
                </a:lnTo>
                <a:lnTo>
                  <a:pt x="585667" y="36940"/>
                </a:lnTo>
                <a:lnTo>
                  <a:pt x="584650" y="37254"/>
                </a:lnTo>
                <a:lnTo>
                  <a:pt x="583648" y="37586"/>
                </a:lnTo>
                <a:lnTo>
                  <a:pt x="582661" y="37935"/>
                </a:lnTo>
                <a:lnTo>
                  <a:pt x="581691" y="38301"/>
                </a:lnTo>
                <a:lnTo>
                  <a:pt x="580736" y="38685"/>
                </a:lnTo>
                <a:lnTo>
                  <a:pt x="579797" y="39086"/>
                </a:lnTo>
                <a:lnTo>
                  <a:pt x="578873" y="39504"/>
                </a:lnTo>
                <a:lnTo>
                  <a:pt x="577967" y="39947"/>
                </a:lnTo>
                <a:lnTo>
                  <a:pt x="577081" y="40420"/>
                </a:lnTo>
                <a:lnTo>
                  <a:pt x="576215" y="40924"/>
                </a:lnTo>
                <a:lnTo>
                  <a:pt x="575369" y="41459"/>
                </a:lnTo>
                <a:lnTo>
                  <a:pt x="574543" y="42025"/>
                </a:lnTo>
                <a:lnTo>
                  <a:pt x="573737" y="42622"/>
                </a:lnTo>
                <a:lnTo>
                  <a:pt x="572951" y="43250"/>
                </a:lnTo>
                <a:lnTo>
                  <a:pt x="572184" y="43909"/>
                </a:lnTo>
                <a:lnTo>
                  <a:pt x="571438" y="44598"/>
                </a:lnTo>
                <a:lnTo>
                  <a:pt x="570711" y="45319"/>
                </a:lnTo>
                <a:lnTo>
                  <a:pt x="570004" y="46070"/>
                </a:lnTo>
                <a:lnTo>
                  <a:pt x="569317" y="46852"/>
                </a:lnTo>
                <a:lnTo>
                  <a:pt x="568650" y="47665"/>
                </a:lnTo>
                <a:lnTo>
                  <a:pt x="568003" y="48510"/>
                </a:lnTo>
                <a:lnTo>
                  <a:pt x="567376" y="49385"/>
                </a:lnTo>
                <a:lnTo>
                  <a:pt x="566769" y="50290"/>
                </a:lnTo>
                <a:lnTo>
                  <a:pt x="566181" y="51227"/>
                </a:lnTo>
                <a:lnTo>
                  <a:pt x="565614" y="52195"/>
                </a:lnTo>
                <a:lnTo>
                  <a:pt x="565066" y="53193"/>
                </a:lnTo>
                <a:lnTo>
                  <a:pt x="564538" y="54223"/>
                </a:lnTo>
                <a:lnTo>
                  <a:pt x="564031" y="55283"/>
                </a:lnTo>
                <a:lnTo>
                  <a:pt x="563543" y="56374"/>
                </a:lnTo>
                <a:lnTo>
                  <a:pt x="563494" y="56492"/>
                </a:lnTo>
                <a:lnTo>
                  <a:pt x="563123" y="56344"/>
                </a:lnTo>
                <a:lnTo>
                  <a:pt x="561995" y="55925"/>
                </a:lnTo>
                <a:lnTo>
                  <a:pt x="560844" y="55527"/>
                </a:lnTo>
                <a:lnTo>
                  <a:pt x="559672" y="55151"/>
                </a:lnTo>
                <a:lnTo>
                  <a:pt x="558477" y="54796"/>
                </a:lnTo>
                <a:lnTo>
                  <a:pt x="557260" y="54463"/>
                </a:lnTo>
                <a:lnTo>
                  <a:pt x="556020" y="54151"/>
                </a:lnTo>
                <a:lnTo>
                  <a:pt x="554759" y="53860"/>
                </a:lnTo>
                <a:lnTo>
                  <a:pt x="553475" y="53592"/>
                </a:lnTo>
                <a:lnTo>
                  <a:pt x="552169" y="53344"/>
                </a:lnTo>
                <a:lnTo>
                  <a:pt x="550841" y="53118"/>
                </a:lnTo>
                <a:lnTo>
                  <a:pt x="549490" y="52914"/>
                </a:lnTo>
                <a:lnTo>
                  <a:pt x="548118" y="52731"/>
                </a:lnTo>
                <a:lnTo>
                  <a:pt x="546723" y="52570"/>
                </a:lnTo>
                <a:lnTo>
                  <a:pt x="545305" y="52430"/>
                </a:lnTo>
                <a:lnTo>
                  <a:pt x="543866" y="52312"/>
                </a:lnTo>
                <a:lnTo>
                  <a:pt x="542404" y="52215"/>
                </a:lnTo>
                <a:lnTo>
                  <a:pt x="540920" y="52140"/>
                </a:lnTo>
                <a:lnTo>
                  <a:pt x="539414" y="52086"/>
                </a:lnTo>
                <a:lnTo>
                  <a:pt x="537886" y="52054"/>
                </a:lnTo>
                <a:lnTo>
                  <a:pt x="536335" y="52043"/>
                </a:lnTo>
                <a:lnTo>
                  <a:pt x="534828" y="52054"/>
                </a:lnTo>
                <a:lnTo>
                  <a:pt x="533340" y="52086"/>
                </a:lnTo>
                <a:lnTo>
                  <a:pt x="531871" y="52140"/>
                </a:lnTo>
                <a:lnTo>
                  <a:pt x="530422" y="52215"/>
                </a:lnTo>
                <a:lnTo>
                  <a:pt x="528991" y="52312"/>
                </a:lnTo>
                <a:lnTo>
                  <a:pt x="527580" y="52430"/>
                </a:lnTo>
                <a:lnTo>
                  <a:pt x="526188" y="52570"/>
                </a:lnTo>
                <a:lnTo>
                  <a:pt x="524815" y="52731"/>
                </a:lnTo>
                <a:lnTo>
                  <a:pt x="523461" y="52914"/>
                </a:lnTo>
                <a:lnTo>
                  <a:pt x="522127" y="53118"/>
                </a:lnTo>
                <a:lnTo>
                  <a:pt x="520812" y="53344"/>
                </a:lnTo>
                <a:lnTo>
                  <a:pt x="519516" y="53592"/>
                </a:lnTo>
                <a:lnTo>
                  <a:pt x="518239" y="53860"/>
                </a:lnTo>
                <a:lnTo>
                  <a:pt x="516981" y="54151"/>
                </a:lnTo>
                <a:lnTo>
                  <a:pt x="515743" y="54463"/>
                </a:lnTo>
                <a:lnTo>
                  <a:pt x="514523" y="54796"/>
                </a:lnTo>
                <a:lnTo>
                  <a:pt x="513323" y="55151"/>
                </a:lnTo>
                <a:lnTo>
                  <a:pt x="512142" y="55527"/>
                </a:lnTo>
                <a:lnTo>
                  <a:pt x="510981" y="55925"/>
                </a:lnTo>
                <a:lnTo>
                  <a:pt x="509838" y="56344"/>
                </a:lnTo>
                <a:lnTo>
                  <a:pt x="508715" y="56785"/>
                </a:lnTo>
                <a:lnTo>
                  <a:pt x="507611" y="57247"/>
                </a:lnTo>
                <a:lnTo>
                  <a:pt x="506526" y="57731"/>
                </a:lnTo>
                <a:lnTo>
                  <a:pt x="505460" y="58237"/>
                </a:lnTo>
                <a:lnTo>
                  <a:pt x="504414" y="58760"/>
                </a:lnTo>
                <a:lnTo>
                  <a:pt x="503390" y="59298"/>
                </a:lnTo>
                <a:lnTo>
                  <a:pt x="502387" y="59849"/>
                </a:lnTo>
                <a:lnTo>
                  <a:pt x="501406" y="60415"/>
                </a:lnTo>
                <a:lnTo>
                  <a:pt x="500445" y="60996"/>
                </a:lnTo>
                <a:lnTo>
                  <a:pt x="499506" y="61590"/>
                </a:lnTo>
                <a:lnTo>
                  <a:pt x="498589" y="62199"/>
                </a:lnTo>
                <a:lnTo>
                  <a:pt x="497692" y="62822"/>
                </a:lnTo>
                <a:lnTo>
                  <a:pt x="496817" y="63459"/>
                </a:lnTo>
                <a:lnTo>
                  <a:pt x="495963" y="64111"/>
                </a:lnTo>
                <a:lnTo>
                  <a:pt x="495131" y="64776"/>
                </a:lnTo>
                <a:lnTo>
                  <a:pt x="494320" y="65456"/>
                </a:lnTo>
                <a:lnTo>
                  <a:pt x="493530" y="66151"/>
                </a:lnTo>
                <a:lnTo>
                  <a:pt x="492761" y="66859"/>
                </a:lnTo>
                <a:lnTo>
                  <a:pt x="492014" y="67582"/>
                </a:lnTo>
                <a:lnTo>
                  <a:pt x="491288" y="68319"/>
                </a:lnTo>
                <a:lnTo>
                  <a:pt x="490583" y="69070"/>
                </a:lnTo>
                <a:lnTo>
                  <a:pt x="489900" y="69836"/>
                </a:lnTo>
                <a:lnTo>
                  <a:pt x="489238" y="70615"/>
                </a:lnTo>
                <a:lnTo>
                  <a:pt x="488597" y="71409"/>
                </a:lnTo>
                <a:lnTo>
                  <a:pt x="487978" y="72218"/>
                </a:lnTo>
                <a:lnTo>
                  <a:pt x="487380" y="73040"/>
                </a:lnTo>
                <a:lnTo>
                  <a:pt x="486803" y="73877"/>
                </a:lnTo>
                <a:lnTo>
                  <a:pt x="486247" y="74728"/>
                </a:lnTo>
                <a:lnTo>
                  <a:pt x="485714" y="75590"/>
                </a:lnTo>
                <a:lnTo>
                  <a:pt x="485203" y="76461"/>
                </a:lnTo>
                <a:lnTo>
                  <a:pt x="484714" y="77341"/>
                </a:lnTo>
                <a:lnTo>
                  <a:pt x="484249" y="78229"/>
                </a:lnTo>
                <a:lnTo>
                  <a:pt x="483806" y="79127"/>
                </a:lnTo>
                <a:lnTo>
                  <a:pt x="483386" y="80032"/>
                </a:lnTo>
                <a:lnTo>
                  <a:pt x="482989" y="80947"/>
                </a:lnTo>
                <a:lnTo>
                  <a:pt x="482614" y="81870"/>
                </a:lnTo>
                <a:lnTo>
                  <a:pt x="482262" y="82802"/>
                </a:lnTo>
                <a:lnTo>
                  <a:pt x="481933" y="83742"/>
                </a:lnTo>
                <a:lnTo>
                  <a:pt x="481627" y="84691"/>
                </a:lnTo>
                <a:lnTo>
                  <a:pt x="481343" y="85649"/>
                </a:lnTo>
                <a:lnTo>
                  <a:pt x="481082" y="86615"/>
                </a:lnTo>
                <a:lnTo>
                  <a:pt x="480843" y="87590"/>
                </a:lnTo>
                <a:lnTo>
                  <a:pt x="480628" y="88574"/>
                </a:lnTo>
                <a:lnTo>
                  <a:pt x="480435" y="89566"/>
                </a:lnTo>
                <a:lnTo>
                  <a:pt x="480264" y="90567"/>
                </a:lnTo>
                <a:lnTo>
                  <a:pt x="480117" y="91577"/>
                </a:lnTo>
                <a:lnTo>
                  <a:pt x="479992" y="92595"/>
                </a:lnTo>
                <a:lnTo>
                  <a:pt x="479890" y="93622"/>
                </a:lnTo>
                <a:lnTo>
                  <a:pt x="479810" y="94658"/>
                </a:lnTo>
                <a:lnTo>
                  <a:pt x="479753" y="95702"/>
                </a:lnTo>
                <a:lnTo>
                  <a:pt x="479719" y="96755"/>
                </a:lnTo>
                <a:lnTo>
                  <a:pt x="479708" y="97817"/>
                </a:lnTo>
                <a:lnTo>
                  <a:pt x="479719" y="98813"/>
                </a:lnTo>
                <a:lnTo>
                  <a:pt x="479753" y="99803"/>
                </a:lnTo>
                <a:lnTo>
                  <a:pt x="479809" y="100787"/>
                </a:lnTo>
                <a:lnTo>
                  <a:pt x="479888" y="101766"/>
                </a:lnTo>
                <a:lnTo>
                  <a:pt x="479989" y="102739"/>
                </a:lnTo>
                <a:lnTo>
                  <a:pt x="480112" y="103707"/>
                </a:lnTo>
                <a:lnTo>
                  <a:pt x="480259" y="104669"/>
                </a:lnTo>
                <a:lnTo>
                  <a:pt x="480427" y="105626"/>
                </a:lnTo>
                <a:lnTo>
                  <a:pt x="480618" y="106576"/>
                </a:lnTo>
                <a:lnTo>
                  <a:pt x="480832" y="107522"/>
                </a:lnTo>
                <a:lnTo>
                  <a:pt x="481067" y="108461"/>
                </a:lnTo>
                <a:lnTo>
                  <a:pt x="481326" y="109395"/>
                </a:lnTo>
                <a:lnTo>
                  <a:pt x="481607" y="110323"/>
                </a:lnTo>
                <a:lnTo>
                  <a:pt x="481910" y="111246"/>
                </a:lnTo>
                <a:lnTo>
                  <a:pt x="482236" y="112163"/>
                </a:lnTo>
                <a:lnTo>
                  <a:pt x="482584" y="113075"/>
                </a:lnTo>
                <a:lnTo>
                  <a:pt x="482955" y="113981"/>
                </a:lnTo>
                <a:lnTo>
                  <a:pt x="483348" y="114881"/>
                </a:lnTo>
                <a:lnTo>
                  <a:pt x="483764" y="115775"/>
                </a:lnTo>
                <a:lnTo>
                  <a:pt x="484202" y="116664"/>
                </a:lnTo>
                <a:lnTo>
                  <a:pt x="484663" y="117548"/>
                </a:lnTo>
                <a:lnTo>
                  <a:pt x="485146" y="118426"/>
                </a:lnTo>
                <a:lnTo>
                  <a:pt x="485652" y="119298"/>
                </a:lnTo>
                <a:lnTo>
                  <a:pt x="486180" y="120164"/>
                </a:lnTo>
                <a:lnTo>
                  <a:pt x="486730" y="121021"/>
                </a:lnTo>
                <a:lnTo>
                  <a:pt x="487300" y="121864"/>
                </a:lnTo>
                <a:lnTo>
                  <a:pt x="487892" y="122692"/>
                </a:lnTo>
                <a:lnTo>
                  <a:pt x="488505" y="123507"/>
                </a:lnTo>
                <a:lnTo>
                  <a:pt x="489140" y="124308"/>
                </a:lnTo>
                <a:lnTo>
                  <a:pt x="489795" y="125094"/>
                </a:lnTo>
                <a:lnTo>
                  <a:pt x="490471" y="125867"/>
                </a:lnTo>
                <a:lnTo>
                  <a:pt x="491168" y="126626"/>
                </a:lnTo>
                <a:lnTo>
                  <a:pt x="491887" y="127370"/>
                </a:lnTo>
                <a:lnTo>
                  <a:pt x="492626" y="128101"/>
                </a:lnTo>
                <a:lnTo>
                  <a:pt x="493387" y="128818"/>
                </a:lnTo>
                <a:lnTo>
                  <a:pt x="494168" y="129520"/>
                </a:lnTo>
                <a:lnTo>
                  <a:pt x="494971" y="130209"/>
                </a:lnTo>
                <a:lnTo>
                  <a:pt x="495794" y="130883"/>
                </a:lnTo>
                <a:lnTo>
                  <a:pt x="496639" y="131544"/>
                </a:lnTo>
                <a:lnTo>
                  <a:pt x="497505" y="132190"/>
                </a:lnTo>
                <a:lnTo>
                  <a:pt x="498392" y="132823"/>
                </a:lnTo>
                <a:lnTo>
                  <a:pt x="499300" y="133441"/>
                </a:lnTo>
                <a:lnTo>
                  <a:pt x="500134" y="133984"/>
                </a:lnTo>
                <a:lnTo>
                  <a:pt x="499783" y="134124"/>
                </a:lnTo>
                <a:lnTo>
                  <a:pt x="498849" y="134511"/>
                </a:lnTo>
                <a:lnTo>
                  <a:pt x="497938" y="134902"/>
                </a:lnTo>
                <a:lnTo>
                  <a:pt x="497048" y="135299"/>
                </a:lnTo>
                <a:lnTo>
                  <a:pt x="496181" y="135700"/>
                </a:lnTo>
                <a:lnTo>
                  <a:pt x="495336" y="136106"/>
                </a:lnTo>
                <a:lnTo>
                  <a:pt x="494514" y="136517"/>
                </a:lnTo>
                <a:lnTo>
                  <a:pt x="493713" y="136933"/>
                </a:lnTo>
                <a:lnTo>
                  <a:pt x="492935" y="137354"/>
                </a:lnTo>
                <a:lnTo>
                  <a:pt x="492179" y="137780"/>
                </a:lnTo>
                <a:lnTo>
                  <a:pt x="491445" y="138211"/>
                </a:lnTo>
                <a:lnTo>
                  <a:pt x="490734" y="138647"/>
                </a:lnTo>
                <a:lnTo>
                  <a:pt x="490045" y="139087"/>
                </a:lnTo>
                <a:lnTo>
                  <a:pt x="489378" y="139533"/>
                </a:lnTo>
                <a:lnTo>
                  <a:pt x="488733" y="139984"/>
                </a:lnTo>
                <a:lnTo>
                  <a:pt x="488110" y="140439"/>
                </a:lnTo>
                <a:lnTo>
                  <a:pt x="487510" y="140899"/>
                </a:lnTo>
                <a:lnTo>
                  <a:pt x="486932" y="141364"/>
                </a:lnTo>
                <a:lnTo>
                  <a:pt x="486376" y="141835"/>
                </a:lnTo>
                <a:lnTo>
                  <a:pt x="485843" y="142310"/>
                </a:lnTo>
                <a:lnTo>
                  <a:pt x="485331" y="142791"/>
                </a:lnTo>
                <a:lnTo>
                  <a:pt x="484841" y="143282"/>
                </a:lnTo>
                <a:lnTo>
                  <a:pt x="484373" y="143781"/>
                </a:lnTo>
                <a:lnTo>
                  <a:pt x="483927" y="144289"/>
                </a:lnTo>
                <a:lnTo>
                  <a:pt x="483502" y="144805"/>
                </a:lnTo>
                <a:lnTo>
                  <a:pt x="483100" y="145331"/>
                </a:lnTo>
                <a:lnTo>
                  <a:pt x="482719" y="145864"/>
                </a:lnTo>
                <a:lnTo>
                  <a:pt x="482360" y="146407"/>
                </a:lnTo>
                <a:lnTo>
                  <a:pt x="482022" y="146958"/>
                </a:lnTo>
                <a:lnTo>
                  <a:pt x="481707" y="147518"/>
                </a:lnTo>
                <a:lnTo>
                  <a:pt x="481413" y="148086"/>
                </a:lnTo>
                <a:lnTo>
                  <a:pt x="481141" y="148663"/>
                </a:lnTo>
                <a:lnTo>
                  <a:pt x="480890" y="149249"/>
                </a:lnTo>
                <a:lnTo>
                  <a:pt x="480662" y="149844"/>
                </a:lnTo>
                <a:lnTo>
                  <a:pt x="480455" y="150447"/>
                </a:lnTo>
                <a:lnTo>
                  <a:pt x="480270" y="151058"/>
                </a:lnTo>
                <a:lnTo>
                  <a:pt x="480106" y="151679"/>
                </a:lnTo>
                <a:lnTo>
                  <a:pt x="479965" y="152308"/>
                </a:lnTo>
                <a:lnTo>
                  <a:pt x="479845" y="152946"/>
                </a:lnTo>
                <a:lnTo>
                  <a:pt x="479747" y="153592"/>
                </a:lnTo>
                <a:lnTo>
                  <a:pt x="479671" y="154247"/>
                </a:lnTo>
                <a:lnTo>
                  <a:pt x="479617" y="154911"/>
                </a:lnTo>
                <a:lnTo>
                  <a:pt x="479584" y="155583"/>
                </a:lnTo>
                <a:lnTo>
                  <a:pt x="479573" y="156264"/>
                </a:lnTo>
                <a:lnTo>
                  <a:pt x="479580" y="156703"/>
                </a:lnTo>
                <a:lnTo>
                  <a:pt x="479601" y="157142"/>
                </a:lnTo>
                <a:lnTo>
                  <a:pt x="479636" y="157581"/>
                </a:lnTo>
                <a:lnTo>
                  <a:pt x="479686" y="158021"/>
                </a:lnTo>
                <a:lnTo>
                  <a:pt x="479749" y="158461"/>
                </a:lnTo>
                <a:lnTo>
                  <a:pt x="479826" y="158902"/>
                </a:lnTo>
                <a:lnTo>
                  <a:pt x="479917" y="159343"/>
                </a:lnTo>
                <a:lnTo>
                  <a:pt x="480023" y="159785"/>
                </a:lnTo>
                <a:lnTo>
                  <a:pt x="480142" y="160227"/>
                </a:lnTo>
                <a:lnTo>
                  <a:pt x="480275" y="160669"/>
                </a:lnTo>
                <a:lnTo>
                  <a:pt x="480423" y="161113"/>
                </a:lnTo>
                <a:lnTo>
                  <a:pt x="480584" y="161556"/>
                </a:lnTo>
                <a:lnTo>
                  <a:pt x="480760" y="162000"/>
                </a:lnTo>
                <a:lnTo>
                  <a:pt x="480950" y="162445"/>
                </a:lnTo>
                <a:lnTo>
                  <a:pt x="481153" y="162890"/>
                </a:lnTo>
                <a:lnTo>
                  <a:pt x="481371" y="163335"/>
                </a:lnTo>
                <a:lnTo>
                  <a:pt x="481603" y="163781"/>
                </a:lnTo>
                <a:lnTo>
                  <a:pt x="481848" y="164227"/>
                </a:lnTo>
                <a:lnTo>
                  <a:pt x="482108" y="164674"/>
                </a:lnTo>
                <a:lnTo>
                  <a:pt x="482382" y="165122"/>
                </a:lnTo>
                <a:lnTo>
                  <a:pt x="482670" y="165569"/>
                </a:lnTo>
                <a:lnTo>
                  <a:pt x="482972" y="166018"/>
                </a:lnTo>
                <a:lnTo>
                  <a:pt x="483288" y="166466"/>
                </a:lnTo>
                <a:lnTo>
                  <a:pt x="483618" y="166916"/>
                </a:lnTo>
                <a:lnTo>
                  <a:pt x="483963" y="167363"/>
                </a:lnTo>
                <a:lnTo>
                  <a:pt x="484325" y="167805"/>
                </a:lnTo>
                <a:lnTo>
                  <a:pt x="484703" y="168244"/>
                </a:lnTo>
                <a:lnTo>
                  <a:pt x="485097" y="168678"/>
                </a:lnTo>
                <a:lnTo>
                  <a:pt x="485508" y="169107"/>
                </a:lnTo>
                <a:lnTo>
                  <a:pt x="485935" y="169532"/>
                </a:lnTo>
                <a:lnTo>
                  <a:pt x="486379" y="169953"/>
                </a:lnTo>
                <a:lnTo>
                  <a:pt x="486839" y="170369"/>
                </a:lnTo>
                <a:lnTo>
                  <a:pt x="487315" y="170780"/>
                </a:lnTo>
                <a:lnTo>
                  <a:pt x="487808" y="171187"/>
                </a:lnTo>
                <a:lnTo>
                  <a:pt x="488317" y="171590"/>
                </a:lnTo>
                <a:lnTo>
                  <a:pt x="488842" y="171988"/>
                </a:lnTo>
                <a:lnTo>
                  <a:pt x="489384" y="172382"/>
                </a:lnTo>
                <a:lnTo>
                  <a:pt x="489943" y="172772"/>
                </a:lnTo>
                <a:lnTo>
                  <a:pt x="490517" y="173157"/>
                </a:lnTo>
                <a:lnTo>
                  <a:pt x="491108" y="173537"/>
                </a:lnTo>
                <a:lnTo>
                  <a:pt x="491716" y="173913"/>
                </a:lnTo>
                <a:lnTo>
                  <a:pt x="492340" y="174285"/>
                </a:lnTo>
                <a:lnTo>
                  <a:pt x="492980" y="174652"/>
                </a:lnTo>
                <a:lnTo>
                  <a:pt x="493636" y="175014"/>
                </a:lnTo>
                <a:lnTo>
                  <a:pt x="494309" y="175373"/>
                </a:lnTo>
                <a:lnTo>
                  <a:pt x="494999" y="175727"/>
                </a:lnTo>
                <a:lnTo>
                  <a:pt x="495338" y="175895"/>
                </a:lnTo>
                <a:lnTo>
                  <a:pt x="494834" y="176103"/>
                </a:lnTo>
                <a:lnTo>
                  <a:pt x="493580" y="176657"/>
                </a:lnTo>
                <a:lnTo>
                  <a:pt x="492370" y="177229"/>
                </a:lnTo>
                <a:lnTo>
                  <a:pt x="491202" y="177818"/>
                </a:lnTo>
                <a:lnTo>
                  <a:pt x="490077" y="178424"/>
                </a:lnTo>
                <a:lnTo>
                  <a:pt x="488996" y="179049"/>
                </a:lnTo>
                <a:lnTo>
                  <a:pt x="487958" y="179690"/>
                </a:lnTo>
                <a:lnTo>
                  <a:pt x="486962" y="180350"/>
                </a:lnTo>
                <a:lnTo>
                  <a:pt x="486010" y="181027"/>
                </a:lnTo>
                <a:lnTo>
                  <a:pt x="485101" y="181721"/>
                </a:lnTo>
                <a:lnTo>
                  <a:pt x="484232" y="182429"/>
                </a:lnTo>
                <a:lnTo>
                  <a:pt x="483400" y="183147"/>
                </a:lnTo>
                <a:lnTo>
                  <a:pt x="482605" y="183874"/>
                </a:lnTo>
                <a:lnTo>
                  <a:pt x="481846" y="184611"/>
                </a:lnTo>
                <a:lnTo>
                  <a:pt x="481125" y="185358"/>
                </a:lnTo>
                <a:lnTo>
                  <a:pt x="480441" y="186114"/>
                </a:lnTo>
                <a:lnTo>
                  <a:pt x="479794" y="186880"/>
                </a:lnTo>
                <a:lnTo>
                  <a:pt x="479184" y="187655"/>
                </a:lnTo>
                <a:lnTo>
                  <a:pt x="478610" y="188441"/>
                </a:lnTo>
                <a:lnTo>
                  <a:pt x="478074" y="189235"/>
                </a:lnTo>
                <a:lnTo>
                  <a:pt x="477575" y="190040"/>
                </a:lnTo>
                <a:lnTo>
                  <a:pt x="477113" y="190854"/>
                </a:lnTo>
                <a:lnTo>
                  <a:pt x="476687" y="191677"/>
                </a:lnTo>
                <a:lnTo>
                  <a:pt x="476299" y="192510"/>
                </a:lnTo>
                <a:lnTo>
                  <a:pt x="475948" y="193353"/>
                </a:lnTo>
                <a:lnTo>
                  <a:pt x="475633" y="194206"/>
                </a:lnTo>
                <a:lnTo>
                  <a:pt x="475356" y="195068"/>
                </a:lnTo>
                <a:lnTo>
                  <a:pt x="475115" y="195940"/>
                </a:lnTo>
                <a:lnTo>
                  <a:pt x="474912" y="196821"/>
                </a:lnTo>
                <a:lnTo>
                  <a:pt x="474746" y="197712"/>
                </a:lnTo>
                <a:lnTo>
                  <a:pt x="474616" y="198613"/>
                </a:lnTo>
                <a:lnTo>
                  <a:pt x="474524" y="199523"/>
                </a:lnTo>
                <a:lnTo>
                  <a:pt x="474468" y="200443"/>
                </a:lnTo>
                <a:lnTo>
                  <a:pt x="474450" y="201372"/>
                </a:lnTo>
                <a:lnTo>
                  <a:pt x="474460" y="202135"/>
                </a:lnTo>
                <a:lnTo>
                  <a:pt x="474492" y="202894"/>
                </a:lnTo>
                <a:lnTo>
                  <a:pt x="474545" y="203648"/>
                </a:lnTo>
                <a:lnTo>
                  <a:pt x="474618" y="204398"/>
                </a:lnTo>
                <a:lnTo>
                  <a:pt x="474713" y="205144"/>
                </a:lnTo>
                <a:lnTo>
                  <a:pt x="474829" y="205884"/>
                </a:lnTo>
                <a:lnTo>
                  <a:pt x="474966" y="206621"/>
                </a:lnTo>
                <a:lnTo>
                  <a:pt x="475124" y="207353"/>
                </a:lnTo>
                <a:lnTo>
                  <a:pt x="475303" y="208080"/>
                </a:lnTo>
                <a:lnTo>
                  <a:pt x="475503" y="208803"/>
                </a:lnTo>
                <a:lnTo>
                  <a:pt x="475724" y="209522"/>
                </a:lnTo>
                <a:lnTo>
                  <a:pt x="475967" y="210236"/>
                </a:lnTo>
                <a:lnTo>
                  <a:pt x="476230" y="210946"/>
                </a:lnTo>
                <a:lnTo>
                  <a:pt x="476514" y="211651"/>
                </a:lnTo>
                <a:lnTo>
                  <a:pt x="476820" y="212352"/>
                </a:lnTo>
                <a:lnTo>
                  <a:pt x="477146" y="213048"/>
                </a:lnTo>
                <a:lnTo>
                  <a:pt x="477494" y="213740"/>
                </a:lnTo>
                <a:lnTo>
                  <a:pt x="477863" y="214427"/>
                </a:lnTo>
                <a:lnTo>
                  <a:pt x="478252" y="215110"/>
                </a:lnTo>
                <a:lnTo>
                  <a:pt x="478663" y="215788"/>
                </a:lnTo>
                <a:lnTo>
                  <a:pt x="479095" y="216462"/>
                </a:lnTo>
                <a:lnTo>
                  <a:pt x="479548" y="217132"/>
                </a:lnTo>
                <a:lnTo>
                  <a:pt x="480022" y="217797"/>
                </a:lnTo>
                <a:lnTo>
                  <a:pt x="480517" y="218457"/>
                </a:lnTo>
                <a:lnTo>
                  <a:pt x="481036" y="219110"/>
                </a:lnTo>
                <a:lnTo>
                  <a:pt x="481582" y="219753"/>
                </a:lnTo>
                <a:lnTo>
                  <a:pt x="482156" y="220385"/>
                </a:lnTo>
                <a:lnTo>
                  <a:pt x="482757" y="221006"/>
                </a:lnTo>
                <a:lnTo>
                  <a:pt x="483384" y="221617"/>
                </a:lnTo>
                <a:lnTo>
                  <a:pt x="484039" y="222217"/>
                </a:lnTo>
                <a:lnTo>
                  <a:pt x="484721" y="222807"/>
                </a:lnTo>
                <a:lnTo>
                  <a:pt x="485431" y="223386"/>
                </a:lnTo>
                <a:lnTo>
                  <a:pt x="486167" y="223955"/>
                </a:lnTo>
                <a:lnTo>
                  <a:pt x="486931" y="224513"/>
                </a:lnTo>
                <a:lnTo>
                  <a:pt x="487721" y="225061"/>
                </a:lnTo>
                <a:lnTo>
                  <a:pt x="488539" y="225598"/>
                </a:lnTo>
                <a:lnTo>
                  <a:pt x="489384" y="226124"/>
                </a:lnTo>
                <a:lnTo>
                  <a:pt x="490256" y="226640"/>
                </a:lnTo>
                <a:lnTo>
                  <a:pt x="491156" y="227146"/>
                </a:lnTo>
                <a:lnTo>
                  <a:pt x="492082" y="227640"/>
                </a:lnTo>
                <a:lnTo>
                  <a:pt x="493036" y="228125"/>
                </a:lnTo>
                <a:lnTo>
                  <a:pt x="494016" y="228599"/>
                </a:lnTo>
                <a:lnTo>
                  <a:pt x="495024" y="229062"/>
                </a:lnTo>
                <a:lnTo>
                  <a:pt x="496059" y="229514"/>
                </a:lnTo>
                <a:lnTo>
                  <a:pt x="497122" y="229956"/>
                </a:lnTo>
                <a:lnTo>
                  <a:pt x="498211" y="230388"/>
                </a:lnTo>
                <a:lnTo>
                  <a:pt x="499328" y="230809"/>
                </a:lnTo>
                <a:lnTo>
                  <a:pt x="500471" y="231219"/>
                </a:lnTo>
                <a:lnTo>
                  <a:pt x="501645" y="231616"/>
                </a:lnTo>
                <a:lnTo>
                  <a:pt x="502853" y="231996"/>
                </a:lnTo>
                <a:lnTo>
                  <a:pt x="504095" y="232359"/>
                </a:lnTo>
                <a:lnTo>
                  <a:pt x="505370" y="232705"/>
                </a:lnTo>
                <a:lnTo>
                  <a:pt x="506679" y="233034"/>
                </a:lnTo>
                <a:lnTo>
                  <a:pt x="508022" y="233347"/>
                </a:lnTo>
                <a:lnTo>
                  <a:pt x="509398" y="233642"/>
                </a:lnTo>
                <a:lnTo>
                  <a:pt x="510808" y="233921"/>
                </a:lnTo>
                <a:lnTo>
                  <a:pt x="512252" y="234182"/>
                </a:lnTo>
                <a:lnTo>
                  <a:pt x="513729" y="234427"/>
                </a:lnTo>
                <a:lnTo>
                  <a:pt x="515240" y="234655"/>
                </a:lnTo>
                <a:lnTo>
                  <a:pt x="516785" y="234866"/>
                </a:lnTo>
                <a:lnTo>
                  <a:pt x="518364" y="235060"/>
                </a:lnTo>
                <a:lnTo>
                  <a:pt x="519976" y="235238"/>
                </a:lnTo>
                <a:lnTo>
                  <a:pt x="521622" y="235398"/>
                </a:lnTo>
                <a:lnTo>
                  <a:pt x="523302" y="235541"/>
                </a:lnTo>
                <a:lnTo>
                  <a:pt x="525015" y="235668"/>
                </a:lnTo>
                <a:lnTo>
                  <a:pt x="526763" y="235778"/>
                </a:lnTo>
                <a:lnTo>
                  <a:pt x="528543" y="235871"/>
                </a:lnTo>
                <a:lnTo>
                  <a:pt x="530358" y="235947"/>
                </a:lnTo>
                <a:lnTo>
                  <a:pt x="532206" y="236006"/>
                </a:lnTo>
                <a:lnTo>
                  <a:pt x="534088" y="236048"/>
                </a:lnTo>
                <a:lnTo>
                  <a:pt x="536004" y="236073"/>
                </a:lnTo>
                <a:lnTo>
                  <a:pt x="537953" y="236082"/>
                </a:lnTo>
                <a:lnTo>
                  <a:pt x="540667" y="236061"/>
                </a:lnTo>
                <a:lnTo>
                  <a:pt x="543327" y="236001"/>
                </a:lnTo>
                <a:lnTo>
                  <a:pt x="545933" y="235900"/>
                </a:lnTo>
                <a:lnTo>
                  <a:pt x="548485" y="235759"/>
                </a:lnTo>
                <a:lnTo>
                  <a:pt x="550982" y="235577"/>
                </a:lnTo>
                <a:lnTo>
                  <a:pt x="553425" y="235356"/>
                </a:lnTo>
                <a:lnTo>
                  <a:pt x="555813" y="235093"/>
                </a:lnTo>
                <a:lnTo>
                  <a:pt x="558147" y="234791"/>
                </a:lnTo>
                <a:lnTo>
                  <a:pt x="560427" y="234448"/>
                </a:lnTo>
                <a:lnTo>
                  <a:pt x="562653" y="234065"/>
                </a:lnTo>
                <a:lnTo>
                  <a:pt x="564824" y="233641"/>
                </a:lnTo>
                <a:lnTo>
                  <a:pt x="566941" y="233178"/>
                </a:lnTo>
                <a:lnTo>
                  <a:pt x="569004" y="232673"/>
                </a:lnTo>
                <a:lnTo>
                  <a:pt x="571012" y="232129"/>
                </a:lnTo>
                <a:lnTo>
                  <a:pt x="572966" y="231544"/>
                </a:lnTo>
                <a:lnTo>
                  <a:pt x="574866" y="230919"/>
                </a:lnTo>
                <a:lnTo>
                  <a:pt x="576711" y="230253"/>
                </a:lnTo>
                <a:lnTo>
                  <a:pt x="578502" y="229548"/>
                </a:lnTo>
                <a:lnTo>
                  <a:pt x="580239" y="228801"/>
                </a:lnTo>
                <a:lnTo>
                  <a:pt x="581922" y="228015"/>
                </a:lnTo>
                <a:lnTo>
                  <a:pt x="583550" y="227188"/>
                </a:lnTo>
                <a:lnTo>
                  <a:pt x="585124" y="226321"/>
                </a:lnTo>
                <a:lnTo>
                  <a:pt x="586643" y="225413"/>
                </a:lnTo>
                <a:lnTo>
                  <a:pt x="588109" y="224465"/>
                </a:lnTo>
                <a:lnTo>
                  <a:pt x="589517" y="223485"/>
                </a:lnTo>
                <a:lnTo>
                  <a:pt x="590865" y="222479"/>
                </a:lnTo>
                <a:lnTo>
                  <a:pt x="592153" y="221448"/>
                </a:lnTo>
                <a:lnTo>
                  <a:pt x="593382" y="220392"/>
                </a:lnTo>
                <a:lnTo>
                  <a:pt x="594550" y="219310"/>
                </a:lnTo>
                <a:lnTo>
                  <a:pt x="595659" y="218203"/>
                </a:lnTo>
                <a:lnTo>
                  <a:pt x="596708" y="217071"/>
                </a:lnTo>
                <a:lnTo>
                  <a:pt x="597696" y="215913"/>
                </a:lnTo>
                <a:lnTo>
                  <a:pt x="598625" y="214730"/>
                </a:lnTo>
                <a:lnTo>
                  <a:pt x="599494" y="213522"/>
                </a:lnTo>
                <a:lnTo>
                  <a:pt x="600303" y="212288"/>
                </a:lnTo>
                <a:lnTo>
                  <a:pt x="601052" y="211029"/>
                </a:lnTo>
                <a:lnTo>
                  <a:pt x="601741" y="209745"/>
                </a:lnTo>
                <a:lnTo>
                  <a:pt x="602370" y="208435"/>
                </a:lnTo>
                <a:lnTo>
                  <a:pt x="602940" y="207100"/>
                </a:lnTo>
                <a:lnTo>
                  <a:pt x="603449" y="205740"/>
                </a:lnTo>
                <a:lnTo>
                  <a:pt x="603898" y="204354"/>
                </a:lnTo>
                <a:lnTo>
                  <a:pt x="604288" y="202943"/>
                </a:lnTo>
                <a:lnTo>
                  <a:pt x="604617" y="201506"/>
                </a:lnTo>
                <a:lnTo>
                  <a:pt x="604887" y="200045"/>
                </a:lnTo>
                <a:lnTo>
                  <a:pt x="605097" y="198557"/>
                </a:lnTo>
                <a:lnTo>
                  <a:pt x="605247" y="197045"/>
                </a:lnTo>
                <a:lnTo>
                  <a:pt x="605337" y="195507"/>
                </a:lnTo>
                <a:lnTo>
                  <a:pt x="605367" y="193944"/>
                </a:lnTo>
                <a:lnTo>
                  <a:pt x="605340" y="192407"/>
                </a:lnTo>
                <a:lnTo>
                  <a:pt x="605262" y="190904"/>
                </a:lnTo>
                <a:lnTo>
                  <a:pt x="605132" y="189434"/>
                </a:lnTo>
                <a:lnTo>
                  <a:pt x="604949" y="187997"/>
                </a:lnTo>
                <a:lnTo>
                  <a:pt x="604714" y="186594"/>
                </a:lnTo>
                <a:lnTo>
                  <a:pt x="604427" y="185224"/>
                </a:lnTo>
                <a:lnTo>
                  <a:pt x="604088" y="183887"/>
                </a:lnTo>
                <a:lnTo>
                  <a:pt x="603696" y="182584"/>
                </a:lnTo>
                <a:lnTo>
                  <a:pt x="603252" y="181313"/>
                </a:lnTo>
                <a:lnTo>
                  <a:pt x="602757" y="180077"/>
                </a:lnTo>
                <a:lnTo>
                  <a:pt x="602209" y="178873"/>
                </a:lnTo>
                <a:lnTo>
                  <a:pt x="601608" y="177703"/>
                </a:lnTo>
                <a:lnTo>
                  <a:pt x="600956" y="176566"/>
                </a:lnTo>
                <a:lnTo>
                  <a:pt x="600251" y="175462"/>
                </a:lnTo>
                <a:lnTo>
                  <a:pt x="599494" y="174392"/>
                </a:lnTo>
                <a:lnTo>
                  <a:pt x="598685" y="173355"/>
                </a:lnTo>
                <a:lnTo>
                  <a:pt x="597824" y="172351"/>
                </a:lnTo>
                <a:lnTo>
                  <a:pt x="596910" y="171381"/>
                </a:lnTo>
                <a:lnTo>
                  <a:pt x="595945" y="170444"/>
                </a:lnTo>
                <a:lnTo>
                  <a:pt x="594927" y="169540"/>
                </a:lnTo>
                <a:lnTo>
                  <a:pt x="593857" y="168670"/>
                </a:lnTo>
                <a:lnTo>
                  <a:pt x="592734" y="167833"/>
                </a:lnTo>
                <a:lnTo>
                  <a:pt x="591560" y="167029"/>
                </a:lnTo>
                <a:lnTo>
                  <a:pt x="590333" y="166258"/>
                </a:lnTo>
                <a:lnTo>
                  <a:pt x="589050" y="165520"/>
                </a:lnTo>
                <a:lnTo>
                  <a:pt x="587705" y="164813"/>
                </a:lnTo>
                <a:lnTo>
                  <a:pt x="586298" y="164137"/>
                </a:lnTo>
                <a:lnTo>
                  <a:pt x="584830" y="163493"/>
                </a:lnTo>
                <a:lnTo>
                  <a:pt x="583300" y="162880"/>
                </a:lnTo>
                <a:lnTo>
                  <a:pt x="581709" y="162299"/>
                </a:lnTo>
                <a:lnTo>
                  <a:pt x="580056" y="161749"/>
                </a:lnTo>
                <a:lnTo>
                  <a:pt x="578341" y="161230"/>
                </a:lnTo>
                <a:lnTo>
                  <a:pt x="576565" y="160743"/>
                </a:lnTo>
                <a:lnTo>
                  <a:pt x="574728" y="160288"/>
                </a:lnTo>
                <a:lnTo>
                  <a:pt x="572828" y="159863"/>
                </a:lnTo>
                <a:lnTo>
                  <a:pt x="570868" y="159471"/>
                </a:lnTo>
                <a:lnTo>
                  <a:pt x="568845" y="159109"/>
                </a:lnTo>
                <a:lnTo>
                  <a:pt x="566762" y="158779"/>
                </a:lnTo>
                <a:lnTo>
                  <a:pt x="564616" y="158481"/>
                </a:lnTo>
                <a:lnTo>
                  <a:pt x="562409" y="158214"/>
                </a:lnTo>
                <a:lnTo>
                  <a:pt x="560141" y="157978"/>
                </a:lnTo>
                <a:lnTo>
                  <a:pt x="557811" y="157774"/>
                </a:lnTo>
                <a:lnTo>
                  <a:pt x="555419" y="157601"/>
                </a:lnTo>
                <a:lnTo>
                  <a:pt x="552966" y="157459"/>
                </a:lnTo>
                <a:lnTo>
                  <a:pt x="550451" y="157349"/>
                </a:lnTo>
                <a:lnTo>
                  <a:pt x="547875" y="157271"/>
                </a:lnTo>
                <a:lnTo>
                  <a:pt x="545237" y="157224"/>
                </a:lnTo>
                <a:lnTo>
                  <a:pt x="542537" y="157208"/>
                </a:lnTo>
                <a:lnTo>
                  <a:pt x="539301" y="157208"/>
                </a:lnTo>
                <a:lnTo>
                  <a:pt x="538255" y="157206"/>
                </a:lnTo>
                <a:lnTo>
                  <a:pt x="537227" y="157202"/>
                </a:lnTo>
                <a:lnTo>
                  <a:pt x="536218" y="157194"/>
                </a:lnTo>
                <a:lnTo>
                  <a:pt x="535229" y="157184"/>
                </a:lnTo>
                <a:lnTo>
                  <a:pt x="534258" y="157170"/>
                </a:lnTo>
                <a:lnTo>
                  <a:pt x="533306" y="157153"/>
                </a:lnTo>
                <a:lnTo>
                  <a:pt x="532373" y="157133"/>
                </a:lnTo>
                <a:lnTo>
                  <a:pt x="531459" y="157111"/>
                </a:lnTo>
                <a:lnTo>
                  <a:pt x="530564" y="157085"/>
                </a:lnTo>
                <a:lnTo>
                  <a:pt x="529688" y="157056"/>
                </a:lnTo>
                <a:lnTo>
                  <a:pt x="528831" y="157024"/>
                </a:lnTo>
                <a:lnTo>
                  <a:pt x="527993" y="156989"/>
                </a:lnTo>
                <a:lnTo>
                  <a:pt x="527174" y="156951"/>
                </a:lnTo>
                <a:lnTo>
                  <a:pt x="526373" y="156910"/>
                </a:lnTo>
                <a:lnTo>
                  <a:pt x="525592" y="156866"/>
                </a:lnTo>
                <a:lnTo>
                  <a:pt x="524830" y="156819"/>
                </a:lnTo>
                <a:lnTo>
                  <a:pt x="524087" y="156768"/>
                </a:lnTo>
                <a:lnTo>
                  <a:pt x="523362" y="156715"/>
                </a:lnTo>
                <a:lnTo>
                  <a:pt x="522657" y="156659"/>
                </a:lnTo>
                <a:lnTo>
                  <a:pt x="521971" y="156599"/>
                </a:lnTo>
                <a:lnTo>
                  <a:pt x="521303" y="156537"/>
                </a:lnTo>
                <a:lnTo>
                  <a:pt x="520655" y="156472"/>
                </a:lnTo>
                <a:lnTo>
                  <a:pt x="520025" y="156403"/>
                </a:lnTo>
                <a:lnTo>
                  <a:pt x="519414" y="156332"/>
                </a:lnTo>
                <a:lnTo>
                  <a:pt x="518821" y="156257"/>
                </a:lnTo>
                <a:lnTo>
                  <a:pt x="518242" y="156179"/>
                </a:lnTo>
                <a:lnTo>
                  <a:pt x="517679" y="156099"/>
                </a:lnTo>
                <a:lnTo>
                  <a:pt x="517130" y="156015"/>
                </a:lnTo>
                <a:lnTo>
                  <a:pt x="516596" y="155928"/>
                </a:lnTo>
                <a:lnTo>
                  <a:pt x="516077" y="155839"/>
                </a:lnTo>
                <a:lnTo>
                  <a:pt x="515574" y="155746"/>
                </a:lnTo>
                <a:lnTo>
                  <a:pt x="515085" y="155650"/>
                </a:lnTo>
                <a:lnTo>
                  <a:pt x="514611" y="155551"/>
                </a:lnTo>
                <a:lnTo>
                  <a:pt x="514152" y="155449"/>
                </a:lnTo>
                <a:lnTo>
                  <a:pt x="513709" y="155344"/>
                </a:lnTo>
                <a:lnTo>
                  <a:pt x="513280" y="155236"/>
                </a:lnTo>
                <a:lnTo>
                  <a:pt x="512866" y="155125"/>
                </a:lnTo>
                <a:lnTo>
                  <a:pt x="512467" y="155011"/>
                </a:lnTo>
                <a:lnTo>
                  <a:pt x="512083" y="154894"/>
                </a:lnTo>
                <a:lnTo>
                  <a:pt x="511714" y="154774"/>
                </a:lnTo>
                <a:lnTo>
                  <a:pt x="511360" y="154650"/>
                </a:lnTo>
                <a:lnTo>
                  <a:pt x="511021" y="154524"/>
                </a:lnTo>
                <a:lnTo>
                  <a:pt x="510698" y="154395"/>
                </a:lnTo>
                <a:lnTo>
                  <a:pt x="510389" y="154262"/>
                </a:lnTo>
                <a:lnTo>
                  <a:pt x="510095" y="154127"/>
                </a:lnTo>
                <a:lnTo>
                  <a:pt x="509816" y="153989"/>
                </a:lnTo>
                <a:lnTo>
                  <a:pt x="509552" y="153847"/>
                </a:lnTo>
                <a:lnTo>
                  <a:pt x="509302" y="153703"/>
                </a:lnTo>
                <a:lnTo>
                  <a:pt x="509066" y="153555"/>
                </a:lnTo>
                <a:lnTo>
                  <a:pt x="508839" y="153405"/>
                </a:lnTo>
                <a:lnTo>
                  <a:pt x="508623" y="153252"/>
                </a:lnTo>
                <a:lnTo>
                  <a:pt x="508417" y="153096"/>
                </a:lnTo>
                <a:lnTo>
                  <a:pt x="508220" y="152937"/>
                </a:lnTo>
                <a:lnTo>
                  <a:pt x="508034" y="152776"/>
                </a:lnTo>
                <a:lnTo>
                  <a:pt x="507858" y="152611"/>
                </a:lnTo>
                <a:lnTo>
                  <a:pt x="507692" y="152444"/>
                </a:lnTo>
                <a:lnTo>
                  <a:pt x="507536" y="152274"/>
                </a:lnTo>
                <a:lnTo>
                  <a:pt x="507390" y="152101"/>
                </a:lnTo>
                <a:lnTo>
                  <a:pt x="507254" y="151926"/>
                </a:lnTo>
                <a:lnTo>
                  <a:pt x="507128" y="151748"/>
                </a:lnTo>
                <a:lnTo>
                  <a:pt x="507013" y="151566"/>
                </a:lnTo>
                <a:lnTo>
                  <a:pt x="506907" y="151382"/>
                </a:lnTo>
                <a:lnTo>
                  <a:pt x="506811" y="151196"/>
                </a:lnTo>
                <a:lnTo>
                  <a:pt x="506726" y="151006"/>
                </a:lnTo>
                <a:lnTo>
                  <a:pt x="506650" y="150814"/>
                </a:lnTo>
                <a:lnTo>
                  <a:pt x="506585" y="150618"/>
                </a:lnTo>
                <a:lnTo>
                  <a:pt x="506529" y="150420"/>
                </a:lnTo>
                <a:lnTo>
                  <a:pt x="506484" y="150219"/>
                </a:lnTo>
                <a:lnTo>
                  <a:pt x="506449" y="150016"/>
                </a:lnTo>
                <a:lnTo>
                  <a:pt x="506424" y="149809"/>
                </a:lnTo>
                <a:lnTo>
                  <a:pt x="506409" y="149600"/>
                </a:lnTo>
                <a:lnTo>
                  <a:pt x="506404" y="149388"/>
                </a:lnTo>
                <a:lnTo>
                  <a:pt x="506412" y="149087"/>
                </a:lnTo>
                <a:lnTo>
                  <a:pt x="506437" y="148789"/>
                </a:lnTo>
                <a:lnTo>
                  <a:pt x="506480" y="148496"/>
                </a:lnTo>
                <a:lnTo>
                  <a:pt x="506539" y="148206"/>
                </a:lnTo>
                <a:lnTo>
                  <a:pt x="506614" y="147921"/>
                </a:lnTo>
                <a:lnTo>
                  <a:pt x="506707" y="147640"/>
                </a:lnTo>
                <a:lnTo>
                  <a:pt x="506817" y="147362"/>
                </a:lnTo>
                <a:lnTo>
                  <a:pt x="506943" y="147089"/>
                </a:lnTo>
                <a:lnTo>
                  <a:pt x="507086" y="146819"/>
                </a:lnTo>
                <a:lnTo>
                  <a:pt x="507246" y="146553"/>
                </a:lnTo>
                <a:lnTo>
                  <a:pt x="507423" y="146292"/>
                </a:lnTo>
                <a:lnTo>
                  <a:pt x="507617" y="146034"/>
                </a:lnTo>
                <a:lnTo>
                  <a:pt x="507828" y="145781"/>
                </a:lnTo>
                <a:lnTo>
                  <a:pt x="508055" y="145531"/>
                </a:lnTo>
                <a:lnTo>
                  <a:pt x="508300" y="145285"/>
                </a:lnTo>
                <a:lnTo>
                  <a:pt x="508561" y="145044"/>
                </a:lnTo>
                <a:lnTo>
                  <a:pt x="508839" y="144806"/>
                </a:lnTo>
                <a:lnTo>
                  <a:pt x="509134" y="144572"/>
                </a:lnTo>
                <a:lnTo>
                  <a:pt x="509446" y="144342"/>
                </a:lnTo>
                <a:lnTo>
                  <a:pt x="509774" y="144117"/>
                </a:lnTo>
                <a:lnTo>
                  <a:pt x="510120" y="143895"/>
                </a:lnTo>
                <a:lnTo>
                  <a:pt x="510482" y="143677"/>
                </a:lnTo>
                <a:lnTo>
                  <a:pt x="510861" y="143463"/>
                </a:lnTo>
                <a:lnTo>
                  <a:pt x="511257" y="143253"/>
                </a:lnTo>
                <a:lnTo>
                  <a:pt x="511666" y="143047"/>
                </a:lnTo>
                <a:lnTo>
                  <a:pt x="512083" y="142843"/>
                </a:lnTo>
                <a:lnTo>
                  <a:pt x="512509" y="142641"/>
                </a:lnTo>
                <a:lnTo>
                  <a:pt x="512943" y="142443"/>
                </a:lnTo>
                <a:lnTo>
                  <a:pt x="513385" y="142246"/>
                </a:lnTo>
                <a:lnTo>
                  <a:pt x="513836" y="142053"/>
                </a:lnTo>
                <a:lnTo>
                  <a:pt x="514295" y="141862"/>
                </a:lnTo>
                <a:lnTo>
                  <a:pt x="514763" y="141673"/>
                </a:lnTo>
                <a:lnTo>
                  <a:pt x="515239" y="141487"/>
                </a:lnTo>
                <a:lnTo>
                  <a:pt x="515724" y="141304"/>
                </a:lnTo>
                <a:lnTo>
                  <a:pt x="516217" y="141123"/>
                </a:lnTo>
                <a:lnTo>
                  <a:pt x="516505" y="141020"/>
                </a:lnTo>
                <a:lnTo>
                  <a:pt x="516552" y="141033"/>
                </a:lnTo>
                <a:lnTo>
                  <a:pt x="517789" y="141329"/>
                </a:lnTo>
                <a:lnTo>
                  <a:pt x="519044" y="141604"/>
                </a:lnTo>
                <a:lnTo>
                  <a:pt x="520317" y="141857"/>
                </a:lnTo>
                <a:lnTo>
                  <a:pt x="521608" y="142087"/>
                </a:lnTo>
                <a:lnTo>
                  <a:pt x="522918" y="142296"/>
                </a:lnTo>
                <a:lnTo>
                  <a:pt x="524246" y="142483"/>
                </a:lnTo>
                <a:lnTo>
                  <a:pt x="525592" y="142648"/>
                </a:lnTo>
                <a:lnTo>
                  <a:pt x="526956" y="142790"/>
                </a:lnTo>
                <a:lnTo>
                  <a:pt x="528339" y="142911"/>
                </a:lnTo>
                <a:lnTo>
                  <a:pt x="529740" y="143010"/>
                </a:lnTo>
                <a:lnTo>
                  <a:pt x="531159" y="143087"/>
                </a:lnTo>
                <a:lnTo>
                  <a:pt x="532597" y="143142"/>
                </a:lnTo>
                <a:lnTo>
                  <a:pt x="534052" y="143175"/>
                </a:lnTo>
                <a:lnTo>
                  <a:pt x="535526" y="143186"/>
                </a:lnTo>
                <a:lnTo>
                  <a:pt x="537099" y="143175"/>
                </a:lnTo>
                <a:lnTo>
                  <a:pt x="538649" y="143143"/>
                </a:lnTo>
                <a:lnTo>
                  <a:pt x="540177" y="143089"/>
                </a:lnTo>
                <a:lnTo>
                  <a:pt x="541681" y="143014"/>
                </a:lnTo>
                <a:lnTo>
                  <a:pt x="543164" y="142917"/>
                </a:lnTo>
                <a:lnTo>
                  <a:pt x="544623" y="142799"/>
                </a:lnTo>
                <a:lnTo>
                  <a:pt x="546059" y="142659"/>
                </a:lnTo>
                <a:lnTo>
                  <a:pt x="547473" y="142498"/>
                </a:lnTo>
                <a:lnTo>
                  <a:pt x="548865" y="142315"/>
                </a:lnTo>
                <a:lnTo>
                  <a:pt x="550233" y="142111"/>
                </a:lnTo>
                <a:lnTo>
                  <a:pt x="551579" y="141885"/>
                </a:lnTo>
                <a:lnTo>
                  <a:pt x="552902" y="141638"/>
                </a:lnTo>
                <a:lnTo>
                  <a:pt x="554202" y="141369"/>
                </a:lnTo>
                <a:lnTo>
                  <a:pt x="555480" y="141078"/>
                </a:lnTo>
                <a:lnTo>
                  <a:pt x="556735" y="140767"/>
                </a:lnTo>
                <a:lnTo>
                  <a:pt x="557967" y="140433"/>
                </a:lnTo>
                <a:lnTo>
                  <a:pt x="559177" y="140078"/>
                </a:lnTo>
                <a:lnTo>
                  <a:pt x="560364" y="139702"/>
                </a:lnTo>
                <a:lnTo>
                  <a:pt x="561528" y="139304"/>
                </a:lnTo>
                <a:lnTo>
                  <a:pt x="562670" y="138885"/>
                </a:lnTo>
                <a:lnTo>
                  <a:pt x="563788" y="138444"/>
                </a:lnTo>
                <a:lnTo>
                  <a:pt x="564884" y="137982"/>
                </a:lnTo>
                <a:lnTo>
                  <a:pt x="565958" y="137498"/>
                </a:lnTo>
                <a:lnTo>
                  <a:pt x="567008" y="136992"/>
                </a:lnTo>
                <a:lnTo>
                  <a:pt x="568037" y="136469"/>
                </a:lnTo>
                <a:lnTo>
                  <a:pt x="569044" y="135931"/>
                </a:lnTo>
                <a:lnTo>
                  <a:pt x="570029" y="135379"/>
                </a:lnTo>
                <a:lnTo>
                  <a:pt x="570993" y="134812"/>
                </a:lnTo>
                <a:lnTo>
                  <a:pt x="571936" y="134231"/>
                </a:lnTo>
                <a:lnTo>
                  <a:pt x="572856" y="133635"/>
                </a:lnTo>
                <a:lnTo>
                  <a:pt x="573756" y="133025"/>
                </a:lnTo>
                <a:lnTo>
                  <a:pt x="574634" y="132400"/>
                </a:lnTo>
                <a:lnTo>
                  <a:pt x="575490" y="131761"/>
                </a:lnTo>
                <a:lnTo>
                  <a:pt x="576324" y="131107"/>
                </a:lnTo>
                <a:lnTo>
                  <a:pt x="577138" y="130439"/>
                </a:lnTo>
                <a:lnTo>
                  <a:pt x="577929" y="129756"/>
                </a:lnTo>
                <a:lnTo>
                  <a:pt x="578699" y="129059"/>
                </a:lnTo>
                <a:lnTo>
                  <a:pt x="579448" y="128347"/>
                </a:lnTo>
                <a:lnTo>
                  <a:pt x="580175" y="127621"/>
                </a:lnTo>
                <a:lnTo>
                  <a:pt x="580880" y="126880"/>
                </a:lnTo>
                <a:lnTo>
                  <a:pt x="581564" y="126125"/>
                </a:lnTo>
                <a:lnTo>
                  <a:pt x="582227" y="125356"/>
                </a:lnTo>
                <a:lnTo>
                  <a:pt x="582868" y="124572"/>
                </a:lnTo>
                <a:lnTo>
                  <a:pt x="583487" y="123773"/>
                </a:lnTo>
                <a:lnTo>
                  <a:pt x="584085" y="122960"/>
                </a:lnTo>
                <a:lnTo>
                  <a:pt x="584661" y="122133"/>
                </a:lnTo>
                <a:lnTo>
                  <a:pt x="585216" y="121290"/>
                </a:lnTo>
                <a:lnTo>
                  <a:pt x="585749" y="120434"/>
                </a:lnTo>
                <a:lnTo>
                  <a:pt x="586261" y="119567"/>
                </a:lnTo>
                <a:lnTo>
                  <a:pt x="586751" y="118693"/>
                </a:lnTo>
                <a:lnTo>
                  <a:pt x="587219" y="117813"/>
                </a:lnTo>
                <a:lnTo>
                  <a:pt x="587665" y="116927"/>
                </a:lnTo>
                <a:lnTo>
                  <a:pt x="588089" y="116033"/>
                </a:lnTo>
                <a:lnTo>
                  <a:pt x="588492" y="115134"/>
                </a:lnTo>
                <a:lnTo>
                  <a:pt x="588873" y="114227"/>
                </a:lnTo>
                <a:lnTo>
                  <a:pt x="589232" y="113314"/>
                </a:lnTo>
                <a:lnTo>
                  <a:pt x="589570" y="112395"/>
                </a:lnTo>
                <a:lnTo>
                  <a:pt x="589885" y="111469"/>
                </a:lnTo>
                <a:lnTo>
                  <a:pt x="590179" y="110536"/>
                </a:lnTo>
                <a:lnTo>
                  <a:pt x="590451" y="109597"/>
                </a:lnTo>
                <a:lnTo>
                  <a:pt x="590702" y="108652"/>
                </a:lnTo>
                <a:lnTo>
                  <a:pt x="590930" y="107699"/>
                </a:lnTo>
                <a:lnTo>
                  <a:pt x="591137" y="106741"/>
                </a:lnTo>
                <a:lnTo>
                  <a:pt x="591322" y="105775"/>
                </a:lnTo>
                <a:lnTo>
                  <a:pt x="591485" y="104803"/>
                </a:lnTo>
                <a:lnTo>
                  <a:pt x="591627" y="103825"/>
                </a:lnTo>
                <a:lnTo>
                  <a:pt x="591747" y="102840"/>
                </a:lnTo>
                <a:lnTo>
                  <a:pt x="591845" y="101849"/>
                </a:lnTo>
                <a:lnTo>
                  <a:pt x="591921" y="100850"/>
                </a:lnTo>
                <a:lnTo>
                  <a:pt x="591975" y="99846"/>
                </a:lnTo>
                <a:lnTo>
                  <a:pt x="592008" y="98835"/>
                </a:lnTo>
                <a:lnTo>
                  <a:pt x="592019" y="97817"/>
                </a:lnTo>
                <a:lnTo>
                  <a:pt x="592008" y="96755"/>
                </a:lnTo>
                <a:lnTo>
                  <a:pt x="591976" y="95702"/>
                </a:lnTo>
                <a:lnTo>
                  <a:pt x="591923" y="94658"/>
                </a:lnTo>
                <a:lnTo>
                  <a:pt x="591848" y="93622"/>
                </a:lnTo>
                <a:lnTo>
                  <a:pt x="591752" y="92595"/>
                </a:lnTo>
                <a:lnTo>
                  <a:pt x="591635" y="91577"/>
                </a:lnTo>
                <a:lnTo>
                  <a:pt x="591497" y="90567"/>
                </a:lnTo>
                <a:lnTo>
                  <a:pt x="591337" y="89566"/>
                </a:lnTo>
                <a:lnTo>
                  <a:pt x="591156" y="88574"/>
                </a:lnTo>
                <a:lnTo>
                  <a:pt x="590954" y="87590"/>
                </a:lnTo>
                <a:lnTo>
                  <a:pt x="590730" y="86615"/>
                </a:lnTo>
                <a:lnTo>
                  <a:pt x="590485" y="85649"/>
                </a:lnTo>
                <a:lnTo>
                  <a:pt x="590219" y="84691"/>
                </a:lnTo>
                <a:lnTo>
                  <a:pt x="589931" y="83742"/>
                </a:lnTo>
                <a:lnTo>
                  <a:pt x="589622" y="82802"/>
                </a:lnTo>
                <a:lnTo>
                  <a:pt x="589292" y="81870"/>
                </a:lnTo>
                <a:lnTo>
                  <a:pt x="588941" y="80947"/>
                </a:lnTo>
                <a:lnTo>
                  <a:pt x="588568" y="80032"/>
                </a:lnTo>
                <a:lnTo>
                  <a:pt x="588174" y="79127"/>
                </a:lnTo>
                <a:lnTo>
                  <a:pt x="587759" y="78229"/>
                </a:lnTo>
                <a:lnTo>
                  <a:pt x="587322" y="77341"/>
                </a:lnTo>
                <a:lnTo>
                  <a:pt x="586864" y="76461"/>
                </a:lnTo>
                <a:lnTo>
                  <a:pt x="586385" y="75590"/>
                </a:lnTo>
                <a:lnTo>
                  <a:pt x="585884" y="74728"/>
                </a:lnTo>
                <a:lnTo>
                  <a:pt x="585362" y="73877"/>
                </a:lnTo>
                <a:lnTo>
                  <a:pt x="584819" y="73040"/>
                </a:lnTo>
                <a:lnTo>
                  <a:pt x="584253" y="72218"/>
                </a:lnTo>
                <a:lnTo>
                  <a:pt x="583667" y="71409"/>
                </a:lnTo>
                <a:lnTo>
                  <a:pt x="583059" y="70615"/>
                </a:lnTo>
                <a:lnTo>
                  <a:pt x="582429" y="69836"/>
                </a:lnTo>
                <a:lnTo>
                  <a:pt x="581778" y="69070"/>
                </a:lnTo>
                <a:lnTo>
                  <a:pt x="581105" y="68319"/>
                </a:lnTo>
                <a:lnTo>
                  <a:pt x="580411" y="67582"/>
                </a:lnTo>
                <a:lnTo>
                  <a:pt x="579695" y="66859"/>
                </a:lnTo>
                <a:lnTo>
                  <a:pt x="578958" y="66151"/>
                </a:lnTo>
                <a:lnTo>
                  <a:pt x="578472" y="65707"/>
                </a:lnTo>
                <a:lnTo>
                  <a:pt x="578553" y="65644"/>
                </a:lnTo>
                <a:lnTo>
                  <a:pt x="579103" y="65247"/>
                </a:lnTo>
                <a:lnTo>
                  <a:pt x="579668" y="64870"/>
                </a:lnTo>
                <a:lnTo>
                  <a:pt x="580248" y="64514"/>
                </a:lnTo>
                <a:close/>
                <a:moveTo>
                  <a:pt x="532659" y="121581"/>
                </a:moveTo>
                <a:lnTo>
                  <a:pt x="531960" y="121486"/>
                </a:lnTo>
                <a:lnTo>
                  <a:pt x="531267" y="121370"/>
                </a:lnTo>
                <a:lnTo>
                  <a:pt x="530580" y="121234"/>
                </a:lnTo>
                <a:lnTo>
                  <a:pt x="529901" y="121076"/>
                </a:lnTo>
                <a:lnTo>
                  <a:pt x="529228" y="120898"/>
                </a:lnTo>
                <a:lnTo>
                  <a:pt x="528563" y="120698"/>
                </a:lnTo>
                <a:lnTo>
                  <a:pt x="527904" y="120478"/>
                </a:lnTo>
                <a:lnTo>
                  <a:pt x="527251" y="120236"/>
                </a:lnTo>
                <a:lnTo>
                  <a:pt x="526606" y="119973"/>
                </a:lnTo>
                <a:lnTo>
                  <a:pt x="525967" y="119690"/>
                </a:lnTo>
                <a:lnTo>
                  <a:pt x="525335" y="119385"/>
                </a:lnTo>
                <a:lnTo>
                  <a:pt x="524710" y="119060"/>
                </a:lnTo>
                <a:lnTo>
                  <a:pt x="524092" y="118713"/>
                </a:lnTo>
                <a:lnTo>
                  <a:pt x="523480" y="118345"/>
                </a:lnTo>
                <a:lnTo>
                  <a:pt x="522876" y="117957"/>
                </a:lnTo>
                <a:lnTo>
                  <a:pt x="522278" y="117547"/>
                </a:lnTo>
                <a:lnTo>
                  <a:pt x="521686" y="117116"/>
                </a:lnTo>
                <a:lnTo>
                  <a:pt x="521102" y="116665"/>
                </a:lnTo>
                <a:lnTo>
                  <a:pt x="520525" y="116192"/>
                </a:lnTo>
                <a:lnTo>
                  <a:pt x="519954" y="115698"/>
                </a:lnTo>
                <a:lnTo>
                  <a:pt x="519398" y="115184"/>
                </a:lnTo>
                <a:lnTo>
                  <a:pt x="518866" y="114650"/>
                </a:lnTo>
                <a:lnTo>
                  <a:pt x="518358" y="114095"/>
                </a:lnTo>
                <a:lnTo>
                  <a:pt x="517873" y="113521"/>
                </a:lnTo>
                <a:lnTo>
                  <a:pt x="517412" y="112926"/>
                </a:lnTo>
                <a:lnTo>
                  <a:pt x="516975" y="112312"/>
                </a:lnTo>
                <a:lnTo>
                  <a:pt x="516561" y="111677"/>
                </a:lnTo>
                <a:lnTo>
                  <a:pt x="516171" y="111022"/>
                </a:lnTo>
                <a:lnTo>
                  <a:pt x="515805" y="110348"/>
                </a:lnTo>
                <a:lnTo>
                  <a:pt x="515462" y="109653"/>
                </a:lnTo>
                <a:lnTo>
                  <a:pt x="515143" y="108938"/>
                </a:lnTo>
                <a:lnTo>
                  <a:pt x="514847" y="108203"/>
                </a:lnTo>
                <a:lnTo>
                  <a:pt x="514575" y="107448"/>
                </a:lnTo>
                <a:lnTo>
                  <a:pt x="514327" y="106672"/>
                </a:lnTo>
                <a:lnTo>
                  <a:pt x="514102" y="105877"/>
                </a:lnTo>
                <a:lnTo>
                  <a:pt x="513902" y="105062"/>
                </a:lnTo>
                <a:lnTo>
                  <a:pt x="513724" y="104226"/>
                </a:lnTo>
                <a:lnTo>
                  <a:pt x="513571" y="103371"/>
                </a:lnTo>
                <a:lnTo>
                  <a:pt x="513441" y="102496"/>
                </a:lnTo>
                <a:lnTo>
                  <a:pt x="513334" y="101600"/>
                </a:lnTo>
                <a:lnTo>
                  <a:pt x="513251" y="100684"/>
                </a:lnTo>
                <a:lnTo>
                  <a:pt x="513192" y="99749"/>
                </a:lnTo>
                <a:lnTo>
                  <a:pt x="513157" y="98793"/>
                </a:lnTo>
                <a:lnTo>
                  <a:pt x="513145" y="97817"/>
                </a:lnTo>
                <a:lnTo>
                  <a:pt x="513156" y="96830"/>
                </a:lnTo>
                <a:lnTo>
                  <a:pt x="513191" y="95862"/>
                </a:lnTo>
                <a:lnTo>
                  <a:pt x="513248" y="94915"/>
                </a:lnTo>
                <a:lnTo>
                  <a:pt x="513329" y="93987"/>
                </a:lnTo>
                <a:lnTo>
                  <a:pt x="513432" y="93079"/>
                </a:lnTo>
                <a:lnTo>
                  <a:pt x="513558" y="92191"/>
                </a:lnTo>
                <a:lnTo>
                  <a:pt x="513707" y="91323"/>
                </a:lnTo>
                <a:lnTo>
                  <a:pt x="513879" y="90474"/>
                </a:lnTo>
                <a:lnTo>
                  <a:pt x="514074" y="89646"/>
                </a:lnTo>
                <a:lnTo>
                  <a:pt x="514292" y="88837"/>
                </a:lnTo>
                <a:lnTo>
                  <a:pt x="514533" y="88048"/>
                </a:lnTo>
                <a:lnTo>
                  <a:pt x="514797" y="87279"/>
                </a:lnTo>
                <a:lnTo>
                  <a:pt x="515083" y="86530"/>
                </a:lnTo>
                <a:lnTo>
                  <a:pt x="515393" y="85801"/>
                </a:lnTo>
                <a:lnTo>
                  <a:pt x="515726" y="85091"/>
                </a:lnTo>
                <a:lnTo>
                  <a:pt x="516081" y="84402"/>
                </a:lnTo>
                <a:lnTo>
                  <a:pt x="516460" y="83732"/>
                </a:lnTo>
                <a:lnTo>
                  <a:pt x="516861" y="83082"/>
                </a:lnTo>
                <a:lnTo>
                  <a:pt x="517286" y="82452"/>
                </a:lnTo>
                <a:lnTo>
                  <a:pt x="517733" y="81841"/>
                </a:lnTo>
                <a:lnTo>
                  <a:pt x="518203" y="81251"/>
                </a:lnTo>
                <a:lnTo>
                  <a:pt x="518696" y="80680"/>
                </a:lnTo>
                <a:lnTo>
                  <a:pt x="519212" y="80129"/>
                </a:lnTo>
                <a:lnTo>
                  <a:pt x="519752" y="79598"/>
                </a:lnTo>
                <a:lnTo>
                  <a:pt x="520308" y="79088"/>
                </a:lnTo>
                <a:lnTo>
                  <a:pt x="520877" y="78600"/>
                </a:lnTo>
                <a:lnTo>
                  <a:pt x="521458" y="78133"/>
                </a:lnTo>
                <a:lnTo>
                  <a:pt x="522051" y="77688"/>
                </a:lnTo>
                <a:lnTo>
                  <a:pt x="522656" y="77264"/>
                </a:lnTo>
                <a:lnTo>
                  <a:pt x="523274" y="76863"/>
                </a:lnTo>
                <a:lnTo>
                  <a:pt x="523904" y="76483"/>
                </a:lnTo>
                <a:lnTo>
                  <a:pt x="524545" y="76125"/>
                </a:lnTo>
                <a:lnTo>
                  <a:pt x="525199" y="75788"/>
                </a:lnTo>
                <a:lnTo>
                  <a:pt x="525866" y="75473"/>
                </a:lnTo>
                <a:lnTo>
                  <a:pt x="526544" y="75180"/>
                </a:lnTo>
                <a:lnTo>
                  <a:pt x="527234" y="74909"/>
                </a:lnTo>
                <a:lnTo>
                  <a:pt x="527937" y="74659"/>
                </a:lnTo>
                <a:lnTo>
                  <a:pt x="528652" y="74431"/>
                </a:lnTo>
                <a:lnTo>
                  <a:pt x="529379" y="74225"/>
                </a:lnTo>
                <a:lnTo>
                  <a:pt x="530118" y="74040"/>
                </a:lnTo>
                <a:lnTo>
                  <a:pt x="530870" y="73878"/>
                </a:lnTo>
                <a:lnTo>
                  <a:pt x="531633" y="73737"/>
                </a:lnTo>
                <a:lnTo>
                  <a:pt x="532409" y="73617"/>
                </a:lnTo>
                <a:lnTo>
                  <a:pt x="533197" y="73519"/>
                </a:lnTo>
                <a:lnTo>
                  <a:pt x="533997" y="73443"/>
                </a:lnTo>
                <a:lnTo>
                  <a:pt x="534809" y="73389"/>
                </a:lnTo>
                <a:lnTo>
                  <a:pt x="535633" y="73357"/>
                </a:lnTo>
                <a:lnTo>
                  <a:pt x="536470" y="73346"/>
                </a:lnTo>
                <a:lnTo>
                  <a:pt x="537295" y="73356"/>
                </a:lnTo>
                <a:lnTo>
                  <a:pt x="538107" y="73388"/>
                </a:lnTo>
                <a:lnTo>
                  <a:pt x="538905" y="73440"/>
                </a:lnTo>
                <a:lnTo>
                  <a:pt x="539691" y="73514"/>
                </a:lnTo>
                <a:lnTo>
                  <a:pt x="540463" y="73608"/>
                </a:lnTo>
                <a:lnTo>
                  <a:pt x="541223" y="73724"/>
                </a:lnTo>
                <a:lnTo>
                  <a:pt x="541969" y="73860"/>
                </a:lnTo>
                <a:lnTo>
                  <a:pt x="542702" y="74018"/>
                </a:lnTo>
                <a:lnTo>
                  <a:pt x="543422" y="74197"/>
                </a:lnTo>
                <a:lnTo>
                  <a:pt x="544129" y="74396"/>
                </a:lnTo>
                <a:lnTo>
                  <a:pt x="544823" y="74617"/>
                </a:lnTo>
                <a:lnTo>
                  <a:pt x="545503" y="74858"/>
                </a:lnTo>
                <a:lnTo>
                  <a:pt x="546171" y="75121"/>
                </a:lnTo>
                <a:lnTo>
                  <a:pt x="546825" y="75405"/>
                </a:lnTo>
                <a:lnTo>
                  <a:pt x="547467" y="75709"/>
                </a:lnTo>
                <a:lnTo>
                  <a:pt x="548095" y="76035"/>
                </a:lnTo>
                <a:lnTo>
                  <a:pt x="548710" y="76381"/>
                </a:lnTo>
                <a:lnTo>
                  <a:pt x="549312" y="76749"/>
                </a:lnTo>
                <a:lnTo>
                  <a:pt x="549901" y="77138"/>
                </a:lnTo>
                <a:lnTo>
                  <a:pt x="550477" y="77547"/>
                </a:lnTo>
                <a:lnTo>
                  <a:pt x="551040" y="77978"/>
                </a:lnTo>
                <a:lnTo>
                  <a:pt x="551589" y="78430"/>
                </a:lnTo>
                <a:lnTo>
                  <a:pt x="552126" y="78902"/>
                </a:lnTo>
                <a:lnTo>
                  <a:pt x="552649" y="79396"/>
                </a:lnTo>
                <a:lnTo>
                  <a:pt x="553155" y="79911"/>
                </a:lnTo>
                <a:lnTo>
                  <a:pt x="553640" y="80448"/>
                </a:lnTo>
                <a:lnTo>
                  <a:pt x="554103" y="81007"/>
                </a:lnTo>
                <a:lnTo>
                  <a:pt x="554544" y="81588"/>
                </a:lnTo>
                <a:lnTo>
                  <a:pt x="554964" y="82191"/>
                </a:lnTo>
                <a:lnTo>
                  <a:pt x="555363" y="82816"/>
                </a:lnTo>
                <a:lnTo>
                  <a:pt x="555740" y="83463"/>
                </a:lnTo>
                <a:lnTo>
                  <a:pt x="556095" y="84132"/>
                </a:lnTo>
                <a:lnTo>
                  <a:pt x="556429" y="84823"/>
                </a:lnTo>
                <a:lnTo>
                  <a:pt x="556741" y="85535"/>
                </a:lnTo>
                <a:lnTo>
                  <a:pt x="557032" y="86270"/>
                </a:lnTo>
                <a:lnTo>
                  <a:pt x="557301" y="87026"/>
                </a:lnTo>
                <a:lnTo>
                  <a:pt x="557548" y="87805"/>
                </a:lnTo>
                <a:lnTo>
                  <a:pt x="557775" y="88605"/>
                </a:lnTo>
                <a:lnTo>
                  <a:pt x="557979" y="89428"/>
                </a:lnTo>
                <a:lnTo>
                  <a:pt x="558162" y="90272"/>
                </a:lnTo>
                <a:lnTo>
                  <a:pt x="558324" y="91138"/>
                </a:lnTo>
                <a:lnTo>
                  <a:pt x="558464" y="92027"/>
                </a:lnTo>
                <a:lnTo>
                  <a:pt x="558582" y="92937"/>
                </a:lnTo>
                <a:lnTo>
                  <a:pt x="558679" y="93869"/>
                </a:lnTo>
                <a:lnTo>
                  <a:pt x="558754" y="94823"/>
                </a:lnTo>
                <a:lnTo>
                  <a:pt x="558808" y="95799"/>
                </a:lnTo>
                <a:lnTo>
                  <a:pt x="558841" y="96797"/>
                </a:lnTo>
                <a:lnTo>
                  <a:pt x="558851" y="97817"/>
                </a:lnTo>
                <a:lnTo>
                  <a:pt x="558840" y="98782"/>
                </a:lnTo>
                <a:lnTo>
                  <a:pt x="558805" y="99727"/>
                </a:lnTo>
                <a:lnTo>
                  <a:pt x="558747" y="100654"/>
                </a:lnTo>
                <a:lnTo>
                  <a:pt x="558666" y="101561"/>
                </a:lnTo>
                <a:lnTo>
                  <a:pt x="558562" y="102448"/>
                </a:lnTo>
                <a:lnTo>
                  <a:pt x="558434" y="103316"/>
                </a:lnTo>
                <a:lnTo>
                  <a:pt x="558284" y="104165"/>
                </a:lnTo>
                <a:lnTo>
                  <a:pt x="558110" y="104994"/>
                </a:lnTo>
                <a:lnTo>
                  <a:pt x="557913" y="105805"/>
                </a:lnTo>
                <a:lnTo>
                  <a:pt x="557693" y="106595"/>
                </a:lnTo>
                <a:lnTo>
                  <a:pt x="557449" y="107366"/>
                </a:lnTo>
                <a:lnTo>
                  <a:pt x="557183" y="108118"/>
                </a:lnTo>
                <a:lnTo>
                  <a:pt x="556893" y="108851"/>
                </a:lnTo>
                <a:lnTo>
                  <a:pt x="556580" y="109564"/>
                </a:lnTo>
                <a:lnTo>
                  <a:pt x="556244" y="110258"/>
                </a:lnTo>
                <a:lnTo>
                  <a:pt x="555885" y="110932"/>
                </a:lnTo>
                <a:lnTo>
                  <a:pt x="555503" y="111588"/>
                </a:lnTo>
                <a:lnTo>
                  <a:pt x="555097" y="112223"/>
                </a:lnTo>
                <a:lnTo>
                  <a:pt x="554668" y="112840"/>
                </a:lnTo>
                <a:lnTo>
                  <a:pt x="554217" y="113437"/>
                </a:lnTo>
                <a:lnTo>
                  <a:pt x="553742" y="114014"/>
                </a:lnTo>
                <a:lnTo>
                  <a:pt x="553243" y="114572"/>
                </a:lnTo>
                <a:lnTo>
                  <a:pt x="552722" y="115111"/>
                </a:lnTo>
                <a:lnTo>
                  <a:pt x="552177" y="115631"/>
                </a:lnTo>
                <a:lnTo>
                  <a:pt x="551615" y="116130"/>
                </a:lnTo>
                <a:lnTo>
                  <a:pt x="551042" y="116608"/>
                </a:lnTo>
                <a:lnTo>
                  <a:pt x="550457" y="117065"/>
                </a:lnTo>
                <a:lnTo>
                  <a:pt x="549861" y="117500"/>
                </a:lnTo>
                <a:lnTo>
                  <a:pt x="549253" y="117914"/>
                </a:lnTo>
                <a:lnTo>
                  <a:pt x="548634" y="118307"/>
                </a:lnTo>
                <a:lnTo>
                  <a:pt x="548003" y="118679"/>
                </a:lnTo>
                <a:lnTo>
                  <a:pt x="547361" y="119030"/>
                </a:lnTo>
                <a:lnTo>
                  <a:pt x="546707" y="119359"/>
                </a:lnTo>
                <a:lnTo>
                  <a:pt x="546042" y="119667"/>
                </a:lnTo>
                <a:lnTo>
                  <a:pt x="545366" y="119954"/>
                </a:lnTo>
                <a:lnTo>
                  <a:pt x="544678" y="120219"/>
                </a:lnTo>
                <a:lnTo>
                  <a:pt x="543978" y="120463"/>
                </a:lnTo>
                <a:lnTo>
                  <a:pt x="543267" y="120686"/>
                </a:lnTo>
                <a:lnTo>
                  <a:pt x="542545" y="120888"/>
                </a:lnTo>
                <a:lnTo>
                  <a:pt x="541811" y="121069"/>
                </a:lnTo>
                <a:lnTo>
                  <a:pt x="541065" y="121228"/>
                </a:lnTo>
                <a:lnTo>
                  <a:pt x="540308" y="121366"/>
                </a:lnTo>
                <a:lnTo>
                  <a:pt x="539540" y="121483"/>
                </a:lnTo>
                <a:lnTo>
                  <a:pt x="538760" y="121579"/>
                </a:lnTo>
                <a:lnTo>
                  <a:pt x="537969" y="121653"/>
                </a:lnTo>
                <a:lnTo>
                  <a:pt x="537166" y="121706"/>
                </a:lnTo>
                <a:lnTo>
                  <a:pt x="536352" y="121738"/>
                </a:lnTo>
                <a:lnTo>
                  <a:pt x="535526" y="121749"/>
                </a:lnTo>
                <a:lnTo>
                  <a:pt x="534799" y="121738"/>
                </a:lnTo>
                <a:lnTo>
                  <a:pt x="534079" y="121707"/>
                </a:lnTo>
                <a:lnTo>
                  <a:pt x="533366" y="121654"/>
                </a:lnTo>
                <a:lnTo>
                  <a:pt x="532659" y="121581"/>
                </a:lnTo>
                <a:close/>
                <a:moveTo>
                  <a:pt x="531221" y="213489"/>
                </a:moveTo>
                <a:lnTo>
                  <a:pt x="530074" y="213396"/>
                </a:lnTo>
                <a:lnTo>
                  <a:pt x="528957" y="213286"/>
                </a:lnTo>
                <a:lnTo>
                  <a:pt x="527871" y="213159"/>
                </a:lnTo>
                <a:lnTo>
                  <a:pt x="526815" y="213015"/>
                </a:lnTo>
                <a:lnTo>
                  <a:pt x="525790" y="212854"/>
                </a:lnTo>
                <a:lnTo>
                  <a:pt x="524795" y="212676"/>
                </a:lnTo>
                <a:lnTo>
                  <a:pt x="523830" y="212482"/>
                </a:lnTo>
                <a:lnTo>
                  <a:pt x="522896" y="212270"/>
                </a:lnTo>
                <a:lnTo>
                  <a:pt x="521992" y="212042"/>
                </a:lnTo>
                <a:lnTo>
                  <a:pt x="521119" y="211796"/>
                </a:lnTo>
                <a:lnTo>
                  <a:pt x="520276" y="211534"/>
                </a:lnTo>
                <a:lnTo>
                  <a:pt x="519463" y="211255"/>
                </a:lnTo>
                <a:lnTo>
                  <a:pt x="518681" y="210958"/>
                </a:lnTo>
                <a:lnTo>
                  <a:pt x="517930" y="210645"/>
                </a:lnTo>
                <a:lnTo>
                  <a:pt x="517209" y="210315"/>
                </a:lnTo>
                <a:lnTo>
                  <a:pt x="516518" y="209968"/>
                </a:lnTo>
                <a:lnTo>
                  <a:pt x="515857" y="209604"/>
                </a:lnTo>
                <a:lnTo>
                  <a:pt x="515228" y="209223"/>
                </a:lnTo>
                <a:lnTo>
                  <a:pt x="514628" y="208826"/>
                </a:lnTo>
                <a:lnTo>
                  <a:pt x="514056" y="208418"/>
                </a:lnTo>
                <a:lnTo>
                  <a:pt x="513508" y="208007"/>
                </a:lnTo>
                <a:lnTo>
                  <a:pt x="512985" y="207594"/>
                </a:lnTo>
                <a:lnTo>
                  <a:pt x="512486" y="207178"/>
                </a:lnTo>
                <a:lnTo>
                  <a:pt x="512011" y="206759"/>
                </a:lnTo>
                <a:lnTo>
                  <a:pt x="511561" y="206337"/>
                </a:lnTo>
                <a:lnTo>
                  <a:pt x="511135" y="205912"/>
                </a:lnTo>
                <a:lnTo>
                  <a:pt x="510733" y="205485"/>
                </a:lnTo>
                <a:lnTo>
                  <a:pt x="510356" y="205055"/>
                </a:lnTo>
                <a:lnTo>
                  <a:pt x="510003" y="204621"/>
                </a:lnTo>
                <a:lnTo>
                  <a:pt x="509674" y="204185"/>
                </a:lnTo>
                <a:lnTo>
                  <a:pt x="509370" y="203746"/>
                </a:lnTo>
                <a:lnTo>
                  <a:pt x="509090" y="203305"/>
                </a:lnTo>
                <a:lnTo>
                  <a:pt x="508834" y="202860"/>
                </a:lnTo>
                <a:lnTo>
                  <a:pt x="508603" y="202413"/>
                </a:lnTo>
                <a:lnTo>
                  <a:pt x="508396" y="201963"/>
                </a:lnTo>
                <a:lnTo>
                  <a:pt x="508214" y="201509"/>
                </a:lnTo>
                <a:lnTo>
                  <a:pt x="508055" y="201054"/>
                </a:lnTo>
                <a:lnTo>
                  <a:pt x="507921" y="200595"/>
                </a:lnTo>
                <a:lnTo>
                  <a:pt x="507812" y="200133"/>
                </a:lnTo>
                <a:lnTo>
                  <a:pt x="507727" y="199669"/>
                </a:lnTo>
                <a:lnTo>
                  <a:pt x="507666" y="199202"/>
                </a:lnTo>
                <a:lnTo>
                  <a:pt x="507629" y="198731"/>
                </a:lnTo>
                <a:lnTo>
                  <a:pt x="507617" y="198259"/>
                </a:lnTo>
                <a:lnTo>
                  <a:pt x="507623" y="197854"/>
                </a:lnTo>
                <a:lnTo>
                  <a:pt x="507640" y="197454"/>
                </a:lnTo>
                <a:lnTo>
                  <a:pt x="507669" y="197058"/>
                </a:lnTo>
                <a:lnTo>
                  <a:pt x="507709" y="196666"/>
                </a:lnTo>
                <a:lnTo>
                  <a:pt x="507760" y="196277"/>
                </a:lnTo>
                <a:lnTo>
                  <a:pt x="507824" y="195893"/>
                </a:lnTo>
                <a:lnTo>
                  <a:pt x="507898" y="195513"/>
                </a:lnTo>
                <a:lnTo>
                  <a:pt x="507984" y="195136"/>
                </a:lnTo>
                <a:lnTo>
                  <a:pt x="508082" y="194764"/>
                </a:lnTo>
                <a:lnTo>
                  <a:pt x="508191" y="194396"/>
                </a:lnTo>
                <a:lnTo>
                  <a:pt x="508311" y="194032"/>
                </a:lnTo>
                <a:lnTo>
                  <a:pt x="508443" y="193671"/>
                </a:lnTo>
                <a:lnTo>
                  <a:pt x="508586" y="193315"/>
                </a:lnTo>
                <a:lnTo>
                  <a:pt x="508741" y="192963"/>
                </a:lnTo>
                <a:lnTo>
                  <a:pt x="508907" y="192614"/>
                </a:lnTo>
                <a:lnTo>
                  <a:pt x="509085" y="192270"/>
                </a:lnTo>
                <a:lnTo>
                  <a:pt x="509274" y="191930"/>
                </a:lnTo>
                <a:lnTo>
                  <a:pt x="509475" y="191593"/>
                </a:lnTo>
                <a:lnTo>
                  <a:pt x="509687" y="191261"/>
                </a:lnTo>
                <a:lnTo>
                  <a:pt x="509911" y="190933"/>
                </a:lnTo>
                <a:lnTo>
                  <a:pt x="510146" y="190608"/>
                </a:lnTo>
                <a:lnTo>
                  <a:pt x="510393" y="190288"/>
                </a:lnTo>
                <a:lnTo>
                  <a:pt x="510651" y="189971"/>
                </a:lnTo>
                <a:lnTo>
                  <a:pt x="510920" y="189659"/>
                </a:lnTo>
                <a:lnTo>
                  <a:pt x="511199" y="189352"/>
                </a:lnTo>
                <a:lnTo>
                  <a:pt x="511484" y="189050"/>
                </a:lnTo>
                <a:lnTo>
                  <a:pt x="511777" y="188754"/>
                </a:lnTo>
                <a:lnTo>
                  <a:pt x="512076" y="188465"/>
                </a:lnTo>
                <a:lnTo>
                  <a:pt x="512382" y="188181"/>
                </a:lnTo>
                <a:lnTo>
                  <a:pt x="512694" y="187903"/>
                </a:lnTo>
                <a:lnTo>
                  <a:pt x="513014" y="187631"/>
                </a:lnTo>
                <a:lnTo>
                  <a:pt x="513340" y="187364"/>
                </a:lnTo>
                <a:lnTo>
                  <a:pt x="513673" y="187104"/>
                </a:lnTo>
                <a:lnTo>
                  <a:pt x="514012" y="186849"/>
                </a:lnTo>
                <a:lnTo>
                  <a:pt x="514359" y="186601"/>
                </a:lnTo>
                <a:lnTo>
                  <a:pt x="514712" y="186358"/>
                </a:lnTo>
                <a:lnTo>
                  <a:pt x="515072" y="186121"/>
                </a:lnTo>
                <a:lnTo>
                  <a:pt x="515439" y="185890"/>
                </a:lnTo>
                <a:lnTo>
                  <a:pt x="515813" y="185665"/>
                </a:lnTo>
                <a:lnTo>
                  <a:pt x="516194" y="185446"/>
                </a:lnTo>
                <a:lnTo>
                  <a:pt x="516581" y="185232"/>
                </a:lnTo>
                <a:lnTo>
                  <a:pt x="516975" y="185025"/>
                </a:lnTo>
                <a:lnTo>
                  <a:pt x="517376" y="184823"/>
                </a:lnTo>
                <a:lnTo>
                  <a:pt x="517783" y="184628"/>
                </a:lnTo>
                <a:lnTo>
                  <a:pt x="518198" y="184438"/>
                </a:lnTo>
                <a:lnTo>
                  <a:pt x="518619" y="184254"/>
                </a:lnTo>
                <a:lnTo>
                  <a:pt x="519047" y="184076"/>
                </a:lnTo>
                <a:lnTo>
                  <a:pt x="519482" y="183904"/>
                </a:lnTo>
                <a:lnTo>
                  <a:pt x="543481" y="183904"/>
                </a:lnTo>
                <a:lnTo>
                  <a:pt x="544294" y="183907"/>
                </a:lnTo>
                <a:lnTo>
                  <a:pt x="545094" y="183915"/>
                </a:lnTo>
                <a:lnTo>
                  <a:pt x="545881" y="183929"/>
                </a:lnTo>
                <a:lnTo>
                  <a:pt x="546653" y="183949"/>
                </a:lnTo>
                <a:lnTo>
                  <a:pt x="547412" y="183974"/>
                </a:lnTo>
                <a:lnTo>
                  <a:pt x="548158" y="184005"/>
                </a:lnTo>
                <a:lnTo>
                  <a:pt x="548890" y="184042"/>
                </a:lnTo>
                <a:lnTo>
                  <a:pt x="549608" y="184084"/>
                </a:lnTo>
                <a:lnTo>
                  <a:pt x="550313" y="184132"/>
                </a:lnTo>
                <a:lnTo>
                  <a:pt x="551004" y="184185"/>
                </a:lnTo>
                <a:lnTo>
                  <a:pt x="551682" y="184244"/>
                </a:lnTo>
                <a:lnTo>
                  <a:pt x="552346" y="184309"/>
                </a:lnTo>
                <a:lnTo>
                  <a:pt x="552996" y="184380"/>
                </a:lnTo>
                <a:lnTo>
                  <a:pt x="553633" y="184456"/>
                </a:lnTo>
                <a:lnTo>
                  <a:pt x="554257" y="184537"/>
                </a:lnTo>
                <a:lnTo>
                  <a:pt x="554866" y="184625"/>
                </a:lnTo>
                <a:lnTo>
                  <a:pt x="555463" y="184718"/>
                </a:lnTo>
                <a:lnTo>
                  <a:pt x="556045" y="184816"/>
                </a:lnTo>
                <a:lnTo>
                  <a:pt x="556614" y="184920"/>
                </a:lnTo>
                <a:lnTo>
                  <a:pt x="557170" y="185030"/>
                </a:lnTo>
                <a:lnTo>
                  <a:pt x="557712" y="185146"/>
                </a:lnTo>
                <a:lnTo>
                  <a:pt x="558240" y="185267"/>
                </a:lnTo>
                <a:lnTo>
                  <a:pt x="558755" y="185393"/>
                </a:lnTo>
                <a:lnTo>
                  <a:pt x="559256" y="185526"/>
                </a:lnTo>
                <a:lnTo>
                  <a:pt x="559744" y="185664"/>
                </a:lnTo>
                <a:lnTo>
                  <a:pt x="560221" y="185806"/>
                </a:lnTo>
                <a:lnTo>
                  <a:pt x="560686" y="185954"/>
                </a:lnTo>
                <a:lnTo>
                  <a:pt x="561140" y="186106"/>
                </a:lnTo>
                <a:lnTo>
                  <a:pt x="561581" y="186262"/>
                </a:lnTo>
                <a:lnTo>
                  <a:pt x="562011" y="186424"/>
                </a:lnTo>
                <a:lnTo>
                  <a:pt x="562430" y="186590"/>
                </a:lnTo>
                <a:lnTo>
                  <a:pt x="562836" y="186760"/>
                </a:lnTo>
                <a:lnTo>
                  <a:pt x="563231" y="186936"/>
                </a:lnTo>
                <a:lnTo>
                  <a:pt x="563614" y="187116"/>
                </a:lnTo>
                <a:lnTo>
                  <a:pt x="563986" y="187301"/>
                </a:lnTo>
                <a:lnTo>
                  <a:pt x="564345" y="187490"/>
                </a:lnTo>
                <a:lnTo>
                  <a:pt x="564694" y="187685"/>
                </a:lnTo>
                <a:lnTo>
                  <a:pt x="565030" y="187883"/>
                </a:lnTo>
                <a:lnTo>
                  <a:pt x="565355" y="188087"/>
                </a:lnTo>
                <a:lnTo>
                  <a:pt x="565668" y="188295"/>
                </a:lnTo>
                <a:lnTo>
                  <a:pt x="565969" y="188508"/>
                </a:lnTo>
                <a:lnTo>
                  <a:pt x="566258" y="188726"/>
                </a:lnTo>
                <a:lnTo>
                  <a:pt x="566536" y="188949"/>
                </a:lnTo>
                <a:lnTo>
                  <a:pt x="566802" y="189176"/>
                </a:lnTo>
                <a:lnTo>
                  <a:pt x="567057" y="189407"/>
                </a:lnTo>
                <a:lnTo>
                  <a:pt x="567299" y="189644"/>
                </a:lnTo>
                <a:lnTo>
                  <a:pt x="567531" y="189885"/>
                </a:lnTo>
                <a:lnTo>
                  <a:pt x="567750" y="190131"/>
                </a:lnTo>
                <a:lnTo>
                  <a:pt x="567959" y="190382"/>
                </a:lnTo>
                <a:lnTo>
                  <a:pt x="568159" y="190638"/>
                </a:lnTo>
                <a:lnTo>
                  <a:pt x="568350" y="190898"/>
                </a:lnTo>
                <a:lnTo>
                  <a:pt x="568533" y="191163"/>
                </a:lnTo>
                <a:lnTo>
                  <a:pt x="568706" y="191433"/>
                </a:lnTo>
                <a:lnTo>
                  <a:pt x="568871" y="191707"/>
                </a:lnTo>
                <a:lnTo>
                  <a:pt x="569026" y="191986"/>
                </a:lnTo>
                <a:lnTo>
                  <a:pt x="569173" y="192270"/>
                </a:lnTo>
                <a:lnTo>
                  <a:pt x="569311" y="192558"/>
                </a:lnTo>
                <a:lnTo>
                  <a:pt x="569440" y="192852"/>
                </a:lnTo>
                <a:lnTo>
                  <a:pt x="569560" y="193150"/>
                </a:lnTo>
                <a:lnTo>
                  <a:pt x="569671" y="193452"/>
                </a:lnTo>
                <a:lnTo>
                  <a:pt x="569773" y="193759"/>
                </a:lnTo>
                <a:lnTo>
                  <a:pt x="569867" y="194071"/>
                </a:lnTo>
                <a:lnTo>
                  <a:pt x="569951" y="194388"/>
                </a:lnTo>
                <a:lnTo>
                  <a:pt x="570027" y="194710"/>
                </a:lnTo>
                <a:lnTo>
                  <a:pt x="570094" y="195036"/>
                </a:lnTo>
                <a:lnTo>
                  <a:pt x="570151" y="195366"/>
                </a:lnTo>
                <a:lnTo>
                  <a:pt x="570200" y="195702"/>
                </a:lnTo>
                <a:lnTo>
                  <a:pt x="570240" y="196042"/>
                </a:lnTo>
                <a:lnTo>
                  <a:pt x="570272" y="196387"/>
                </a:lnTo>
                <a:lnTo>
                  <a:pt x="570294" y="196736"/>
                </a:lnTo>
                <a:lnTo>
                  <a:pt x="570307" y="197091"/>
                </a:lnTo>
                <a:lnTo>
                  <a:pt x="570312" y="197450"/>
                </a:lnTo>
                <a:lnTo>
                  <a:pt x="570299" y="198010"/>
                </a:lnTo>
                <a:lnTo>
                  <a:pt x="570260" y="198564"/>
                </a:lnTo>
                <a:lnTo>
                  <a:pt x="570196" y="199111"/>
                </a:lnTo>
                <a:lnTo>
                  <a:pt x="570106" y="199650"/>
                </a:lnTo>
                <a:lnTo>
                  <a:pt x="569990" y="200183"/>
                </a:lnTo>
                <a:lnTo>
                  <a:pt x="569848" y="200708"/>
                </a:lnTo>
                <a:lnTo>
                  <a:pt x="569681" y="201226"/>
                </a:lnTo>
                <a:lnTo>
                  <a:pt x="569488" y="201738"/>
                </a:lnTo>
                <a:lnTo>
                  <a:pt x="569269" y="202242"/>
                </a:lnTo>
                <a:lnTo>
                  <a:pt x="569024" y="202739"/>
                </a:lnTo>
                <a:lnTo>
                  <a:pt x="568754" y="203230"/>
                </a:lnTo>
                <a:lnTo>
                  <a:pt x="568458" y="203713"/>
                </a:lnTo>
                <a:lnTo>
                  <a:pt x="568136" y="204189"/>
                </a:lnTo>
                <a:lnTo>
                  <a:pt x="567788" y="204658"/>
                </a:lnTo>
                <a:lnTo>
                  <a:pt x="567415" y="205120"/>
                </a:lnTo>
                <a:lnTo>
                  <a:pt x="567016" y="205575"/>
                </a:lnTo>
                <a:lnTo>
                  <a:pt x="566591" y="206023"/>
                </a:lnTo>
                <a:lnTo>
                  <a:pt x="566140" y="206463"/>
                </a:lnTo>
                <a:lnTo>
                  <a:pt x="565664" y="206897"/>
                </a:lnTo>
                <a:lnTo>
                  <a:pt x="565162" y="207324"/>
                </a:lnTo>
                <a:lnTo>
                  <a:pt x="564634" y="207744"/>
                </a:lnTo>
                <a:lnTo>
                  <a:pt x="564081" y="208156"/>
                </a:lnTo>
                <a:lnTo>
                  <a:pt x="563501" y="208562"/>
                </a:lnTo>
                <a:lnTo>
                  <a:pt x="562896" y="208960"/>
                </a:lnTo>
                <a:lnTo>
                  <a:pt x="562260" y="209347"/>
                </a:lnTo>
                <a:lnTo>
                  <a:pt x="561586" y="209717"/>
                </a:lnTo>
                <a:lnTo>
                  <a:pt x="560876" y="210071"/>
                </a:lnTo>
                <a:lnTo>
                  <a:pt x="560128" y="210409"/>
                </a:lnTo>
                <a:lnTo>
                  <a:pt x="559344" y="210730"/>
                </a:lnTo>
                <a:lnTo>
                  <a:pt x="558523" y="211034"/>
                </a:lnTo>
                <a:lnTo>
                  <a:pt x="557664" y="211322"/>
                </a:lnTo>
                <a:lnTo>
                  <a:pt x="556769" y="211594"/>
                </a:lnTo>
                <a:lnTo>
                  <a:pt x="555837" y="211849"/>
                </a:lnTo>
                <a:lnTo>
                  <a:pt x="554867" y="212087"/>
                </a:lnTo>
                <a:lnTo>
                  <a:pt x="553861" y="212310"/>
                </a:lnTo>
                <a:lnTo>
                  <a:pt x="552818" y="212515"/>
                </a:lnTo>
                <a:lnTo>
                  <a:pt x="551738" y="212705"/>
                </a:lnTo>
                <a:lnTo>
                  <a:pt x="550620" y="212877"/>
                </a:lnTo>
                <a:lnTo>
                  <a:pt x="549466" y="213034"/>
                </a:lnTo>
                <a:lnTo>
                  <a:pt x="548275" y="213174"/>
                </a:lnTo>
                <a:lnTo>
                  <a:pt x="547047" y="213297"/>
                </a:lnTo>
                <a:lnTo>
                  <a:pt x="545782" y="213404"/>
                </a:lnTo>
                <a:lnTo>
                  <a:pt x="544479" y="213495"/>
                </a:lnTo>
                <a:lnTo>
                  <a:pt x="543140" y="213569"/>
                </a:lnTo>
                <a:lnTo>
                  <a:pt x="541764" y="213626"/>
                </a:lnTo>
                <a:lnTo>
                  <a:pt x="540351" y="213667"/>
                </a:lnTo>
                <a:lnTo>
                  <a:pt x="538901" y="213692"/>
                </a:lnTo>
                <a:lnTo>
                  <a:pt x="537414" y="213700"/>
                </a:lnTo>
                <a:lnTo>
                  <a:pt x="536114" y="213692"/>
                </a:lnTo>
                <a:lnTo>
                  <a:pt x="534846" y="213667"/>
                </a:lnTo>
                <a:lnTo>
                  <a:pt x="533607" y="213624"/>
                </a:lnTo>
                <a:lnTo>
                  <a:pt x="532399" y="213565"/>
                </a:lnTo>
                <a:lnTo>
                  <a:pt x="531221" y="213489"/>
                </a:lnTo>
                <a:close/>
                <a:moveTo>
                  <a:pt x="37886" y="185252"/>
                </a:moveTo>
                <a:lnTo>
                  <a:pt x="37886" y="3775"/>
                </a:lnTo>
                <a:lnTo>
                  <a:pt x="0" y="3775"/>
                </a:lnTo>
                <a:lnTo>
                  <a:pt x="0" y="185252"/>
                </a:lnTo>
                <a:lnTo>
                  <a:pt x="37886" y="185252"/>
                </a:lnTo>
                <a:close/>
                <a:moveTo>
                  <a:pt x="293447" y="157577"/>
                </a:moveTo>
                <a:lnTo>
                  <a:pt x="292657" y="157533"/>
                </a:lnTo>
                <a:lnTo>
                  <a:pt x="291892" y="157471"/>
                </a:lnTo>
                <a:lnTo>
                  <a:pt x="291153" y="157391"/>
                </a:lnTo>
                <a:lnTo>
                  <a:pt x="290439" y="157294"/>
                </a:lnTo>
                <a:lnTo>
                  <a:pt x="289751" y="157179"/>
                </a:lnTo>
                <a:lnTo>
                  <a:pt x="289089" y="157046"/>
                </a:lnTo>
                <a:lnTo>
                  <a:pt x="288452" y="156896"/>
                </a:lnTo>
                <a:lnTo>
                  <a:pt x="287840" y="156728"/>
                </a:lnTo>
                <a:lnTo>
                  <a:pt x="287254" y="156542"/>
                </a:lnTo>
                <a:lnTo>
                  <a:pt x="286694" y="156339"/>
                </a:lnTo>
                <a:lnTo>
                  <a:pt x="286159" y="156118"/>
                </a:lnTo>
                <a:lnTo>
                  <a:pt x="285649" y="155879"/>
                </a:lnTo>
                <a:lnTo>
                  <a:pt x="285165" y="155623"/>
                </a:lnTo>
                <a:lnTo>
                  <a:pt x="284707" y="155349"/>
                </a:lnTo>
                <a:lnTo>
                  <a:pt x="284274" y="155057"/>
                </a:lnTo>
                <a:lnTo>
                  <a:pt x="283867" y="154747"/>
                </a:lnTo>
                <a:lnTo>
                  <a:pt x="283485" y="154420"/>
                </a:lnTo>
                <a:lnTo>
                  <a:pt x="283128" y="154075"/>
                </a:lnTo>
                <a:lnTo>
                  <a:pt x="282798" y="153712"/>
                </a:lnTo>
                <a:lnTo>
                  <a:pt x="282492" y="153332"/>
                </a:lnTo>
                <a:lnTo>
                  <a:pt x="282212" y="152934"/>
                </a:lnTo>
                <a:lnTo>
                  <a:pt x="281958" y="152519"/>
                </a:lnTo>
                <a:lnTo>
                  <a:pt x="281722" y="152085"/>
                </a:lnTo>
                <a:lnTo>
                  <a:pt x="281495" y="151631"/>
                </a:lnTo>
                <a:lnTo>
                  <a:pt x="281279" y="151159"/>
                </a:lnTo>
                <a:lnTo>
                  <a:pt x="281072" y="150668"/>
                </a:lnTo>
                <a:lnTo>
                  <a:pt x="280876" y="150157"/>
                </a:lnTo>
                <a:lnTo>
                  <a:pt x="280690" y="149627"/>
                </a:lnTo>
                <a:lnTo>
                  <a:pt x="280514" y="149079"/>
                </a:lnTo>
                <a:lnTo>
                  <a:pt x="280348" y="148511"/>
                </a:lnTo>
                <a:lnTo>
                  <a:pt x="280192" y="147924"/>
                </a:lnTo>
                <a:lnTo>
                  <a:pt x="280046" y="147318"/>
                </a:lnTo>
                <a:lnTo>
                  <a:pt x="279910" y="146692"/>
                </a:lnTo>
                <a:lnTo>
                  <a:pt x="279784" y="146048"/>
                </a:lnTo>
                <a:lnTo>
                  <a:pt x="279668" y="145384"/>
                </a:lnTo>
                <a:lnTo>
                  <a:pt x="279563" y="144702"/>
                </a:lnTo>
                <a:lnTo>
                  <a:pt x="279467" y="144000"/>
                </a:lnTo>
                <a:lnTo>
                  <a:pt x="279381" y="143279"/>
                </a:lnTo>
                <a:lnTo>
                  <a:pt x="279306" y="142539"/>
                </a:lnTo>
                <a:lnTo>
                  <a:pt x="279240" y="141780"/>
                </a:lnTo>
                <a:lnTo>
                  <a:pt x="279185" y="141002"/>
                </a:lnTo>
                <a:lnTo>
                  <a:pt x="279140" y="140205"/>
                </a:lnTo>
                <a:lnTo>
                  <a:pt x="279105" y="139388"/>
                </a:lnTo>
                <a:lnTo>
                  <a:pt x="279079" y="138552"/>
                </a:lnTo>
                <a:lnTo>
                  <a:pt x="279064" y="137698"/>
                </a:lnTo>
                <a:lnTo>
                  <a:pt x="279059" y="136824"/>
                </a:lnTo>
                <a:lnTo>
                  <a:pt x="279059" y="79548"/>
                </a:lnTo>
                <a:lnTo>
                  <a:pt x="307777" y="79548"/>
                </a:lnTo>
                <a:lnTo>
                  <a:pt x="307777" y="52043"/>
                </a:lnTo>
                <a:lnTo>
                  <a:pt x="279059" y="52043"/>
                </a:lnTo>
                <a:lnTo>
                  <a:pt x="279059" y="21033"/>
                </a:lnTo>
                <a:lnTo>
                  <a:pt x="243330" y="21033"/>
                </a:lnTo>
                <a:lnTo>
                  <a:pt x="243330" y="52043"/>
                </a:lnTo>
                <a:lnTo>
                  <a:pt x="221488" y="52043"/>
                </a:lnTo>
                <a:lnTo>
                  <a:pt x="221488" y="79548"/>
                </a:lnTo>
                <a:lnTo>
                  <a:pt x="243330" y="79548"/>
                </a:lnTo>
                <a:lnTo>
                  <a:pt x="243330" y="138699"/>
                </a:lnTo>
                <a:lnTo>
                  <a:pt x="243338" y="140057"/>
                </a:lnTo>
                <a:lnTo>
                  <a:pt x="243360" y="141394"/>
                </a:lnTo>
                <a:lnTo>
                  <a:pt x="243398" y="142709"/>
                </a:lnTo>
                <a:lnTo>
                  <a:pt x="243450" y="144003"/>
                </a:lnTo>
                <a:lnTo>
                  <a:pt x="243517" y="145275"/>
                </a:lnTo>
                <a:lnTo>
                  <a:pt x="243600" y="146525"/>
                </a:lnTo>
                <a:lnTo>
                  <a:pt x="243697" y="147754"/>
                </a:lnTo>
                <a:lnTo>
                  <a:pt x="243810" y="148961"/>
                </a:lnTo>
                <a:lnTo>
                  <a:pt x="243937" y="150147"/>
                </a:lnTo>
                <a:lnTo>
                  <a:pt x="244079" y="151310"/>
                </a:lnTo>
                <a:lnTo>
                  <a:pt x="244237" y="152452"/>
                </a:lnTo>
                <a:lnTo>
                  <a:pt x="244409" y="153573"/>
                </a:lnTo>
                <a:lnTo>
                  <a:pt x="244596" y="154672"/>
                </a:lnTo>
                <a:lnTo>
                  <a:pt x="244798" y="155749"/>
                </a:lnTo>
                <a:lnTo>
                  <a:pt x="245016" y="156805"/>
                </a:lnTo>
                <a:lnTo>
                  <a:pt x="245248" y="157839"/>
                </a:lnTo>
                <a:lnTo>
                  <a:pt x="245495" y="158851"/>
                </a:lnTo>
                <a:lnTo>
                  <a:pt x="245757" y="159842"/>
                </a:lnTo>
                <a:lnTo>
                  <a:pt x="246034" y="160811"/>
                </a:lnTo>
                <a:lnTo>
                  <a:pt x="246326" y="161758"/>
                </a:lnTo>
                <a:lnTo>
                  <a:pt x="246633" y="162684"/>
                </a:lnTo>
                <a:lnTo>
                  <a:pt x="246956" y="163588"/>
                </a:lnTo>
                <a:lnTo>
                  <a:pt x="247293" y="164470"/>
                </a:lnTo>
                <a:lnTo>
                  <a:pt x="247645" y="165331"/>
                </a:lnTo>
                <a:lnTo>
                  <a:pt x="248016" y="166172"/>
                </a:lnTo>
                <a:lnTo>
                  <a:pt x="248410" y="166994"/>
                </a:lnTo>
                <a:lnTo>
                  <a:pt x="248828" y="167798"/>
                </a:lnTo>
                <a:lnTo>
                  <a:pt x="249268" y="168583"/>
                </a:lnTo>
                <a:lnTo>
                  <a:pt x="249732" y="169350"/>
                </a:lnTo>
                <a:lnTo>
                  <a:pt x="250219" y="170098"/>
                </a:lnTo>
                <a:lnTo>
                  <a:pt x="250729" y="170827"/>
                </a:lnTo>
                <a:lnTo>
                  <a:pt x="251262" y="171538"/>
                </a:lnTo>
                <a:lnTo>
                  <a:pt x="251819" y="172231"/>
                </a:lnTo>
                <a:lnTo>
                  <a:pt x="252399" y="172905"/>
                </a:lnTo>
                <a:lnTo>
                  <a:pt x="253002" y="173560"/>
                </a:lnTo>
                <a:lnTo>
                  <a:pt x="253628" y="174197"/>
                </a:lnTo>
                <a:lnTo>
                  <a:pt x="254277" y="174816"/>
                </a:lnTo>
                <a:lnTo>
                  <a:pt x="254949" y="175415"/>
                </a:lnTo>
                <a:lnTo>
                  <a:pt x="255645" y="175997"/>
                </a:lnTo>
                <a:lnTo>
                  <a:pt x="256363" y="176559"/>
                </a:lnTo>
                <a:lnTo>
                  <a:pt x="257105" y="177104"/>
                </a:lnTo>
                <a:lnTo>
                  <a:pt x="257870" y="177629"/>
                </a:lnTo>
                <a:lnTo>
                  <a:pt x="258659" y="178136"/>
                </a:lnTo>
                <a:lnTo>
                  <a:pt x="259470" y="178625"/>
                </a:lnTo>
                <a:lnTo>
                  <a:pt x="260305" y="179095"/>
                </a:lnTo>
                <a:lnTo>
                  <a:pt x="261162" y="179547"/>
                </a:lnTo>
                <a:lnTo>
                  <a:pt x="262043" y="179980"/>
                </a:lnTo>
                <a:lnTo>
                  <a:pt x="262947" y="180394"/>
                </a:lnTo>
                <a:lnTo>
                  <a:pt x="263879" y="180790"/>
                </a:lnTo>
                <a:lnTo>
                  <a:pt x="264841" y="181170"/>
                </a:lnTo>
                <a:lnTo>
                  <a:pt x="265835" y="181533"/>
                </a:lnTo>
                <a:lnTo>
                  <a:pt x="266859" y="181878"/>
                </a:lnTo>
                <a:lnTo>
                  <a:pt x="267915" y="182207"/>
                </a:lnTo>
                <a:lnTo>
                  <a:pt x="269002" y="182519"/>
                </a:lnTo>
                <a:lnTo>
                  <a:pt x="270120" y="182815"/>
                </a:lnTo>
                <a:lnTo>
                  <a:pt x="271269" y="183093"/>
                </a:lnTo>
                <a:lnTo>
                  <a:pt x="272450" y="183354"/>
                </a:lnTo>
                <a:lnTo>
                  <a:pt x="273661" y="183599"/>
                </a:lnTo>
                <a:lnTo>
                  <a:pt x="274904" y="183827"/>
                </a:lnTo>
                <a:lnTo>
                  <a:pt x="276177" y="184037"/>
                </a:lnTo>
                <a:lnTo>
                  <a:pt x="277482" y="184231"/>
                </a:lnTo>
                <a:lnTo>
                  <a:pt x="278818" y="184409"/>
                </a:lnTo>
                <a:lnTo>
                  <a:pt x="280185" y="184569"/>
                </a:lnTo>
                <a:lnTo>
                  <a:pt x="281584" y="184712"/>
                </a:lnTo>
                <a:lnTo>
                  <a:pt x="283013" y="184839"/>
                </a:lnTo>
                <a:lnTo>
                  <a:pt x="284473" y="184948"/>
                </a:lnTo>
                <a:lnTo>
                  <a:pt x="285965" y="185041"/>
                </a:lnTo>
                <a:lnTo>
                  <a:pt x="287488" y="185117"/>
                </a:lnTo>
                <a:lnTo>
                  <a:pt x="289042" y="185176"/>
                </a:lnTo>
                <a:lnTo>
                  <a:pt x="290627" y="185218"/>
                </a:lnTo>
                <a:lnTo>
                  <a:pt x="292243" y="185244"/>
                </a:lnTo>
                <a:lnTo>
                  <a:pt x="293890" y="185252"/>
                </a:lnTo>
                <a:lnTo>
                  <a:pt x="307777" y="185252"/>
                </a:lnTo>
                <a:lnTo>
                  <a:pt x="307777" y="157612"/>
                </a:lnTo>
                <a:lnTo>
                  <a:pt x="295104" y="157612"/>
                </a:lnTo>
                <a:lnTo>
                  <a:pt x="294263" y="157604"/>
                </a:lnTo>
                <a:lnTo>
                  <a:pt x="293447" y="157577"/>
                </a:lnTo>
                <a:close/>
                <a:moveTo>
                  <a:pt x="117451" y="94232"/>
                </a:moveTo>
                <a:lnTo>
                  <a:pt x="117947" y="93653"/>
                </a:lnTo>
                <a:lnTo>
                  <a:pt x="118449" y="93082"/>
                </a:lnTo>
                <a:lnTo>
                  <a:pt x="118959" y="92519"/>
                </a:lnTo>
                <a:lnTo>
                  <a:pt x="119475" y="91963"/>
                </a:lnTo>
                <a:lnTo>
                  <a:pt x="119998" y="91414"/>
                </a:lnTo>
                <a:lnTo>
                  <a:pt x="120527" y="90874"/>
                </a:lnTo>
                <a:lnTo>
                  <a:pt x="121064" y="90341"/>
                </a:lnTo>
                <a:lnTo>
                  <a:pt x="121607" y="89815"/>
                </a:lnTo>
                <a:lnTo>
                  <a:pt x="122157" y="89297"/>
                </a:lnTo>
                <a:lnTo>
                  <a:pt x="122713" y="88787"/>
                </a:lnTo>
                <a:lnTo>
                  <a:pt x="123277" y="88285"/>
                </a:lnTo>
                <a:lnTo>
                  <a:pt x="123847" y="87790"/>
                </a:lnTo>
                <a:lnTo>
                  <a:pt x="124424" y="87302"/>
                </a:lnTo>
                <a:lnTo>
                  <a:pt x="125008" y="86822"/>
                </a:lnTo>
                <a:lnTo>
                  <a:pt x="125599" y="86350"/>
                </a:lnTo>
                <a:lnTo>
                  <a:pt x="126196" y="85886"/>
                </a:lnTo>
                <a:lnTo>
                  <a:pt x="126801" y="85429"/>
                </a:lnTo>
                <a:lnTo>
                  <a:pt x="127412" y="84979"/>
                </a:lnTo>
                <a:lnTo>
                  <a:pt x="128030" y="84538"/>
                </a:lnTo>
                <a:lnTo>
                  <a:pt x="128654" y="84103"/>
                </a:lnTo>
                <a:lnTo>
                  <a:pt x="129286" y="83677"/>
                </a:lnTo>
                <a:lnTo>
                  <a:pt x="129926" y="83263"/>
                </a:lnTo>
                <a:lnTo>
                  <a:pt x="130576" y="82867"/>
                </a:lnTo>
                <a:lnTo>
                  <a:pt x="131237" y="82488"/>
                </a:lnTo>
                <a:lnTo>
                  <a:pt x="131909" y="82127"/>
                </a:lnTo>
                <a:lnTo>
                  <a:pt x="132591" y="81783"/>
                </a:lnTo>
                <a:lnTo>
                  <a:pt x="133284" y="81457"/>
                </a:lnTo>
                <a:lnTo>
                  <a:pt x="133987" y="81149"/>
                </a:lnTo>
                <a:lnTo>
                  <a:pt x="134701" y="80859"/>
                </a:lnTo>
                <a:lnTo>
                  <a:pt x="135425" y="80586"/>
                </a:lnTo>
                <a:lnTo>
                  <a:pt x="136160" y="80330"/>
                </a:lnTo>
                <a:lnTo>
                  <a:pt x="136906" y="80092"/>
                </a:lnTo>
                <a:lnTo>
                  <a:pt x="137662" y="79872"/>
                </a:lnTo>
                <a:lnTo>
                  <a:pt x="138428" y="79670"/>
                </a:lnTo>
                <a:lnTo>
                  <a:pt x="139205" y="79485"/>
                </a:lnTo>
                <a:lnTo>
                  <a:pt x="139993" y="79317"/>
                </a:lnTo>
                <a:lnTo>
                  <a:pt x="140791" y="79168"/>
                </a:lnTo>
                <a:lnTo>
                  <a:pt x="141599" y="79036"/>
                </a:lnTo>
                <a:lnTo>
                  <a:pt x="142419" y="78921"/>
                </a:lnTo>
                <a:lnTo>
                  <a:pt x="143248" y="78824"/>
                </a:lnTo>
                <a:lnTo>
                  <a:pt x="144088" y="78745"/>
                </a:lnTo>
                <a:lnTo>
                  <a:pt x="144939" y="78683"/>
                </a:lnTo>
                <a:lnTo>
                  <a:pt x="145800" y="78639"/>
                </a:lnTo>
                <a:lnTo>
                  <a:pt x="146672" y="78613"/>
                </a:lnTo>
                <a:lnTo>
                  <a:pt x="147555" y="78604"/>
                </a:lnTo>
                <a:lnTo>
                  <a:pt x="148145" y="78609"/>
                </a:lnTo>
                <a:lnTo>
                  <a:pt x="148726" y="78625"/>
                </a:lnTo>
                <a:lnTo>
                  <a:pt x="149298" y="78651"/>
                </a:lnTo>
                <a:lnTo>
                  <a:pt x="149860" y="78688"/>
                </a:lnTo>
                <a:lnTo>
                  <a:pt x="150412" y="78735"/>
                </a:lnTo>
                <a:lnTo>
                  <a:pt x="150955" y="78793"/>
                </a:lnTo>
                <a:lnTo>
                  <a:pt x="151488" y="78861"/>
                </a:lnTo>
                <a:lnTo>
                  <a:pt x="152011" y="78939"/>
                </a:lnTo>
                <a:lnTo>
                  <a:pt x="152525" y="79028"/>
                </a:lnTo>
                <a:lnTo>
                  <a:pt x="153030" y="79128"/>
                </a:lnTo>
                <a:lnTo>
                  <a:pt x="153524" y="79238"/>
                </a:lnTo>
                <a:lnTo>
                  <a:pt x="154009" y="79358"/>
                </a:lnTo>
                <a:lnTo>
                  <a:pt x="154485" y="79489"/>
                </a:lnTo>
                <a:lnTo>
                  <a:pt x="154951" y="79631"/>
                </a:lnTo>
                <a:lnTo>
                  <a:pt x="155407" y="79782"/>
                </a:lnTo>
                <a:lnTo>
                  <a:pt x="155854" y="79945"/>
                </a:lnTo>
                <a:lnTo>
                  <a:pt x="156291" y="80118"/>
                </a:lnTo>
                <a:lnTo>
                  <a:pt x="156719" y="80301"/>
                </a:lnTo>
                <a:lnTo>
                  <a:pt x="157137" y="80495"/>
                </a:lnTo>
                <a:lnTo>
                  <a:pt x="157545" y="80699"/>
                </a:lnTo>
                <a:lnTo>
                  <a:pt x="157944" y="80914"/>
                </a:lnTo>
                <a:lnTo>
                  <a:pt x="158333" y="81139"/>
                </a:lnTo>
                <a:lnTo>
                  <a:pt x="158712" y="81375"/>
                </a:lnTo>
                <a:lnTo>
                  <a:pt x="159082" y="81621"/>
                </a:lnTo>
                <a:lnTo>
                  <a:pt x="159443" y="81876"/>
                </a:lnTo>
                <a:lnTo>
                  <a:pt x="159796" y="82141"/>
                </a:lnTo>
                <a:lnTo>
                  <a:pt x="160141" y="82413"/>
                </a:lnTo>
                <a:lnTo>
                  <a:pt x="160477" y="82695"/>
                </a:lnTo>
                <a:lnTo>
                  <a:pt x="160806" y="82985"/>
                </a:lnTo>
                <a:lnTo>
                  <a:pt x="161126" y="83283"/>
                </a:lnTo>
                <a:lnTo>
                  <a:pt x="161438" y="83590"/>
                </a:lnTo>
                <a:lnTo>
                  <a:pt x="161741" y="83906"/>
                </a:lnTo>
                <a:lnTo>
                  <a:pt x="162037" y="84230"/>
                </a:lnTo>
                <a:lnTo>
                  <a:pt x="162324" y="84563"/>
                </a:lnTo>
                <a:lnTo>
                  <a:pt x="162603" y="84904"/>
                </a:lnTo>
                <a:lnTo>
                  <a:pt x="162874" y="85254"/>
                </a:lnTo>
                <a:lnTo>
                  <a:pt x="163137" y="85612"/>
                </a:lnTo>
                <a:lnTo>
                  <a:pt x="163392" y="85979"/>
                </a:lnTo>
                <a:lnTo>
                  <a:pt x="163638" y="86355"/>
                </a:lnTo>
                <a:lnTo>
                  <a:pt x="163876" y="86739"/>
                </a:lnTo>
                <a:lnTo>
                  <a:pt x="164106" y="87131"/>
                </a:lnTo>
                <a:lnTo>
                  <a:pt x="164328" y="87532"/>
                </a:lnTo>
                <a:lnTo>
                  <a:pt x="164542" y="87942"/>
                </a:lnTo>
                <a:lnTo>
                  <a:pt x="164747" y="88360"/>
                </a:lnTo>
                <a:lnTo>
                  <a:pt x="164944" y="88787"/>
                </a:lnTo>
                <a:lnTo>
                  <a:pt x="165133" y="89223"/>
                </a:lnTo>
                <a:lnTo>
                  <a:pt x="165314" y="89667"/>
                </a:lnTo>
                <a:lnTo>
                  <a:pt x="165487" y="90119"/>
                </a:lnTo>
                <a:lnTo>
                  <a:pt x="165652" y="90579"/>
                </a:lnTo>
                <a:lnTo>
                  <a:pt x="165810" y="91045"/>
                </a:lnTo>
                <a:lnTo>
                  <a:pt x="165961" y="91517"/>
                </a:lnTo>
                <a:lnTo>
                  <a:pt x="166105" y="91996"/>
                </a:lnTo>
                <a:lnTo>
                  <a:pt x="166241" y="92481"/>
                </a:lnTo>
                <a:lnTo>
                  <a:pt x="166371" y="92971"/>
                </a:lnTo>
                <a:lnTo>
                  <a:pt x="166494" y="93469"/>
                </a:lnTo>
                <a:lnTo>
                  <a:pt x="166610" y="93972"/>
                </a:lnTo>
                <a:lnTo>
                  <a:pt x="166719" y="94481"/>
                </a:lnTo>
                <a:lnTo>
                  <a:pt x="166821" y="94997"/>
                </a:lnTo>
                <a:lnTo>
                  <a:pt x="166916" y="95519"/>
                </a:lnTo>
                <a:lnTo>
                  <a:pt x="167003" y="96047"/>
                </a:lnTo>
                <a:lnTo>
                  <a:pt x="167084" y="96582"/>
                </a:lnTo>
                <a:lnTo>
                  <a:pt x="167158" y="97122"/>
                </a:lnTo>
                <a:lnTo>
                  <a:pt x="167225" y="97669"/>
                </a:lnTo>
                <a:lnTo>
                  <a:pt x="167284" y="98222"/>
                </a:lnTo>
                <a:lnTo>
                  <a:pt x="167337" y="98781"/>
                </a:lnTo>
                <a:lnTo>
                  <a:pt x="167383" y="99346"/>
                </a:lnTo>
                <a:lnTo>
                  <a:pt x="167421" y="99918"/>
                </a:lnTo>
                <a:lnTo>
                  <a:pt x="167453" y="100496"/>
                </a:lnTo>
                <a:lnTo>
                  <a:pt x="167477" y="101080"/>
                </a:lnTo>
                <a:lnTo>
                  <a:pt x="167495" y="101670"/>
                </a:lnTo>
                <a:lnTo>
                  <a:pt x="167505" y="102266"/>
                </a:lnTo>
                <a:lnTo>
                  <a:pt x="167509" y="102869"/>
                </a:lnTo>
                <a:lnTo>
                  <a:pt x="167509" y="185252"/>
                </a:lnTo>
                <a:lnTo>
                  <a:pt x="202968" y="185252"/>
                </a:lnTo>
                <a:lnTo>
                  <a:pt x="202968" y="98512"/>
                </a:lnTo>
                <a:lnTo>
                  <a:pt x="202949" y="96551"/>
                </a:lnTo>
                <a:lnTo>
                  <a:pt x="202892" y="94630"/>
                </a:lnTo>
                <a:lnTo>
                  <a:pt x="202796" y="92748"/>
                </a:lnTo>
                <a:lnTo>
                  <a:pt x="202661" y="90906"/>
                </a:lnTo>
                <a:lnTo>
                  <a:pt x="202489" y="89104"/>
                </a:lnTo>
                <a:lnTo>
                  <a:pt x="202277" y="87341"/>
                </a:lnTo>
                <a:lnTo>
                  <a:pt x="202028" y="85618"/>
                </a:lnTo>
                <a:lnTo>
                  <a:pt x="201740" y="83934"/>
                </a:lnTo>
                <a:lnTo>
                  <a:pt x="201414" y="82290"/>
                </a:lnTo>
                <a:lnTo>
                  <a:pt x="201049" y="80686"/>
                </a:lnTo>
                <a:lnTo>
                  <a:pt x="200646" y="79121"/>
                </a:lnTo>
                <a:lnTo>
                  <a:pt x="200204" y="77596"/>
                </a:lnTo>
                <a:lnTo>
                  <a:pt x="199725" y="76110"/>
                </a:lnTo>
                <a:lnTo>
                  <a:pt x="199206" y="74664"/>
                </a:lnTo>
                <a:lnTo>
                  <a:pt x="198650" y="73258"/>
                </a:lnTo>
                <a:lnTo>
                  <a:pt x="198055" y="71891"/>
                </a:lnTo>
                <a:lnTo>
                  <a:pt x="197421" y="70564"/>
                </a:lnTo>
                <a:lnTo>
                  <a:pt x="196750" y="69276"/>
                </a:lnTo>
                <a:lnTo>
                  <a:pt x="196039" y="68028"/>
                </a:lnTo>
                <a:lnTo>
                  <a:pt x="195291" y="66820"/>
                </a:lnTo>
                <a:lnTo>
                  <a:pt x="194504" y="65651"/>
                </a:lnTo>
                <a:lnTo>
                  <a:pt x="193678" y="64522"/>
                </a:lnTo>
                <a:lnTo>
                  <a:pt x="192815" y="63433"/>
                </a:lnTo>
                <a:lnTo>
                  <a:pt x="191913" y="62383"/>
                </a:lnTo>
                <a:lnTo>
                  <a:pt x="190976" y="61374"/>
                </a:lnTo>
                <a:lnTo>
                  <a:pt x="190007" y="60408"/>
                </a:lnTo>
                <a:lnTo>
                  <a:pt x="189008" y="59485"/>
                </a:lnTo>
                <a:lnTo>
                  <a:pt x="187976" y="58605"/>
                </a:lnTo>
                <a:lnTo>
                  <a:pt x="186914" y="57768"/>
                </a:lnTo>
                <a:lnTo>
                  <a:pt x="185820" y="56974"/>
                </a:lnTo>
                <a:lnTo>
                  <a:pt x="184695" y="56223"/>
                </a:lnTo>
                <a:lnTo>
                  <a:pt x="183538" y="55515"/>
                </a:lnTo>
                <a:lnTo>
                  <a:pt x="182350" y="54850"/>
                </a:lnTo>
                <a:lnTo>
                  <a:pt x="181131" y="54227"/>
                </a:lnTo>
                <a:lnTo>
                  <a:pt x="179881" y="53648"/>
                </a:lnTo>
                <a:lnTo>
                  <a:pt x="178598" y="53111"/>
                </a:lnTo>
                <a:lnTo>
                  <a:pt x="177285" y="52618"/>
                </a:lnTo>
                <a:lnTo>
                  <a:pt x="175940" y="52167"/>
                </a:lnTo>
                <a:lnTo>
                  <a:pt x="174564" y="51759"/>
                </a:lnTo>
                <a:lnTo>
                  <a:pt x="173157" y="51394"/>
                </a:lnTo>
                <a:lnTo>
                  <a:pt x="171718" y="51072"/>
                </a:lnTo>
                <a:lnTo>
                  <a:pt x="170248" y="50793"/>
                </a:lnTo>
                <a:lnTo>
                  <a:pt x="168746" y="50557"/>
                </a:lnTo>
                <a:lnTo>
                  <a:pt x="167213" y="50364"/>
                </a:lnTo>
                <a:lnTo>
                  <a:pt x="165649" y="50214"/>
                </a:lnTo>
                <a:lnTo>
                  <a:pt x="164053" y="50107"/>
                </a:lnTo>
                <a:lnTo>
                  <a:pt x="162426" y="50042"/>
                </a:lnTo>
                <a:lnTo>
                  <a:pt x="160768" y="50021"/>
                </a:lnTo>
                <a:lnTo>
                  <a:pt x="159341" y="50032"/>
                </a:lnTo>
                <a:lnTo>
                  <a:pt x="157936" y="50066"/>
                </a:lnTo>
                <a:lnTo>
                  <a:pt x="156554" y="50123"/>
                </a:lnTo>
                <a:lnTo>
                  <a:pt x="155195" y="50202"/>
                </a:lnTo>
                <a:lnTo>
                  <a:pt x="153858" y="50305"/>
                </a:lnTo>
                <a:lnTo>
                  <a:pt x="152543" y="50429"/>
                </a:lnTo>
                <a:lnTo>
                  <a:pt x="151251" y="50577"/>
                </a:lnTo>
                <a:lnTo>
                  <a:pt x="149982" y="50747"/>
                </a:lnTo>
                <a:lnTo>
                  <a:pt x="148734" y="50940"/>
                </a:lnTo>
                <a:lnTo>
                  <a:pt x="147510" y="51156"/>
                </a:lnTo>
                <a:lnTo>
                  <a:pt x="146307" y="51394"/>
                </a:lnTo>
                <a:lnTo>
                  <a:pt x="145128" y="51656"/>
                </a:lnTo>
                <a:lnTo>
                  <a:pt x="143970" y="51939"/>
                </a:lnTo>
                <a:lnTo>
                  <a:pt x="142836" y="52246"/>
                </a:lnTo>
                <a:lnTo>
                  <a:pt x="141723" y="52575"/>
                </a:lnTo>
                <a:lnTo>
                  <a:pt x="140634" y="52927"/>
                </a:lnTo>
                <a:lnTo>
                  <a:pt x="139566" y="53302"/>
                </a:lnTo>
                <a:lnTo>
                  <a:pt x="138521" y="53699"/>
                </a:lnTo>
                <a:lnTo>
                  <a:pt x="137499" y="54119"/>
                </a:lnTo>
                <a:lnTo>
                  <a:pt x="136499" y="54562"/>
                </a:lnTo>
                <a:lnTo>
                  <a:pt x="135521" y="55027"/>
                </a:lnTo>
                <a:lnTo>
                  <a:pt x="134566" y="55515"/>
                </a:lnTo>
                <a:lnTo>
                  <a:pt x="133634" y="56026"/>
                </a:lnTo>
                <a:lnTo>
                  <a:pt x="132724" y="56560"/>
                </a:lnTo>
                <a:lnTo>
                  <a:pt x="131832" y="57108"/>
                </a:lnTo>
                <a:lnTo>
                  <a:pt x="130955" y="57663"/>
                </a:lnTo>
                <a:lnTo>
                  <a:pt x="130092" y="58225"/>
                </a:lnTo>
                <a:lnTo>
                  <a:pt x="129244" y="58794"/>
                </a:lnTo>
                <a:lnTo>
                  <a:pt x="128411" y="59369"/>
                </a:lnTo>
                <a:lnTo>
                  <a:pt x="127592" y="59952"/>
                </a:lnTo>
                <a:lnTo>
                  <a:pt x="126787" y="60541"/>
                </a:lnTo>
                <a:lnTo>
                  <a:pt x="125997" y="61136"/>
                </a:lnTo>
                <a:lnTo>
                  <a:pt x="125222" y="61739"/>
                </a:lnTo>
                <a:lnTo>
                  <a:pt x="124461" y="62348"/>
                </a:lnTo>
                <a:lnTo>
                  <a:pt x="123714" y="62965"/>
                </a:lnTo>
                <a:lnTo>
                  <a:pt x="122982" y="63588"/>
                </a:lnTo>
                <a:lnTo>
                  <a:pt x="122265" y="64217"/>
                </a:lnTo>
                <a:lnTo>
                  <a:pt x="121562" y="64854"/>
                </a:lnTo>
                <a:lnTo>
                  <a:pt x="120874" y="65497"/>
                </a:lnTo>
                <a:lnTo>
                  <a:pt x="120200" y="66148"/>
                </a:lnTo>
                <a:lnTo>
                  <a:pt x="119540" y="66804"/>
                </a:lnTo>
                <a:lnTo>
                  <a:pt x="118896" y="67468"/>
                </a:lnTo>
                <a:lnTo>
                  <a:pt x="118265" y="68139"/>
                </a:lnTo>
                <a:lnTo>
                  <a:pt x="117649" y="68816"/>
                </a:lnTo>
                <a:lnTo>
                  <a:pt x="117048" y="69500"/>
                </a:lnTo>
                <a:lnTo>
                  <a:pt x="116461" y="70191"/>
                </a:lnTo>
                <a:lnTo>
                  <a:pt x="115889" y="70889"/>
                </a:lnTo>
                <a:lnTo>
                  <a:pt x="115331" y="71593"/>
                </a:lnTo>
                <a:lnTo>
                  <a:pt x="114657" y="52043"/>
                </a:lnTo>
                <a:lnTo>
                  <a:pt x="80276" y="52043"/>
                </a:lnTo>
                <a:lnTo>
                  <a:pt x="80276" y="185252"/>
                </a:lnTo>
                <a:lnTo>
                  <a:pt x="116005" y="185252"/>
                </a:lnTo>
                <a:lnTo>
                  <a:pt x="116005" y="96014"/>
                </a:lnTo>
                <a:lnTo>
                  <a:pt x="116480" y="95412"/>
                </a:lnTo>
                <a:lnTo>
                  <a:pt x="116963" y="94818"/>
                </a:lnTo>
                <a:lnTo>
                  <a:pt x="117451" y="94232"/>
                </a:lnTo>
                <a:close/>
                <a:moveTo>
                  <a:pt x="663463" y="95137"/>
                </a:moveTo>
                <a:lnTo>
                  <a:pt x="663837" y="94646"/>
                </a:lnTo>
                <a:lnTo>
                  <a:pt x="664216" y="94164"/>
                </a:lnTo>
                <a:lnTo>
                  <a:pt x="664601" y="93691"/>
                </a:lnTo>
                <a:lnTo>
                  <a:pt x="664991" y="93227"/>
                </a:lnTo>
                <a:lnTo>
                  <a:pt x="665387" y="92773"/>
                </a:lnTo>
                <a:lnTo>
                  <a:pt x="665789" y="92328"/>
                </a:lnTo>
                <a:lnTo>
                  <a:pt x="666196" y="91892"/>
                </a:lnTo>
                <a:lnTo>
                  <a:pt x="666609" y="91466"/>
                </a:lnTo>
                <a:lnTo>
                  <a:pt x="667027" y="91048"/>
                </a:lnTo>
                <a:lnTo>
                  <a:pt x="667452" y="90640"/>
                </a:lnTo>
                <a:lnTo>
                  <a:pt x="667881" y="90242"/>
                </a:lnTo>
                <a:lnTo>
                  <a:pt x="668317" y="89853"/>
                </a:lnTo>
                <a:lnTo>
                  <a:pt x="668758" y="89473"/>
                </a:lnTo>
                <a:lnTo>
                  <a:pt x="669204" y="89102"/>
                </a:lnTo>
                <a:lnTo>
                  <a:pt x="669657" y="88740"/>
                </a:lnTo>
                <a:lnTo>
                  <a:pt x="670114" y="88388"/>
                </a:lnTo>
                <a:lnTo>
                  <a:pt x="670578" y="88045"/>
                </a:lnTo>
                <a:lnTo>
                  <a:pt x="671047" y="87712"/>
                </a:lnTo>
                <a:lnTo>
                  <a:pt x="671522" y="87387"/>
                </a:lnTo>
                <a:lnTo>
                  <a:pt x="672002" y="87072"/>
                </a:lnTo>
                <a:lnTo>
                  <a:pt x="672488" y="86767"/>
                </a:lnTo>
                <a:lnTo>
                  <a:pt x="672979" y="86470"/>
                </a:lnTo>
                <a:lnTo>
                  <a:pt x="673476" y="86182"/>
                </a:lnTo>
                <a:lnTo>
                  <a:pt x="673978" y="85901"/>
                </a:lnTo>
                <a:lnTo>
                  <a:pt x="674484" y="85627"/>
                </a:lnTo>
                <a:lnTo>
                  <a:pt x="674994" y="85360"/>
                </a:lnTo>
                <a:lnTo>
                  <a:pt x="675510" y="85101"/>
                </a:lnTo>
                <a:lnTo>
                  <a:pt x="676030" y="84848"/>
                </a:lnTo>
                <a:lnTo>
                  <a:pt x="676555" y="84603"/>
                </a:lnTo>
                <a:lnTo>
                  <a:pt x="677084" y="84365"/>
                </a:lnTo>
                <a:lnTo>
                  <a:pt x="677618" y="84134"/>
                </a:lnTo>
                <a:lnTo>
                  <a:pt x="678157" y="83910"/>
                </a:lnTo>
                <a:lnTo>
                  <a:pt x="678701" y="83694"/>
                </a:lnTo>
                <a:lnTo>
                  <a:pt x="679249" y="83484"/>
                </a:lnTo>
                <a:lnTo>
                  <a:pt x="679802" y="83282"/>
                </a:lnTo>
                <a:lnTo>
                  <a:pt x="680359" y="83087"/>
                </a:lnTo>
                <a:lnTo>
                  <a:pt x="680922" y="82899"/>
                </a:lnTo>
                <a:lnTo>
                  <a:pt x="681489" y="82718"/>
                </a:lnTo>
                <a:lnTo>
                  <a:pt x="682060" y="82544"/>
                </a:lnTo>
                <a:lnTo>
                  <a:pt x="682636" y="82377"/>
                </a:lnTo>
                <a:lnTo>
                  <a:pt x="683217" y="82218"/>
                </a:lnTo>
                <a:lnTo>
                  <a:pt x="683803" y="82066"/>
                </a:lnTo>
                <a:lnTo>
                  <a:pt x="684393" y="81920"/>
                </a:lnTo>
                <a:lnTo>
                  <a:pt x="684988" y="81783"/>
                </a:lnTo>
                <a:lnTo>
                  <a:pt x="685588" y="81652"/>
                </a:lnTo>
                <a:lnTo>
                  <a:pt x="686192" y="81528"/>
                </a:lnTo>
                <a:lnTo>
                  <a:pt x="686800" y="81410"/>
                </a:lnTo>
                <a:lnTo>
                  <a:pt x="687411" y="81298"/>
                </a:lnTo>
                <a:lnTo>
                  <a:pt x="688023" y="81190"/>
                </a:lnTo>
                <a:lnTo>
                  <a:pt x="688638" y="81088"/>
                </a:lnTo>
                <a:lnTo>
                  <a:pt x="689255" y="80990"/>
                </a:lnTo>
                <a:lnTo>
                  <a:pt x="689875" y="80898"/>
                </a:lnTo>
                <a:lnTo>
                  <a:pt x="690497" y="80810"/>
                </a:lnTo>
                <a:lnTo>
                  <a:pt x="691121" y="80728"/>
                </a:lnTo>
                <a:lnTo>
                  <a:pt x="691748" y="80650"/>
                </a:lnTo>
                <a:lnTo>
                  <a:pt x="692377" y="80577"/>
                </a:lnTo>
                <a:lnTo>
                  <a:pt x="693008" y="80510"/>
                </a:lnTo>
                <a:lnTo>
                  <a:pt x="693642" y="80447"/>
                </a:lnTo>
                <a:lnTo>
                  <a:pt x="694278" y="80390"/>
                </a:lnTo>
                <a:lnTo>
                  <a:pt x="694916" y="80337"/>
                </a:lnTo>
                <a:lnTo>
                  <a:pt x="695557" y="80290"/>
                </a:lnTo>
                <a:lnTo>
                  <a:pt x="696200" y="80247"/>
                </a:lnTo>
                <a:lnTo>
                  <a:pt x="696845" y="80210"/>
                </a:lnTo>
                <a:lnTo>
                  <a:pt x="697493" y="80177"/>
                </a:lnTo>
                <a:lnTo>
                  <a:pt x="698143" y="80150"/>
                </a:lnTo>
                <a:lnTo>
                  <a:pt x="698795" y="80127"/>
                </a:lnTo>
                <a:lnTo>
                  <a:pt x="699450" y="80110"/>
                </a:lnTo>
                <a:lnTo>
                  <a:pt x="700107" y="80097"/>
                </a:lnTo>
                <a:lnTo>
                  <a:pt x="700766" y="80090"/>
                </a:lnTo>
                <a:lnTo>
                  <a:pt x="701428" y="80087"/>
                </a:lnTo>
                <a:lnTo>
                  <a:pt x="704799" y="80087"/>
                </a:lnTo>
                <a:lnTo>
                  <a:pt x="704799" y="50021"/>
                </a:lnTo>
                <a:lnTo>
                  <a:pt x="702102" y="50021"/>
                </a:lnTo>
                <a:lnTo>
                  <a:pt x="700896" y="50032"/>
                </a:lnTo>
                <a:lnTo>
                  <a:pt x="699705" y="50065"/>
                </a:lnTo>
                <a:lnTo>
                  <a:pt x="698529" y="50120"/>
                </a:lnTo>
                <a:lnTo>
                  <a:pt x="697368" y="50197"/>
                </a:lnTo>
                <a:lnTo>
                  <a:pt x="696222" y="50296"/>
                </a:lnTo>
                <a:lnTo>
                  <a:pt x="695091" y="50417"/>
                </a:lnTo>
                <a:lnTo>
                  <a:pt x="693975" y="50560"/>
                </a:lnTo>
                <a:lnTo>
                  <a:pt x="692874" y="50725"/>
                </a:lnTo>
                <a:lnTo>
                  <a:pt x="691788" y="50912"/>
                </a:lnTo>
                <a:lnTo>
                  <a:pt x="690717" y="51121"/>
                </a:lnTo>
                <a:lnTo>
                  <a:pt x="689661" y="51352"/>
                </a:lnTo>
                <a:lnTo>
                  <a:pt x="688619" y="51605"/>
                </a:lnTo>
                <a:lnTo>
                  <a:pt x="687593" y="51880"/>
                </a:lnTo>
                <a:lnTo>
                  <a:pt x="686582" y="52177"/>
                </a:lnTo>
                <a:lnTo>
                  <a:pt x="685586" y="52496"/>
                </a:lnTo>
                <a:lnTo>
                  <a:pt x="684605" y="52837"/>
                </a:lnTo>
                <a:lnTo>
                  <a:pt x="683638" y="53200"/>
                </a:lnTo>
                <a:lnTo>
                  <a:pt x="682687" y="53585"/>
                </a:lnTo>
                <a:lnTo>
                  <a:pt x="681751" y="53992"/>
                </a:lnTo>
                <a:lnTo>
                  <a:pt x="680829" y="54421"/>
                </a:lnTo>
                <a:lnTo>
                  <a:pt x="679923" y="54872"/>
                </a:lnTo>
                <a:lnTo>
                  <a:pt x="679032" y="55345"/>
                </a:lnTo>
                <a:lnTo>
                  <a:pt x="678155" y="55841"/>
                </a:lnTo>
                <a:lnTo>
                  <a:pt x="677294" y="56358"/>
                </a:lnTo>
                <a:lnTo>
                  <a:pt x="676449" y="56895"/>
                </a:lnTo>
                <a:lnTo>
                  <a:pt x="675622" y="57452"/>
                </a:lnTo>
                <a:lnTo>
                  <a:pt x="674812" y="58028"/>
                </a:lnTo>
                <a:lnTo>
                  <a:pt x="674021" y="58623"/>
                </a:lnTo>
                <a:lnTo>
                  <a:pt x="673247" y="59238"/>
                </a:lnTo>
                <a:lnTo>
                  <a:pt x="672491" y="59872"/>
                </a:lnTo>
                <a:lnTo>
                  <a:pt x="671752" y="60524"/>
                </a:lnTo>
                <a:lnTo>
                  <a:pt x="671032" y="61196"/>
                </a:lnTo>
                <a:lnTo>
                  <a:pt x="670329" y="61888"/>
                </a:lnTo>
                <a:lnTo>
                  <a:pt x="669644" y="62598"/>
                </a:lnTo>
                <a:lnTo>
                  <a:pt x="668977" y="63328"/>
                </a:lnTo>
                <a:lnTo>
                  <a:pt x="668328" y="64076"/>
                </a:lnTo>
                <a:lnTo>
                  <a:pt x="667696" y="64844"/>
                </a:lnTo>
                <a:lnTo>
                  <a:pt x="667083" y="65632"/>
                </a:lnTo>
                <a:lnTo>
                  <a:pt x="666487" y="66438"/>
                </a:lnTo>
                <a:lnTo>
                  <a:pt x="665909" y="67264"/>
                </a:lnTo>
                <a:lnTo>
                  <a:pt x="665348" y="68108"/>
                </a:lnTo>
                <a:lnTo>
                  <a:pt x="664806" y="68972"/>
                </a:lnTo>
                <a:lnTo>
                  <a:pt x="664281" y="69855"/>
                </a:lnTo>
                <a:lnTo>
                  <a:pt x="663774" y="70758"/>
                </a:lnTo>
                <a:lnTo>
                  <a:pt x="663285" y="71679"/>
                </a:lnTo>
                <a:lnTo>
                  <a:pt x="662813" y="72620"/>
                </a:lnTo>
                <a:lnTo>
                  <a:pt x="662360" y="73580"/>
                </a:lnTo>
                <a:lnTo>
                  <a:pt x="661924" y="74559"/>
                </a:lnTo>
                <a:lnTo>
                  <a:pt x="661250" y="52043"/>
                </a:lnTo>
                <a:lnTo>
                  <a:pt x="627004" y="52043"/>
                </a:lnTo>
                <a:lnTo>
                  <a:pt x="627004" y="185252"/>
                </a:lnTo>
                <a:lnTo>
                  <a:pt x="662733" y="185252"/>
                </a:lnTo>
                <a:lnTo>
                  <a:pt x="662733" y="96148"/>
                </a:lnTo>
                <a:lnTo>
                  <a:pt x="663095" y="95638"/>
                </a:lnTo>
                <a:lnTo>
                  <a:pt x="663463" y="95137"/>
                </a:lnTo>
                <a:close/>
                <a:moveTo>
                  <a:pt x="764899" y="185252"/>
                </a:moveTo>
                <a:lnTo>
                  <a:pt x="764899" y="52043"/>
                </a:lnTo>
                <a:lnTo>
                  <a:pt x="729170" y="52043"/>
                </a:lnTo>
                <a:lnTo>
                  <a:pt x="729170" y="185252"/>
                </a:lnTo>
                <a:lnTo>
                  <a:pt x="764899" y="185252"/>
                </a:lnTo>
                <a:close/>
                <a:moveTo>
                  <a:pt x="402124" y="187456"/>
                </a:moveTo>
                <a:lnTo>
                  <a:pt x="403532" y="187359"/>
                </a:lnTo>
                <a:lnTo>
                  <a:pt x="404925" y="187243"/>
                </a:lnTo>
                <a:lnTo>
                  <a:pt x="406301" y="187110"/>
                </a:lnTo>
                <a:lnTo>
                  <a:pt x="407662" y="186958"/>
                </a:lnTo>
                <a:lnTo>
                  <a:pt x="409008" y="186789"/>
                </a:lnTo>
                <a:lnTo>
                  <a:pt x="410337" y="186603"/>
                </a:lnTo>
                <a:lnTo>
                  <a:pt x="411651" y="186398"/>
                </a:lnTo>
                <a:lnTo>
                  <a:pt x="412950" y="186176"/>
                </a:lnTo>
                <a:lnTo>
                  <a:pt x="414232" y="185935"/>
                </a:lnTo>
                <a:lnTo>
                  <a:pt x="415499" y="185678"/>
                </a:lnTo>
                <a:lnTo>
                  <a:pt x="416750" y="185402"/>
                </a:lnTo>
                <a:lnTo>
                  <a:pt x="417986" y="185108"/>
                </a:lnTo>
                <a:lnTo>
                  <a:pt x="419206" y="184797"/>
                </a:lnTo>
                <a:lnTo>
                  <a:pt x="420410" y="184468"/>
                </a:lnTo>
                <a:lnTo>
                  <a:pt x="421598" y="184121"/>
                </a:lnTo>
                <a:lnTo>
                  <a:pt x="422771" y="183756"/>
                </a:lnTo>
                <a:lnTo>
                  <a:pt x="423928" y="183374"/>
                </a:lnTo>
                <a:lnTo>
                  <a:pt x="425070" y="182973"/>
                </a:lnTo>
                <a:lnTo>
                  <a:pt x="426196" y="182555"/>
                </a:lnTo>
                <a:lnTo>
                  <a:pt x="427304" y="182119"/>
                </a:lnTo>
                <a:lnTo>
                  <a:pt x="428392" y="181665"/>
                </a:lnTo>
                <a:lnTo>
                  <a:pt x="429461" y="181192"/>
                </a:lnTo>
                <a:lnTo>
                  <a:pt x="430510" y="180702"/>
                </a:lnTo>
                <a:lnTo>
                  <a:pt x="431540" y="180192"/>
                </a:lnTo>
                <a:lnTo>
                  <a:pt x="432549" y="179665"/>
                </a:lnTo>
                <a:lnTo>
                  <a:pt x="433540" y="179119"/>
                </a:lnTo>
                <a:lnTo>
                  <a:pt x="434510" y="178556"/>
                </a:lnTo>
                <a:lnTo>
                  <a:pt x="435461" y="177973"/>
                </a:lnTo>
                <a:lnTo>
                  <a:pt x="436392" y="177373"/>
                </a:lnTo>
                <a:lnTo>
                  <a:pt x="437303" y="176754"/>
                </a:lnTo>
                <a:lnTo>
                  <a:pt x="438195" y="176117"/>
                </a:lnTo>
                <a:lnTo>
                  <a:pt x="439067" y="175462"/>
                </a:lnTo>
                <a:lnTo>
                  <a:pt x="439920" y="174789"/>
                </a:lnTo>
                <a:lnTo>
                  <a:pt x="440753" y="174097"/>
                </a:lnTo>
                <a:lnTo>
                  <a:pt x="441566" y="173387"/>
                </a:lnTo>
                <a:lnTo>
                  <a:pt x="442359" y="172659"/>
                </a:lnTo>
                <a:lnTo>
                  <a:pt x="443133" y="171913"/>
                </a:lnTo>
                <a:lnTo>
                  <a:pt x="443887" y="171148"/>
                </a:lnTo>
                <a:lnTo>
                  <a:pt x="444622" y="170365"/>
                </a:lnTo>
                <a:lnTo>
                  <a:pt x="445337" y="169564"/>
                </a:lnTo>
                <a:lnTo>
                  <a:pt x="446032" y="168744"/>
                </a:lnTo>
                <a:lnTo>
                  <a:pt x="446708" y="167906"/>
                </a:lnTo>
                <a:lnTo>
                  <a:pt x="447363" y="167050"/>
                </a:lnTo>
                <a:lnTo>
                  <a:pt x="447997" y="166176"/>
                </a:lnTo>
                <a:lnTo>
                  <a:pt x="448606" y="165284"/>
                </a:lnTo>
                <a:lnTo>
                  <a:pt x="449191" y="164374"/>
                </a:lnTo>
                <a:lnTo>
                  <a:pt x="449751" y="163446"/>
                </a:lnTo>
                <a:lnTo>
                  <a:pt x="450286" y="162499"/>
                </a:lnTo>
                <a:lnTo>
                  <a:pt x="450797" y="161535"/>
                </a:lnTo>
                <a:lnTo>
                  <a:pt x="451284" y="160553"/>
                </a:lnTo>
                <a:lnTo>
                  <a:pt x="451745" y="159552"/>
                </a:lnTo>
                <a:lnTo>
                  <a:pt x="452182" y="158534"/>
                </a:lnTo>
                <a:lnTo>
                  <a:pt x="452595" y="157498"/>
                </a:lnTo>
                <a:lnTo>
                  <a:pt x="452983" y="156443"/>
                </a:lnTo>
                <a:lnTo>
                  <a:pt x="453346" y="155371"/>
                </a:lnTo>
                <a:lnTo>
                  <a:pt x="453685" y="154281"/>
                </a:lnTo>
                <a:lnTo>
                  <a:pt x="453999" y="153172"/>
                </a:lnTo>
                <a:lnTo>
                  <a:pt x="454289" y="152046"/>
                </a:lnTo>
                <a:lnTo>
                  <a:pt x="454554" y="150901"/>
                </a:lnTo>
                <a:lnTo>
                  <a:pt x="454795" y="149739"/>
                </a:lnTo>
                <a:lnTo>
                  <a:pt x="455011" y="148558"/>
                </a:lnTo>
                <a:lnTo>
                  <a:pt x="455202" y="147359"/>
                </a:lnTo>
                <a:lnTo>
                  <a:pt x="455369" y="146143"/>
                </a:lnTo>
                <a:lnTo>
                  <a:pt x="455511" y="144908"/>
                </a:lnTo>
                <a:lnTo>
                  <a:pt x="455629" y="143656"/>
                </a:lnTo>
                <a:lnTo>
                  <a:pt x="455722" y="142385"/>
                </a:lnTo>
                <a:lnTo>
                  <a:pt x="455790" y="141096"/>
                </a:lnTo>
                <a:lnTo>
                  <a:pt x="420600" y="141096"/>
                </a:lnTo>
                <a:lnTo>
                  <a:pt x="420577" y="141944"/>
                </a:lnTo>
                <a:lnTo>
                  <a:pt x="420530" y="142774"/>
                </a:lnTo>
                <a:lnTo>
                  <a:pt x="420459" y="143587"/>
                </a:lnTo>
                <a:lnTo>
                  <a:pt x="420364" y="144382"/>
                </a:lnTo>
                <a:lnTo>
                  <a:pt x="420246" y="145160"/>
                </a:lnTo>
                <a:lnTo>
                  <a:pt x="420103" y="145919"/>
                </a:lnTo>
                <a:lnTo>
                  <a:pt x="419937" y="146662"/>
                </a:lnTo>
                <a:lnTo>
                  <a:pt x="419746" y="147386"/>
                </a:lnTo>
                <a:lnTo>
                  <a:pt x="419532" y="148093"/>
                </a:lnTo>
                <a:lnTo>
                  <a:pt x="419294" y="148783"/>
                </a:lnTo>
                <a:lnTo>
                  <a:pt x="419032" y="149454"/>
                </a:lnTo>
                <a:lnTo>
                  <a:pt x="418747" y="150109"/>
                </a:lnTo>
                <a:lnTo>
                  <a:pt x="418437" y="150745"/>
                </a:lnTo>
                <a:lnTo>
                  <a:pt x="418103" y="151364"/>
                </a:lnTo>
                <a:lnTo>
                  <a:pt x="417746" y="151965"/>
                </a:lnTo>
                <a:lnTo>
                  <a:pt x="417365" y="152549"/>
                </a:lnTo>
                <a:lnTo>
                  <a:pt x="416959" y="153115"/>
                </a:lnTo>
                <a:lnTo>
                  <a:pt x="416530" y="153664"/>
                </a:lnTo>
                <a:lnTo>
                  <a:pt x="416077" y="154194"/>
                </a:lnTo>
                <a:lnTo>
                  <a:pt x="415601" y="154708"/>
                </a:lnTo>
                <a:lnTo>
                  <a:pt x="415100" y="155203"/>
                </a:lnTo>
                <a:lnTo>
                  <a:pt x="414575" y="155681"/>
                </a:lnTo>
                <a:lnTo>
                  <a:pt x="414027" y="156142"/>
                </a:lnTo>
                <a:lnTo>
                  <a:pt x="413455" y="156584"/>
                </a:lnTo>
                <a:lnTo>
                  <a:pt x="412862" y="157009"/>
                </a:lnTo>
                <a:lnTo>
                  <a:pt x="412254" y="157416"/>
                </a:lnTo>
                <a:lnTo>
                  <a:pt x="411630" y="157805"/>
                </a:lnTo>
                <a:lnTo>
                  <a:pt x="410990" y="158176"/>
                </a:lnTo>
                <a:lnTo>
                  <a:pt x="410334" y="158528"/>
                </a:lnTo>
                <a:lnTo>
                  <a:pt x="409663" y="158863"/>
                </a:lnTo>
                <a:lnTo>
                  <a:pt x="408975" y="159179"/>
                </a:lnTo>
                <a:lnTo>
                  <a:pt x="408271" y="159478"/>
                </a:lnTo>
                <a:lnTo>
                  <a:pt x="407552" y="159758"/>
                </a:lnTo>
                <a:lnTo>
                  <a:pt x="406816" y="160020"/>
                </a:lnTo>
                <a:lnTo>
                  <a:pt x="406065" y="160264"/>
                </a:lnTo>
                <a:lnTo>
                  <a:pt x="405298" y="160490"/>
                </a:lnTo>
                <a:lnTo>
                  <a:pt x="404514" y="160698"/>
                </a:lnTo>
                <a:lnTo>
                  <a:pt x="403715" y="160888"/>
                </a:lnTo>
                <a:lnTo>
                  <a:pt x="402900" y="161060"/>
                </a:lnTo>
                <a:lnTo>
                  <a:pt x="402069" y="161213"/>
                </a:lnTo>
                <a:lnTo>
                  <a:pt x="401222" y="161349"/>
                </a:lnTo>
                <a:lnTo>
                  <a:pt x="400360" y="161467"/>
                </a:lnTo>
                <a:lnTo>
                  <a:pt x="399481" y="161566"/>
                </a:lnTo>
                <a:lnTo>
                  <a:pt x="398586" y="161647"/>
                </a:lnTo>
                <a:lnTo>
                  <a:pt x="397676" y="161711"/>
                </a:lnTo>
                <a:lnTo>
                  <a:pt x="396749" y="161756"/>
                </a:lnTo>
                <a:lnTo>
                  <a:pt x="395807" y="161783"/>
                </a:lnTo>
                <a:lnTo>
                  <a:pt x="394848" y="161792"/>
                </a:lnTo>
                <a:lnTo>
                  <a:pt x="393923" y="161783"/>
                </a:lnTo>
                <a:lnTo>
                  <a:pt x="393013" y="161757"/>
                </a:lnTo>
                <a:lnTo>
                  <a:pt x="392118" y="161714"/>
                </a:lnTo>
                <a:lnTo>
                  <a:pt x="391238" y="161652"/>
                </a:lnTo>
                <a:lnTo>
                  <a:pt x="390373" y="161574"/>
                </a:lnTo>
                <a:lnTo>
                  <a:pt x="389523" y="161478"/>
                </a:lnTo>
                <a:lnTo>
                  <a:pt x="388688" y="161364"/>
                </a:lnTo>
                <a:lnTo>
                  <a:pt x="387867" y="161233"/>
                </a:lnTo>
                <a:lnTo>
                  <a:pt x="387062" y="161085"/>
                </a:lnTo>
                <a:lnTo>
                  <a:pt x="386272" y="160919"/>
                </a:lnTo>
                <a:lnTo>
                  <a:pt x="385497" y="160735"/>
                </a:lnTo>
                <a:lnTo>
                  <a:pt x="384736" y="160534"/>
                </a:lnTo>
                <a:lnTo>
                  <a:pt x="383991" y="160316"/>
                </a:lnTo>
                <a:lnTo>
                  <a:pt x="383261" y="160080"/>
                </a:lnTo>
                <a:lnTo>
                  <a:pt x="382546" y="159827"/>
                </a:lnTo>
                <a:lnTo>
                  <a:pt x="381845" y="159556"/>
                </a:lnTo>
                <a:lnTo>
                  <a:pt x="381160" y="159268"/>
                </a:lnTo>
                <a:lnTo>
                  <a:pt x="380489" y="158962"/>
                </a:lnTo>
                <a:lnTo>
                  <a:pt x="379834" y="158639"/>
                </a:lnTo>
                <a:lnTo>
                  <a:pt x="379194" y="158299"/>
                </a:lnTo>
                <a:lnTo>
                  <a:pt x="378568" y="157940"/>
                </a:lnTo>
                <a:lnTo>
                  <a:pt x="377958" y="157565"/>
                </a:lnTo>
                <a:lnTo>
                  <a:pt x="377362" y="157172"/>
                </a:lnTo>
                <a:lnTo>
                  <a:pt x="376782" y="156761"/>
                </a:lnTo>
                <a:lnTo>
                  <a:pt x="376215" y="156336"/>
                </a:lnTo>
                <a:lnTo>
                  <a:pt x="375661" y="155900"/>
                </a:lnTo>
                <a:lnTo>
                  <a:pt x="375121" y="155452"/>
                </a:lnTo>
                <a:lnTo>
                  <a:pt x="374593" y="154993"/>
                </a:lnTo>
                <a:lnTo>
                  <a:pt x="374078" y="154523"/>
                </a:lnTo>
                <a:lnTo>
                  <a:pt x="373575" y="154041"/>
                </a:lnTo>
                <a:lnTo>
                  <a:pt x="373086" y="153549"/>
                </a:lnTo>
                <a:lnTo>
                  <a:pt x="372610" y="153045"/>
                </a:lnTo>
                <a:lnTo>
                  <a:pt x="372146" y="152530"/>
                </a:lnTo>
                <a:lnTo>
                  <a:pt x="371695" y="152003"/>
                </a:lnTo>
                <a:lnTo>
                  <a:pt x="371257" y="151465"/>
                </a:lnTo>
                <a:lnTo>
                  <a:pt x="370832" y="150916"/>
                </a:lnTo>
                <a:lnTo>
                  <a:pt x="370420" y="150356"/>
                </a:lnTo>
                <a:lnTo>
                  <a:pt x="370021" y="149785"/>
                </a:lnTo>
                <a:lnTo>
                  <a:pt x="369635" y="149202"/>
                </a:lnTo>
                <a:lnTo>
                  <a:pt x="369261" y="148608"/>
                </a:lnTo>
                <a:lnTo>
                  <a:pt x="368901" y="148003"/>
                </a:lnTo>
                <a:lnTo>
                  <a:pt x="368553" y="147386"/>
                </a:lnTo>
                <a:lnTo>
                  <a:pt x="368218" y="146759"/>
                </a:lnTo>
                <a:lnTo>
                  <a:pt x="367896" y="146120"/>
                </a:lnTo>
                <a:lnTo>
                  <a:pt x="367587" y="145470"/>
                </a:lnTo>
                <a:lnTo>
                  <a:pt x="367291" y="144808"/>
                </a:lnTo>
                <a:lnTo>
                  <a:pt x="367008" y="144135"/>
                </a:lnTo>
                <a:lnTo>
                  <a:pt x="366737" y="143451"/>
                </a:lnTo>
                <a:lnTo>
                  <a:pt x="366478" y="142760"/>
                </a:lnTo>
                <a:lnTo>
                  <a:pt x="366229" y="142064"/>
                </a:lnTo>
                <a:lnTo>
                  <a:pt x="365990" y="141363"/>
                </a:lnTo>
                <a:lnTo>
                  <a:pt x="365761" y="140659"/>
                </a:lnTo>
                <a:lnTo>
                  <a:pt x="365543" y="139950"/>
                </a:lnTo>
                <a:lnTo>
                  <a:pt x="365334" y="139236"/>
                </a:lnTo>
                <a:lnTo>
                  <a:pt x="365135" y="138519"/>
                </a:lnTo>
                <a:lnTo>
                  <a:pt x="364947" y="137797"/>
                </a:lnTo>
                <a:lnTo>
                  <a:pt x="364768" y="137070"/>
                </a:lnTo>
                <a:lnTo>
                  <a:pt x="364600" y="136340"/>
                </a:lnTo>
                <a:lnTo>
                  <a:pt x="364442" y="135605"/>
                </a:lnTo>
                <a:lnTo>
                  <a:pt x="364293" y="134866"/>
                </a:lnTo>
                <a:lnTo>
                  <a:pt x="364155" y="134122"/>
                </a:lnTo>
                <a:lnTo>
                  <a:pt x="364027" y="133374"/>
                </a:lnTo>
                <a:lnTo>
                  <a:pt x="363909" y="132622"/>
                </a:lnTo>
                <a:lnTo>
                  <a:pt x="363801" y="131866"/>
                </a:lnTo>
                <a:lnTo>
                  <a:pt x="363703" y="131105"/>
                </a:lnTo>
                <a:lnTo>
                  <a:pt x="363615" y="130340"/>
                </a:lnTo>
                <a:lnTo>
                  <a:pt x="363537" y="129570"/>
                </a:lnTo>
                <a:lnTo>
                  <a:pt x="363469" y="128797"/>
                </a:lnTo>
                <a:lnTo>
                  <a:pt x="363412" y="128019"/>
                </a:lnTo>
                <a:lnTo>
                  <a:pt x="363364" y="127236"/>
                </a:lnTo>
                <a:lnTo>
                  <a:pt x="363327" y="126450"/>
                </a:lnTo>
                <a:lnTo>
                  <a:pt x="363299" y="125659"/>
                </a:lnTo>
                <a:lnTo>
                  <a:pt x="455655" y="125659"/>
                </a:lnTo>
                <a:lnTo>
                  <a:pt x="455678" y="125531"/>
                </a:lnTo>
                <a:lnTo>
                  <a:pt x="455699" y="125400"/>
                </a:lnTo>
                <a:lnTo>
                  <a:pt x="455721" y="125263"/>
                </a:lnTo>
                <a:lnTo>
                  <a:pt x="455741" y="125123"/>
                </a:lnTo>
                <a:lnTo>
                  <a:pt x="455762" y="124977"/>
                </a:lnTo>
                <a:lnTo>
                  <a:pt x="455782" y="124828"/>
                </a:lnTo>
                <a:lnTo>
                  <a:pt x="455801" y="124674"/>
                </a:lnTo>
                <a:lnTo>
                  <a:pt x="455820" y="124515"/>
                </a:lnTo>
                <a:lnTo>
                  <a:pt x="455839" y="124352"/>
                </a:lnTo>
                <a:lnTo>
                  <a:pt x="455857" y="124184"/>
                </a:lnTo>
                <a:lnTo>
                  <a:pt x="455874" y="124012"/>
                </a:lnTo>
                <a:lnTo>
                  <a:pt x="455891" y="123835"/>
                </a:lnTo>
                <a:lnTo>
                  <a:pt x="455908" y="123654"/>
                </a:lnTo>
                <a:lnTo>
                  <a:pt x="455924" y="123468"/>
                </a:lnTo>
                <a:lnTo>
                  <a:pt x="455940" y="123278"/>
                </a:lnTo>
                <a:lnTo>
                  <a:pt x="455955" y="123084"/>
                </a:lnTo>
                <a:lnTo>
                  <a:pt x="455970" y="122885"/>
                </a:lnTo>
                <a:lnTo>
                  <a:pt x="455984" y="122681"/>
                </a:lnTo>
                <a:lnTo>
                  <a:pt x="455998" y="122473"/>
                </a:lnTo>
                <a:lnTo>
                  <a:pt x="456011" y="122260"/>
                </a:lnTo>
                <a:lnTo>
                  <a:pt x="456024" y="122043"/>
                </a:lnTo>
                <a:lnTo>
                  <a:pt x="456036" y="121822"/>
                </a:lnTo>
                <a:lnTo>
                  <a:pt x="456048" y="121596"/>
                </a:lnTo>
                <a:lnTo>
                  <a:pt x="456060" y="121365"/>
                </a:lnTo>
                <a:lnTo>
                  <a:pt x="456071" y="121134"/>
                </a:lnTo>
                <a:lnTo>
                  <a:pt x="456081" y="120908"/>
                </a:lnTo>
                <a:lnTo>
                  <a:pt x="456091" y="120685"/>
                </a:lnTo>
                <a:lnTo>
                  <a:pt x="456101" y="120466"/>
                </a:lnTo>
                <a:lnTo>
                  <a:pt x="456110" y="120252"/>
                </a:lnTo>
                <a:lnTo>
                  <a:pt x="456119" y="120041"/>
                </a:lnTo>
                <a:lnTo>
                  <a:pt x="456127" y="119834"/>
                </a:lnTo>
                <a:lnTo>
                  <a:pt x="456135" y="119632"/>
                </a:lnTo>
                <a:lnTo>
                  <a:pt x="456142" y="119433"/>
                </a:lnTo>
                <a:lnTo>
                  <a:pt x="456149" y="119238"/>
                </a:lnTo>
                <a:lnTo>
                  <a:pt x="456155" y="119048"/>
                </a:lnTo>
                <a:lnTo>
                  <a:pt x="456161" y="118861"/>
                </a:lnTo>
                <a:lnTo>
                  <a:pt x="456166" y="118679"/>
                </a:lnTo>
                <a:lnTo>
                  <a:pt x="456171" y="118500"/>
                </a:lnTo>
                <a:lnTo>
                  <a:pt x="456176" y="118326"/>
                </a:lnTo>
                <a:lnTo>
                  <a:pt x="456180" y="118156"/>
                </a:lnTo>
                <a:lnTo>
                  <a:pt x="456183" y="117989"/>
                </a:lnTo>
                <a:lnTo>
                  <a:pt x="456186" y="117827"/>
                </a:lnTo>
                <a:lnTo>
                  <a:pt x="456189" y="117668"/>
                </a:lnTo>
                <a:lnTo>
                  <a:pt x="456191" y="117514"/>
                </a:lnTo>
                <a:lnTo>
                  <a:pt x="456193" y="117364"/>
                </a:lnTo>
                <a:lnTo>
                  <a:pt x="456194" y="117217"/>
                </a:lnTo>
                <a:lnTo>
                  <a:pt x="456194" y="117075"/>
                </a:lnTo>
                <a:lnTo>
                  <a:pt x="456195" y="116937"/>
                </a:lnTo>
                <a:lnTo>
                  <a:pt x="456165" y="114282"/>
                </a:lnTo>
                <a:lnTo>
                  <a:pt x="456076" y="111679"/>
                </a:lnTo>
                <a:lnTo>
                  <a:pt x="455928" y="109127"/>
                </a:lnTo>
                <a:lnTo>
                  <a:pt x="455721" y="106626"/>
                </a:lnTo>
                <a:lnTo>
                  <a:pt x="455454" y="104177"/>
                </a:lnTo>
                <a:lnTo>
                  <a:pt x="455129" y="101779"/>
                </a:lnTo>
                <a:lnTo>
                  <a:pt x="454744" y="99432"/>
                </a:lnTo>
                <a:lnTo>
                  <a:pt x="454300" y="97137"/>
                </a:lnTo>
                <a:lnTo>
                  <a:pt x="453796" y="94893"/>
                </a:lnTo>
                <a:lnTo>
                  <a:pt x="453234" y="92701"/>
                </a:lnTo>
                <a:lnTo>
                  <a:pt x="452612" y="90559"/>
                </a:lnTo>
                <a:lnTo>
                  <a:pt x="451931" y="88470"/>
                </a:lnTo>
                <a:lnTo>
                  <a:pt x="451190" y="86431"/>
                </a:lnTo>
                <a:lnTo>
                  <a:pt x="450391" y="84444"/>
                </a:lnTo>
                <a:lnTo>
                  <a:pt x="449532" y="82508"/>
                </a:lnTo>
                <a:lnTo>
                  <a:pt x="448614" y="80624"/>
                </a:lnTo>
                <a:lnTo>
                  <a:pt x="447637" y="78790"/>
                </a:lnTo>
                <a:lnTo>
                  <a:pt x="446601" y="77009"/>
                </a:lnTo>
                <a:lnTo>
                  <a:pt x="445505" y="75278"/>
                </a:lnTo>
                <a:lnTo>
                  <a:pt x="444350" y="73599"/>
                </a:lnTo>
                <a:lnTo>
                  <a:pt x="443136" y="71972"/>
                </a:lnTo>
                <a:lnTo>
                  <a:pt x="441863" y="70395"/>
                </a:lnTo>
                <a:lnTo>
                  <a:pt x="440531" y="68870"/>
                </a:lnTo>
                <a:lnTo>
                  <a:pt x="439139" y="67397"/>
                </a:lnTo>
                <a:lnTo>
                  <a:pt x="437696" y="65979"/>
                </a:lnTo>
                <a:lnTo>
                  <a:pt x="436211" y="64621"/>
                </a:lnTo>
                <a:lnTo>
                  <a:pt x="434682" y="63324"/>
                </a:lnTo>
                <a:lnTo>
                  <a:pt x="433111" y="62087"/>
                </a:lnTo>
                <a:lnTo>
                  <a:pt x="431497" y="60911"/>
                </a:lnTo>
                <a:lnTo>
                  <a:pt x="429840" y="59795"/>
                </a:lnTo>
                <a:lnTo>
                  <a:pt x="428140" y="58739"/>
                </a:lnTo>
                <a:lnTo>
                  <a:pt x="426398" y="57743"/>
                </a:lnTo>
                <a:lnTo>
                  <a:pt x="424613" y="56808"/>
                </a:lnTo>
                <a:lnTo>
                  <a:pt x="422784" y="55933"/>
                </a:lnTo>
                <a:lnTo>
                  <a:pt x="420913" y="55119"/>
                </a:lnTo>
                <a:lnTo>
                  <a:pt x="418999" y="54365"/>
                </a:lnTo>
                <a:lnTo>
                  <a:pt x="417043" y="53671"/>
                </a:lnTo>
                <a:lnTo>
                  <a:pt x="415043" y="53037"/>
                </a:lnTo>
                <a:lnTo>
                  <a:pt x="413001" y="52464"/>
                </a:lnTo>
                <a:lnTo>
                  <a:pt x="410915" y="51951"/>
                </a:lnTo>
                <a:lnTo>
                  <a:pt x="408787" y="51499"/>
                </a:lnTo>
                <a:lnTo>
                  <a:pt x="406616" y="51107"/>
                </a:lnTo>
                <a:lnTo>
                  <a:pt x="404403" y="50775"/>
                </a:lnTo>
                <a:lnTo>
                  <a:pt x="402146" y="50503"/>
                </a:lnTo>
                <a:lnTo>
                  <a:pt x="399847" y="50292"/>
                </a:lnTo>
                <a:lnTo>
                  <a:pt x="397504" y="50141"/>
                </a:lnTo>
                <a:lnTo>
                  <a:pt x="395119" y="50051"/>
                </a:lnTo>
                <a:lnTo>
                  <a:pt x="392691" y="50021"/>
                </a:lnTo>
                <a:lnTo>
                  <a:pt x="390939" y="50035"/>
                </a:lnTo>
                <a:lnTo>
                  <a:pt x="389210" y="50078"/>
                </a:lnTo>
                <a:lnTo>
                  <a:pt x="387504" y="50150"/>
                </a:lnTo>
                <a:lnTo>
                  <a:pt x="385821" y="50250"/>
                </a:lnTo>
                <a:lnTo>
                  <a:pt x="384161" y="50379"/>
                </a:lnTo>
                <a:lnTo>
                  <a:pt x="382524" y="50537"/>
                </a:lnTo>
                <a:lnTo>
                  <a:pt x="380911" y="50723"/>
                </a:lnTo>
                <a:lnTo>
                  <a:pt x="379321" y="50938"/>
                </a:lnTo>
                <a:lnTo>
                  <a:pt x="377754" y="51181"/>
                </a:lnTo>
                <a:lnTo>
                  <a:pt x="376210" y="51454"/>
                </a:lnTo>
                <a:lnTo>
                  <a:pt x="374689" y="51755"/>
                </a:lnTo>
                <a:lnTo>
                  <a:pt x="373192" y="52084"/>
                </a:lnTo>
                <a:lnTo>
                  <a:pt x="371718" y="52442"/>
                </a:lnTo>
                <a:lnTo>
                  <a:pt x="370266" y="52829"/>
                </a:lnTo>
                <a:lnTo>
                  <a:pt x="368838" y="53245"/>
                </a:lnTo>
                <a:lnTo>
                  <a:pt x="367434" y="53689"/>
                </a:lnTo>
                <a:lnTo>
                  <a:pt x="366052" y="54162"/>
                </a:lnTo>
                <a:lnTo>
                  <a:pt x="364694" y="54664"/>
                </a:lnTo>
                <a:lnTo>
                  <a:pt x="363358" y="55194"/>
                </a:lnTo>
                <a:lnTo>
                  <a:pt x="362046" y="55753"/>
                </a:lnTo>
                <a:lnTo>
                  <a:pt x="360757" y="56340"/>
                </a:lnTo>
                <a:lnTo>
                  <a:pt x="359492" y="56956"/>
                </a:lnTo>
                <a:lnTo>
                  <a:pt x="358249" y="57601"/>
                </a:lnTo>
                <a:lnTo>
                  <a:pt x="357030" y="58275"/>
                </a:lnTo>
                <a:lnTo>
                  <a:pt x="355834" y="58975"/>
                </a:lnTo>
                <a:lnTo>
                  <a:pt x="354663" y="59699"/>
                </a:lnTo>
                <a:lnTo>
                  <a:pt x="353516" y="60448"/>
                </a:lnTo>
                <a:lnTo>
                  <a:pt x="352393" y="61221"/>
                </a:lnTo>
                <a:lnTo>
                  <a:pt x="351295" y="62019"/>
                </a:lnTo>
                <a:lnTo>
                  <a:pt x="350221" y="62841"/>
                </a:lnTo>
                <a:lnTo>
                  <a:pt x="349171" y="63687"/>
                </a:lnTo>
                <a:lnTo>
                  <a:pt x="348146" y="64558"/>
                </a:lnTo>
                <a:lnTo>
                  <a:pt x="347145" y="65453"/>
                </a:lnTo>
                <a:lnTo>
                  <a:pt x="346169" y="66373"/>
                </a:lnTo>
                <a:lnTo>
                  <a:pt x="345216" y="67317"/>
                </a:lnTo>
                <a:lnTo>
                  <a:pt x="344288" y="68286"/>
                </a:lnTo>
                <a:lnTo>
                  <a:pt x="343385" y="69278"/>
                </a:lnTo>
                <a:lnTo>
                  <a:pt x="342506" y="70296"/>
                </a:lnTo>
                <a:lnTo>
                  <a:pt x="341651" y="71337"/>
                </a:lnTo>
                <a:lnTo>
                  <a:pt x="340820" y="72403"/>
                </a:lnTo>
                <a:lnTo>
                  <a:pt x="340014" y="73494"/>
                </a:lnTo>
                <a:lnTo>
                  <a:pt x="339232" y="74609"/>
                </a:lnTo>
                <a:lnTo>
                  <a:pt x="338475" y="75748"/>
                </a:lnTo>
                <a:lnTo>
                  <a:pt x="337742" y="76912"/>
                </a:lnTo>
                <a:lnTo>
                  <a:pt x="337033" y="78100"/>
                </a:lnTo>
                <a:lnTo>
                  <a:pt x="336349" y="79312"/>
                </a:lnTo>
                <a:lnTo>
                  <a:pt x="335689" y="80549"/>
                </a:lnTo>
                <a:lnTo>
                  <a:pt x="335053" y="81810"/>
                </a:lnTo>
                <a:lnTo>
                  <a:pt x="334442" y="83094"/>
                </a:lnTo>
                <a:lnTo>
                  <a:pt x="333858" y="84397"/>
                </a:lnTo>
                <a:lnTo>
                  <a:pt x="333299" y="85721"/>
                </a:lnTo>
                <a:lnTo>
                  <a:pt x="332766" y="87066"/>
                </a:lnTo>
                <a:lnTo>
                  <a:pt x="332260" y="88431"/>
                </a:lnTo>
                <a:lnTo>
                  <a:pt x="331779" y="89816"/>
                </a:lnTo>
                <a:lnTo>
                  <a:pt x="331324" y="91222"/>
                </a:lnTo>
                <a:lnTo>
                  <a:pt x="330896" y="92648"/>
                </a:lnTo>
                <a:lnTo>
                  <a:pt x="330493" y="94094"/>
                </a:lnTo>
                <a:lnTo>
                  <a:pt x="330116" y="95561"/>
                </a:lnTo>
                <a:lnTo>
                  <a:pt x="329765" y="97048"/>
                </a:lnTo>
                <a:lnTo>
                  <a:pt x="329441" y="98555"/>
                </a:lnTo>
                <a:lnTo>
                  <a:pt x="329142" y="100083"/>
                </a:lnTo>
                <a:lnTo>
                  <a:pt x="328869" y="101631"/>
                </a:lnTo>
                <a:lnTo>
                  <a:pt x="328622" y="103200"/>
                </a:lnTo>
                <a:lnTo>
                  <a:pt x="328401" y="104789"/>
                </a:lnTo>
                <a:lnTo>
                  <a:pt x="328206" y="106398"/>
                </a:lnTo>
                <a:lnTo>
                  <a:pt x="328038" y="108028"/>
                </a:lnTo>
                <a:lnTo>
                  <a:pt x="327895" y="109678"/>
                </a:lnTo>
                <a:lnTo>
                  <a:pt x="327778" y="111349"/>
                </a:lnTo>
                <a:lnTo>
                  <a:pt x="327687" y="113040"/>
                </a:lnTo>
                <a:lnTo>
                  <a:pt x="327622" y="114751"/>
                </a:lnTo>
                <a:lnTo>
                  <a:pt x="327583" y="116483"/>
                </a:lnTo>
                <a:lnTo>
                  <a:pt x="327570" y="118235"/>
                </a:lnTo>
                <a:lnTo>
                  <a:pt x="327583" y="120043"/>
                </a:lnTo>
                <a:lnTo>
                  <a:pt x="327623" y="121829"/>
                </a:lnTo>
                <a:lnTo>
                  <a:pt x="327690" y="123594"/>
                </a:lnTo>
                <a:lnTo>
                  <a:pt x="327783" y="125337"/>
                </a:lnTo>
                <a:lnTo>
                  <a:pt x="327903" y="127058"/>
                </a:lnTo>
                <a:lnTo>
                  <a:pt x="328050" y="128757"/>
                </a:lnTo>
                <a:lnTo>
                  <a:pt x="328224" y="130435"/>
                </a:lnTo>
                <a:lnTo>
                  <a:pt x="328424" y="132090"/>
                </a:lnTo>
                <a:lnTo>
                  <a:pt x="328651" y="133724"/>
                </a:lnTo>
                <a:lnTo>
                  <a:pt x="328904" y="135337"/>
                </a:lnTo>
                <a:lnTo>
                  <a:pt x="329184" y="136927"/>
                </a:lnTo>
                <a:lnTo>
                  <a:pt x="329491" y="138496"/>
                </a:lnTo>
                <a:lnTo>
                  <a:pt x="329825" y="140042"/>
                </a:lnTo>
                <a:lnTo>
                  <a:pt x="330185" y="141567"/>
                </a:lnTo>
                <a:lnTo>
                  <a:pt x="330572" y="143071"/>
                </a:lnTo>
                <a:lnTo>
                  <a:pt x="330986" y="144552"/>
                </a:lnTo>
                <a:lnTo>
                  <a:pt x="331426" y="146012"/>
                </a:lnTo>
                <a:lnTo>
                  <a:pt x="331893" y="147450"/>
                </a:lnTo>
                <a:lnTo>
                  <a:pt x="332386" y="148866"/>
                </a:lnTo>
                <a:lnTo>
                  <a:pt x="332907" y="150260"/>
                </a:lnTo>
                <a:lnTo>
                  <a:pt x="333454" y="151633"/>
                </a:lnTo>
                <a:lnTo>
                  <a:pt x="334028" y="152983"/>
                </a:lnTo>
                <a:lnTo>
                  <a:pt x="334628" y="154312"/>
                </a:lnTo>
                <a:lnTo>
                  <a:pt x="335255" y="155620"/>
                </a:lnTo>
                <a:lnTo>
                  <a:pt x="335908" y="156903"/>
                </a:lnTo>
                <a:lnTo>
                  <a:pt x="336586" y="158161"/>
                </a:lnTo>
                <a:lnTo>
                  <a:pt x="337290" y="159393"/>
                </a:lnTo>
                <a:lnTo>
                  <a:pt x="338019" y="160601"/>
                </a:lnTo>
                <a:lnTo>
                  <a:pt x="338773" y="161783"/>
                </a:lnTo>
                <a:lnTo>
                  <a:pt x="339553" y="162939"/>
                </a:lnTo>
                <a:lnTo>
                  <a:pt x="340357" y="164070"/>
                </a:lnTo>
                <a:lnTo>
                  <a:pt x="341187" y="165176"/>
                </a:lnTo>
                <a:lnTo>
                  <a:pt x="342043" y="166257"/>
                </a:lnTo>
                <a:lnTo>
                  <a:pt x="342923" y="167312"/>
                </a:lnTo>
                <a:lnTo>
                  <a:pt x="343829" y="168342"/>
                </a:lnTo>
                <a:lnTo>
                  <a:pt x="344760" y="169347"/>
                </a:lnTo>
                <a:lnTo>
                  <a:pt x="345717" y="170326"/>
                </a:lnTo>
                <a:lnTo>
                  <a:pt x="346698" y="171280"/>
                </a:lnTo>
                <a:lnTo>
                  <a:pt x="347705" y="172208"/>
                </a:lnTo>
                <a:lnTo>
                  <a:pt x="348738" y="173111"/>
                </a:lnTo>
                <a:lnTo>
                  <a:pt x="349795" y="173989"/>
                </a:lnTo>
                <a:lnTo>
                  <a:pt x="350878" y="174842"/>
                </a:lnTo>
                <a:lnTo>
                  <a:pt x="351986" y="175669"/>
                </a:lnTo>
                <a:lnTo>
                  <a:pt x="353120" y="176471"/>
                </a:lnTo>
                <a:lnTo>
                  <a:pt x="354278" y="177247"/>
                </a:lnTo>
                <a:lnTo>
                  <a:pt x="355462" y="177999"/>
                </a:lnTo>
                <a:lnTo>
                  <a:pt x="356671" y="178724"/>
                </a:lnTo>
                <a:lnTo>
                  <a:pt x="357906" y="179425"/>
                </a:lnTo>
                <a:lnTo>
                  <a:pt x="359165" y="180098"/>
                </a:lnTo>
                <a:lnTo>
                  <a:pt x="360449" y="180743"/>
                </a:lnTo>
                <a:lnTo>
                  <a:pt x="361757" y="181359"/>
                </a:lnTo>
                <a:lnTo>
                  <a:pt x="363089" y="181947"/>
                </a:lnTo>
                <a:lnTo>
                  <a:pt x="364446" y="182506"/>
                </a:lnTo>
                <a:lnTo>
                  <a:pt x="365827" y="183036"/>
                </a:lnTo>
                <a:lnTo>
                  <a:pt x="367232" y="183538"/>
                </a:lnTo>
                <a:lnTo>
                  <a:pt x="368662" y="184010"/>
                </a:lnTo>
                <a:lnTo>
                  <a:pt x="370116" y="184455"/>
                </a:lnTo>
                <a:lnTo>
                  <a:pt x="371595" y="184870"/>
                </a:lnTo>
                <a:lnTo>
                  <a:pt x="373097" y="185257"/>
                </a:lnTo>
                <a:lnTo>
                  <a:pt x="374624" y="185615"/>
                </a:lnTo>
                <a:lnTo>
                  <a:pt x="376176" y="185945"/>
                </a:lnTo>
                <a:lnTo>
                  <a:pt x="377752" y="186246"/>
                </a:lnTo>
                <a:lnTo>
                  <a:pt x="379352" y="186518"/>
                </a:lnTo>
                <a:lnTo>
                  <a:pt x="380976" y="186762"/>
                </a:lnTo>
                <a:lnTo>
                  <a:pt x="382625" y="186977"/>
                </a:lnTo>
                <a:lnTo>
                  <a:pt x="384298" y="187163"/>
                </a:lnTo>
                <a:lnTo>
                  <a:pt x="385996" y="187321"/>
                </a:lnTo>
                <a:lnTo>
                  <a:pt x="387718" y="187450"/>
                </a:lnTo>
                <a:lnTo>
                  <a:pt x="389464" y="187550"/>
                </a:lnTo>
                <a:lnTo>
                  <a:pt x="391234" y="187622"/>
                </a:lnTo>
                <a:lnTo>
                  <a:pt x="393029" y="187665"/>
                </a:lnTo>
                <a:lnTo>
                  <a:pt x="394848" y="187679"/>
                </a:lnTo>
                <a:lnTo>
                  <a:pt x="396335" y="187670"/>
                </a:lnTo>
                <a:lnTo>
                  <a:pt x="397806" y="187643"/>
                </a:lnTo>
                <a:lnTo>
                  <a:pt x="399261" y="187599"/>
                </a:lnTo>
                <a:lnTo>
                  <a:pt x="400700" y="187537"/>
                </a:lnTo>
                <a:lnTo>
                  <a:pt x="402124" y="187456"/>
                </a:lnTo>
                <a:close/>
                <a:moveTo>
                  <a:pt x="364348" y="97564"/>
                </a:moveTo>
                <a:lnTo>
                  <a:pt x="364550" y="96544"/>
                </a:lnTo>
                <a:lnTo>
                  <a:pt x="364778" y="95546"/>
                </a:lnTo>
                <a:lnTo>
                  <a:pt x="365029" y="94570"/>
                </a:lnTo>
                <a:lnTo>
                  <a:pt x="365306" y="93618"/>
                </a:lnTo>
                <a:lnTo>
                  <a:pt x="365607" y="92687"/>
                </a:lnTo>
                <a:lnTo>
                  <a:pt x="365932" y="91780"/>
                </a:lnTo>
                <a:lnTo>
                  <a:pt x="366282" y="90895"/>
                </a:lnTo>
                <a:lnTo>
                  <a:pt x="366657" y="90033"/>
                </a:lnTo>
                <a:lnTo>
                  <a:pt x="367056" y="89194"/>
                </a:lnTo>
                <a:lnTo>
                  <a:pt x="367480" y="88377"/>
                </a:lnTo>
                <a:lnTo>
                  <a:pt x="367928" y="87583"/>
                </a:lnTo>
                <a:lnTo>
                  <a:pt x="368401" y="86812"/>
                </a:lnTo>
                <a:lnTo>
                  <a:pt x="368899" y="86063"/>
                </a:lnTo>
                <a:lnTo>
                  <a:pt x="369421" y="85337"/>
                </a:lnTo>
                <a:lnTo>
                  <a:pt x="369967" y="84633"/>
                </a:lnTo>
                <a:lnTo>
                  <a:pt x="370539" y="83953"/>
                </a:lnTo>
                <a:lnTo>
                  <a:pt x="371134" y="83295"/>
                </a:lnTo>
                <a:lnTo>
                  <a:pt x="371755" y="82659"/>
                </a:lnTo>
                <a:lnTo>
                  <a:pt x="372400" y="82046"/>
                </a:lnTo>
                <a:lnTo>
                  <a:pt x="373065" y="81457"/>
                </a:lnTo>
                <a:lnTo>
                  <a:pt x="373746" y="80894"/>
                </a:lnTo>
                <a:lnTo>
                  <a:pt x="374442" y="80355"/>
                </a:lnTo>
                <a:lnTo>
                  <a:pt x="375154" y="79841"/>
                </a:lnTo>
                <a:lnTo>
                  <a:pt x="375882" y="79352"/>
                </a:lnTo>
                <a:lnTo>
                  <a:pt x="376626" y="78889"/>
                </a:lnTo>
                <a:lnTo>
                  <a:pt x="377385" y="78450"/>
                </a:lnTo>
                <a:lnTo>
                  <a:pt x="378160" y="78037"/>
                </a:lnTo>
                <a:lnTo>
                  <a:pt x="378950" y="77648"/>
                </a:lnTo>
                <a:lnTo>
                  <a:pt x="379757" y="77285"/>
                </a:lnTo>
                <a:lnTo>
                  <a:pt x="380579" y="76946"/>
                </a:lnTo>
                <a:lnTo>
                  <a:pt x="381416" y="76633"/>
                </a:lnTo>
                <a:lnTo>
                  <a:pt x="382270" y="76345"/>
                </a:lnTo>
                <a:lnTo>
                  <a:pt x="383139" y="76082"/>
                </a:lnTo>
                <a:lnTo>
                  <a:pt x="384023" y="75844"/>
                </a:lnTo>
                <a:lnTo>
                  <a:pt x="384924" y="75631"/>
                </a:lnTo>
                <a:lnTo>
                  <a:pt x="385840" y="75443"/>
                </a:lnTo>
                <a:lnTo>
                  <a:pt x="386772" y="75280"/>
                </a:lnTo>
                <a:lnTo>
                  <a:pt x="387719" y="75142"/>
                </a:lnTo>
                <a:lnTo>
                  <a:pt x="388682" y="75029"/>
                </a:lnTo>
                <a:lnTo>
                  <a:pt x="389661" y="74942"/>
                </a:lnTo>
                <a:lnTo>
                  <a:pt x="390655" y="74879"/>
                </a:lnTo>
                <a:lnTo>
                  <a:pt x="391665" y="74841"/>
                </a:lnTo>
                <a:lnTo>
                  <a:pt x="392691" y="74829"/>
                </a:lnTo>
                <a:lnTo>
                  <a:pt x="393695" y="74841"/>
                </a:lnTo>
                <a:lnTo>
                  <a:pt x="394683" y="74878"/>
                </a:lnTo>
                <a:lnTo>
                  <a:pt x="395656" y="74938"/>
                </a:lnTo>
                <a:lnTo>
                  <a:pt x="396614" y="75024"/>
                </a:lnTo>
                <a:lnTo>
                  <a:pt x="397557" y="75133"/>
                </a:lnTo>
                <a:lnTo>
                  <a:pt x="398485" y="75267"/>
                </a:lnTo>
                <a:lnTo>
                  <a:pt x="399397" y="75425"/>
                </a:lnTo>
                <a:lnTo>
                  <a:pt x="400294" y="75608"/>
                </a:lnTo>
                <a:lnTo>
                  <a:pt x="401176" y="75815"/>
                </a:lnTo>
                <a:lnTo>
                  <a:pt x="402043" y="76046"/>
                </a:lnTo>
                <a:lnTo>
                  <a:pt x="402894" y="76302"/>
                </a:lnTo>
                <a:lnTo>
                  <a:pt x="403730" y="76582"/>
                </a:lnTo>
                <a:lnTo>
                  <a:pt x="404551" y="76886"/>
                </a:lnTo>
                <a:lnTo>
                  <a:pt x="405357" y="77215"/>
                </a:lnTo>
                <a:lnTo>
                  <a:pt x="406148" y="77568"/>
                </a:lnTo>
                <a:lnTo>
                  <a:pt x="406923" y="77945"/>
                </a:lnTo>
                <a:lnTo>
                  <a:pt x="407683" y="78347"/>
                </a:lnTo>
                <a:lnTo>
                  <a:pt x="408428" y="78773"/>
                </a:lnTo>
                <a:lnTo>
                  <a:pt x="409158" y="79223"/>
                </a:lnTo>
                <a:lnTo>
                  <a:pt x="409872" y="79698"/>
                </a:lnTo>
                <a:lnTo>
                  <a:pt x="410572" y="80197"/>
                </a:lnTo>
                <a:lnTo>
                  <a:pt x="411256" y="80720"/>
                </a:lnTo>
                <a:lnTo>
                  <a:pt x="411925" y="81268"/>
                </a:lnTo>
                <a:lnTo>
                  <a:pt x="412578" y="81840"/>
                </a:lnTo>
                <a:lnTo>
                  <a:pt x="413211" y="82436"/>
                </a:lnTo>
                <a:lnTo>
                  <a:pt x="413819" y="83058"/>
                </a:lnTo>
                <a:lnTo>
                  <a:pt x="414402" y="83704"/>
                </a:lnTo>
                <a:lnTo>
                  <a:pt x="414958" y="84375"/>
                </a:lnTo>
                <a:lnTo>
                  <a:pt x="415489" y="85071"/>
                </a:lnTo>
                <a:lnTo>
                  <a:pt x="415995" y="85792"/>
                </a:lnTo>
                <a:lnTo>
                  <a:pt x="416475" y="86537"/>
                </a:lnTo>
                <a:lnTo>
                  <a:pt x="416930" y="87308"/>
                </a:lnTo>
                <a:lnTo>
                  <a:pt x="417359" y="88103"/>
                </a:lnTo>
                <a:lnTo>
                  <a:pt x="417763" y="88923"/>
                </a:lnTo>
                <a:lnTo>
                  <a:pt x="418141" y="89768"/>
                </a:lnTo>
                <a:lnTo>
                  <a:pt x="418494" y="90637"/>
                </a:lnTo>
                <a:lnTo>
                  <a:pt x="418821" y="91532"/>
                </a:lnTo>
                <a:lnTo>
                  <a:pt x="419122" y="92451"/>
                </a:lnTo>
                <a:lnTo>
                  <a:pt x="419399" y="93395"/>
                </a:lnTo>
                <a:lnTo>
                  <a:pt x="419649" y="94364"/>
                </a:lnTo>
                <a:lnTo>
                  <a:pt x="419874" y="95357"/>
                </a:lnTo>
                <a:lnTo>
                  <a:pt x="420074" y="96376"/>
                </a:lnTo>
                <a:lnTo>
                  <a:pt x="420248" y="97419"/>
                </a:lnTo>
                <a:lnTo>
                  <a:pt x="420396" y="98487"/>
                </a:lnTo>
                <a:lnTo>
                  <a:pt x="420519" y="99580"/>
                </a:lnTo>
                <a:lnTo>
                  <a:pt x="420617" y="100698"/>
                </a:lnTo>
                <a:lnTo>
                  <a:pt x="420689" y="101840"/>
                </a:lnTo>
                <a:lnTo>
                  <a:pt x="420735" y="103008"/>
                </a:lnTo>
                <a:lnTo>
                  <a:pt x="363703" y="103008"/>
                </a:lnTo>
                <a:lnTo>
                  <a:pt x="363783" y="101874"/>
                </a:lnTo>
                <a:lnTo>
                  <a:pt x="363887" y="100762"/>
                </a:lnTo>
                <a:lnTo>
                  <a:pt x="364016" y="99674"/>
                </a:lnTo>
                <a:lnTo>
                  <a:pt x="364170" y="98608"/>
                </a:lnTo>
                <a:lnTo>
                  <a:pt x="364348" y="97564"/>
                </a:lnTo>
                <a:close/>
                <a:moveTo>
                  <a:pt x="750254" y="34647"/>
                </a:moveTo>
                <a:lnTo>
                  <a:pt x="751001" y="34569"/>
                </a:lnTo>
                <a:lnTo>
                  <a:pt x="751732" y="34474"/>
                </a:lnTo>
                <a:lnTo>
                  <a:pt x="752448" y="34361"/>
                </a:lnTo>
                <a:lnTo>
                  <a:pt x="753147" y="34231"/>
                </a:lnTo>
                <a:lnTo>
                  <a:pt x="753830" y="34084"/>
                </a:lnTo>
                <a:lnTo>
                  <a:pt x="754496" y="33919"/>
                </a:lnTo>
                <a:lnTo>
                  <a:pt x="755147" y="33737"/>
                </a:lnTo>
                <a:lnTo>
                  <a:pt x="755781" y="33538"/>
                </a:lnTo>
                <a:lnTo>
                  <a:pt x="756400" y="33322"/>
                </a:lnTo>
                <a:lnTo>
                  <a:pt x="757002" y="33088"/>
                </a:lnTo>
                <a:lnTo>
                  <a:pt x="757588" y="32837"/>
                </a:lnTo>
                <a:lnTo>
                  <a:pt x="758158" y="32568"/>
                </a:lnTo>
                <a:lnTo>
                  <a:pt x="758711" y="32282"/>
                </a:lnTo>
                <a:lnTo>
                  <a:pt x="759249" y="31979"/>
                </a:lnTo>
                <a:lnTo>
                  <a:pt x="759770" y="31659"/>
                </a:lnTo>
                <a:lnTo>
                  <a:pt x="760276" y="31321"/>
                </a:lnTo>
                <a:lnTo>
                  <a:pt x="760765" y="30966"/>
                </a:lnTo>
                <a:lnTo>
                  <a:pt x="761238" y="30594"/>
                </a:lnTo>
                <a:lnTo>
                  <a:pt x="761695" y="30204"/>
                </a:lnTo>
                <a:lnTo>
                  <a:pt x="762135" y="29797"/>
                </a:lnTo>
                <a:lnTo>
                  <a:pt x="762559" y="29377"/>
                </a:lnTo>
                <a:lnTo>
                  <a:pt x="762964" y="28948"/>
                </a:lnTo>
                <a:lnTo>
                  <a:pt x="763352" y="28512"/>
                </a:lnTo>
                <a:lnTo>
                  <a:pt x="763721" y="28066"/>
                </a:lnTo>
                <a:lnTo>
                  <a:pt x="764073" y="27613"/>
                </a:lnTo>
                <a:lnTo>
                  <a:pt x="764406" y="27151"/>
                </a:lnTo>
                <a:lnTo>
                  <a:pt x="764722" y="26680"/>
                </a:lnTo>
                <a:lnTo>
                  <a:pt x="765019" y="26201"/>
                </a:lnTo>
                <a:lnTo>
                  <a:pt x="765298" y="25714"/>
                </a:lnTo>
                <a:lnTo>
                  <a:pt x="765560" y="25218"/>
                </a:lnTo>
                <a:lnTo>
                  <a:pt x="765803" y="24714"/>
                </a:lnTo>
                <a:lnTo>
                  <a:pt x="766028" y="24201"/>
                </a:lnTo>
                <a:lnTo>
                  <a:pt x="766236" y="23680"/>
                </a:lnTo>
                <a:lnTo>
                  <a:pt x="766425" y="23151"/>
                </a:lnTo>
                <a:lnTo>
                  <a:pt x="766596" y="22613"/>
                </a:lnTo>
                <a:lnTo>
                  <a:pt x="766749" y="22067"/>
                </a:lnTo>
                <a:lnTo>
                  <a:pt x="766884" y="21512"/>
                </a:lnTo>
                <a:lnTo>
                  <a:pt x="767002" y="20949"/>
                </a:lnTo>
                <a:lnTo>
                  <a:pt x="767101" y="20377"/>
                </a:lnTo>
                <a:lnTo>
                  <a:pt x="767182" y="19797"/>
                </a:lnTo>
                <a:lnTo>
                  <a:pt x="767245" y="19209"/>
                </a:lnTo>
                <a:lnTo>
                  <a:pt x="767290" y="18612"/>
                </a:lnTo>
                <a:lnTo>
                  <a:pt x="767317" y="18006"/>
                </a:lnTo>
                <a:lnTo>
                  <a:pt x="767326" y="17393"/>
                </a:lnTo>
                <a:lnTo>
                  <a:pt x="767317" y="16768"/>
                </a:lnTo>
                <a:lnTo>
                  <a:pt x="767290" y="16153"/>
                </a:lnTo>
                <a:lnTo>
                  <a:pt x="767245" y="15546"/>
                </a:lnTo>
                <a:lnTo>
                  <a:pt x="767182" y="14949"/>
                </a:lnTo>
                <a:lnTo>
                  <a:pt x="767101" y="14361"/>
                </a:lnTo>
                <a:lnTo>
                  <a:pt x="767002" y="13782"/>
                </a:lnTo>
                <a:lnTo>
                  <a:pt x="766884" y="13212"/>
                </a:lnTo>
                <a:lnTo>
                  <a:pt x="766749" y="12651"/>
                </a:lnTo>
                <a:lnTo>
                  <a:pt x="766596" y="12100"/>
                </a:lnTo>
                <a:lnTo>
                  <a:pt x="766425" y="11557"/>
                </a:lnTo>
                <a:lnTo>
                  <a:pt x="766236" y="11024"/>
                </a:lnTo>
                <a:lnTo>
                  <a:pt x="766028" y="10500"/>
                </a:lnTo>
                <a:lnTo>
                  <a:pt x="765803" y="9985"/>
                </a:lnTo>
                <a:lnTo>
                  <a:pt x="765560" y="9479"/>
                </a:lnTo>
                <a:lnTo>
                  <a:pt x="765298" y="8982"/>
                </a:lnTo>
                <a:lnTo>
                  <a:pt x="765019" y="8494"/>
                </a:lnTo>
                <a:lnTo>
                  <a:pt x="764722" y="8016"/>
                </a:lnTo>
                <a:lnTo>
                  <a:pt x="764406" y="7546"/>
                </a:lnTo>
                <a:lnTo>
                  <a:pt x="764073" y="7086"/>
                </a:lnTo>
                <a:lnTo>
                  <a:pt x="763721" y="6635"/>
                </a:lnTo>
                <a:lnTo>
                  <a:pt x="763352" y="6193"/>
                </a:lnTo>
                <a:lnTo>
                  <a:pt x="762964" y="5760"/>
                </a:lnTo>
                <a:lnTo>
                  <a:pt x="762559" y="5336"/>
                </a:lnTo>
                <a:lnTo>
                  <a:pt x="762135" y="4921"/>
                </a:lnTo>
                <a:lnTo>
                  <a:pt x="761695" y="4520"/>
                </a:lnTo>
                <a:lnTo>
                  <a:pt x="761238" y="4135"/>
                </a:lnTo>
                <a:lnTo>
                  <a:pt x="760765" y="3768"/>
                </a:lnTo>
                <a:lnTo>
                  <a:pt x="760276" y="3417"/>
                </a:lnTo>
                <a:lnTo>
                  <a:pt x="759770" y="3084"/>
                </a:lnTo>
                <a:lnTo>
                  <a:pt x="759249" y="2768"/>
                </a:lnTo>
                <a:lnTo>
                  <a:pt x="758711" y="2469"/>
                </a:lnTo>
                <a:lnTo>
                  <a:pt x="758158" y="2187"/>
                </a:lnTo>
                <a:lnTo>
                  <a:pt x="757588" y="1922"/>
                </a:lnTo>
                <a:lnTo>
                  <a:pt x="757002" y="1675"/>
                </a:lnTo>
                <a:lnTo>
                  <a:pt x="756400" y="1444"/>
                </a:lnTo>
                <a:lnTo>
                  <a:pt x="755781" y="1230"/>
                </a:lnTo>
                <a:lnTo>
                  <a:pt x="755147" y="1034"/>
                </a:lnTo>
                <a:lnTo>
                  <a:pt x="754496" y="854"/>
                </a:lnTo>
                <a:lnTo>
                  <a:pt x="753830" y="692"/>
                </a:lnTo>
                <a:lnTo>
                  <a:pt x="753147" y="547"/>
                </a:lnTo>
                <a:lnTo>
                  <a:pt x="752448" y="419"/>
                </a:lnTo>
                <a:lnTo>
                  <a:pt x="751732" y="308"/>
                </a:lnTo>
                <a:lnTo>
                  <a:pt x="751001" y="214"/>
                </a:lnTo>
                <a:lnTo>
                  <a:pt x="750254" y="137"/>
                </a:lnTo>
                <a:lnTo>
                  <a:pt x="749490" y="77"/>
                </a:lnTo>
                <a:lnTo>
                  <a:pt x="748710" y="34"/>
                </a:lnTo>
                <a:lnTo>
                  <a:pt x="747914" y="9"/>
                </a:lnTo>
                <a:lnTo>
                  <a:pt x="747102" y="0"/>
                </a:lnTo>
                <a:lnTo>
                  <a:pt x="746290" y="9"/>
                </a:lnTo>
                <a:lnTo>
                  <a:pt x="745494" y="34"/>
                </a:lnTo>
                <a:lnTo>
                  <a:pt x="744714" y="77"/>
                </a:lnTo>
                <a:lnTo>
                  <a:pt x="743950" y="137"/>
                </a:lnTo>
                <a:lnTo>
                  <a:pt x="743203" y="214"/>
                </a:lnTo>
                <a:lnTo>
                  <a:pt x="742472" y="308"/>
                </a:lnTo>
                <a:lnTo>
                  <a:pt x="741756" y="419"/>
                </a:lnTo>
                <a:lnTo>
                  <a:pt x="741057" y="547"/>
                </a:lnTo>
                <a:lnTo>
                  <a:pt x="740374" y="692"/>
                </a:lnTo>
                <a:lnTo>
                  <a:pt x="739708" y="854"/>
                </a:lnTo>
                <a:lnTo>
                  <a:pt x="739057" y="1034"/>
                </a:lnTo>
                <a:lnTo>
                  <a:pt x="738423" y="1230"/>
                </a:lnTo>
                <a:lnTo>
                  <a:pt x="737804" y="1444"/>
                </a:lnTo>
                <a:lnTo>
                  <a:pt x="737202" y="1675"/>
                </a:lnTo>
                <a:lnTo>
                  <a:pt x="736616" y="1922"/>
                </a:lnTo>
                <a:lnTo>
                  <a:pt x="736046" y="2187"/>
                </a:lnTo>
                <a:lnTo>
                  <a:pt x="735492" y="2469"/>
                </a:lnTo>
                <a:lnTo>
                  <a:pt x="734955" y="2768"/>
                </a:lnTo>
                <a:lnTo>
                  <a:pt x="734434" y="3084"/>
                </a:lnTo>
                <a:lnTo>
                  <a:pt x="733928" y="3417"/>
                </a:lnTo>
                <a:lnTo>
                  <a:pt x="733439" y="3768"/>
                </a:lnTo>
                <a:lnTo>
                  <a:pt x="732966" y="4135"/>
                </a:lnTo>
                <a:lnTo>
                  <a:pt x="732509" y="4520"/>
                </a:lnTo>
                <a:lnTo>
                  <a:pt x="732069" y="4921"/>
                </a:lnTo>
                <a:lnTo>
                  <a:pt x="731645" y="5336"/>
                </a:lnTo>
                <a:lnTo>
                  <a:pt x="731240" y="5760"/>
                </a:lnTo>
                <a:lnTo>
                  <a:pt x="730852" y="6193"/>
                </a:lnTo>
                <a:lnTo>
                  <a:pt x="730483" y="6635"/>
                </a:lnTo>
                <a:lnTo>
                  <a:pt x="730131" y="7086"/>
                </a:lnTo>
                <a:lnTo>
                  <a:pt x="729798" y="7546"/>
                </a:lnTo>
                <a:lnTo>
                  <a:pt x="729482" y="8016"/>
                </a:lnTo>
                <a:lnTo>
                  <a:pt x="729185" y="8494"/>
                </a:lnTo>
                <a:lnTo>
                  <a:pt x="728906" y="8982"/>
                </a:lnTo>
                <a:lnTo>
                  <a:pt x="728644" y="9479"/>
                </a:lnTo>
                <a:lnTo>
                  <a:pt x="728401" y="9985"/>
                </a:lnTo>
                <a:lnTo>
                  <a:pt x="728176" y="10500"/>
                </a:lnTo>
                <a:lnTo>
                  <a:pt x="727968" y="11024"/>
                </a:lnTo>
                <a:lnTo>
                  <a:pt x="727779" y="11557"/>
                </a:lnTo>
                <a:lnTo>
                  <a:pt x="727608" y="12100"/>
                </a:lnTo>
                <a:lnTo>
                  <a:pt x="727455" y="12651"/>
                </a:lnTo>
                <a:lnTo>
                  <a:pt x="727320" y="13212"/>
                </a:lnTo>
                <a:lnTo>
                  <a:pt x="727202" y="13782"/>
                </a:lnTo>
                <a:lnTo>
                  <a:pt x="727103" y="14361"/>
                </a:lnTo>
                <a:lnTo>
                  <a:pt x="727022" y="14949"/>
                </a:lnTo>
                <a:lnTo>
                  <a:pt x="726959" y="15546"/>
                </a:lnTo>
                <a:lnTo>
                  <a:pt x="726914" y="16153"/>
                </a:lnTo>
                <a:lnTo>
                  <a:pt x="726887" y="16768"/>
                </a:lnTo>
                <a:lnTo>
                  <a:pt x="726878" y="17393"/>
                </a:lnTo>
                <a:lnTo>
                  <a:pt x="726887" y="18006"/>
                </a:lnTo>
                <a:lnTo>
                  <a:pt x="726914" y="18612"/>
                </a:lnTo>
                <a:lnTo>
                  <a:pt x="726959" y="19209"/>
                </a:lnTo>
                <a:lnTo>
                  <a:pt x="727022" y="19797"/>
                </a:lnTo>
                <a:lnTo>
                  <a:pt x="727103" y="20377"/>
                </a:lnTo>
                <a:lnTo>
                  <a:pt x="727202" y="20949"/>
                </a:lnTo>
                <a:lnTo>
                  <a:pt x="727320" y="21512"/>
                </a:lnTo>
                <a:lnTo>
                  <a:pt x="727455" y="22067"/>
                </a:lnTo>
                <a:lnTo>
                  <a:pt x="727608" y="22613"/>
                </a:lnTo>
                <a:lnTo>
                  <a:pt x="727779" y="23151"/>
                </a:lnTo>
                <a:lnTo>
                  <a:pt x="727968" y="23680"/>
                </a:lnTo>
                <a:lnTo>
                  <a:pt x="728176" y="24201"/>
                </a:lnTo>
                <a:lnTo>
                  <a:pt x="728401" y="24714"/>
                </a:lnTo>
                <a:lnTo>
                  <a:pt x="728644" y="25218"/>
                </a:lnTo>
                <a:lnTo>
                  <a:pt x="728906" y="25714"/>
                </a:lnTo>
                <a:lnTo>
                  <a:pt x="729185" y="26201"/>
                </a:lnTo>
                <a:lnTo>
                  <a:pt x="729482" y="26680"/>
                </a:lnTo>
                <a:lnTo>
                  <a:pt x="729798" y="27151"/>
                </a:lnTo>
                <a:lnTo>
                  <a:pt x="730131" y="27613"/>
                </a:lnTo>
                <a:lnTo>
                  <a:pt x="730483" y="28066"/>
                </a:lnTo>
                <a:lnTo>
                  <a:pt x="730852" y="28512"/>
                </a:lnTo>
                <a:lnTo>
                  <a:pt x="731240" y="28948"/>
                </a:lnTo>
                <a:lnTo>
                  <a:pt x="731645" y="29377"/>
                </a:lnTo>
                <a:lnTo>
                  <a:pt x="732069" y="29797"/>
                </a:lnTo>
                <a:lnTo>
                  <a:pt x="732509" y="30204"/>
                </a:lnTo>
                <a:lnTo>
                  <a:pt x="732966" y="30594"/>
                </a:lnTo>
                <a:lnTo>
                  <a:pt x="733439" y="30966"/>
                </a:lnTo>
                <a:lnTo>
                  <a:pt x="733928" y="31321"/>
                </a:lnTo>
                <a:lnTo>
                  <a:pt x="734434" y="31659"/>
                </a:lnTo>
                <a:lnTo>
                  <a:pt x="734955" y="31979"/>
                </a:lnTo>
                <a:lnTo>
                  <a:pt x="735492" y="32282"/>
                </a:lnTo>
                <a:lnTo>
                  <a:pt x="736046" y="32568"/>
                </a:lnTo>
                <a:lnTo>
                  <a:pt x="736616" y="32837"/>
                </a:lnTo>
                <a:lnTo>
                  <a:pt x="737202" y="33088"/>
                </a:lnTo>
                <a:lnTo>
                  <a:pt x="737804" y="33322"/>
                </a:lnTo>
                <a:lnTo>
                  <a:pt x="738423" y="33538"/>
                </a:lnTo>
                <a:lnTo>
                  <a:pt x="739057" y="33737"/>
                </a:lnTo>
                <a:lnTo>
                  <a:pt x="739708" y="33919"/>
                </a:lnTo>
                <a:lnTo>
                  <a:pt x="740374" y="34084"/>
                </a:lnTo>
                <a:lnTo>
                  <a:pt x="741057" y="34231"/>
                </a:lnTo>
                <a:lnTo>
                  <a:pt x="741756" y="34361"/>
                </a:lnTo>
                <a:lnTo>
                  <a:pt x="742472" y="34474"/>
                </a:lnTo>
                <a:lnTo>
                  <a:pt x="743203" y="34569"/>
                </a:lnTo>
                <a:lnTo>
                  <a:pt x="743950" y="34647"/>
                </a:lnTo>
                <a:lnTo>
                  <a:pt x="744714" y="34707"/>
                </a:lnTo>
                <a:lnTo>
                  <a:pt x="745494" y="34751"/>
                </a:lnTo>
                <a:lnTo>
                  <a:pt x="746290" y="34777"/>
                </a:lnTo>
                <a:lnTo>
                  <a:pt x="747102" y="34785"/>
                </a:lnTo>
                <a:lnTo>
                  <a:pt x="747914" y="34777"/>
                </a:lnTo>
                <a:lnTo>
                  <a:pt x="748710" y="34751"/>
                </a:lnTo>
                <a:lnTo>
                  <a:pt x="749490" y="34707"/>
                </a:lnTo>
                <a:lnTo>
                  <a:pt x="750254" y="34647"/>
                </a:lnTo>
                <a:close/>
                <a:moveTo>
                  <a:pt x="1129724" y="53082"/>
                </a:moveTo>
                <a:lnTo>
                  <a:pt x="1173408" y="127276"/>
                </a:lnTo>
                <a:lnTo>
                  <a:pt x="1196733" y="127276"/>
                </a:lnTo>
                <a:lnTo>
                  <a:pt x="1239473" y="52870"/>
                </a:lnTo>
                <a:lnTo>
                  <a:pt x="1239473" y="185252"/>
                </a:lnTo>
                <a:lnTo>
                  <a:pt x="1276820" y="185252"/>
                </a:lnTo>
                <a:lnTo>
                  <a:pt x="1276820" y="3775"/>
                </a:lnTo>
                <a:lnTo>
                  <a:pt x="1234889" y="3775"/>
                </a:lnTo>
                <a:lnTo>
                  <a:pt x="1186298" y="87643"/>
                </a:lnTo>
                <a:lnTo>
                  <a:pt x="1137005" y="3775"/>
                </a:lnTo>
                <a:lnTo>
                  <a:pt x="1093456" y="3775"/>
                </a:lnTo>
                <a:lnTo>
                  <a:pt x="1093456" y="185252"/>
                </a:lnTo>
                <a:lnTo>
                  <a:pt x="1129724" y="185252"/>
                </a:lnTo>
                <a:lnTo>
                  <a:pt x="1129724" y="53082"/>
                </a:lnTo>
                <a:close/>
                <a:moveTo>
                  <a:pt x="1846521" y="157309"/>
                </a:moveTo>
                <a:lnTo>
                  <a:pt x="1845721" y="157267"/>
                </a:lnTo>
                <a:lnTo>
                  <a:pt x="1844948" y="157208"/>
                </a:lnTo>
                <a:lnTo>
                  <a:pt x="1844201" y="157132"/>
                </a:lnTo>
                <a:lnTo>
                  <a:pt x="1843480" y="157039"/>
                </a:lnTo>
                <a:lnTo>
                  <a:pt x="1842785" y="156930"/>
                </a:lnTo>
                <a:lnTo>
                  <a:pt x="1842117" y="156804"/>
                </a:lnTo>
                <a:lnTo>
                  <a:pt x="1841474" y="156660"/>
                </a:lnTo>
                <a:lnTo>
                  <a:pt x="1840858" y="156500"/>
                </a:lnTo>
                <a:lnTo>
                  <a:pt x="1840268" y="156323"/>
                </a:lnTo>
                <a:lnTo>
                  <a:pt x="1839705" y="156129"/>
                </a:lnTo>
                <a:lnTo>
                  <a:pt x="1839167" y="155919"/>
                </a:lnTo>
                <a:lnTo>
                  <a:pt x="1838656" y="155691"/>
                </a:lnTo>
                <a:lnTo>
                  <a:pt x="1838171" y="155447"/>
                </a:lnTo>
                <a:lnTo>
                  <a:pt x="1837712" y="155186"/>
                </a:lnTo>
                <a:lnTo>
                  <a:pt x="1837280" y="154908"/>
                </a:lnTo>
                <a:lnTo>
                  <a:pt x="1836873" y="154613"/>
                </a:lnTo>
                <a:lnTo>
                  <a:pt x="1836493" y="154301"/>
                </a:lnTo>
                <a:lnTo>
                  <a:pt x="1836139" y="153972"/>
                </a:lnTo>
                <a:lnTo>
                  <a:pt x="1835812" y="153627"/>
                </a:lnTo>
                <a:lnTo>
                  <a:pt x="1835510" y="153264"/>
                </a:lnTo>
                <a:lnTo>
                  <a:pt x="1835235" y="152885"/>
                </a:lnTo>
                <a:lnTo>
                  <a:pt x="1834986" y="152489"/>
                </a:lnTo>
                <a:lnTo>
                  <a:pt x="1834755" y="152075"/>
                </a:lnTo>
                <a:lnTo>
                  <a:pt x="1834534" y="151642"/>
                </a:lnTo>
                <a:lnTo>
                  <a:pt x="1834322" y="151189"/>
                </a:lnTo>
                <a:lnTo>
                  <a:pt x="1834121" y="150718"/>
                </a:lnTo>
                <a:lnTo>
                  <a:pt x="1833929" y="150227"/>
                </a:lnTo>
                <a:lnTo>
                  <a:pt x="1833747" y="149717"/>
                </a:lnTo>
                <a:lnTo>
                  <a:pt x="1833575" y="149187"/>
                </a:lnTo>
                <a:lnTo>
                  <a:pt x="1833413" y="148639"/>
                </a:lnTo>
                <a:lnTo>
                  <a:pt x="1833260" y="148071"/>
                </a:lnTo>
                <a:lnTo>
                  <a:pt x="1833118" y="147485"/>
                </a:lnTo>
                <a:lnTo>
                  <a:pt x="1832985" y="146879"/>
                </a:lnTo>
                <a:lnTo>
                  <a:pt x="1832862" y="146253"/>
                </a:lnTo>
                <a:lnTo>
                  <a:pt x="1832749" y="145609"/>
                </a:lnTo>
                <a:lnTo>
                  <a:pt x="1832646" y="144945"/>
                </a:lnTo>
                <a:lnTo>
                  <a:pt x="1832553" y="144263"/>
                </a:lnTo>
                <a:lnTo>
                  <a:pt x="1832469" y="143561"/>
                </a:lnTo>
                <a:lnTo>
                  <a:pt x="1832395" y="142839"/>
                </a:lnTo>
                <a:lnTo>
                  <a:pt x="1832331" y="142099"/>
                </a:lnTo>
                <a:lnTo>
                  <a:pt x="1832277" y="141339"/>
                </a:lnTo>
                <a:lnTo>
                  <a:pt x="1832233" y="140561"/>
                </a:lnTo>
                <a:lnTo>
                  <a:pt x="1832199" y="139763"/>
                </a:lnTo>
                <a:lnTo>
                  <a:pt x="1832174" y="138946"/>
                </a:lnTo>
                <a:lnTo>
                  <a:pt x="1832159" y="138109"/>
                </a:lnTo>
                <a:lnTo>
                  <a:pt x="1832154" y="137254"/>
                </a:lnTo>
                <a:lnTo>
                  <a:pt x="1832154" y="3775"/>
                </a:lnTo>
                <a:lnTo>
                  <a:pt x="1796560" y="3775"/>
                </a:lnTo>
                <a:lnTo>
                  <a:pt x="1796560" y="139411"/>
                </a:lnTo>
                <a:lnTo>
                  <a:pt x="1796568" y="140748"/>
                </a:lnTo>
                <a:lnTo>
                  <a:pt x="1796590" y="142065"/>
                </a:lnTo>
                <a:lnTo>
                  <a:pt x="1796628" y="143360"/>
                </a:lnTo>
                <a:lnTo>
                  <a:pt x="1796680" y="144634"/>
                </a:lnTo>
                <a:lnTo>
                  <a:pt x="1796747" y="145886"/>
                </a:lnTo>
                <a:lnTo>
                  <a:pt x="1796830" y="147117"/>
                </a:lnTo>
                <a:lnTo>
                  <a:pt x="1796927" y="148327"/>
                </a:lnTo>
                <a:lnTo>
                  <a:pt x="1797040" y="149515"/>
                </a:lnTo>
                <a:lnTo>
                  <a:pt x="1797167" y="150683"/>
                </a:lnTo>
                <a:lnTo>
                  <a:pt x="1797309" y="151829"/>
                </a:lnTo>
                <a:lnTo>
                  <a:pt x="1797466" y="152953"/>
                </a:lnTo>
                <a:lnTo>
                  <a:pt x="1797639" y="154056"/>
                </a:lnTo>
                <a:lnTo>
                  <a:pt x="1797826" y="155138"/>
                </a:lnTo>
                <a:lnTo>
                  <a:pt x="1798028" y="156199"/>
                </a:lnTo>
                <a:lnTo>
                  <a:pt x="1798245" y="157239"/>
                </a:lnTo>
                <a:lnTo>
                  <a:pt x="1798478" y="158257"/>
                </a:lnTo>
                <a:lnTo>
                  <a:pt x="1798725" y="159253"/>
                </a:lnTo>
                <a:lnTo>
                  <a:pt x="1798987" y="160229"/>
                </a:lnTo>
                <a:lnTo>
                  <a:pt x="1799264" y="161183"/>
                </a:lnTo>
                <a:lnTo>
                  <a:pt x="1799556" y="162116"/>
                </a:lnTo>
                <a:lnTo>
                  <a:pt x="1799863" y="163028"/>
                </a:lnTo>
                <a:lnTo>
                  <a:pt x="1800185" y="163918"/>
                </a:lnTo>
                <a:lnTo>
                  <a:pt x="1800523" y="164787"/>
                </a:lnTo>
                <a:lnTo>
                  <a:pt x="1800875" y="165635"/>
                </a:lnTo>
                <a:lnTo>
                  <a:pt x="1801246" y="166463"/>
                </a:lnTo>
                <a:lnTo>
                  <a:pt x="1801640" y="167272"/>
                </a:lnTo>
                <a:lnTo>
                  <a:pt x="1802056" y="168064"/>
                </a:lnTo>
                <a:lnTo>
                  <a:pt x="1802496" y="168837"/>
                </a:lnTo>
                <a:lnTo>
                  <a:pt x="1802959" y="169592"/>
                </a:lnTo>
                <a:lnTo>
                  <a:pt x="1803445" y="170328"/>
                </a:lnTo>
                <a:lnTo>
                  <a:pt x="1803953" y="171047"/>
                </a:lnTo>
                <a:lnTo>
                  <a:pt x="1804485" y="171747"/>
                </a:lnTo>
                <a:lnTo>
                  <a:pt x="1805039" y="172429"/>
                </a:lnTo>
                <a:lnTo>
                  <a:pt x="1805617" y="173092"/>
                </a:lnTo>
                <a:lnTo>
                  <a:pt x="1806217" y="173738"/>
                </a:lnTo>
                <a:lnTo>
                  <a:pt x="1806841" y="174365"/>
                </a:lnTo>
                <a:lnTo>
                  <a:pt x="1807487" y="174974"/>
                </a:lnTo>
                <a:lnTo>
                  <a:pt x="1808156" y="175564"/>
                </a:lnTo>
                <a:lnTo>
                  <a:pt x="1808848" y="176136"/>
                </a:lnTo>
                <a:lnTo>
                  <a:pt x="1809563" y="176690"/>
                </a:lnTo>
                <a:lnTo>
                  <a:pt x="1810301" y="177226"/>
                </a:lnTo>
                <a:lnTo>
                  <a:pt x="1811062" y="177744"/>
                </a:lnTo>
                <a:lnTo>
                  <a:pt x="1811846" y="178243"/>
                </a:lnTo>
                <a:lnTo>
                  <a:pt x="1812653" y="178724"/>
                </a:lnTo>
                <a:lnTo>
                  <a:pt x="1813483" y="179187"/>
                </a:lnTo>
                <a:lnTo>
                  <a:pt x="1814336" y="179631"/>
                </a:lnTo>
                <a:lnTo>
                  <a:pt x="1815211" y="180058"/>
                </a:lnTo>
                <a:lnTo>
                  <a:pt x="1816110" y="180466"/>
                </a:lnTo>
                <a:lnTo>
                  <a:pt x="1817036" y="180856"/>
                </a:lnTo>
                <a:lnTo>
                  <a:pt x="1817994" y="181230"/>
                </a:lnTo>
                <a:lnTo>
                  <a:pt x="1818984" y="181587"/>
                </a:lnTo>
                <a:lnTo>
                  <a:pt x="1820005" y="181928"/>
                </a:lnTo>
                <a:lnTo>
                  <a:pt x="1821058" y="182252"/>
                </a:lnTo>
                <a:lnTo>
                  <a:pt x="1822144" y="182560"/>
                </a:lnTo>
                <a:lnTo>
                  <a:pt x="1823261" y="182850"/>
                </a:lnTo>
                <a:lnTo>
                  <a:pt x="1824409" y="183125"/>
                </a:lnTo>
                <a:lnTo>
                  <a:pt x="1825590" y="183382"/>
                </a:lnTo>
                <a:lnTo>
                  <a:pt x="1826803" y="183623"/>
                </a:lnTo>
                <a:lnTo>
                  <a:pt x="1828047" y="183848"/>
                </a:lnTo>
                <a:lnTo>
                  <a:pt x="1829323" y="184055"/>
                </a:lnTo>
                <a:lnTo>
                  <a:pt x="1830631" y="184247"/>
                </a:lnTo>
                <a:lnTo>
                  <a:pt x="1831971" y="184421"/>
                </a:lnTo>
                <a:lnTo>
                  <a:pt x="1833343" y="184579"/>
                </a:lnTo>
                <a:lnTo>
                  <a:pt x="1834746" y="184720"/>
                </a:lnTo>
                <a:lnTo>
                  <a:pt x="1836181" y="184845"/>
                </a:lnTo>
                <a:lnTo>
                  <a:pt x="1837649" y="184953"/>
                </a:lnTo>
                <a:lnTo>
                  <a:pt x="1839148" y="185044"/>
                </a:lnTo>
                <a:lnTo>
                  <a:pt x="1840678" y="185119"/>
                </a:lnTo>
                <a:lnTo>
                  <a:pt x="1842241" y="185177"/>
                </a:lnTo>
                <a:lnTo>
                  <a:pt x="1843836" y="185219"/>
                </a:lnTo>
                <a:lnTo>
                  <a:pt x="1845462" y="185244"/>
                </a:lnTo>
                <a:lnTo>
                  <a:pt x="1847120" y="185252"/>
                </a:lnTo>
                <a:lnTo>
                  <a:pt x="1856423" y="185252"/>
                </a:lnTo>
                <a:lnTo>
                  <a:pt x="1856423" y="157343"/>
                </a:lnTo>
                <a:lnTo>
                  <a:pt x="1848199" y="157343"/>
                </a:lnTo>
                <a:lnTo>
                  <a:pt x="1847347" y="157334"/>
                </a:lnTo>
                <a:lnTo>
                  <a:pt x="1846521" y="157309"/>
                </a:lnTo>
                <a:close/>
                <a:moveTo>
                  <a:pt x="1527591" y="187522"/>
                </a:moveTo>
                <a:lnTo>
                  <a:pt x="1528758" y="187433"/>
                </a:lnTo>
                <a:lnTo>
                  <a:pt x="1529909" y="187325"/>
                </a:lnTo>
                <a:lnTo>
                  <a:pt x="1531044" y="187197"/>
                </a:lnTo>
                <a:lnTo>
                  <a:pt x="1532164" y="187050"/>
                </a:lnTo>
                <a:lnTo>
                  <a:pt x="1533269" y="186883"/>
                </a:lnTo>
                <a:lnTo>
                  <a:pt x="1534358" y="186696"/>
                </a:lnTo>
                <a:lnTo>
                  <a:pt x="1535432" y="186489"/>
                </a:lnTo>
                <a:lnTo>
                  <a:pt x="1536490" y="186263"/>
                </a:lnTo>
                <a:lnTo>
                  <a:pt x="1537533" y="186017"/>
                </a:lnTo>
                <a:lnTo>
                  <a:pt x="1538560" y="185752"/>
                </a:lnTo>
                <a:lnTo>
                  <a:pt x="1539572" y="185467"/>
                </a:lnTo>
                <a:lnTo>
                  <a:pt x="1540568" y="185162"/>
                </a:lnTo>
                <a:lnTo>
                  <a:pt x="1541549" y="184838"/>
                </a:lnTo>
                <a:lnTo>
                  <a:pt x="1542515" y="184494"/>
                </a:lnTo>
                <a:lnTo>
                  <a:pt x="1543465" y="184130"/>
                </a:lnTo>
                <a:lnTo>
                  <a:pt x="1544400" y="183746"/>
                </a:lnTo>
                <a:lnTo>
                  <a:pt x="1545319" y="183343"/>
                </a:lnTo>
                <a:lnTo>
                  <a:pt x="1546223" y="182921"/>
                </a:lnTo>
                <a:lnTo>
                  <a:pt x="1547111" y="182478"/>
                </a:lnTo>
                <a:lnTo>
                  <a:pt x="1547984" y="182016"/>
                </a:lnTo>
                <a:lnTo>
                  <a:pt x="1548843" y="181537"/>
                </a:lnTo>
                <a:lnTo>
                  <a:pt x="1549691" y="181044"/>
                </a:lnTo>
                <a:lnTo>
                  <a:pt x="1550527" y="180537"/>
                </a:lnTo>
                <a:lnTo>
                  <a:pt x="1551351" y="180016"/>
                </a:lnTo>
                <a:lnTo>
                  <a:pt x="1552163" y="179481"/>
                </a:lnTo>
                <a:lnTo>
                  <a:pt x="1552964" y="178932"/>
                </a:lnTo>
                <a:lnTo>
                  <a:pt x="1553753" y="178369"/>
                </a:lnTo>
                <a:lnTo>
                  <a:pt x="1554531" y="177792"/>
                </a:lnTo>
                <a:lnTo>
                  <a:pt x="1555296" y="177200"/>
                </a:lnTo>
                <a:lnTo>
                  <a:pt x="1556050" y="176595"/>
                </a:lnTo>
                <a:lnTo>
                  <a:pt x="1556792" y="175976"/>
                </a:lnTo>
                <a:lnTo>
                  <a:pt x="1557523" y="175342"/>
                </a:lnTo>
                <a:lnTo>
                  <a:pt x="1558242" y="174695"/>
                </a:lnTo>
                <a:lnTo>
                  <a:pt x="1558949" y="174033"/>
                </a:lnTo>
                <a:lnTo>
                  <a:pt x="1559644" y="173358"/>
                </a:lnTo>
                <a:lnTo>
                  <a:pt x="1560328" y="172668"/>
                </a:lnTo>
                <a:lnTo>
                  <a:pt x="1561000" y="171965"/>
                </a:lnTo>
                <a:lnTo>
                  <a:pt x="1561660" y="171247"/>
                </a:lnTo>
                <a:lnTo>
                  <a:pt x="1562309" y="170515"/>
                </a:lnTo>
                <a:lnTo>
                  <a:pt x="1562946" y="169769"/>
                </a:lnTo>
                <a:lnTo>
                  <a:pt x="1563571" y="169010"/>
                </a:lnTo>
                <a:lnTo>
                  <a:pt x="1564185" y="168236"/>
                </a:lnTo>
                <a:lnTo>
                  <a:pt x="1564786" y="167448"/>
                </a:lnTo>
                <a:lnTo>
                  <a:pt x="1565377" y="166646"/>
                </a:lnTo>
                <a:lnTo>
                  <a:pt x="1566860" y="185252"/>
                </a:lnTo>
                <a:lnTo>
                  <a:pt x="1601106" y="185252"/>
                </a:lnTo>
                <a:lnTo>
                  <a:pt x="1601106" y="3775"/>
                </a:lnTo>
                <a:lnTo>
                  <a:pt x="1565377" y="3775"/>
                </a:lnTo>
                <a:lnTo>
                  <a:pt x="1565377" y="70514"/>
                </a:lnTo>
                <a:lnTo>
                  <a:pt x="1564886" y="69756"/>
                </a:lnTo>
                <a:lnTo>
                  <a:pt x="1564382" y="69011"/>
                </a:lnTo>
                <a:lnTo>
                  <a:pt x="1563864" y="68277"/>
                </a:lnTo>
                <a:lnTo>
                  <a:pt x="1563332" y="67556"/>
                </a:lnTo>
                <a:lnTo>
                  <a:pt x="1562785" y="66846"/>
                </a:lnTo>
                <a:lnTo>
                  <a:pt x="1562225" y="66149"/>
                </a:lnTo>
                <a:lnTo>
                  <a:pt x="1561651" y="65464"/>
                </a:lnTo>
                <a:lnTo>
                  <a:pt x="1561062" y="64792"/>
                </a:lnTo>
                <a:lnTo>
                  <a:pt x="1560460" y="64131"/>
                </a:lnTo>
                <a:lnTo>
                  <a:pt x="1559843" y="63483"/>
                </a:lnTo>
                <a:lnTo>
                  <a:pt x="1559212" y="62847"/>
                </a:lnTo>
                <a:lnTo>
                  <a:pt x="1558568" y="62223"/>
                </a:lnTo>
                <a:lnTo>
                  <a:pt x="1557909" y="61611"/>
                </a:lnTo>
                <a:lnTo>
                  <a:pt x="1557236" y="61011"/>
                </a:lnTo>
                <a:lnTo>
                  <a:pt x="1556550" y="60423"/>
                </a:lnTo>
                <a:lnTo>
                  <a:pt x="1555849" y="59848"/>
                </a:lnTo>
                <a:lnTo>
                  <a:pt x="1555134" y="59285"/>
                </a:lnTo>
                <a:lnTo>
                  <a:pt x="1554405" y="58734"/>
                </a:lnTo>
                <a:lnTo>
                  <a:pt x="1553662" y="58195"/>
                </a:lnTo>
                <a:lnTo>
                  <a:pt x="1552905" y="57668"/>
                </a:lnTo>
                <a:lnTo>
                  <a:pt x="1552134" y="57154"/>
                </a:lnTo>
                <a:lnTo>
                  <a:pt x="1551349" y="56652"/>
                </a:lnTo>
                <a:lnTo>
                  <a:pt x="1550550" y="56161"/>
                </a:lnTo>
                <a:lnTo>
                  <a:pt x="1549737" y="55683"/>
                </a:lnTo>
                <a:lnTo>
                  <a:pt x="1548910" y="55221"/>
                </a:lnTo>
                <a:lnTo>
                  <a:pt x="1548069" y="54779"/>
                </a:lnTo>
                <a:lnTo>
                  <a:pt x="1547215" y="54356"/>
                </a:lnTo>
                <a:lnTo>
                  <a:pt x="1546347" y="53953"/>
                </a:lnTo>
                <a:lnTo>
                  <a:pt x="1545466" y="53570"/>
                </a:lnTo>
                <a:lnTo>
                  <a:pt x="1544571" y="53206"/>
                </a:lnTo>
                <a:lnTo>
                  <a:pt x="1543663" y="52862"/>
                </a:lnTo>
                <a:lnTo>
                  <a:pt x="1542741" y="52537"/>
                </a:lnTo>
                <a:lnTo>
                  <a:pt x="1541805" y="52233"/>
                </a:lnTo>
                <a:lnTo>
                  <a:pt x="1540856" y="51948"/>
                </a:lnTo>
                <a:lnTo>
                  <a:pt x="1539893" y="51682"/>
                </a:lnTo>
                <a:lnTo>
                  <a:pt x="1538917" y="51436"/>
                </a:lnTo>
                <a:lnTo>
                  <a:pt x="1537927" y="51210"/>
                </a:lnTo>
                <a:lnTo>
                  <a:pt x="1536923" y="51004"/>
                </a:lnTo>
                <a:lnTo>
                  <a:pt x="1535906" y="50817"/>
                </a:lnTo>
                <a:lnTo>
                  <a:pt x="1534876" y="50650"/>
                </a:lnTo>
                <a:lnTo>
                  <a:pt x="1533832" y="50502"/>
                </a:lnTo>
                <a:lnTo>
                  <a:pt x="1532774" y="50375"/>
                </a:lnTo>
                <a:lnTo>
                  <a:pt x="1531702" y="50267"/>
                </a:lnTo>
                <a:lnTo>
                  <a:pt x="1530618" y="50178"/>
                </a:lnTo>
                <a:lnTo>
                  <a:pt x="1529519" y="50109"/>
                </a:lnTo>
                <a:lnTo>
                  <a:pt x="1528407" y="50060"/>
                </a:lnTo>
                <a:lnTo>
                  <a:pt x="1527281" y="50031"/>
                </a:lnTo>
                <a:lnTo>
                  <a:pt x="1526142" y="50021"/>
                </a:lnTo>
                <a:lnTo>
                  <a:pt x="1524844" y="50034"/>
                </a:lnTo>
                <a:lnTo>
                  <a:pt x="1523557" y="50072"/>
                </a:lnTo>
                <a:lnTo>
                  <a:pt x="1522280" y="50136"/>
                </a:lnTo>
                <a:lnTo>
                  <a:pt x="1521015" y="50225"/>
                </a:lnTo>
                <a:lnTo>
                  <a:pt x="1519760" y="50341"/>
                </a:lnTo>
                <a:lnTo>
                  <a:pt x="1518516" y="50481"/>
                </a:lnTo>
                <a:lnTo>
                  <a:pt x="1517283" y="50648"/>
                </a:lnTo>
                <a:lnTo>
                  <a:pt x="1516060" y="50840"/>
                </a:lnTo>
                <a:lnTo>
                  <a:pt x="1514848" y="51057"/>
                </a:lnTo>
                <a:lnTo>
                  <a:pt x="1513647" y="51300"/>
                </a:lnTo>
                <a:lnTo>
                  <a:pt x="1512457" y="51569"/>
                </a:lnTo>
                <a:lnTo>
                  <a:pt x="1511277" y="51863"/>
                </a:lnTo>
                <a:lnTo>
                  <a:pt x="1510109" y="52183"/>
                </a:lnTo>
                <a:lnTo>
                  <a:pt x="1508951" y="52528"/>
                </a:lnTo>
                <a:lnTo>
                  <a:pt x="1507803" y="52899"/>
                </a:lnTo>
                <a:lnTo>
                  <a:pt x="1506667" y="53296"/>
                </a:lnTo>
                <a:lnTo>
                  <a:pt x="1505541" y="53718"/>
                </a:lnTo>
                <a:lnTo>
                  <a:pt x="1504426" y="54166"/>
                </a:lnTo>
                <a:lnTo>
                  <a:pt x="1503322" y="54639"/>
                </a:lnTo>
                <a:lnTo>
                  <a:pt x="1502229" y="55138"/>
                </a:lnTo>
                <a:lnTo>
                  <a:pt x="1501146" y="55663"/>
                </a:lnTo>
                <a:lnTo>
                  <a:pt x="1500075" y="56213"/>
                </a:lnTo>
                <a:lnTo>
                  <a:pt x="1499014" y="56789"/>
                </a:lnTo>
                <a:lnTo>
                  <a:pt x="1497963" y="57390"/>
                </a:lnTo>
                <a:lnTo>
                  <a:pt x="1496927" y="58017"/>
                </a:lnTo>
                <a:lnTo>
                  <a:pt x="1495909" y="58670"/>
                </a:lnTo>
                <a:lnTo>
                  <a:pt x="1494910" y="59351"/>
                </a:lnTo>
                <a:lnTo>
                  <a:pt x="1493928" y="60057"/>
                </a:lnTo>
                <a:lnTo>
                  <a:pt x="1492964" y="60790"/>
                </a:lnTo>
                <a:lnTo>
                  <a:pt x="1492018" y="61550"/>
                </a:lnTo>
                <a:lnTo>
                  <a:pt x="1491090" y="62336"/>
                </a:lnTo>
                <a:lnTo>
                  <a:pt x="1490181" y="63149"/>
                </a:lnTo>
                <a:lnTo>
                  <a:pt x="1489289" y="63988"/>
                </a:lnTo>
                <a:lnTo>
                  <a:pt x="1488415" y="64854"/>
                </a:lnTo>
                <a:lnTo>
                  <a:pt x="1487560" y="65747"/>
                </a:lnTo>
                <a:lnTo>
                  <a:pt x="1486722" y="66666"/>
                </a:lnTo>
                <a:lnTo>
                  <a:pt x="1485902" y="67611"/>
                </a:lnTo>
                <a:lnTo>
                  <a:pt x="1485101" y="68583"/>
                </a:lnTo>
                <a:lnTo>
                  <a:pt x="1484317" y="69582"/>
                </a:lnTo>
                <a:lnTo>
                  <a:pt x="1483552" y="70607"/>
                </a:lnTo>
                <a:lnTo>
                  <a:pt x="1482804" y="71658"/>
                </a:lnTo>
                <a:lnTo>
                  <a:pt x="1482075" y="72736"/>
                </a:lnTo>
                <a:lnTo>
                  <a:pt x="1481363" y="73841"/>
                </a:lnTo>
                <a:lnTo>
                  <a:pt x="1480670" y="74972"/>
                </a:lnTo>
                <a:lnTo>
                  <a:pt x="1479994" y="76130"/>
                </a:lnTo>
                <a:lnTo>
                  <a:pt x="1479337" y="77314"/>
                </a:lnTo>
                <a:lnTo>
                  <a:pt x="1478698" y="78525"/>
                </a:lnTo>
                <a:lnTo>
                  <a:pt x="1478076" y="79763"/>
                </a:lnTo>
                <a:lnTo>
                  <a:pt x="1477477" y="81027"/>
                </a:lnTo>
                <a:lnTo>
                  <a:pt x="1476903" y="82320"/>
                </a:lnTo>
                <a:lnTo>
                  <a:pt x="1476354" y="83640"/>
                </a:lnTo>
                <a:lnTo>
                  <a:pt x="1475831" y="84989"/>
                </a:lnTo>
                <a:lnTo>
                  <a:pt x="1475334" y="86365"/>
                </a:lnTo>
                <a:lnTo>
                  <a:pt x="1474862" y="87770"/>
                </a:lnTo>
                <a:lnTo>
                  <a:pt x="1474415" y="89202"/>
                </a:lnTo>
                <a:lnTo>
                  <a:pt x="1473994" y="90662"/>
                </a:lnTo>
                <a:lnTo>
                  <a:pt x="1473599" y="92150"/>
                </a:lnTo>
                <a:lnTo>
                  <a:pt x="1473229" y="93666"/>
                </a:lnTo>
                <a:lnTo>
                  <a:pt x="1472884" y="95210"/>
                </a:lnTo>
                <a:lnTo>
                  <a:pt x="1472565" y="96782"/>
                </a:lnTo>
                <a:lnTo>
                  <a:pt x="1472272" y="98382"/>
                </a:lnTo>
                <a:lnTo>
                  <a:pt x="1472004" y="100010"/>
                </a:lnTo>
                <a:lnTo>
                  <a:pt x="1471762" y="101666"/>
                </a:lnTo>
                <a:lnTo>
                  <a:pt x="1471545" y="103350"/>
                </a:lnTo>
                <a:lnTo>
                  <a:pt x="1471353" y="105062"/>
                </a:lnTo>
                <a:lnTo>
                  <a:pt x="1471187" y="106801"/>
                </a:lnTo>
                <a:lnTo>
                  <a:pt x="1471047" y="108569"/>
                </a:lnTo>
                <a:lnTo>
                  <a:pt x="1470932" y="110364"/>
                </a:lnTo>
                <a:lnTo>
                  <a:pt x="1470843" y="112188"/>
                </a:lnTo>
                <a:lnTo>
                  <a:pt x="1470779" y="114039"/>
                </a:lnTo>
                <a:lnTo>
                  <a:pt x="1470741" y="115919"/>
                </a:lnTo>
                <a:lnTo>
                  <a:pt x="1470728" y="117826"/>
                </a:lnTo>
                <a:lnTo>
                  <a:pt x="1470740" y="119801"/>
                </a:lnTo>
                <a:lnTo>
                  <a:pt x="1470776" y="121747"/>
                </a:lnTo>
                <a:lnTo>
                  <a:pt x="1470835" y="123664"/>
                </a:lnTo>
                <a:lnTo>
                  <a:pt x="1470917" y="125552"/>
                </a:lnTo>
                <a:lnTo>
                  <a:pt x="1471024" y="127410"/>
                </a:lnTo>
                <a:lnTo>
                  <a:pt x="1471154" y="129240"/>
                </a:lnTo>
                <a:lnTo>
                  <a:pt x="1471307" y="131040"/>
                </a:lnTo>
                <a:lnTo>
                  <a:pt x="1471485" y="132811"/>
                </a:lnTo>
                <a:lnTo>
                  <a:pt x="1471686" y="134553"/>
                </a:lnTo>
                <a:lnTo>
                  <a:pt x="1471910" y="136266"/>
                </a:lnTo>
                <a:lnTo>
                  <a:pt x="1472159" y="137950"/>
                </a:lnTo>
                <a:lnTo>
                  <a:pt x="1472430" y="139605"/>
                </a:lnTo>
                <a:lnTo>
                  <a:pt x="1472726" y="141230"/>
                </a:lnTo>
                <a:lnTo>
                  <a:pt x="1473045" y="142826"/>
                </a:lnTo>
                <a:lnTo>
                  <a:pt x="1473388" y="144394"/>
                </a:lnTo>
                <a:lnTo>
                  <a:pt x="1473754" y="145932"/>
                </a:lnTo>
                <a:lnTo>
                  <a:pt x="1474144" y="147441"/>
                </a:lnTo>
                <a:lnTo>
                  <a:pt x="1474558" y="148920"/>
                </a:lnTo>
                <a:lnTo>
                  <a:pt x="1474996" y="150371"/>
                </a:lnTo>
                <a:lnTo>
                  <a:pt x="1475457" y="151792"/>
                </a:lnTo>
                <a:lnTo>
                  <a:pt x="1475941" y="153185"/>
                </a:lnTo>
                <a:lnTo>
                  <a:pt x="1476449" y="154548"/>
                </a:lnTo>
                <a:lnTo>
                  <a:pt x="1476981" y="155882"/>
                </a:lnTo>
                <a:lnTo>
                  <a:pt x="1477537" y="157187"/>
                </a:lnTo>
                <a:lnTo>
                  <a:pt x="1478113" y="158463"/>
                </a:lnTo>
                <a:lnTo>
                  <a:pt x="1478706" y="159712"/>
                </a:lnTo>
                <a:lnTo>
                  <a:pt x="1479317" y="160933"/>
                </a:lnTo>
                <a:lnTo>
                  <a:pt x="1479945" y="162127"/>
                </a:lnTo>
                <a:lnTo>
                  <a:pt x="1480590" y="163292"/>
                </a:lnTo>
                <a:lnTo>
                  <a:pt x="1481253" y="164430"/>
                </a:lnTo>
                <a:lnTo>
                  <a:pt x="1481933" y="165540"/>
                </a:lnTo>
                <a:lnTo>
                  <a:pt x="1482630" y="166623"/>
                </a:lnTo>
                <a:lnTo>
                  <a:pt x="1483345" y="167678"/>
                </a:lnTo>
                <a:lnTo>
                  <a:pt x="1484077" y="168705"/>
                </a:lnTo>
                <a:lnTo>
                  <a:pt x="1484826" y="169704"/>
                </a:lnTo>
                <a:lnTo>
                  <a:pt x="1485593" y="170676"/>
                </a:lnTo>
                <a:lnTo>
                  <a:pt x="1486377" y="171620"/>
                </a:lnTo>
                <a:lnTo>
                  <a:pt x="1487178" y="172536"/>
                </a:lnTo>
                <a:lnTo>
                  <a:pt x="1487997" y="173425"/>
                </a:lnTo>
                <a:lnTo>
                  <a:pt x="1488832" y="174286"/>
                </a:lnTo>
                <a:lnTo>
                  <a:pt x="1489686" y="175119"/>
                </a:lnTo>
                <a:lnTo>
                  <a:pt x="1490556" y="175924"/>
                </a:lnTo>
                <a:lnTo>
                  <a:pt x="1491444" y="176702"/>
                </a:lnTo>
                <a:lnTo>
                  <a:pt x="1492349" y="177452"/>
                </a:lnTo>
                <a:lnTo>
                  <a:pt x="1493272" y="178174"/>
                </a:lnTo>
                <a:lnTo>
                  <a:pt x="1494211" y="178869"/>
                </a:lnTo>
                <a:lnTo>
                  <a:pt x="1495169" y="179536"/>
                </a:lnTo>
                <a:lnTo>
                  <a:pt x="1496143" y="180175"/>
                </a:lnTo>
                <a:lnTo>
                  <a:pt x="1497131" y="180787"/>
                </a:lnTo>
                <a:lnTo>
                  <a:pt x="1498130" y="181373"/>
                </a:lnTo>
                <a:lnTo>
                  <a:pt x="1499140" y="181934"/>
                </a:lnTo>
                <a:lnTo>
                  <a:pt x="1500160" y="182468"/>
                </a:lnTo>
                <a:lnTo>
                  <a:pt x="1501190" y="182976"/>
                </a:lnTo>
                <a:lnTo>
                  <a:pt x="1502231" y="183458"/>
                </a:lnTo>
                <a:lnTo>
                  <a:pt x="1503283" y="183914"/>
                </a:lnTo>
                <a:lnTo>
                  <a:pt x="1504345" y="184344"/>
                </a:lnTo>
                <a:lnTo>
                  <a:pt x="1505418" y="184748"/>
                </a:lnTo>
                <a:lnTo>
                  <a:pt x="1506501" y="185125"/>
                </a:lnTo>
                <a:lnTo>
                  <a:pt x="1507595" y="185477"/>
                </a:lnTo>
                <a:lnTo>
                  <a:pt x="1508699" y="185803"/>
                </a:lnTo>
                <a:lnTo>
                  <a:pt x="1509814" y="186103"/>
                </a:lnTo>
                <a:lnTo>
                  <a:pt x="1510939" y="186376"/>
                </a:lnTo>
                <a:lnTo>
                  <a:pt x="1512075" y="186624"/>
                </a:lnTo>
                <a:lnTo>
                  <a:pt x="1513221" y="186845"/>
                </a:lnTo>
                <a:lnTo>
                  <a:pt x="1514378" y="187040"/>
                </a:lnTo>
                <a:lnTo>
                  <a:pt x="1515545" y="187210"/>
                </a:lnTo>
                <a:lnTo>
                  <a:pt x="1516723" y="187353"/>
                </a:lnTo>
                <a:lnTo>
                  <a:pt x="1517912" y="187470"/>
                </a:lnTo>
                <a:lnTo>
                  <a:pt x="1519111" y="187562"/>
                </a:lnTo>
                <a:lnTo>
                  <a:pt x="1520321" y="187627"/>
                </a:lnTo>
                <a:lnTo>
                  <a:pt x="1521541" y="187666"/>
                </a:lnTo>
                <a:lnTo>
                  <a:pt x="1522771" y="187679"/>
                </a:lnTo>
                <a:lnTo>
                  <a:pt x="1524000" y="187669"/>
                </a:lnTo>
                <a:lnTo>
                  <a:pt x="1525212" y="187640"/>
                </a:lnTo>
                <a:lnTo>
                  <a:pt x="1526410" y="187590"/>
                </a:lnTo>
                <a:lnTo>
                  <a:pt x="1527591" y="187522"/>
                </a:lnTo>
                <a:close/>
                <a:moveTo>
                  <a:pt x="1529387" y="160154"/>
                </a:moveTo>
                <a:lnTo>
                  <a:pt x="1528457" y="159990"/>
                </a:lnTo>
                <a:lnTo>
                  <a:pt x="1527545" y="159791"/>
                </a:lnTo>
                <a:lnTo>
                  <a:pt x="1526651" y="159555"/>
                </a:lnTo>
                <a:lnTo>
                  <a:pt x="1525775" y="159283"/>
                </a:lnTo>
                <a:lnTo>
                  <a:pt x="1524917" y="158974"/>
                </a:lnTo>
                <a:lnTo>
                  <a:pt x="1524077" y="158630"/>
                </a:lnTo>
                <a:lnTo>
                  <a:pt x="1523255" y="158249"/>
                </a:lnTo>
                <a:lnTo>
                  <a:pt x="1522451" y="157832"/>
                </a:lnTo>
                <a:lnTo>
                  <a:pt x="1521665" y="157378"/>
                </a:lnTo>
                <a:lnTo>
                  <a:pt x="1520897" y="156888"/>
                </a:lnTo>
                <a:lnTo>
                  <a:pt x="1520147" y="156362"/>
                </a:lnTo>
                <a:lnTo>
                  <a:pt x="1519416" y="155800"/>
                </a:lnTo>
                <a:lnTo>
                  <a:pt x="1518702" y="155201"/>
                </a:lnTo>
                <a:lnTo>
                  <a:pt x="1518006" y="154566"/>
                </a:lnTo>
                <a:lnTo>
                  <a:pt x="1517328" y="153895"/>
                </a:lnTo>
                <a:lnTo>
                  <a:pt x="1516669" y="153188"/>
                </a:lnTo>
                <a:lnTo>
                  <a:pt x="1516027" y="152444"/>
                </a:lnTo>
                <a:lnTo>
                  <a:pt x="1515403" y="151664"/>
                </a:lnTo>
                <a:lnTo>
                  <a:pt x="1514797" y="150847"/>
                </a:lnTo>
                <a:lnTo>
                  <a:pt x="1514210" y="149995"/>
                </a:lnTo>
                <a:lnTo>
                  <a:pt x="1513643" y="149104"/>
                </a:lnTo>
                <a:lnTo>
                  <a:pt x="1513101" y="148175"/>
                </a:lnTo>
                <a:lnTo>
                  <a:pt x="1512582" y="147206"/>
                </a:lnTo>
                <a:lnTo>
                  <a:pt x="1512088" y="146199"/>
                </a:lnTo>
                <a:lnTo>
                  <a:pt x="1511618" y="145152"/>
                </a:lnTo>
                <a:lnTo>
                  <a:pt x="1511172" y="144066"/>
                </a:lnTo>
                <a:lnTo>
                  <a:pt x="1510750" y="142940"/>
                </a:lnTo>
                <a:lnTo>
                  <a:pt x="1510352" y="141776"/>
                </a:lnTo>
                <a:lnTo>
                  <a:pt x="1509979" y="140572"/>
                </a:lnTo>
                <a:lnTo>
                  <a:pt x="1509629" y="139330"/>
                </a:lnTo>
                <a:lnTo>
                  <a:pt x="1509304" y="138048"/>
                </a:lnTo>
                <a:lnTo>
                  <a:pt x="1509002" y="136727"/>
                </a:lnTo>
                <a:lnTo>
                  <a:pt x="1508725" y="135367"/>
                </a:lnTo>
                <a:lnTo>
                  <a:pt x="1508472" y="133968"/>
                </a:lnTo>
                <a:lnTo>
                  <a:pt x="1508243" y="132529"/>
                </a:lnTo>
                <a:lnTo>
                  <a:pt x="1508038" y="131052"/>
                </a:lnTo>
                <a:lnTo>
                  <a:pt x="1507857" y="129535"/>
                </a:lnTo>
                <a:lnTo>
                  <a:pt x="1507700" y="127979"/>
                </a:lnTo>
                <a:lnTo>
                  <a:pt x="1507568" y="126384"/>
                </a:lnTo>
                <a:lnTo>
                  <a:pt x="1507459" y="124750"/>
                </a:lnTo>
                <a:lnTo>
                  <a:pt x="1507375" y="123077"/>
                </a:lnTo>
                <a:lnTo>
                  <a:pt x="1507314" y="121364"/>
                </a:lnTo>
                <a:lnTo>
                  <a:pt x="1507278" y="119612"/>
                </a:lnTo>
                <a:lnTo>
                  <a:pt x="1507266" y="117822"/>
                </a:lnTo>
                <a:lnTo>
                  <a:pt x="1507279" y="116188"/>
                </a:lnTo>
                <a:lnTo>
                  <a:pt x="1507317" y="114586"/>
                </a:lnTo>
                <a:lnTo>
                  <a:pt x="1507380" y="113017"/>
                </a:lnTo>
                <a:lnTo>
                  <a:pt x="1507469" y="111481"/>
                </a:lnTo>
                <a:lnTo>
                  <a:pt x="1507582" y="109977"/>
                </a:lnTo>
                <a:lnTo>
                  <a:pt x="1507721" y="108505"/>
                </a:lnTo>
                <a:lnTo>
                  <a:pt x="1507886" y="107066"/>
                </a:lnTo>
                <a:lnTo>
                  <a:pt x="1508075" y="105659"/>
                </a:lnTo>
                <a:lnTo>
                  <a:pt x="1508290" y="104285"/>
                </a:lnTo>
                <a:lnTo>
                  <a:pt x="1508530" y="102943"/>
                </a:lnTo>
                <a:lnTo>
                  <a:pt x="1508796" y="101634"/>
                </a:lnTo>
                <a:lnTo>
                  <a:pt x="1509086" y="100357"/>
                </a:lnTo>
                <a:lnTo>
                  <a:pt x="1509402" y="99113"/>
                </a:lnTo>
                <a:lnTo>
                  <a:pt x="1509744" y="97901"/>
                </a:lnTo>
                <a:lnTo>
                  <a:pt x="1510110" y="96722"/>
                </a:lnTo>
                <a:lnTo>
                  <a:pt x="1510502" y="95575"/>
                </a:lnTo>
                <a:lnTo>
                  <a:pt x="1510919" y="94461"/>
                </a:lnTo>
                <a:lnTo>
                  <a:pt x="1511362" y="93379"/>
                </a:lnTo>
                <a:lnTo>
                  <a:pt x="1511829" y="92330"/>
                </a:lnTo>
                <a:lnTo>
                  <a:pt x="1512322" y="91313"/>
                </a:lnTo>
                <a:lnTo>
                  <a:pt x="1512841" y="90328"/>
                </a:lnTo>
                <a:lnTo>
                  <a:pt x="1513384" y="89376"/>
                </a:lnTo>
                <a:lnTo>
                  <a:pt x="1513953" y="88457"/>
                </a:lnTo>
                <a:lnTo>
                  <a:pt x="1514547" y="87570"/>
                </a:lnTo>
                <a:lnTo>
                  <a:pt x="1515164" y="86717"/>
                </a:lnTo>
                <a:lnTo>
                  <a:pt x="1515802" y="85901"/>
                </a:lnTo>
                <a:lnTo>
                  <a:pt x="1516460" y="85121"/>
                </a:lnTo>
                <a:lnTo>
                  <a:pt x="1517139" y="84377"/>
                </a:lnTo>
                <a:lnTo>
                  <a:pt x="1517838" y="83670"/>
                </a:lnTo>
                <a:lnTo>
                  <a:pt x="1518558" y="82999"/>
                </a:lnTo>
                <a:lnTo>
                  <a:pt x="1519299" y="82364"/>
                </a:lnTo>
                <a:lnTo>
                  <a:pt x="1520060" y="81765"/>
                </a:lnTo>
                <a:lnTo>
                  <a:pt x="1520842" y="81203"/>
                </a:lnTo>
                <a:lnTo>
                  <a:pt x="1521644" y="80676"/>
                </a:lnTo>
                <a:lnTo>
                  <a:pt x="1522467" y="80187"/>
                </a:lnTo>
                <a:lnTo>
                  <a:pt x="1523311" y="79733"/>
                </a:lnTo>
                <a:lnTo>
                  <a:pt x="1524175" y="79316"/>
                </a:lnTo>
                <a:lnTo>
                  <a:pt x="1525060" y="78935"/>
                </a:lnTo>
                <a:lnTo>
                  <a:pt x="1525965" y="78590"/>
                </a:lnTo>
                <a:lnTo>
                  <a:pt x="1526891" y="78282"/>
                </a:lnTo>
                <a:lnTo>
                  <a:pt x="1527838" y="78010"/>
                </a:lnTo>
                <a:lnTo>
                  <a:pt x="1528805" y="77774"/>
                </a:lnTo>
                <a:lnTo>
                  <a:pt x="1529793" y="77574"/>
                </a:lnTo>
                <a:lnTo>
                  <a:pt x="1530801" y="77411"/>
                </a:lnTo>
                <a:lnTo>
                  <a:pt x="1531830" y="77284"/>
                </a:lnTo>
                <a:lnTo>
                  <a:pt x="1532880" y="77193"/>
                </a:lnTo>
                <a:lnTo>
                  <a:pt x="1533950" y="77139"/>
                </a:lnTo>
                <a:lnTo>
                  <a:pt x="1535041" y="77121"/>
                </a:lnTo>
                <a:lnTo>
                  <a:pt x="1535956" y="77133"/>
                </a:lnTo>
                <a:lnTo>
                  <a:pt x="1536859" y="77168"/>
                </a:lnTo>
                <a:lnTo>
                  <a:pt x="1537750" y="77226"/>
                </a:lnTo>
                <a:lnTo>
                  <a:pt x="1538628" y="77308"/>
                </a:lnTo>
                <a:lnTo>
                  <a:pt x="1539495" y="77413"/>
                </a:lnTo>
                <a:lnTo>
                  <a:pt x="1540349" y="77542"/>
                </a:lnTo>
                <a:lnTo>
                  <a:pt x="1541192" y="77694"/>
                </a:lnTo>
                <a:lnTo>
                  <a:pt x="1542022" y="77869"/>
                </a:lnTo>
                <a:lnTo>
                  <a:pt x="1542839" y="78068"/>
                </a:lnTo>
                <a:lnTo>
                  <a:pt x="1543645" y="78291"/>
                </a:lnTo>
                <a:lnTo>
                  <a:pt x="1544439" y="78536"/>
                </a:lnTo>
                <a:lnTo>
                  <a:pt x="1545220" y="78805"/>
                </a:lnTo>
                <a:lnTo>
                  <a:pt x="1545989" y="79098"/>
                </a:lnTo>
                <a:lnTo>
                  <a:pt x="1546746" y="79413"/>
                </a:lnTo>
                <a:lnTo>
                  <a:pt x="1547491" y="79753"/>
                </a:lnTo>
                <a:lnTo>
                  <a:pt x="1548224" y="80115"/>
                </a:lnTo>
                <a:lnTo>
                  <a:pt x="1548944" y="80501"/>
                </a:lnTo>
                <a:lnTo>
                  <a:pt x="1549652" y="80911"/>
                </a:lnTo>
                <a:lnTo>
                  <a:pt x="1550349" y="81343"/>
                </a:lnTo>
                <a:lnTo>
                  <a:pt x="1551033" y="81799"/>
                </a:lnTo>
                <a:lnTo>
                  <a:pt x="1551704" y="82279"/>
                </a:lnTo>
                <a:lnTo>
                  <a:pt x="1552364" y="82782"/>
                </a:lnTo>
                <a:lnTo>
                  <a:pt x="1553011" y="83308"/>
                </a:lnTo>
                <a:lnTo>
                  <a:pt x="1553647" y="83858"/>
                </a:lnTo>
                <a:lnTo>
                  <a:pt x="1554270" y="84424"/>
                </a:lnTo>
                <a:lnTo>
                  <a:pt x="1554882" y="84997"/>
                </a:lnTo>
                <a:lnTo>
                  <a:pt x="1555482" y="85579"/>
                </a:lnTo>
                <a:lnTo>
                  <a:pt x="1556070" y="86169"/>
                </a:lnTo>
                <a:lnTo>
                  <a:pt x="1556646" y="86767"/>
                </a:lnTo>
                <a:lnTo>
                  <a:pt x="1557211" y="87373"/>
                </a:lnTo>
                <a:lnTo>
                  <a:pt x="1557764" y="87987"/>
                </a:lnTo>
                <a:lnTo>
                  <a:pt x="1558306" y="88609"/>
                </a:lnTo>
                <a:lnTo>
                  <a:pt x="1558835" y="89240"/>
                </a:lnTo>
                <a:lnTo>
                  <a:pt x="1559353" y="89878"/>
                </a:lnTo>
                <a:lnTo>
                  <a:pt x="1559860" y="90525"/>
                </a:lnTo>
                <a:lnTo>
                  <a:pt x="1560354" y="91180"/>
                </a:lnTo>
                <a:lnTo>
                  <a:pt x="1560837" y="91843"/>
                </a:lnTo>
                <a:lnTo>
                  <a:pt x="1561308" y="92514"/>
                </a:lnTo>
                <a:lnTo>
                  <a:pt x="1561768" y="93193"/>
                </a:lnTo>
                <a:lnTo>
                  <a:pt x="1562216" y="93880"/>
                </a:lnTo>
                <a:lnTo>
                  <a:pt x="1562652" y="94576"/>
                </a:lnTo>
                <a:lnTo>
                  <a:pt x="1563076" y="95279"/>
                </a:lnTo>
                <a:lnTo>
                  <a:pt x="1563489" y="95991"/>
                </a:lnTo>
                <a:lnTo>
                  <a:pt x="1563890" y="96710"/>
                </a:lnTo>
                <a:lnTo>
                  <a:pt x="1564279" y="97438"/>
                </a:lnTo>
                <a:lnTo>
                  <a:pt x="1564657" y="98174"/>
                </a:lnTo>
                <a:lnTo>
                  <a:pt x="1565022" y="98918"/>
                </a:lnTo>
                <a:lnTo>
                  <a:pt x="1565377" y="99671"/>
                </a:lnTo>
                <a:lnTo>
                  <a:pt x="1565377" y="138859"/>
                </a:lnTo>
                <a:lnTo>
                  <a:pt x="1565010" y="139577"/>
                </a:lnTo>
                <a:lnTo>
                  <a:pt x="1564630" y="140287"/>
                </a:lnTo>
                <a:lnTo>
                  <a:pt x="1564237" y="140989"/>
                </a:lnTo>
                <a:lnTo>
                  <a:pt x="1563830" y="141684"/>
                </a:lnTo>
                <a:lnTo>
                  <a:pt x="1563409" y="142371"/>
                </a:lnTo>
                <a:lnTo>
                  <a:pt x="1562975" y="143051"/>
                </a:lnTo>
                <a:lnTo>
                  <a:pt x="1562527" y="143723"/>
                </a:lnTo>
                <a:lnTo>
                  <a:pt x="1562066" y="144387"/>
                </a:lnTo>
                <a:lnTo>
                  <a:pt x="1561591" y="145044"/>
                </a:lnTo>
                <a:lnTo>
                  <a:pt x="1561102" y="145693"/>
                </a:lnTo>
                <a:lnTo>
                  <a:pt x="1560600" y="146335"/>
                </a:lnTo>
                <a:lnTo>
                  <a:pt x="1560085" y="146969"/>
                </a:lnTo>
                <a:lnTo>
                  <a:pt x="1559555" y="147595"/>
                </a:lnTo>
                <a:lnTo>
                  <a:pt x="1559013" y="148213"/>
                </a:lnTo>
                <a:lnTo>
                  <a:pt x="1558456" y="148824"/>
                </a:lnTo>
                <a:lnTo>
                  <a:pt x="1557886" y="149428"/>
                </a:lnTo>
                <a:lnTo>
                  <a:pt x="1557303" y="150024"/>
                </a:lnTo>
                <a:lnTo>
                  <a:pt x="1556706" y="150612"/>
                </a:lnTo>
                <a:lnTo>
                  <a:pt x="1556095" y="151192"/>
                </a:lnTo>
                <a:lnTo>
                  <a:pt x="1555471" y="151765"/>
                </a:lnTo>
                <a:lnTo>
                  <a:pt x="1554833" y="152330"/>
                </a:lnTo>
                <a:lnTo>
                  <a:pt x="1554181" y="152888"/>
                </a:lnTo>
                <a:lnTo>
                  <a:pt x="1553516" y="153438"/>
                </a:lnTo>
                <a:lnTo>
                  <a:pt x="1552838" y="153981"/>
                </a:lnTo>
                <a:lnTo>
                  <a:pt x="1552147" y="154508"/>
                </a:lnTo>
                <a:lnTo>
                  <a:pt x="1551445" y="155013"/>
                </a:lnTo>
                <a:lnTo>
                  <a:pt x="1550733" y="155495"/>
                </a:lnTo>
                <a:lnTo>
                  <a:pt x="1550010" y="155955"/>
                </a:lnTo>
                <a:lnTo>
                  <a:pt x="1549276" y="156393"/>
                </a:lnTo>
                <a:lnTo>
                  <a:pt x="1548532" y="156808"/>
                </a:lnTo>
                <a:lnTo>
                  <a:pt x="1547776" y="157201"/>
                </a:lnTo>
                <a:lnTo>
                  <a:pt x="1547010" y="157571"/>
                </a:lnTo>
                <a:lnTo>
                  <a:pt x="1546233" y="157919"/>
                </a:lnTo>
                <a:lnTo>
                  <a:pt x="1545446" y="158245"/>
                </a:lnTo>
                <a:lnTo>
                  <a:pt x="1544647" y="158548"/>
                </a:lnTo>
                <a:lnTo>
                  <a:pt x="1543838" y="158828"/>
                </a:lnTo>
                <a:lnTo>
                  <a:pt x="1543018" y="159086"/>
                </a:lnTo>
                <a:lnTo>
                  <a:pt x="1542187" y="159322"/>
                </a:lnTo>
                <a:lnTo>
                  <a:pt x="1541346" y="159535"/>
                </a:lnTo>
                <a:lnTo>
                  <a:pt x="1540494" y="159726"/>
                </a:lnTo>
                <a:lnTo>
                  <a:pt x="1539631" y="159894"/>
                </a:lnTo>
                <a:lnTo>
                  <a:pt x="1538757" y="160040"/>
                </a:lnTo>
                <a:lnTo>
                  <a:pt x="1537872" y="160163"/>
                </a:lnTo>
                <a:lnTo>
                  <a:pt x="1536977" y="160264"/>
                </a:lnTo>
                <a:lnTo>
                  <a:pt x="1536071" y="160343"/>
                </a:lnTo>
                <a:lnTo>
                  <a:pt x="1535154" y="160399"/>
                </a:lnTo>
                <a:lnTo>
                  <a:pt x="1534226" y="160433"/>
                </a:lnTo>
                <a:lnTo>
                  <a:pt x="1533288" y="160444"/>
                </a:lnTo>
                <a:lnTo>
                  <a:pt x="1532286" y="160426"/>
                </a:lnTo>
                <a:lnTo>
                  <a:pt x="1531301" y="160371"/>
                </a:lnTo>
                <a:lnTo>
                  <a:pt x="1530335" y="160281"/>
                </a:lnTo>
                <a:lnTo>
                  <a:pt x="1529387" y="160154"/>
                </a:lnTo>
                <a:close/>
                <a:moveTo>
                  <a:pt x="859503" y="157577"/>
                </a:moveTo>
                <a:lnTo>
                  <a:pt x="858713" y="157533"/>
                </a:lnTo>
                <a:lnTo>
                  <a:pt x="857948" y="157471"/>
                </a:lnTo>
                <a:lnTo>
                  <a:pt x="857209" y="157391"/>
                </a:lnTo>
                <a:lnTo>
                  <a:pt x="856496" y="157294"/>
                </a:lnTo>
                <a:lnTo>
                  <a:pt x="855808" y="157179"/>
                </a:lnTo>
                <a:lnTo>
                  <a:pt x="855145" y="157046"/>
                </a:lnTo>
                <a:lnTo>
                  <a:pt x="854508" y="156896"/>
                </a:lnTo>
                <a:lnTo>
                  <a:pt x="853897" y="156728"/>
                </a:lnTo>
                <a:lnTo>
                  <a:pt x="853311" y="156542"/>
                </a:lnTo>
                <a:lnTo>
                  <a:pt x="852750" y="156339"/>
                </a:lnTo>
                <a:lnTo>
                  <a:pt x="852215" y="156118"/>
                </a:lnTo>
                <a:lnTo>
                  <a:pt x="851706" y="155879"/>
                </a:lnTo>
                <a:lnTo>
                  <a:pt x="851222" y="155623"/>
                </a:lnTo>
                <a:lnTo>
                  <a:pt x="850763" y="155349"/>
                </a:lnTo>
                <a:lnTo>
                  <a:pt x="850330" y="155057"/>
                </a:lnTo>
                <a:lnTo>
                  <a:pt x="849923" y="154747"/>
                </a:lnTo>
                <a:lnTo>
                  <a:pt x="849541" y="154420"/>
                </a:lnTo>
                <a:lnTo>
                  <a:pt x="849185" y="154075"/>
                </a:lnTo>
                <a:lnTo>
                  <a:pt x="848854" y="153712"/>
                </a:lnTo>
                <a:lnTo>
                  <a:pt x="848548" y="153332"/>
                </a:lnTo>
                <a:lnTo>
                  <a:pt x="848269" y="152934"/>
                </a:lnTo>
                <a:lnTo>
                  <a:pt x="848014" y="152519"/>
                </a:lnTo>
                <a:lnTo>
                  <a:pt x="847778" y="152085"/>
                </a:lnTo>
                <a:lnTo>
                  <a:pt x="847551" y="151631"/>
                </a:lnTo>
                <a:lnTo>
                  <a:pt x="847335" y="151159"/>
                </a:lnTo>
                <a:lnTo>
                  <a:pt x="847128" y="150668"/>
                </a:lnTo>
                <a:lnTo>
                  <a:pt x="846932" y="150157"/>
                </a:lnTo>
                <a:lnTo>
                  <a:pt x="846746" y="149627"/>
                </a:lnTo>
                <a:lnTo>
                  <a:pt x="846570" y="149079"/>
                </a:lnTo>
                <a:lnTo>
                  <a:pt x="846404" y="148511"/>
                </a:lnTo>
                <a:lnTo>
                  <a:pt x="846248" y="147924"/>
                </a:lnTo>
                <a:lnTo>
                  <a:pt x="846102" y="147318"/>
                </a:lnTo>
                <a:lnTo>
                  <a:pt x="845966" y="146692"/>
                </a:lnTo>
                <a:lnTo>
                  <a:pt x="845840" y="146048"/>
                </a:lnTo>
                <a:lnTo>
                  <a:pt x="845724" y="145384"/>
                </a:lnTo>
                <a:lnTo>
                  <a:pt x="845619" y="144702"/>
                </a:lnTo>
                <a:lnTo>
                  <a:pt x="845523" y="144000"/>
                </a:lnTo>
                <a:lnTo>
                  <a:pt x="845438" y="143279"/>
                </a:lnTo>
                <a:lnTo>
                  <a:pt x="845362" y="142539"/>
                </a:lnTo>
                <a:lnTo>
                  <a:pt x="845297" y="141780"/>
                </a:lnTo>
                <a:lnTo>
                  <a:pt x="845241" y="141002"/>
                </a:lnTo>
                <a:lnTo>
                  <a:pt x="845196" y="140205"/>
                </a:lnTo>
                <a:lnTo>
                  <a:pt x="845161" y="139388"/>
                </a:lnTo>
                <a:lnTo>
                  <a:pt x="845136" y="138552"/>
                </a:lnTo>
                <a:lnTo>
                  <a:pt x="845120" y="137698"/>
                </a:lnTo>
                <a:lnTo>
                  <a:pt x="845115" y="136824"/>
                </a:lnTo>
                <a:lnTo>
                  <a:pt x="845115" y="79548"/>
                </a:lnTo>
                <a:lnTo>
                  <a:pt x="873834" y="79548"/>
                </a:lnTo>
                <a:lnTo>
                  <a:pt x="873834" y="52043"/>
                </a:lnTo>
                <a:lnTo>
                  <a:pt x="845115" y="52043"/>
                </a:lnTo>
                <a:lnTo>
                  <a:pt x="845115" y="21033"/>
                </a:lnTo>
                <a:lnTo>
                  <a:pt x="809386" y="21033"/>
                </a:lnTo>
                <a:lnTo>
                  <a:pt x="809386" y="52043"/>
                </a:lnTo>
                <a:lnTo>
                  <a:pt x="787544" y="52043"/>
                </a:lnTo>
                <a:lnTo>
                  <a:pt x="787544" y="79548"/>
                </a:lnTo>
                <a:lnTo>
                  <a:pt x="809386" y="79548"/>
                </a:lnTo>
                <a:lnTo>
                  <a:pt x="809386" y="138699"/>
                </a:lnTo>
                <a:lnTo>
                  <a:pt x="809394" y="140057"/>
                </a:lnTo>
                <a:lnTo>
                  <a:pt x="809416" y="141394"/>
                </a:lnTo>
                <a:lnTo>
                  <a:pt x="809454" y="142709"/>
                </a:lnTo>
                <a:lnTo>
                  <a:pt x="809506" y="144003"/>
                </a:lnTo>
                <a:lnTo>
                  <a:pt x="809574" y="145275"/>
                </a:lnTo>
                <a:lnTo>
                  <a:pt x="809656" y="146525"/>
                </a:lnTo>
                <a:lnTo>
                  <a:pt x="809753" y="147754"/>
                </a:lnTo>
                <a:lnTo>
                  <a:pt x="809866" y="148961"/>
                </a:lnTo>
                <a:lnTo>
                  <a:pt x="809993" y="150147"/>
                </a:lnTo>
                <a:lnTo>
                  <a:pt x="810135" y="151310"/>
                </a:lnTo>
                <a:lnTo>
                  <a:pt x="810293" y="152452"/>
                </a:lnTo>
                <a:lnTo>
                  <a:pt x="810465" y="153573"/>
                </a:lnTo>
                <a:lnTo>
                  <a:pt x="810652" y="154672"/>
                </a:lnTo>
                <a:lnTo>
                  <a:pt x="810854" y="155749"/>
                </a:lnTo>
                <a:lnTo>
                  <a:pt x="811072" y="156805"/>
                </a:lnTo>
                <a:lnTo>
                  <a:pt x="811304" y="157839"/>
                </a:lnTo>
                <a:lnTo>
                  <a:pt x="811551" y="158851"/>
                </a:lnTo>
                <a:lnTo>
                  <a:pt x="811813" y="159842"/>
                </a:lnTo>
                <a:lnTo>
                  <a:pt x="812090" y="160811"/>
                </a:lnTo>
                <a:lnTo>
                  <a:pt x="812383" y="161758"/>
                </a:lnTo>
                <a:lnTo>
                  <a:pt x="812690" y="162684"/>
                </a:lnTo>
                <a:lnTo>
                  <a:pt x="813012" y="163588"/>
                </a:lnTo>
                <a:lnTo>
                  <a:pt x="813349" y="164470"/>
                </a:lnTo>
                <a:lnTo>
                  <a:pt x="813701" y="165331"/>
                </a:lnTo>
                <a:lnTo>
                  <a:pt x="814072" y="166172"/>
                </a:lnTo>
                <a:lnTo>
                  <a:pt x="814466" y="166994"/>
                </a:lnTo>
                <a:lnTo>
                  <a:pt x="814884" y="167798"/>
                </a:lnTo>
                <a:lnTo>
                  <a:pt x="815324" y="168583"/>
                </a:lnTo>
                <a:lnTo>
                  <a:pt x="815788" y="169350"/>
                </a:lnTo>
                <a:lnTo>
                  <a:pt x="816275" y="170098"/>
                </a:lnTo>
                <a:lnTo>
                  <a:pt x="816785" y="170827"/>
                </a:lnTo>
                <a:lnTo>
                  <a:pt x="817319" y="171538"/>
                </a:lnTo>
                <a:lnTo>
                  <a:pt x="817875" y="172231"/>
                </a:lnTo>
                <a:lnTo>
                  <a:pt x="818455" y="172905"/>
                </a:lnTo>
                <a:lnTo>
                  <a:pt x="819058" y="173560"/>
                </a:lnTo>
                <a:lnTo>
                  <a:pt x="819684" y="174197"/>
                </a:lnTo>
                <a:lnTo>
                  <a:pt x="820333" y="174816"/>
                </a:lnTo>
                <a:lnTo>
                  <a:pt x="821005" y="175415"/>
                </a:lnTo>
                <a:lnTo>
                  <a:pt x="821701" y="175997"/>
                </a:lnTo>
                <a:lnTo>
                  <a:pt x="822420" y="176559"/>
                </a:lnTo>
                <a:lnTo>
                  <a:pt x="823162" y="177104"/>
                </a:lnTo>
                <a:lnTo>
                  <a:pt x="823927" y="177629"/>
                </a:lnTo>
                <a:lnTo>
                  <a:pt x="824715" y="178136"/>
                </a:lnTo>
                <a:lnTo>
                  <a:pt x="825526" y="178625"/>
                </a:lnTo>
                <a:lnTo>
                  <a:pt x="826361" y="179095"/>
                </a:lnTo>
                <a:lnTo>
                  <a:pt x="827219" y="179547"/>
                </a:lnTo>
                <a:lnTo>
                  <a:pt x="828100" y="179980"/>
                </a:lnTo>
                <a:lnTo>
                  <a:pt x="829004" y="180394"/>
                </a:lnTo>
                <a:lnTo>
                  <a:pt x="829935" y="180790"/>
                </a:lnTo>
                <a:lnTo>
                  <a:pt x="830897" y="181170"/>
                </a:lnTo>
                <a:lnTo>
                  <a:pt x="831891" y="181533"/>
                </a:lnTo>
                <a:lnTo>
                  <a:pt x="832916" y="181878"/>
                </a:lnTo>
                <a:lnTo>
                  <a:pt x="833971" y="182207"/>
                </a:lnTo>
                <a:lnTo>
                  <a:pt x="835058" y="182519"/>
                </a:lnTo>
                <a:lnTo>
                  <a:pt x="836176" y="182815"/>
                </a:lnTo>
                <a:lnTo>
                  <a:pt x="837325" y="183093"/>
                </a:lnTo>
                <a:lnTo>
                  <a:pt x="838506" y="183354"/>
                </a:lnTo>
                <a:lnTo>
                  <a:pt x="839717" y="183599"/>
                </a:lnTo>
                <a:lnTo>
                  <a:pt x="840960" y="183827"/>
                </a:lnTo>
                <a:lnTo>
                  <a:pt x="842234" y="184037"/>
                </a:lnTo>
                <a:lnTo>
                  <a:pt x="843538" y="184231"/>
                </a:lnTo>
                <a:lnTo>
                  <a:pt x="844874" y="184409"/>
                </a:lnTo>
                <a:lnTo>
                  <a:pt x="846241" y="184569"/>
                </a:lnTo>
                <a:lnTo>
                  <a:pt x="847640" y="184712"/>
                </a:lnTo>
                <a:lnTo>
                  <a:pt x="849069" y="184839"/>
                </a:lnTo>
                <a:lnTo>
                  <a:pt x="850530" y="184948"/>
                </a:lnTo>
                <a:lnTo>
                  <a:pt x="852021" y="185041"/>
                </a:lnTo>
                <a:lnTo>
                  <a:pt x="853544" y="185117"/>
                </a:lnTo>
                <a:lnTo>
                  <a:pt x="855098" y="185176"/>
                </a:lnTo>
                <a:lnTo>
                  <a:pt x="856683" y="185218"/>
                </a:lnTo>
                <a:lnTo>
                  <a:pt x="858299" y="185244"/>
                </a:lnTo>
                <a:lnTo>
                  <a:pt x="859946" y="185252"/>
                </a:lnTo>
                <a:lnTo>
                  <a:pt x="873834" y="185252"/>
                </a:lnTo>
                <a:lnTo>
                  <a:pt x="873834" y="157612"/>
                </a:lnTo>
                <a:lnTo>
                  <a:pt x="861160" y="157612"/>
                </a:lnTo>
                <a:lnTo>
                  <a:pt x="860319" y="157604"/>
                </a:lnTo>
                <a:lnTo>
                  <a:pt x="859503" y="157577"/>
                </a:lnTo>
                <a:close/>
                <a:moveTo>
                  <a:pt x="1385246" y="187330"/>
                </a:moveTo>
                <a:lnTo>
                  <a:pt x="1386833" y="187176"/>
                </a:lnTo>
                <a:lnTo>
                  <a:pt x="1388401" y="186994"/>
                </a:lnTo>
                <a:lnTo>
                  <a:pt x="1389951" y="186785"/>
                </a:lnTo>
                <a:lnTo>
                  <a:pt x="1391483" y="186547"/>
                </a:lnTo>
                <a:lnTo>
                  <a:pt x="1392997" y="186282"/>
                </a:lnTo>
                <a:lnTo>
                  <a:pt x="1394493" y="185988"/>
                </a:lnTo>
                <a:lnTo>
                  <a:pt x="1395971" y="185667"/>
                </a:lnTo>
                <a:lnTo>
                  <a:pt x="1397431" y="185318"/>
                </a:lnTo>
                <a:lnTo>
                  <a:pt x="1398873" y="184940"/>
                </a:lnTo>
                <a:lnTo>
                  <a:pt x="1400297" y="184535"/>
                </a:lnTo>
                <a:lnTo>
                  <a:pt x="1401703" y="184102"/>
                </a:lnTo>
                <a:lnTo>
                  <a:pt x="1403091" y="183641"/>
                </a:lnTo>
                <a:lnTo>
                  <a:pt x="1404461" y="183152"/>
                </a:lnTo>
                <a:lnTo>
                  <a:pt x="1405813" y="182635"/>
                </a:lnTo>
                <a:lnTo>
                  <a:pt x="1407147" y="182090"/>
                </a:lnTo>
                <a:lnTo>
                  <a:pt x="1408463" y="181518"/>
                </a:lnTo>
                <a:lnTo>
                  <a:pt x="1409761" y="180917"/>
                </a:lnTo>
                <a:lnTo>
                  <a:pt x="1411040" y="180288"/>
                </a:lnTo>
                <a:lnTo>
                  <a:pt x="1412302" y="179631"/>
                </a:lnTo>
                <a:lnTo>
                  <a:pt x="1413543" y="178948"/>
                </a:lnTo>
                <a:lnTo>
                  <a:pt x="1414761" y="178239"/>
                </a:lnTo>
                <a:lnTo>
                  <a:pt x="1415956" y="177506"/>
                </a:lnTo>
                <a:lnTo>
                  <a:pt x="1417128" y="176747"/>
                </a:lnTo>
                <a:lnTo>
                  <a:pt x="1418276" y="175963"/>
                </a:lnTo>
                <a:lnTo>
                  <a:pt x="1419402" y="175154"/>
                </a:lnTo>
                <a:lnTo>
                  <a:pt x="1420504" y="174320"/>
                </a:lnTo>
                <a:lnTo>
                  <a:pt x="1421583" y="173461"/>
                </a:lnTo>
                <a:lnTo>
                  <a:pt x="1422639" y="172576"/>
                </a:lnTo>
                <a:lnTo>
                  <a:pt x="1423671" y="171667"/>
                </a:lnTo>
                <a:lnTo>
                  <a:pt x="1424681" y="170733"/>
                </a:lnTo>
                <a:lnTo>
                  <a:pt x="1425667" y="169773"/>
                </a:lnTo>
                <a:lnTo>
                  <a:pt x="1426630" y="168789"/>
                </a:lnTo>
                <a:lnTo>
                  <a:pt x="1427570" y="167779"/>
                </a:lnTo>
                <a:lnTo>
                  <a:pt x="1428487" y="166744"/>
                </a:lnTo>
                <a:lnTo>
                  <a:pt x="1429380" y="165684"/>
                </a:lnTo>
                <a:lnTo>
                  <a:pt x="1430251" y="164599"/>
                </a:lnTo>
                <a:lnTo>
                  <a:pt x="1431098" y="163489"/>
                </a:lnTo>
                <a:lnTo>
                  <a:pt x="1431922" y="162354"/>
                </a:lnTo>
                <a:lnTo>
                  <a:pt x="1432723" y="161194"/>
                </a:lnTo>
                <a:lnTo>
                  <a:pt x="1433500" y="160009"/>
                </a:lnTo>
                <a:lnTo>
                  <a:pt x="1434255" y="158798"/>
                </a:lnTo>
                <a:lnTo>
                  <a:pt x="1434986" y="157563"/>
                </a:lnTo>
                <a:lnTo>
                  <a:pt x="1435695" y="156302"/>
                </a:lnTo>
                <a:lnTo>
                  <a:pt x="1436377" y="155018"/>
                </a:lnTo>
                <a:lnTo>
                  <a:pt x="1437030" y="153711"/>
                </a:lnTo>
                <a:lnTo>
                  <a:pt x="1437654" y="152381"/>
                </a:lnTo>
                <a:lnTo>
                  <a:pt x="1438249" y="151030"/>
                </a:lnTo>
                <a:lnTo>
                  <a:pt x="1438815" y="149656"/>
                </a:lnTo>
                <a:lnTo>
                  <a:pt x="1439352" y="148260"/>
                </a:lnTo>
                <a:lnTo>
                  <a:pt x="1439860" y="146842"/>
                </a:lnTo>
                <a:lnTo>
                  <a:pt x="1440339" y="145402"/>
                </a:lnTo>
                <a:lnTo>
                  <a:pt x="1440789" y="143939"/>
                </a:lnTo>
                <a:lnTo>
                  <a:pt x="1441209" y="142454"/>
                </a:lnTo>
                <a:lnTo>
                  <a:pt x="1441601" y="140947"/>
                </a:lnTo>
                <a:lnTo>
                  <a:pt x="1441964" y="139417"/>
                </a:lnTo>
                <a:lnTo>
                  <a:pt x="1442298" y="137865"/>
                </a:lnTo>
                <a:lnTo>
                  <a:pt x="1442603" y="136291"/>
                </a:lnTo>
                <a:lnTo>
                  <a:pt x="1442878" y="134695"/>
                </a:lnTo>
                <a:lnTo>
                  <a:pt x="1443125" y="133076"/>
                </a:lnTo>
                <a:lnTo>
                  <a:pt x="1443343" y="131435"/>
                </a:lnTo>
                <a:lnTo>
                  <a:pt x="1443531" y="129772"/>
                </a:lnTo>
                <a:lnTo>
                  <a:pt x="1443691" y="128087"/>
                </a:lnTo>
                <a:lnTo>
                  <a:pt x="1443822" y="126379"/>
                </a:lnTo>
                <a:lnTo>
                  <a:pt x="1443923" y="124649"/>
                </a:lnTo>
                <a:lnTo>
                  <a:pt x="1443996" y="122897"/>
                </a:lnTo>
                <a:lnTo>
                  <a:pt x="1444039" y="121123"/>
                </a:lnTo>
                <a:lnTo>
                  <a:pt x="1444054" y="119326"/>
                </a:lnTo>
                <a:lnTo>
                  <a:pt x="1444039" y="117496"/>
                </a:lnTo>
                <a:lnTo>
                  <a:pt x="1443996" y="115689"/>
                </a:lnTo>
                <a:lnTo>
                  <a:pt x="1443923" y="113905"/>
                </a:lnTo>
                <a:lnTo>
                  <a:pt x="1443822" y="112143"/>
                </a:lnTo>
                <a:lnTo>
                  <a:pt x="1443691" y="110405"/>
                </a:lnTo>
                <a:lnTo>
                  <a:pt x="1443531" y="108690"/>
                </a:lnTo>
                <a:lnTo>
                  <a:pt x="1443343" y="106998"/>
                </a:lnTo>
                <a:lnTo>
                  <a:pt x="1443125" y="105328"/>
                </a:lnTo>
                <a:lnTo>
                  <a:pt x="1442878" y="103682"/>
                </a:lnTo>
                <a:lnTo>
                  <a:pt x="1442603" y="102059"/>
                </a:lnTo>
                <a:lnTo>
                  <a:pt x="1442298" y="100458"/>
                </a:lnTo>
                <a:lnTo>
                  <a:pt x="1441964" y="98881"/>
                </a:lnTo>
                <a:lnTo>
                  <a:pt x="1441601" y="97326"/>
                </a:lnTo>
                <a:lnTo>
                  <a:pt x="1441209" y="95795"/>
                </a:lnTo>
                <a:lnTo>
                  <a:pt x="1440789" y="94286"/>
                </a:lnTo>
                <a:lnTo>
                  <a:pt x="1440339" y="92801"/>
                </a:lnTo>
                <a:lnTo>
                  <a:pt x="1439860" y="91338"/>
                </a:lnTo>
                <a:lnTo>
                  <a:pt x="1439352" y="89898"/>
                </a:lnTo>
                <a:lnTo>
                  <a:pt x="1438815" y="88482"/>
                </a:lnTo>
                <a:lnTo>
                  <a:pt x="1438249" y="87088"/>
                </a:lnTo>
                <a:lnTo>
                  <a:pt x="1437654" y="85717"/>
                </a:lnTo>
                <a:lnTo>
                  <a:pt x="1437030" y="84370"/>
                </a:lnTo>
                <a:lnTo>
                  <a:pt x="1436377" y="83045"/>
                </a:lnTo>
                <a:lnTo>
                  <a:pt x="1435695" y="81743"/>
                </a:lnTo>
                <a:lnTo>
                  <a:pt x="1434986" y="80465"/>
                </a:lnTo>
                <a:lnTo>
                  <a:pt x="1434255" y="79213"/>
                </a:lnTo>
                <a:lnTo>
                  <a:pt x="1433500" y="77986"/>
                </a:lnTo>
                <a:lnTo>
                  <a:pt x="1432723" y="76785"/>
                </a:lnTo>
                <a:lnTo>
                  <a:pt x="1431922" y="75610"/>
                </a:lnTo>
                <a:lnTo>
                  <a:pt x="1431098" y="74460"/>
                </a:lnTo>
                <a:lnTo>
                  <a:pt x="1430251" y="73335"/>
                </a:lnTo>
                <a:lnTo>
                  <a:pt x="1429380" y="72237"/>
                </a:lnTo>
                <a:lnTo>
                  <a:pt x="1428487" y="71164"/>
                </a:lnTo>
                <a:lnTo>
                  <a:pt x="1427570" y="70116"/>
                </a:lnTo>
                <a:lnTo>
                  <a:pt x="1426630" y="69094"/>
                </a:lnTo>
                <a:lnTo>
                  <a:pt x="1425667" y="68098"/>
                </a:lnTo>
                <a:lnTo>
                  <a:pt x="1424681" y="67127"/>
                </a:lnTo>
                <a:lnTo>
                  <a:pt x="1423671" y="66182"/>
                </a:lnTo>
                <a:lnTo>
                  <a:pt x="1422639" y="65263"/>
                </a:lnTo>
                <a:lnTo>
                  <a:pt x="1421583" y="64369"/>
                </a:lnTo>
                <a:lnTo>
                  <a:pt x="1420504" y="63501"/>
                </a:lnTo>
                <a:lnTo>
                  <a:pt x="1419402" y="62658"/>
                </a:lnTo>
                <a:lnTo>
                  <a:pt x="1418276" y="61841"/>
                </a:lnTo>
                <a:lnTo>
                  <a:pt x="1417128" y="61050"/>
                </a:lnTo>
                <a:lnTo>
                  <a:pt x="1415956" y="60284"/>
                </a:lnTo>
                <a:lnTo>
                  <a:pt x="1414761" y="59544"/>
                </a:lnTo>
                <a:lnTo>
                  <a:pt x="1413543" y="58829"/>
                </a:lnTo>
                <a:lnTo>
                  <a:pt x="1412302" y="58140"/>
                </a:lnTo>
                <a:lnTo>
                  <a:pt x="1411040" y="57477"/>
                </a:lnTo>
                <a:lnTo>
                  <a:pt x="1409761" y="56843"/>
                </a:lnTo>
                <a:lnTo>
                  <a:pt x="1408463" y="56237"/>
                </a:lnTo>
                <a:lnTo>
                  <a:pt x="1407147" y="55659"/>
                </a:lnTo>
                <a:lnTo>
                  <a:pt x="1405813" y="55109"/>
                </a:lnTo>
                <a:lnTo>
                  <a:pt x="1404461" y="54588"/>
                </a:lnTo>
                <a:lnTo>
                  <a:pt x="1403091" y="54094"/>
                </a:lnTo>
                <a:lnTo>
                  <a:pt x="1401703" y="53629"/>
                </a:lnTo>
                <a:lnTo>
                  <a:pt x="1400297" y="53192"/>
                </a:lnTo>
                <a:lnTo>
                  <a:pt x="1398873" y="52783"/>
                </a:lnTo>
                <a:lnTo>
                  <a:pt x="1397431" y="52403"/>
                </a:lnTo>
                <a:lnTo>
                  <a:pt x="1395971" y="52051"/>
                </a:lnTo>
                <a:lnTo>
                  <a:pt x="1394493" y="51726"/>
                </a:lnTo>
                <a:lnTo>
                  <a:pt x="1392997" y="51430"/>
                </a:lnTo>
                <a:lnTo>
                  <a:pt x="1391483" y="51162"/>
                </a:lnTo>
                <a:lnTo>
                  <a:pt x="1389951" y="50923"/>
                </a:lnTo>
                <a:lnTo>
                  <a:pt x="1388401" y="50711"/>
                </a:lnTo>
                <a:lnTo>
                  <a:pt x="1386833" y="50528"/>
                </a:lnTo>
                <a:lnTo>
                  <a:pt x="1385246" y="50373"/>
                </a:lnTo>
                <a:lnTo>
                  <a:pt x="1383642" y="50246"/>
                </a:lnTo>
                <a:lnTo>
                  <a:pt x="1382020" y="50148"/>
                </a:lnTo>
                <a:lnTo>
                  <a:pt x="1380380" y="50077"/>
                </a:lnTo>
                <a:lnTo>
                  <a:pt x="1378721" y="50035"/>
                </a:lnTo>
                <a:lnTo>
                  <a:pt x="1377045" y="50021"/>
                </a:lnTo>
                <a:lnTo>
                  <a:pt x="1375391" y="50035"/>
                </a:lnTo>
                <a:lnTo>
                  <a:pt x="1373753" y="50077"/>
                </a:lnTo>
                <a:lnTo>
                  <a:pt x="1372133" y="50148"/>
                </a:lnTo>
                <a:lnTo>
                  <a:pt x="1370530" y="50246"/>
                </a:lnTo>
                <a:lnTo>
                  <a:pt x="1368944" y="50373"/>
                </a:lnTo>
                <a:lnTo>
                  <a:pt x="1367375" y="50528"/>
                </a:lnTo>
                <a:lnTo>
                  <a:pt x="1365824" y="50711"/>
                </a:lnTo>
                <a:lnTo>
                  <a:pt x="1364289" y="50923"/>
                </a:lnTo>
                <a:lnTo>
                  <a:pt x="1362771" y="51162"/>
                </a:lnTo>
                <a:lnTo>
                  <a:pt x="1361271" y="51430"/>
                </a:lnTo>
                <a:lnTo>
                  <a:pt x="1359787" y="51726"/>
                </a:lnTo>
                <a:lnTo>
                  <a:pt x="1358321" y="52051"/>
                </a:lnTo>
                <a:lnTo>
                  <a:pt x="1356872" y="52403"/>
                </a:lnTo>
                <a:lnTo>
                  <a:pt x="1355439" y="52783"/>
                </a:lnTo>
                <a:lnTo>
                  <a:pt x="1354024" y="53192"/>
                </a:lnTo>
                <a:lnTo>
                  <a:pt x="1352626" y="53629"/>
                </a:lnTo>
                <a:lnTo>
                  <a:pt x="1351245" y="54094"/>
                </a:lnTo>
                <a:lnTo>
                  <a:pt x="1349882" y="54588"/>
                </a:lnTo>
                <a:lnTo>
                  <a:pt x="1348535" y="55109"/>
                </a:lnTo>
                <a:lnTo>
                  <a:pt x="1347205" y="55659"/>
                </a:lnTo>
                <a:lnTo>
                  <a:pt x="1345893" y="56237"/>
                </a:lnTo>
                <a:lnTo>
                  <a:pt x="1344597" y="56843"/>
                </a:lnTo>
                <a:lnTo>
                  <a:pt x="1343319" y="57477"/>
                </a:lnTo>
                <a:lnTo>
                  <a:pt x="1342057" y="58140"/>
                </a:lnTo>
                <a:lnTo>
                  <a:pt x="1340816" y="58829"/>
                </a:lnTo>
                <a:lnTo>
                  <a:pt x="1339599" y="59544"/>
                </a:lnTo>
                <a:lnTo>
                  <a:pt x="1338405" y="60284"/>
                </a:lnTo>
                <a:lnTo>
                  <a:pt x="1337235" y="61050"/>
                </a:lnTo>
                <a:lnTo>
                  <a:pt x="1336089" y="61841"/>
                </a:lnTo>
                <a:lnTo>
                  <a:pt x="1334966" y="62658"/>
                </a:lnTo>
                <a:lnTo>
                  <a:pt x="1333867" y="63501"/>
                </a:lnTo>
                <a:lnTo>
                  <a:pt x="1332792" y="64369"/>
                </a:lnTo>
                <a:lnTo>
                  <a:pt x="1331740" y="65263"/>
                </a:lnTo>
                <a:lnTo>
                  <a:pt x="1330712" y="66182"/>
                </a:lnTo>
                <a:lnTo>
                  <a:pt x="1329707" y="67127"/>
                </a:lnTo>
                <a:lnTo>
                  <a:pt x="1328726" y="68098"/>
                </a:lnTo>
                <a:lnTo>
                  <a:pt x="1327769" y="69094"/>
                </a:lnTo>
                <a:lnTo>
                  <a:pt x="1326836" y="70116"/>
                </a:lnTo>
                <a:lnTo>
                  <a:pt x="1325926" y="71164"/>
                </a:lnTo>
                <a:lnTo>
                  <a:pt x="1325039" y="72237"/>
                </a:lnTo>
                <a:lnTo>
                  <a:pt x="1324177" y="73335"/>
                </a:lnTo>
                <a:lnTo>
                  <a:pt x="1323338" y="74460"/>
                </a:lnTo>
                <a:lnTo>
                  <a:pt x="1322522" y="75610"/>
                </a:lnTo>
                <a:lnTo>
                  <a:pt x="1321730" y="76785"/>
                </a:lnTo>
                <a:lnTo>
                  <a:pt x="1320962" y="77986"/>
                </a:lnTo>
                <a:lnTo>
                  <a:pt x="1320218" y="79213"/>
                </a:lnTo>
                <a:lnTo>
                  <a:pt x="1319497" y="80465"/>
                </a:lnTo>
                <a:lnTo>
                  <a:pt x="1318800" y="81743"/>
                </a:lnTo>
                <a:lnTo>
                  <a:pt x="1318129" y="83045"/>
                </a:lnTo>
                <a:lnTo>
                  <a:pt x="1317486" y="84370"/>
                </a:lnTo>
                <a:lnTo>
                  <a:pt x="1316872" y="85717"/>
                </a:lnTo>
                <a:lnTo>
                  <a:pt x="1316287" y="87088"/>
                </a:lnTo>
                <a:lnTo>
                  <a:pt x="1315730" y="88482"/>
                </a:lnTo>
                <a:lnTo>
                  <a:pt x="1315202" y="89898"/>
                </a:lnTo>
                <a:lnTo>
                  <a:pt x="1314702" y="91338"/>
                </a:lnTo>
                <a:lnTo>
                  <a:pt x="1314231" y="92801"/>
                </a:lnTo>
                <a:lnTo>
                  <a:pt x="1313788" y="94286"/>
                </a:lnTo>
                <a:lnTo>
                  <a:pt x="1313374" y="95795"/>
                </a:lnTo>
                <a:lnTo>
                  <a:pt x="1312988" y="97326"/>
                </a:lnTo>
                <a:lnTo>
                  <a:pt x="1312631" y="98881"/>
                </a:lnTo>
                <a:lnTo>
                  <a:pt x="1312303" y="100458"/>
                </a:lnTo>
                <a:lnTo>
                  <a:pt x="1312003" y="102059"/>
                </a:lnTo>
                <a:lnTo>
                  <a:pt x="1311732" y="103682"/>
                </a:lnTo>
                <a:lnTo>
                  <a:pt x="1311489" y="105328"/>
                </a:lnTo>
                <a:lnTo>
                  <a:pt x="1311275" y="106998"/>
                </a:lnTo>
                <a:lnTo>
                  <a:pt x="1311089" y="108690"/>
                </a:lnTo>
                <a:lnTo>
                  <a:pt x="1310932" y="110405"/>
                </a:lnTo>
                <a:lnTo>
                  <a:pt x="1310804" y="112143"/>
                </a:lnTo>
                <a:lnTo>
                  <a:pt x="1310704" y="113905"/>
                </a:lnTo>
                <a:lnTo>
                  <a:pt x="1310632" y="115689"/>
                </a:lnTo>
                <a:lnTo>
                  <a:pt x="1310590" y="117496"/>
                </a:lnTo>
                <a:lnTo>
                  <a:pt x="1310575" y="119326"/>
                </a:lnTo>
                <a:lnTo>
                  <a:pt x="1310590" y="121123"/>
                </a:lnTo>
                <a:lnTo>
                  <a:pt x="1310632" y="122897"/>
                </a:lnTo>
                <a:lnTo>
                  <a:pt x="1310704" y="124649"/>
                </a:lnTo>
                <a:lnTo>
                  <a:pt x="1310804" y="126379"/>
                </a:lnTo>
                <a:lnTo>
                  <a:pt x="1310932" y="128087"/>
                </a:lnTo>
                <a:lnTo>
                  <a:pt x="1311089" y="129772"/>
                </a:lnTo>
                <a:lnTo>
                  <a:pt x="1311275" y="131435"/>
                </a:lnTo>
                <a:lnTo>
                  <a:pt x="1311489" y="133076"/>
                </a:lnTo>
                <a:lnTo>
                  <a:pt x="1311732" y="134695"/>
                </a:lnTo>
                <a:lnTo>
                  <a:pt x="1312003" y="136291"/>
                </a:lnTo>
                <a:lnTo>
                  <a:pt x="1312303" y="137865"/>
                </a:lnTo>
                <a:lnTo>
                  <a:pt x="1312631" y="139417"/>
                </a:lnTo>
                <a:lnTo>
                  <a:pt x="1312988" y="140947"/>
                </a:lnTo>
                <a:lnTo>
                  <a:pt x="1313374" y="142454"/>
                </a:lnTo>
                <a:lnTo>
                  <a:pt x="1313788" y="143939"/>
                </a:lnTo>
                <a:lnTo>
                  <a:pt x="1314231" y="145402"/>
                </a:lnTo>
                <a:lnTo>
                  <a:pt x="1314702" y="146842"/>
                </a:lnTo>
                <a:lnTo>
                  <a:pt x="1315202" y="148260"/>
                </a:lnTo>
                <a:lnTo>
                  <a:pt x="1315730" y="149656"/>
                </a:lnTo>
                <a:lnTo>
                  <a:pt x="1316287" y="151030"/>
                </a:lnTo>
                <a:lnTo>
                  <a:pt x="1316872" y="152381"/>
                </a:lnTo>
                <a:lnTo>
                  <a:pt x="1317486" y="153711"/>
                </a:lnTo>
                <a:lnTo>
                  <a:pt x="1318129" y="155018"/>
                </a:lnTo>
                <a:lnTo>
                  <a:pt x="1318800" y="156302"/>
                </a:lnTo>
                <a:lnTo>
                  <a:pt x="1319497" y="157563"/>
                </a:lnTo>
                <a:lnTo>
                  <a:pt x="1320218" y="158798"/>
                </a:lnTo>
                <a:lnTo>
                  <a:pt x="1320962" y="160009"/>
                </a:lnTo>
                <a:lnTo>
                  <a:pt x="1321730" y="161194"/>
                </a:lnTo>
                <a:lnTo>
                  <a:pt x="1322522" y="162354"/>
                </a:lnTo>
                <a:lnTo>
                  <a:pt x="1323338" y="163489"/>
                </a:lnTo>
                <a:lnTo>
                  <a:pt x="1324177" y="164599"/>
                </a:lnTo>
                <a:lnTo>
                  <a:pt x="1325039" y="165684"/>
                </a:lnTo>
                <a:lnTo>
                  <a:pt x="1325926" y="166744"/>
                </a:lnTo>
                <a:lnTo>
                  <a:pt x="1326836" y="167779"/>
                </a:lnTo>
                <a:lnTo>
                  <a:pt x="1327769" y="168789"/>
                </a:lnTo>
                <a:lnTo>
                  <a:pt x="1328726" y="169773"/>
                </a:lnTo>
                <a:lnTo>
                  <a:pt x="1329707" y="170733"/>
                </a:lnTo>
                <a:lnTo>
                  <a:pt x="1330712" y="171667"/>
                </a:lnTo>
                <a:lnTo>
                  <a:pt x="1331740" y="172576"/>
                </a:lnTo>
                <a:lnTo>
                  <a:pt x="1332792" y="173461"/>
                </a:lnTo>
                <a:lnTo>
                  <a:pt x="1333867" y="174320"/>
                </a:lnTo>
                <a:lnTo>
                  <a:pt x="1334966" y="175154"/>
                </a:lnTo>
                <a:lnTo>
                  <a:pt x="1336089" y="175963"/>
                </a:lnTo>
                <a:lnTo>
                  <a:pt x="1337235" y="176747"/>
                </a:lnTo>
                <a:lnTo>
                  <a:pt x="1338405" y="177506"/>
                </a:lnTo>
                <a:lnTo>
                  <a:pt x="1339599" y="178239"/>
                </a:lnTo>
                <a:lnTo>
                  <a:pt x="1340816" y="178948"/>
                </a:lnTo>
                <a:lnTo>
                  <a:pt x="1342057" y="179631"/>
                </a:lnTo>
                <a:lnTo>
                  <a:pt x="1343319" y="180288"/>
                </a:lnTo>
                <a:lnTo>
                  <a:pt x="1344597" y="180917"/>
                </a:lnTo>
                <a:lnTo>
                  <a:pt x="1345893" y="181518"/>
                </a:lnTo>
                <a:lnTo>
                  <a:pt x="1347205" y="182090"/>
                </a:lnTo>
                <a:lnTo>
                  <a:pt x="1348535" y="182635"/>
                </a:lnTo>
                <a:lnTo>
                  <a:pt x="1349882" y="183152"/>
                </a:lnTo>
                <a:lnTo>
                  <a:pt x="1351245" y="183641"/>
                </a:lnTo>
                <a:lnTo>
                  <a:pt x="1352626" y="184102"/>
                </a:lnTo>
                <a:lnTo>
                  <a:pt x="1354024" y="184535"/>
                </a:lnTo>
                <a:lnTo>
                  <a:pt x="1355439" y="184940"/>
                </a:lnTo>
                <a:lnTo>
                  <a:pt x="1356872" y="185318"/>
                </a:lnTo>
                <a:lnTo>
                  <a:pt x="1358321" y="185667"/>
                </a:lnTo>
                <a:lnTo>
                  <a:pt x="1359787" y="185988"/>
                </a:lnTo>
                <a:lnTo>
                  <a:pt x="1361271" y="186282"/>
                </a:lnTo>
                <a:lnTo>
                  <a:pt x="1362771" y="186547"/>
                </a:lnTo>
                <a:lnTo>
                  <a:pt x="1364289" y="186785"/>
                </a:lnTo>
                <a:lnTo>
                  <a:pt x="1365824" y="186994"/>
                </a:lnTo>
                <a:lnTo>
                  <a:pt x="1367375" y="187176"/>
                </a:lnTo>
                <a:lnTo>
                  <a:pt x="1368944" y="187330"/>
                </a:lnTo>
                <a:lnTo>
                  <a:pt x="1370530" y="187455"/>
                </a:lnTo>
                <a:lnTo>
                  <a:pt x="1372133" y="187553"/>
                </a:lnTo>
                <a:lnTo>
                  <a:pt x="1373753" y="187623"/>
                </a:lnTo>
                <a:lnTo>
                  <a:pt x="1375391" y="187665"/>
                </a:lnTo>
                <a:lnTo>
                  <a:pt x="1377045" y="187679"/>
                </a:lnTo>
                <a:lnTo>
                  <a:pt x="1378721" y="187665"/>
                </a:lnTo>
                <a:lnTo>
                  <a:pt x="1380380" y="187623"/>
                </a:lnTo>
                <a:lnTo>
                  <a:pt x="1382020" y="187553"/>
                </a:lnTo>
                <a:lnTo>
                  <a:pt x="1383642" y="187455"/>
                </a:lnTo>
                <a:lnTo>
                  <a:pt x="1385246" y="187330"/>
                </a:lnTo>
                <a:close/>
                <a:moveTo>
                  <a:pt x="1372483" y="160202"/>
                </a:moveTo>
                <a:lnTo>
                  <a:pt x="1371622" y="160096"/>
                </a:lnTo>
                <a:lnTo>
                  <a:pt x="1370778" y="159970"/>
                </a:lnTo>
                <a:lnTo>
                  <a:pt x="1369952" y="159825"/>
                </a:lnTo>
                <a:lnTo>
                  <a:pt x="1369142" y="159661"/>
                </a:lnTo>
                <a:lnTo>
                  <a:pt x="1368349" y="159477"/>
                </a:lnTo>
                <a:lnTo>
                  <a:pt x="1367573" y="159274"/>
                </a:lnTo>
                <a:lnTo>
                  <a:pt x="1366815" y="159051"/>
                </a:lnTo>
                <a:lnTo>
                  <a:pt x="1366074" y="158810"/>
                </a:lnTo>
                <a:lnTo>
                  <a:pt x="1365349" y="158548"/>
                </a:lnTo>
                <a:lnTo>
                  <a:pt x="1364642" y="158268"/>
                </a:lnTo>
                <a:lnTo>
                  <a:pt x="1363952" y="157968"/>
                </a:lnTo>
                <a:lnTo>
                  <a:pt x="1363279" y="157649"/>
                </a:lnTo>
                <a:lnTo>
                  <a:pt x="1362623" y="157311"/>
                </a:lnTo>
                <a:lnTo>
                  <a:pt x="1361984" y="156953"/>
                </a:lnTo>
                <a:lnTo>
                  <a:pt x="1361362" y="156576"/>
                </a:lnTo>
                <a:lnTo>
                  <a:pt x="1360757" y="156179"/>
                </a:lnTo>
                <a:lnTo>
                  <a:pt x="1360170" y="155763"/>
                </a:lnTo>
                <a:lnTo>
                  <a:pt x="1359599" y="155328"/>
                </a:lnTo>
                <a:lnTo>
                  <a:pt x="1359046" y="154874"/>
                </a:lnTo>
                <a:lnTo>
                  <a:pt x="1358507" y="154403"/>
                </a:lnTo>
                <a:lnTo>
                  <a:pt x="1357982" y="153919"/>
                </a:lnTo>
                <a:lnTo>
                  <a:pt x="1357471" y="153422"/>
                </a:lnTo>
                <a:lnTo>
                  <a:pt x="1356973" y="152912"/>
                </a:lnTo>
                <a:lnTo>
                  <a:pt x="1356488" y="152389"/>
                </a:lnTo>
                <a:lnTo>
                  <a:pt x="1356016" y="151853"/>
                </a:lnTo>
                <a:lnTo>
                  <a:pt x="1355558" y="151303"/>
                </a:lnTo>
                <a:lnTo>
                  <a:pt x="1355113" y="150741"/>
                </a:lnTo>
                <a:lnTo>
                  <a:pt x="1354682" y="150165"/>
                </a:lnTo>
                <a:lnTo>
                  <a:pt x="1354263" y="149576"/>
                </a:lnTo>
                <a:lnTo>
                  <a:pt x="1353859" y="148974"/>
                </a:lnTo>
                <a:lnTo>
                  <a:pt x="1353467" y="148359"/>
                </a:lnTo>
                <a:lnTo>
                  <a:pt x="1353089" y="147731"/>
                </a:lnTo>
                <a:lnTo>
                  <a:pt x="1352724" y="147089"/>
                </a:lnTo>
                <a:lnTo>
                  <a:pt x="1352373" y="146435"/>
                </a:lnTo>
                <a:lnTo>
                  <a:pt x="1352035" y="145767"/>
                </a:lnTo>
                <a:lnTo>
                  <a:pt x="1351710" y="145087"/>
                </a:lnTo>
                <a:lnTo>
                  <a:pt x="1351398" y="144393"/>
                </a:lnTo>
                <a:lnTo>
                  <a:pt x="1351100" y="143686"/>
                </a:lnTo>
                <a:lnTo>
                  <a:pt x="1350816" y="142966"/>
                </a:lnTo>
                <a:lnTo>
                  <a:pt x="1350544" y="142233"/>
                </a:lnTo>
                <a:lnTo>
                  <a:pt x="1350286" y="141486"/>
                </a:lnTo>
                <a:lnTo>
                  <a:pt x="1350041" y="140727"/>
                </a:lnTo>
                <a:lnTo>
                  <a:pt x="1349810" y="139954"/>
                </a:lnTo>
                <a:lnTo>
                  <a:pt x="1349590" y="139172"/>
                </a:lnTo>
                <a:lnTo>
                  <a:pt x="1349379" y="138383"/>
                </a:lnTo>
                <a:lnTo>
                  <a:pt x="1349178" y="137587"/>
                </a:lnTo>
                <a:lnTo>
                  <a:pt x="1348986" y="136784"/>
                </a:lnTo>
                <a:lnTo>
                  <a:pt x="1348803" y="135975"/>
                </a:lnTo>
                <a:lnTo>
                  <a:pt x="1348630" y="135159"/>
                </a:lnTo>
                <a:lnTo>
                  <a:pt x="1348466" y="134337"/>
                </a:lnTo>
                <a:lnTo>
                  <a:pt x="1348312" y="133508"/>
                </a:lnTo>
                <a:lnTo>
                  <a:pt x="1348167" y="132672"/>
                </a:lnTo>
                <a:lnTo>
                  <a:pt x="1348031" y="131829"/>
                </a:lnTo>
                <a:lnTo>
                  <a:pt x="1347905" y="130980"/>
                </a:lnTo>
                <a:lnTo>
                  <a:pt x="1347788" y="130124"/>
                </a:lnTo>
                <a:lnTo>
                  <a:pt x="1347680" y="129261"/>
                </a:lnTo>
                <a:lnTo>
                  <a:pt x="1347582" y="128392"/>
                </a:lnTo>
                <a:lnTo>
                  <a:pt x="1347493" y="127516"/>
                </a:lnTo>
                <a:lnTo>
                  <a:pt x="1347413" y="126633"/>
                </a:lnTo>
                <a:lnTo>
                  <a:pt x="1347343" y="125743"/>
                </a:lnTo>
                <a:lnTo>
                  <a:pt x="1347282" y="124847"/>
                </a:lnTo>
                <a:lnTo>
                  <a:pt x="1347230" y="123944"/>
                </a:lnTo>
                <a:lnTo>
                  <a:pt x="1347188" y="123035"/>
                </a:lnTo>
                <a:lnTo>
                  <a:pt x="1347156" y="122119"/>
                </a:lnTo>
                <a:lnTo>
                  <a:pt x="1347132" y="121196"/>
                </a:lnTo>
                <a:lnTo>
                  <a:pt x="1347118" y="120266"/>
                </a:lnTo>
                <a:lnTo>
                  <a:pt x="1347113" y="119330"/>
                </a:lnTo>
                <a:lnTo>
                  <a:pt x="1347118" y="118371"/>
                </a:lnTo>
                <a:lnTo>
                  <a:pt x="1347132" y="117419"/>
                </a:lnTo>
                <a:lnTo>
                  <a:pt x="1347156" y="116474"/>
                </a:lnTo>
                <a:lnTo>
                  <a:pt x="1347188" y="115536"/>
                </a:lnTo>
                <a:lnTo>
                  <a:pt x="1347230" y="114606"/>
                </a:lnTo>
                <a:lnTo>
                  <a:pt x="1347282" y="113683"/>
                </a:lnTo>
                <a:lnTo>
                  <a:pt x="1347343" y="112767"/>
                </a:lnTo>
                <a:lnTo>
                  <a:pt x="1347413" y="111858"/>
                </a:lnTo>
                <a:lnTo>
                  <a:pt x="1347493" y="110956"/>
                </a:lnTo>
                <a:lnTo>
                  <a:pt x="1347582" y="110061"/>
                </a:lnTo>
                <a:lnTo>
                  <a:pt x="1347680" y="109174"/>
                </a:lnTo>
                <a:lnTo>
                  <a:pt x="1347788" y="108293"/>
                </a:lnTo>
                <a:lnTo>
                  <a:pt x="1347905" y="107420"/>
                </a:lnTo>
                <a:lnTo>
                  <a:pt x="1348031" y="106554"/>
                </a:lnTo>
                <a:lnTo>
                  <a:pt x="1348167" y="105695"/>
                </a:lnTo>
                <a:lnTo>
                  <a:pt x="1348312" y="104844"/>
                </a:lnTo>
                <a:lnTo>
                  <a:pt x="1348466" y="103999"/>
                </a:lnTo>
                <a:lnTo>
                  <a:pt x="1348630" y="103162"/>
                </a:lnTo>
                <a:lnTo>
                  <a:pt x="1348803" y="102332"/>
                </a:lnTo>
                <a:lnTo>
                  <a:pt x="1348986" y="101509"/>
                </a:lnTo>
                <a:lnTo>
                  <a:pt x="1349178" y="100693"/>
                </a:lnTo>
                <a:lnTo>
                  <a:pt x="1349379" y="99884"/>
                </a:lnTo>
                <a:lnTo>
                  <a:pt x="1349590" y="99083"/>
                </a:lnTo>
                <a:lnTo>
                  <a:pt x="1349810" y="98289"/>
                </a:lnTo>
                <a:lnTo>
                  <a:pt x="1350041" y="97505"/>
                </a:lnTo>
                <a:lnTo>
                  <a:pt x="1350286" y="96734"/>
                </a:lnTo>
                <a:lnTo>
                  <a:pt x="1350544" y="95977"/>
                </a:lnTo>
                <a:lnTo>
                  <a:pt x="1350816" y="95233"/>
                </a:lnTo>
                <a:lnTo>
                  <a:pt x="1351100" y="94502"/>
                </a:lnTo>
                <a:lnTo>
                  <a:pt x="1351398" y="93785"/>
                </a:lnTo>
                <a:lnTo>
                  <a:pt x="1351710" y="93081"/>
                </a:lnTo>
                <a:lnTo>
                  <a:pt x="1352035" y="92391"/>
                </a:lnTo>
                <a:lnTo>
                  <a:pt x="1352373" y="91714"/>
                </a:lnTo>
                <a:lnTo>
                  <a:pt x="1352724" y="91050"/>
                </a:lnTo>
                <a:lnTo>
                  <a:pt x="1353089" y="90400"/>
                </a:lnTo>
                <a:lnTo>
                  <a:pt x="1353467" y="89763"/>
                </a:lnTo>
                <a:lnTo>
                  <a:pt x="1353859" y="89139"/>
                </a:lnTo>
                <a:lnTo>
                  <a:pt x="1354263" y="88529"/>
                </a:lnTo>
                <a:lnTo>
                  <a:pt x="1354682" y="87932"/>
                </a:lnTo>
                <a:lnTo>
                  <a:pt x="1355113" y="87349"/>
                </a:lnTo>
                <a:lnTo>
                  <a:pt x="1355558" y="86779"/>
                </a:lnTo>
                <a:lnTo>
                  <a:pt x="1356016" y="86222"/>
                </a:lnTo>
                <a:lnTo>
                  <a:pt x="1356488" y="85679"/>
                </a:lnTo>
                <a:lnTo>
                  <a:pt x="1356973" y="85149"/>
                </a:lnTo>
                <a:lnTo>
                  <a:pt x="1357471" y="84632"/>
                </a:lnTo>
                <a:lnTo>
                  <a:pt x="1357982" y="84129"/>
                </a:lnTo>
                <a:lnTo>
                  <a:pt x="1358507" y="83639"/>
                </a:lnTo>
                <a:lnTo>
                  <a:pt x="1359046" y="83163"/>
                </a:lnTo>
                <a:lnTo>
                  <a:pt x="1359599" y="82703"/>
                </a:lnTo>
                <a:lnTo>
                  <a:pt x="1360170" y="82262"/>
                </a:lnTo>
                <a:lnTo>
                  <a:pt x="1360757" y="81842"/>
                </a:lnTo>
                <a:lnTo>
                  <a:pt x="1361362" y="81440"/>
                </a:lnTo>
                <a:lnTo>
                  <a:pt x="1361984" y="81059"/>
                </a:lnTo>
                <a:lnTo>
                  <a:pt x="1362623" y="80696"/>
                </a:lnTo>
                <a:lnTo>
                  <a:pt x="1363279" y="80354"/>
                </a:lnTo>
                <a:lnTo>
                  <a:pt x="1363952" y="80031"/>
                </a:lnTo>
                <a:lnTo>
                  <a:pt x="1364642" y="79728"/>
                </a:lnTo>
                <a:lnTo>
                  <a:pt x="1365349" y="79444"/>
                </a:lnTo>
                <a:lnTo>
                  <a:pt x="1366074" y="79179"/>
                </a:lnTo>
                <a:lnTo>
                  <a:pt x="1366815" y="78935"/>
                </a:lnTo>
                <a:lnTo>
                  <a:pt x="1367573" y="78710"/>
                </a:lnTo>
                <a:lnTo>
                  <a:pt x="1368349" y="78504"/>
                </a:lnTo>
                <a:lnTo>
                  <a:pt x="1369142" y="78318"/>
                </a:lnTo>
                <a:lnTo>
                  <a:pt x="1369952" y="78152"/>
                </a:lnTo>
                <a:lnTo>
                  <a:pt x="1370778" y="78005"/>
                </a:lnTo>
                <a:lnTo>
                  <a:pt x="1371622" y="77878"/>
                </a:lnTo>
                <a:lnTo>
                  <a:pt x="1372483" y="77770"/>
                </a:lnTo>
                <a:lnTo>
                  <a:pt x="1373362" y="77682"/>
                </a:lnTo>
                <a:lnTo>
                  <a:pt x="1374257" y="77613"/>
                </a:lnTo>
                <a:lnTo>
                  <a:pt x="1375169" y="77565"/>
                </a:lnTo>
                <a:lnTo>
                  <a:pt x="1376098" y="77535"/>
                </a:lnTo>
                <a:lnTo>
                  <a:pt x="1377045" y="77525"/>
                </a:lnTo>
                <a:lnTo>
                  <a:pt x="1378014" y="77535"/>
                </a:lnTo>
                <a:lnTo>
                  <a:pt x="1378965" y="77565"/>
                </a:lnTo>
                <a:lnTo>
                  <a:pt x="1379898" y="77613"/>
                </a:lnTo>
                <a:lnTo>
                  <a:pt x="1380814" y="77682"/>
                </a:lnTo>
                <a:lnTo>
                  <a:pt x="1381713" y="77770"/>
                </a:lnTo>
                <a:lnTo>
                  <a:pt x="1382594" y="77878"/>
                </a:lnTo>
                <a:lnTo>
                  <a:pt x="1383457" y="78005"/>
                </a:lnTo>
                <a:lnTo>
                  <a:pt x="1384303" y="78152"/>
                </a:lnTo>
                <a:lnTo>
                  <a:pt x="1385131" y="78318"/>
                </a:lnTo>
                <a:lnTo>
                  <a:pt x="1385942" y="78504"/>
                </a:lnTo>
                <a:lnTo>
                  <a:pt x="1386735" y="78710"/>
                </a:lnTo>
                <a:lnTo>
                  <a:pt x="1387511" y="78935"/>
                </a:lnTo>
                <a:lnTo>
                  <a:pt x="1388269" y="79179"/>
                </a:lnTo>
                <a:lnTo>
                  <a:pt x="1389009" y="79444"/>
                </a:lnTo>
                <a:lnTo>
                  <a:pt x="1389732" y="79728"/>
                </a:lnTo>
                <a:lnTo>
                  <a:pt x="1390438" y="80031"/>
                </a:lnTo>
                <a:lnTo>
                  <a:pt x="1391126" y="80354"/>
                </a:lnTo>
                <a:lnTo>
                  <a:pt x="1391796" y="80696"/>
                </a:lnTo>
                <a:lnTo>
                  <a:pt x="1392449" y="81059"/>
                </a:lnTo>
                <a:lnTo>
                  <a:pt x="1393084" y="81440"/>
                </a:lnTo>
                <a:lnTo>
                  <a:pt x="1393701" y="81842"/>
                </a:lnTo>
                <a:lnTo>
                  <a:pt x="1394301" y="82262"/>
                </a:lnTo>
                <a:lnTo>
                  <a:pt x="1394884" y="82703"/>
                </a:lnTo>
                <a:lnTo>
                  <a:pt x="1395449" y="83163"/>
                </a:lnTo>
                <a:lnTo>
                  <a:pt x="1395998" y="83639"/>
                </a:lnTo>
                <a:lnTo>
                  <a:pt x="1396534" y="84129"/>
                </a:lnTo>
                <a:lnTo>
                  <a:pt x="1397056" y="84632"/>
                </a:lnTo>
                <a:lnTo>
                  <a:pt x="1397565" y="85149"/>
                </a:lnTo>
                <a:lnTo>
                  <a:pt x="1398060" y="85679"/>
                </a:lnTo>
                <a:lnTo>
                  <a:pt x="1398541" y="86222"/>
                </a:lnTo>
                <a:lnTo>
                  <a:pt x="1399009" y="86779"/>
                </a:lnTo>
                <a:lnTo>
                  <a:pt x="1399464" y="87349"/>
                </a:lnTo>
                <a:lnTo>
                  <a:pt x="1399904" y="87932"/>
                </a:lnTo>
                <a:lnTo>
                  <a:pt x="1400332" y="88529"/>
                </a:lnTo>
                <a:lnTo>
                  <a:pt x="1400745" y="89139"/>
                </a:lnTo>
                <a:lnTo>
                  <a:pt x="1401145" y="89763"/>
                </a:lnTo>
                <a:lnTo>
                  <a:pt x="1401532" y="90400"/>
                </a:lnTo>
                <a:lnTo>
                  <a:pt x="1401905" y="91050"/>
                </a:lnTo>
                <a:lnTo>
                  <a:pt x="1402264" y="91714"/>
                </a:lnTo>
                <a:lnTo>
                  <a:pt x="1402610" y="92391"/>
                </a:lnTo>
                <a:lnTo>
                  <a:pt x="1402942" y="93081"/>
                </a:lnTo>
                <a:lnTo>
                  <a:pt x="1403260" y="93785"/>
                </a:lnTo>
                <a:lnTo>
                  <a:pt x="1403565" y="94502"/>
                </a:lnTo>
                <a:lnTo>
                  <a:pt x="1403857" y="95233"/>
                </a:lnTo>
                <a:lnTo>
                  <a:pt x="1404135" y="95977"/>
                </a:lnTo>
                <a:lnTo>
                  <a:pt x="1404399" y="96734"/>
                </a:lnTo>
                <a:lnTo>
                  <a:pt x="1404650" y="97505"/>
                </a:lnTo>
                <a:lnTo>
                  <a:pt x="1404887" y="98289"/>
                </a:lnTo>
                <a:lnTo>
                  <a:pt x="1405112" y="99083"/>
                </a:lnTo>
                <a:lnTo>
                  <a:pt x="1405328" y="99884"/>
                </a:lnTo>
                <a:lnTo>
                  <a:pt x="1405534" y="100693"/>
                </a:lnTo>
                <a:lnTo>
                  <a:pt x="1405731" y="101509"/>
                </a:lnTo>
                <a:lnTo>
                  <a:pt x="1405918" y="102332"/>
                </a:lnTo>
                <a:lnTo>
                  <a:pt x="1406096" y="103162"/>
                </a:lnTo>
                <a:lnTo>
                  <a:pt x="1406264" y="103999"/>
                </a:lnTo>
                <a:lnTo>
                  <a:pt x="1406422" y="104844"/>
                </a:lnTo>
                <a:lnTo>
                  <a:pt x="1406571" y="105695"/>
                </a:lnTo>
                <a:lnTo>
                  <a:pt x="1406710" y="106554"/>
                </a:lnTo>
                <a:lnTo>
                  <a:pt x="1406840" y="107420"/>
                </a:lnTo>
                <a:lnTo>
                  <a:pt x="1406960" y="108293"/>
                </a:lnTo>
                <a:lnTo>
                  <a:pt x="1407070" y="109174"/>
                </a:lnTo>
                <a:lnTo>
                  <a:pt x="1407171" y="110061"/>
                </a:lnTo>
                <a:lnTo>
                  <a:pt x="1407262" y="110956"/>
                </a:lnTo>
                <a:lnTo>
                  <a:pt x="1407344" y="111858"/>
                </a:lnTo>
                <a:lnTo>
                  <a:pt x="1407415" y="112767"/>
                </a:lnTo>
                <a:lnTo>
                  <a:pt x="1407478" y="113683"/>
                </a:lnTo>
                <a:lnTo>
                  <a:pt x="1407531" y="114606"/>
                </a:lnTo>
                <a:lnTo>
                  <a:pt x="1407574" y="115536"/>
                </a:lnTo>
                <a:lnTo>
                  <a:pt x="1407607" y="116474"/>
                </a:lnTo>
                <a:lnTo>
                  <a:pt x="1407631" y="117419"/>
                </a:lnTo>
                <a:lnTo>
                  <a:pt x="1407646" y="118371"/>
                </a:lnTo>
                <a:lnTo>
                  <a:pt x="1407651" y="119330"/>
                </a:lnTo>
                <a:lnTo>
                  <a:pt x="1407646" y="120266"/>
                </a:lnTo>
                <a:lnTo>
                  <a:pt x="1407631" y="121196"/>
                </a:lnTo>
                <a:lnTo>
                  <a:pt x="1407607" y="122119"/>
                </a:lnTo>
                <a:lnTo>
                  <a:pt x="1407574" y="123035"/>
                </a:lnTo>
                <a:lnTo>
                  <a:pt x="1407531" y="123944"/>
                </a:lnTo>
                <a:lnTo>
                  <a:pt x="1407478" y="124847"/>
                </a:lnTo>
                <a:lnTo>
                  <a:pt x="1407415" y="125743"/>
                </a:lnTo>
                <a:lnTo>
                  <a:pt x="1407344" y="126633"/>
                </a:lnTo>
                <a:lnTo>
                  <a:pt x="1407262" y="127516"/>
                </a:lnTo>
                <a:lnTo>
                  <a:pt x="1407171" y="128392"/>
                </a:lnTo>
                <a:lnTo>
                  <a:pt x="1407070" y="129261"/>
                </a:lnTo>
                <a:lnTo>
                  <a:pt x="1406960" y="130124"/>
                </a:lnTo>
                <a:lnTo>
                  <a:pt x="1406840" y="130980"/>
                </a:lnTo>
                <a:lnTo>
                  <a:pt x="1406710" y="131829"/>
                </a:lnTo>
                <a:lnTo>
                  <a:pt x="1406571" y="132672"/>
                </a:lnTo>
                <a:lnTo>
                  <a:pt x="1406422" y="133508"/>
                </a:lnTo>
                <a:lnTo>
                  <a:pt x="1406264" y="134337"/>
                </a:lnTo>
                <a:lnTo>
                  <a:pt x="1406096" y="135159"/>
                </a:lnTo>
                <a:lnTo>
                  <a:pt x="1405918" y="135975"/>
                </a:lnTo>
                <a:lnTo>
                  <a:pt x="1405731" y="136784"/>
                </a:lnTo>
                <a:lnTo>
                  <a:pt x="1405534" y="137587"/>
                </a:lnTo>
                <a:lnTo>
                  <a:pt x="1405328" y="138383"/>
                </a:lnTo>
                <a:lnTo>
                  <a:pt x="1405112" y="139172"/>
                </a:lnTo>
                <a:lnTo>
                  <a:pt x="1404887" y="139954"/>
                </a:lnTo>
                <a:lnTo>
                  <a:pt x="1404650" y="140727"/>
                </a:lnTo>
                <a:lnTo>
                  <a:pt x="1404399" y="141486"/>
                </a:lnTo>
                <a:lnTo>
                  <a:pt x="1404135" y="142233"/>
                </a:lnTo>
                <a:lnTo>
                  <a:pt x="1403857" y="142966"/>
                </a:lnTo>
                <a:lnTo>
                  <a:pt x="1403565" y="143686"/>
                </a:lnTo>
                <a:lnTo>
                  <a:pt x="1403260" y="144393"/>
                </a:lnTo>
                <a:lnTo>
                  <a:pt x="1402942" y="145087"/>
                </a:lnTo>
                <a:lnTo>
                  <a:pt x="1402610" y="145767"/>
                </a:lnTo>
                <a:lnTo>
                  <a:pt x="1402264" y="146435"/>
                </a:lnTo>
                <a:lnTo>
                  <a:pt x="1401905" y="147089"/>
                </a:lnTo>
                <a:lnTo>
                  <a:pt x="1401532" y="147731"/>
                </a:lnTo>
                <a:lnTo>
                  <a:pt x="1401145" y="148359"/>
                </a:lnTo>
                <a:lnTo>
                  <a:pt x="1400745" y="148974"/>
                </a:lnTo>
                <a:lnTo>
                  <a:pt x="1400332" y="149576"/>
                </a:lnTo>
                <a:lnTo>
                  <a:pt x="1399904" y="150165"/>
                </a:lnTo>
                <a:lnTo>
                  <a:pt x="1399464" y="150741"/>
                </a:lnTo>
                <a:lnTo>
                  <a:pt x="1399009" y="151303"/>
                </a:lnTo>
                <a:lnTo>
                  <a:pt x="1398541" y="151853"/>
                </a:lnTo>
                <a:lnTo>
                  <a:pt x="1398060" y="152389"/>
                </a:lnTo>
                <a:lnTo>
                  <a:pt x="1397565" y="152912"/>
                </a:lnTo>
                <a:lnTo>
                  <a:pt x="1397056" y="153422"/>
                </a:lnTo>
                <a:lnTo>
                  <a:pt x="1396534" y="153919"/>
                </a:lnTo>
                <a:lnTo>
                  <a:pt x="1395998" y="154403"/>
                </a:lnTo>
                <a:lnTo>
                  <a:pt x="1395449" y="154874"/>
                </a:lnTo>
                <a:lnTo>
                  <a:pt x="1394884" y="155328"/>
                </a:lnTo>
                <a:lnTo>
                  <a:pt x="1394301" y="155763"/>
                </a:lnTo>
                <a:lnTo>
                  <a:pt x="1393701" y="156179"/>
                </a:lnTo>
                <a:lnTo>
                  <a:pt x="1393084" y="156576"/>
                </a:lnTo>
                <a:lnTo>
                  <a:pt x="1392449" y="156953"/>
                </a:lnTo>
                <a:lnTo>
                  <a:pt x="1391796" y="157311"/>
                </a:lnTo>
                <a:lnTo>
                  <a:pt x="1391126" y="157649"/>
                </a:lnTo>
                <a:lnTo>
                  <a:pt x="1390438" y="157968"/>
                </a:lnTo>
                <a:lnTo>
                  <a:pt x="1389732" y="158268"/>
                </a:lnTo>
                <a:lnTo>
                  <a:pt x="1389009" y="158548"/>
                </a:lnTo>
                <a:lnTo>
                  <a:pt x="1388269" y="158810"/>
                </a:lnTo>
                <a:lnTo>
                  <a:pt x="1387511" y="159051"/>
                </a:lnTo>
                <a:lnTo>
                  <a:pt x="1386735" y="159274"/>
                </a:lnTo>
                <a:lnTo>
                  <a:pt x="1385942" y="159477"/>
                </a:lnTo>
                <a:lnTo>
                  <a:pt x="1385131" y="159661"/>
                </a:lnTo>
                <a:lnTo>
                  <a:pt x="1384303" y="159825"/>
                </a:lnTo>
                <a:lnTo>
                  <a:pt x="1383457" y="159970"/>
                </a:lnTo>
                <a:lnTo>
                  <a:pt x="1382594" y="160096"/>
                </a:lnTo>
                <a:lnTo>
                  <a:pt x="1381713" y="160202"/>
                </a:lnTo>
                <a:lnTo>
                  <a:pt x="1380814" y="160289"/>
                </a:lnTo>
                <a:lnTo>
                  <a:pt x="1379898" y="160357"/>
                </a:lnTo>
                <a:lnTo>
                  <a:pt x="1378965" y="160405"/>
                </a:lnTo>
                <a:lnTo>
                  <a:pt x="1378014" y="160434"/>
                </a:lnTo>
                <a:lnTo>
                  <a:pt x="1377045" y="160444"/>
                </a:lnTo>
                <a:lnTo>
                  <a:pt x="1376098" y="160434"/>
                </a:lnTo>
                <a:lnTo>
                  <a:pt x="1375169" y="160405"/>
                </a:lnTo>
                <a:lnTo>
                  <a:pt x="1374257" y="160357"/>
                </a:lnTo>
                <a:lnTo>
                  <a:pt x="1373362" y="160289"/>
                </a:lnTo>
                <a:lnTo>
                  <a:pt x="1372483" y="160202"/>
                </a:lnTo>
                <a:close/>
                <a:moveTo>
                  <a:pt x="1948424" y="187456"/>
                </a:moveTo>
                <a:lnTo>
                  <a:pt x="1949833" y="187359"/>
                </a:lnTo>
                <a:lnTo>
                  <a:pt x="1951225" y="187243"/>
                </a:lnTo>
                <a:lnTo>
                  <a:pt x="1952602" y="187110"/>
                </a:lnTo>
                <a:lnTo>
                  <a:pt x="1953963" y="186958"/>
                </a:lnTo>
                <a:lnTo>
                  <a:pt x="1955308" y="186789"/>
                </a:lnTo>
                <a:lnTo>
                  <a:pt x="1956638" y="186603"/>
                </a:lnTo>
                <a:lnTo>
                  <a:pt x="1957952" y="186398"/>
                </a:lnTo>
                <a:lnTo>
                  <a:pt x="1959250" y="186176"/>
                </a:lnTo>
                <a:lnTo>
                  <a:pt x="1960533" y="185935"/>
                </a:lnTo>
                <a:lnTo>
                  <a:pt x="1961799" y="185678"/>
                </a:lnTo>
                <a:lnTo>
                  <a:pt x="1963051" y="185402"/>
                </a:lnTo>
                <a:lnTo>
                  <a:pt x="1964286" y="185108"/>
                </a:lnTo>
                <a:lnTo>
                  <a:pt x="1965506" y="184797"/>
                </a:lnTo>
                <a:lnTo>
                  <a:pt x="1966710" y="184468"/>
                </a:lnTo>
                <a:lnTo>
                  <a:pt x="1967899" y="184121"/>
                </a:lnTo>
                <a:lnTo>
                  <a:pt x="1969072" y="183756"/>
                </a:lnTo>
                <a:lnTo>
                  <a:pt x="1970229" y="183374"/>
                </a:lnTo>
                <a:lnTo>
                  <a:pt x="1971370" y="182973"/>
                </a:lnTo>
                <a:lnTo>
                  <a:pt x="1972496" y="182555"/>
                </a:lnTo>
                <a:lnTo>
                  <a:pt x="1973604" y="182119"/>
                </a:lnTo>
                <a:lnTo>
                  <a:pt x="1974693" y="181665"/>
                </a:lnTo>
                <a:lnTo>
                  <a:pt x="1975761" y="181192"/>
                </a:lnTo>
                <a:lnTo>
                  <a:pt x="1976811" y="180702"/>
                </a:lnTo>
                <a:lnTo>
                  <a:pt x="1977840" y="180192"/>
                </a:lnTo>
                <a:lnTo>
                  <a:pt x="1978850" y="179665"/>
                </a:lnTo>
                <a:lnTo>
                  <a:pt x="1979840" y="179119"/>
                </a:lnTo>
                <a:lnTo>
                  <a:pt x="1980810" y="178556"/>
                </a:lnTo>
                <a:lnTo>
                  <a:pt x="1981761" y="177973"/>
                </a:lnTo>
                <a:lnTo>
                  <a:pt x="1982692" y="177373"/>
                </a:lnTo>
                <a:lnTo>
                  <a:pt x="1983604" y="176754"/>
                </a:lnTo>
                <a:lnTo>
                  <a:pt x="1984496" y="176117"/>
                </a:lnTo>
                <a:lnTo>
                  <a:pt x="1985368" y="175462"/>
                </a:lnTo>
                <a:lnTo>
                  <a:pt x="1986220" y="174789"/>
                </a:lnTo>
                <a:lnTo>
                  <a:pt x="1987053" y="174097"/>
                </a:lnTo>
                <a:lnTo>
                  <a:pt x="1987866" y="173387"/>
                </a:lnTo>
                <a:lnTo>
                  <a:pt x="1988660" y="172659"/>
                </a:lnTo>
                <a:lnTo>
                  <a:pt x="1989434" y="171913"/>
                </a:lnTo>
                <a:lnTo>
                  <a:pt x="1990188" y="171148"/>
                </a:lnTo>
                <a:lnTo>
                  <a:pt x="1990922" y="170365"/>
                </a:lnTo>
                <a:lnTo>
                  <a:pt x="1991637" y="169564"/>
                </a:lnTo>
                <a:lnTo>
                  <a:pt x="1992332" y="168744"/>
                </a:lnTo>
                <a:lnTo>
                  <a:pt x="1993008" y="167906"/>
                </a:lnTo>
                <a:lnTo>
                  <a:pt x="1993664" y="167050"/>
                </a:lnTo>
                <a:lnTo>
                  <a:pt x="1994298" y="166176"/>
                </a:lnTo>
                <a:lnTo>
                  <a:pt x="1994907" y="165284"/>
                </a:lnTo>
                <a:lnTo>
                  <a:pt x="1995491" y="164374"/>
                </a:lnTo>
                <a:lnTo>
                  <a:pt x="1996051" y="163446"/>
                </a:lnTo>
                <a:lnTo>
                  <a:pt x="1996587" y="162499"/>
                </a:lnTo>
                <a:lnTo>
                  <a:pt x="1997098" y="161535"/>
                </a:lnTo>
                <a:lnTo>
                  <a:pt x="1997584" y="160553"/>
                </a:lnTo>
                <a:lnTo>
                  <a:pt x="1998046" y="159552"/>
                </a:lnTo>
                <a:lnTo>
                  <a:pt x="1998483" y="158534"/>
                </a:lnTo>
                <a:lnTo>
                  <a:pt x="1998895" y="157498"/>
                </a:lnTo>
                <a:lnTo>
                  <a:pt x="1999283" y="156443"/>
                </a:lnTo>
                <a:lnTo>
                  <a:pt x="1999647" y="155371"/>
                </a:lnTo>
                <a:lnTo>
                  <a:pt x="1999986" y="154281"/>
                </a:lnTo>
                <a:lnTo>
                  <a:pt x="2000300" y="153172"/>
                </a:lnTo>
                <a:lnTo>
                  <a:pt x="2000590" y="152046"/>
                </a:lnTo>
                <a:lnTo>
                  <a:pt x="2000855" y="150901"/>
                </a:lnTo>
                <a:lnTo>
                  <a:pt x="2001095" y="149739"/>
                </a:lnTo>
                <a:lnTo>
                  <a:pt x="2001311" y="148558"/>
                </a:lnTo>
                <a:lnTo>
                  <a:pt x="2001502" y="147359"/>
                </a:lnTo>
                <a:lnTo>
                  <a:pt x="2001669" y="146143"/>
                </a:lnTo>
                <a:lnTo>
                  <a:pt x="2001811" y="144908"/>
                </a:lnTo>
                <a:lnTo>
                  <a:pt x="2001929" y="143656"/>
                </a:lnTo>
                <a:lnTo>
                  <a:pt x="2002022" y="142385"/>
                </a:lnTo>
                <a:lnTo>
                  <a:pt x="2002091" y="141096"/>
                </a:lnTo>
                <a:lnTo>
                  <a:pt x="1966901" y="141096"/>
                </a:lnTo>
                <a:lnTo>
                  <a:pt x="1966878" y="141944"/>
                </a:lnTo>
                <a:lnTo>
                  <a:pt x="1966831" y="142774"/>
                </a:lnTo>
                <a:lnTo>
                  <a:pt x="1966760" y="143587"/>
                </a:lnTo>
                <a:lnTo>
                  <a:pt x="1966665" y="144382"/>
                </a:lnTo>
                <a:lnTo>
                  <a:pt x="1966546" y="145160"/>
                </a:lnTo>
                <a:lnTo>
                  <a:pt x="1966404" y="145919"/>
                </a:lnTo>
                <a:lnTo>
                  <a:pt x="1966237" y="146662"/>
                </a:lnTo>
                <a:lnTo>
                  <a:pt x="1966047" y="147386"/>
                </a:lnTo>
                <a:lnTo>
                  <a:pt x="1965833" y="148093"/>
                </a:lnTo>
                <a:lnTo>
                  <a:pt x="1965595" y="148783"/>
                </a:lnTo>
                <a:lnTo>
                  <a:pt x="1965333" y="149454"/>
                </a:lnTo>
                <a:lnTo>
                  <a:pt x="1965047" y="150109"/>
                </a:lnTo>
                <a:lnTo>
                  <a:pt x="1964737" y="150745"/>
                </a:lnTo>
                <a:lnTo>
                  <a:pt x="1964404" y="151364"/>
                </a:lnTo>
                <a:lnTo>
                  <a:pt x="1964046" y="151965"/>
                </a:lnTo>
                <a:lnTo>
                  <a:pt x="1963665" y="152549"/>
                </a:lnTo>
                <a:lnTo>
                  <a:pt x="1963260" y="153115"/>
                </a:lnTo>
                <a:lnTo>
                  <a:pt x="1962831" y="153664"/>
                </a:lnTo>
                <a:lnTo>
                  <a:pt x="1962378" y="154194"/>
                </a:lnTo>
                <a:lnTo>
                  <a:pt x="1961901" y="154708"/>
                </a:lnTo>
                <a:lnTo>
                  <a:pt x="1961400" y="155203"/>
                </a:lnTo>
                <a:lnTo>
                  <a:pt x="1960876" y="155681"/>
                </a:lnTo>
                <a:lnTo>
                  <a:pt x="1960327" y="156142"/>
                </a:lnTo>
                <a:lnTo>
                  <a:pt x="1959755" y="156584"/>
                </a:lnTo>
                <a:lnTo>
                  <a:pt x="1959163" y="157009"/>
                </a:lnTo>
                <a:lnTo>
                  <a:pt x="1958555" y="157416"/>
                </a:lnTo>
                <a:lnTo>
                  <a:pt x="1957931" y="157805"/>
                </a:lnTo>
                <a:lnTo>
                  <a:pt x="1957291" y="158176"/>
                </a:lnTo>
                <a:lnTo>
                  <a:pt x="1956635" y="158528"/>
                </a:lnTo>
                <a:lnTo>
                  <a:pt x="1955963" y="158863"/>
                </a:lnTo>
                <a:lnTo>
                  <a:pt x="1955275" y="159179"/>
                </a:lnTo>
                <a:lnTo>
                  <a:pt x="1954572" y="159478"/>
                </a:lnTo>
                <a:lnTo>
                  <a:pt x="1953852" y="159758"/>
                </a:lnTo>
                <a:lnTo>
                  <a:pt x="1953117" y="160020"/>
                </a:lnTo>
                <a:lnTo>
                  <a:pt x="1952365" y="160264"/>
                </a:lnTo>
                <a:lnTo>
                  <a:pt x="1951598" y="160490"/>
                </a:lnTo>
                <a:lnTo>
                  <a:pt x="1950815" y="160698"/>
                </a:lnTo>
                <a:lnTo>
                  <a:pt x="1950016" y="160888"/>
                </a:lnTo>
                <a:lnTo>
                  <a:pt x="1949201" y="161060"/>
                </a:lnTo>
                <a:lnTo>
                  <a:pt x="1948370" y="161213"/>
                </a:lnTo>
                <a:lnTo>
                  <a:pt x="1947523" y="161349"/>
                </a:lnTo>
                <a:lnTo>
                  <a:pt x="1946660" y="161467"/>
                </a:lnTo>
                <a:lnTo>
                  <a:pt x="1945781" y="161566"/>
                </a:lnTo>
                <a:lnTo>
                  <a:pt x="1944887" y="161647"/>
                </a:lnTo>
                <a:lnTo>
                  <a:pt x="1943976" y="161711"/>
                </a:lnTo>
                <a:lnTo>
                  <a:pt x="1943050" y="161756"/>
                </a:lnTo>
                <a:lnTo>
                  <a:pt x="1942107" y="161783"/>
                </a:lnTo>
                <a:lnTo>
                  <a:pt x="1941149" y="161792"/>
                </a:lnTo>
                <a:lnTo>
                  <a:pt x="1940224" y="161783"/>
                </a:lnTo>
                <a:lnTo>
                  <a:pt x="1939314" y="161757"/>
                </a:lnTo>
                <a:lnTo>
                  <a:pt x="1938419" y="161714"/>
                </a:lnTo>
                <a:lnTo>
                  <a:pt x="1937539" y="161652"/>
                </a:lnTo>
                <a:lnTo>
                  <a:pt x="1936673" y="161574"/>
                </a:lnTo>
                <a:lnTo>
                  <a:pt x="1935823" y="161478"/>
                </a:lnTo>
                <a:lnTo>
                  <a:pt x="1934988" y="161364"/>
                </a:lnTo>
                <a:lnTo>
                  <a:pt x="1934168" y="161233"/>
                </a:lnTo>
                <a:lnTo>
                  <a:pt x="1933363" y="161085"/>
                </a:lnTo>
                <a:lnTo>
                  <a:pt x="1932572" y="160919"/>
                </a:lnTo>
                <a:lnTo>
                  <a:pt x="1931797" y="160735"/>
                </a:lnTo>
                <a:lnTo>
                  <a:pt x="1931037" y="160534"/>
                </a:lnTo>
                <a:lnTo>
                  <a:pt x="1930292" y="160316"/>
                </a:lnTo>
                <a:lnTo>
                  <a:pt x="1929561" y="160080"/>
                </a:lnTo>
                <a:lnTo>
                  <a:pt x="1928846" y="159827"/>
                </a:lnTo>
                <a:lnTo>
                  <a:pt x="1928146" y="159556"/>
                </a:lnTo>
                <a:lnTo>
                  <a:pt x="1927460" y="159268"/>
                </a:lnTo>
                <a:lnTo>
                  <a:pt x="1926790" y="158962"/>
                </a:lnTo>
                <a:lnTo>
                  <a:pt x="1926134" y="158639"/>
                </a:lnTo>
                <a:lnTo>
                  <a:pt x="1925494" y="158299"/>
                </a:lnTo>
                <a:lnTo>
                  <a:pt x="1924869" y="157940"/>
                </a:lnTo>
                <a:lnTo>
                  <a:pt x="1924258" y="157565"/>
                </a:lnTo>
                <a:lnTo>
                  <a:pt x="1923663" y="157172"/>
                </a:lnTo>
                <a:lnTo>
                  <a:pt x="1923082" y="156761"/>
                </a:lnTo>
                <a:lnTo>
                  <a:pt x="1922516" y="156336"/>
                </a:lnTo>
                <a:lnTo>
                  <a:pt x="1921962" y="155900"/>
                </a:lnTo>
                <a:lnTo>
                  <a:pt x="1921421" y="155452"/>
                </a:lnTo>
                <a:lnTo>
                  <a:pt x="1920893" y="154993"/>
                </a:lnTo>
                <a:lnTo>
                  <a:pt x="1920378" y="154523"/>
                </a:lnTo>
                <a:lnTo>
                  <a:pt x="1919876" y="154041"/>
                </a:lnTo>
                <a:lnTo>
                  <a:pt x="1919386" y="153549"/>
                </a:lnTo>
                <a:lnTo>
                  <a:pt x="1918910" y="153045"/>
                </a:lnTo>
                <a:lnTo>
                  <a:pt x="1918446" y="152530"/>
                </a:lnTo>
                <a:lnTo>
                  <a:pt x="1917996" y="152003"/>
                </a:lnTo>
                <a:lnTo>
                  <a:pt x="1917558" y="151465"/>
                </a:lnTo>
                <a:lnTo>
                  <a:pt x="1917133" y="150916"/>
                </a:lnTo>
                <a:lnTo>
                  <a:pt x="1916721" y="150356"/>
                </a:lnTo>
                <a:lnTo>
                  <a:pt x="1916322" y="149785"/>
                </a:lnTo>
                <a:lnTo>
                  <a:pt x="1915935" y="149202"/>
                </a:lnTo>
                <a:lnTo>
                  <a:pt x="1915562" y="148608"/>
                </a:lnTo>
                <a:lnTo>
                  <a:pt x="1915201" y="148003"/>
                </a:lnTo>
                <a:lnTo>
                  <a:pt x="1914853" y="147386"/>
                </a:lnTo>
                <a:lnTo>
                  <a:pt x="1914519" y="146759"/>
                </a:lnTo>
                <a:lnTo>
                  <a:pt x="1914197" y="146120"/>
                </a:lnTo>
                <a:lnTo>
                  <a:pt x="1913888" y="145470"/>
                </a:lnTo>
                <a:lnTo>
                  <a:pt x="1913591" y="144808"/>
                </a:lnTo>
                <a:lnTo>
                  <a:pt x="1913308" y="144135"/>
                </a:lnTo>
                <a:lnTo>
                  <a:pt x="1913037" y="143451"/>
                </a:lnTo>
                <a:lnTo>
                  <a:pt x="1912778" y="142760"/>
                </a:lnTo>
                <a:lnTo>
                  <a:pt x="1912530" y="142064"/>
                </a:lnTo>
                <a:lnTo>
                  <a:pt x="1912291" y="141363"/>
                </a:lnTo>
                <a:lnTo>
                  <a:pt x="1912062" y="140659"/>
                </a:lnTo>
                <a:lnTo>
                  <a:pt x="1911843" y="139950"/>
                </a:lnTo>
                <a:lnTo>
                  <a:pt x="1911634" y="139236"/>
                </a:lnTo>
                <a:lnTo>
                  <a:pt x="1911436" y="138519"/>
                </a:lnTo>
                <a:lnTo>
                  <a:pt x="1911247" y="137797"/>
                </a:lnTo>
                <a:lnTo>
                  <a:pt x="1911069" y="137070"/>
                </a:lnTo>
                <a:lnTo>
                  <a:pt x="1910900" y="136340"/>
                </a:lnTo>
                <a:lnTo>
                  <a:pt x="1910742" y="135605"/>
                </a:lnTo>
                <a:lnTo>
                  <a:pt x="1910594" y="134866"/>
                </a:lnTo>
                <a:lnTo>
                  <a:pt x="1910456" y="134122"/>
                </a:lnTo>
                <a:lnTo>
                  <a:pt x="1910327" y="133374"/>
                </a:lnTo>
                <a:lnTo>
                  <a:pt x="1910209" y="132622"/>
                </a:lnTo>
                <a:lnTo>
                  <a:pt x="1910101" y="131866"/>
                </a:lnTo>
                <a:lnTo>
                  <a:pt x="1910003" y="131105"/>
                </a:lnTo>
                <a:lnTo>
                  <a:pt x="1909915" y="130340"/>
                </a:lnTo>
                <a:lnTo>
                  <a:pt x="1909838" y="129570"/>
                </a:lnTo>
                <a:lnTo>
                  <a:pt x="1909770" y="128797"/>
                </a:lnTo>
                <a:lnTo>
                  <a:pt x="1909712" y="128019"/>
                </a:lnTo>
                <a:lnTo>
                  <a:pt x="1909664" y="127236"/>
                </a:lnTo>
                <a:lnTo>
                  <a:pt x="1909627" y="126450"/>
                </a:lnTo>
                <a:lnTo>
                  <a:pt x="1909599" y="125659"/>
                </a:lnTo>
                <a:lnTo>
                  <a:pt x="2001956" y="125659"/>
                </a:lnTo>
                <a:lnTo>
                  <a:pt x="2001978" y="125531"/>
                </a:lnTo>
                <a:lnTo>
                  <a:pt x="2002000" y="125400"/>
                </a:lnTo>
                <a:lnTo>
                  <a:pt x="2002021" y="125263"/>
                </a:lnTo>
                <a:lnTo>
                  <a:pt x="2002042" y="125123"/>
                </a:lnTo>
                <a:lnTo>
                  <a:pt x="2002062" y="124977"/>
                </a:lnTo>
                <a:lnTo>
                  <a:pt x="2002082" y="124828"/>
                </a:lnTo>
                <a:lnTo>
                  <a:pt x="2002102" y="124674"/>
                </a:lnTo>
                <a:lnTo>
                  <a:pt x="2002121" y="124515"/>
                </a:lnTo>
                <a:lnTo>
                  <a:pt x="2002139" y="124352"/>
                </a:lnTo>
                <a:lnTo>
                  <a:pt x="2002157" y="124184"/>
                </a:lnTo>
                <a:lnTo>
                  <a:pt x="2002175" y="124012"/>
                </a:lnTo>
                <a:lnTo>
                  <a:pt x="2002192" y="123835"/>
                </a:lnTo>
                <a:lnTo>
                  <a:pt x="2002208" y="123654"/>
                </a:lnTo>
                <a:lnTo>
                  <a:pt x="2002224" y="123468"/>
                </a:lnTo>
                <a:lnTo>
                  <a:pt x="2002240" y="123278"/>
                </a:lnTo>
                <a:lnTo>
                  <a:pt x="2002255" y="123084"/>
                </a:lnTo>
                <a:lnTo>
                  <a:pt x="2002270" y="122885"/>
                </a:lnTo>
                <a:lnTo>
                  <a:pt x="2002284" y="122681"/>
                </a:lnTo>
                <a:lnTo>
                  <a:pt x="2002298" y="122473"/>
                </a:lnTo>
                <a:lnTo>
                  <a:pt x="2002312" y="122260"/>
                </a:lnTo>
                <a:lnTo>
                  <a:pt x="2002324" y="122043"/>
                </a:lnTo>
                <a:lnTo>
                  <a:pt x="2002337" y="121822"/>
                </a:lnTo>
                <a:lnTo>
                  <a:pt x="2002349" y="121596"/>
                </a:lnTo>
                <a:lnTo>
                  <a:pt x="2002360" y="121365"/>
                </a:lnTo>
                <a:lnTo>
                  <a:pt x="2002371" y="121134"/>
                </a:lnTo>
                <a:lnTo>
                  <a:pt x="2002382" y="120908"/>
                </a:lnTo>
                <a:lnTo>
                  <a:pt x="2002392" y="120685"/>
                </a:lnTo>
                <a:lnTo>
                  <a:pt x="2002401" y="120466"/>
                </a:lnTo>
                <a:lnTo>
                  <a:pt x="2002411" y="120252"/>
                </a:lnTo>
                <a:lnTo>
                  <a:pt x="2002419" y="120041"/>
                </a:lnTo>
                <a:lnTo>
                  <a:pt x="2002427" y="119834"/>
                </a:lnTo>
                <a:lnTo>
                  <a:pt x="2002435" y="119632"/>
                </a:lnTo>
                <a:lnTo>
                  <a:pt x="2002442" y="119433"/>
                </a:lnTo>
                <a:lnTo>
                  <a:pt x="2002449" y="119238"/>
                </a:lnTo>
                <a:lnTo>
                  <a:pt x="2002455" y="119048"/>
                </a:lnTo>
                <a:lnTo>
                  <a:pt x="2002461" y="118861"/>
                </a:lnTo>
                <a:lnTo>
                  <a:pt x="2002467" y="118679"/>
                </a:lnTo>
                <a:lnTo>
                  <a:pt x="2002472" y="118500"/>
                </a:lnTo>
                <a:lnTo>
                  <a:pt x="2002476" y="118326"/>
                </a:lnTo>
                <a:lnTo>
                  <a:pt x="2002480" y="118156"/>
                </a:lnTo>
                <a:lnTo>
                  <a:pt x="2002484" y="117989"/>
                </a:lnTo>
                <a:lnTo>
                  <a:pt x="2002487" y="117827"/>
                </a:lnTo>
                <a:lnTo>
                  <a:pt x="2002489" y="117668"/>
                </a:lnTo>
                <a:lnTo>
                  <a:pt x="2002491" y="117514"/>
                </a:lnTo>
                <a:lnTo>
                  <a:pt x="2002493" y="117364"/>
                </a:lnTo>
                <a:lnTo>
                  <a:pt x="2002494" y="117217"/>
                </a:lnTo>
                <a:lnTo>
                  <a:pt x="2002495" y="117075"/>
                </a:lnTo>
                <a:lnTo>
                  <a:pt x="2002495" y="116937"/>
                </a:lnTo>
                <a:lnTo>
                  <a:pt x="2002465" y="114282"/>
                </a:lnTo>
                <a:lnTo>
                  <a:pt x="2002377" y="111679"/>
                </a:lnTo>
                <a:lnTo>
                  <a:pt x="2002229" y="109127"/>
                </a:lnTo>
                <a:lnTo>
                  <a:pt x="2002021" y="106626"/>
                </a:lnTo>
                <a:lnTo>
                  <a:pt x="2001755" y="104177"/>
                </a:lnTo>
                <a:lnTo>
                  <a:pt x="2001429" y="101779"/>
                </a:lnTo>
                <a:lnTo>
                  <a:pt x="2001044" y="99432"/>
                </a:lnTo>
                <a:lnTo>
                  <a:pt x="2000600" y="97137"/>
                </a:lnTo>
                <a:lnTo>
                  <a:pt x="2000097" y="94893"/>
                </a:lnTo>
                <a:lnTo>
                  <a:pt x="1999534" y="92701"/>
                </a:lnTo>
                <a:lnTo>
                  <a:pt x="1998912" y="90559"/>
                </a:lnTo>
                <a:lnTo>
                  <a:pt x="1998231" y="88470"/>
                </a:lnTo>
                <a:lnTo>
                  <a:pt x="1997491" y="86431"/>
                </a:lnTo>
                <a:lnTo>
                  <a:pt x="1996691" y="84444"/>
                </a:lnTo>
                <a:lnTo>
                  <a:pt x="1995833" y="82508"/>
                </a:lnTo>
                <a:lnTo>
                  <a:pt x="1994915" y="80624"/>
                </a:lnTo>
                <a:lnTo>
                  <a:pt x="1993938" y="78790"/>
                </a:lnTo>
                <a:lnTo>
                  <a:pt x="1992901" y="77009"/>
                </a:lnTo>
                <a:lnTo>
                  <a:pt x="1991806" y="75278"/>
                </a:lnTo>
                <a:lnTo>
                  <a:pt x="1990651" y="73599"/>
                </a:lnTo>
                <a:lnTo>
                  <a:pt x="1989437" y="71972"/>
                </a:lnTo>
                <a:lnTo>
                  <a:pt x="1988164" y="70395"/>
                </a:lnTo>
                <a:lnTo>
                  <a:pt x="1986831" y="68870"/>
                </a:lnTo>
                <a:lnTo>
                  <a:pt x="1985439" y="67397"/>
                </a:lnTo>
                <a:lnTo>
                  <a:pt x="1983997" y="65979"/>
                </a:lnTo>
                <a:lnTo>
                  <a:pt x="1982511" y="64621"/>
                </a:lnTo>
                <a:lnTo>
                  <a:pt x="1980983" y="63324"/>
                </a:lnTo>
                <a:lnTo>
                  <a:pt x="1979412" y="62087"/>
                </a:lnTo>
                <a:lnTo>
                  <a:pt x="1977798" y="60911"/>
                </a:lnTo>
                <a:lnTo>
                  <a:pt x="1976141" y="59795"/>
                </a:lnTo>
                <a:lnTo>
                  <a:pt x="1974441" y="58739"/>
                </a:lnTo>
                <a:lnTo>
                  <a:pt x="1972698" y="57743"/>
                </a:lnTo>
                <a:lnTo>
                  <a:pt x="1970913" y="56808"/>
                </a:lnTo>
                <a:lnTo>
                  <a:pt x="1969085" y="55933"/>
                </a:lnTo>
                <a:lnTo>
                  <a:pt x="1967214" y="55119"/>
                </a:lnTo>
                <a:lnTo>
                  <a:pt x="1965300" y="54365"/>
                </a:lnTo>
                <a:lnTo>
                  <a:pt x="1963343" y="53671"/>
                </a:lnTo>
                <a:lnTo>
                  <a:pt x="1961343" y="53037"/>
                </a:lnTo>
                <a:lnTo>
                  <a:pt x="1959301" y="52464"/>
                </a:lnTo>
                <a:lnTo>
                  <a:pt x="1957216" y="51951"/>
                </a:lnTo>
                <a:lnTo>
                  <a:pt x="1955088" y="51499"/>
                </a:lnTo>
                <a:lnTo>
                  <a:pt x="1952917" y="51107"/>
                </a:lnTo>
                <a:lnTo>
                  <a:pt x="1950703" y="50775"/>
                </a:lnTo>
                <a:lnTo>
                  <a:pt x="1948446" y="50503"/>
                </a:lnTo>
                <a:lnTo>
                  <a:pt x="1946147" y="50292"/>
                </a:lnTo>
                <a:lnTo>
                  <a:pt x="1943805" y="50141"/>
                </a:lnTo>
                <a:lnTo>
                  <a:pt x="1941420" y="50051"/>
                </a:lnTo>
                <a:lnTo>
                  <a:pt x="1938992" y="50021"/>
                </a:lnTo>
                <a:lnTo>
                  <a:pt x="1937239" y="50035"/>
                </a:lnTo>
                <a:lnTo>
                  <a:pt x="1935510" y="50078"/>
                </a:lnTo>
                <a:lnTo>
                  <a:pt x="1933804" y="50150"/>
                </a:lnTo>
                <a:lnTo>
                  <a:pt x="1932121" y="50250"/>
                </a:lnTo>
                <a:lnTo>
                  <a:pt x="1930461" y="50379"/>
                </a:lnTo>
                <a:lnTo>
                  <a:pt x="1928825" y="50537"/>
                </a:lnTo>
                <a:lnTo>
                  <a:pt x="1927212" y="50723"/>
                </a:lnTo>
                <a:lnTo>
                  <a:pt x="1925621" y="50938"/>
                </a:lnTo>
                <a:lnTo>
                  <a:pt x="1924054" y="51181"/>
                </a:lnTo>
                <a:lnTo>
                  <a:pt x="1922510" y="51454"/>
                </a:lnTo>
                <a:lnTo>
                  <a:pt x="1920990" y="51755"/>
                </a:lnTo>
                <a:lnTo>
                  <a:pt x="1919492" y="52084"/>
                </a:lnTo>
                <a:lnTo>
                  <a:pt x="1918018" y="52442"/>
                </a:lnTo>
                <a:lnTo>
                  <a:pt x="1916567" y="52829"/>
                </a:lnTo>
                <a:lnTo>
                  <a:pt x="1915139" y="53245"/>
                </a:lnTo>
                <a:lnTo>
                  <a:pt x="1913734" y="53689"/>
                </a:lnTo>
                <a:lnTo>
                  <a:pt x="1912352" y="54162"/>
                </a:lnTo>
                <a:lnTo>
                  <a:pt x="1910994" y="54664"/>
                </a:lnTo>
                <a:lnTo>
                  <a:pt x="1909659" y="55194"/>
                </a:lnTo>
                <a:lnTo>
                  <a:pt x="1908347" y="55753"/>
                </a:lnTo>
                <a:lnTo>
                  <a:pt x="1907058" y="56340"/>
                </a:lnTo>
                <a:lnTo>
                  <a:pt x="1905792" y="56956"/>
                </a:lnTo>
                <a:lnTo>
                  <a:pt x="1904549" y="57601"/>
                </a:lnTo>
                <a:lnTo>
                  <a:pt x="1903330" y="58275"/>
                </a:lnTo>
                <a:lnTo>
                  <a:pt x="1902134" y="58975"/>
                </a:lnTo>
                <a:lnTo>
                  <a:pt x="1900963" y="59699"/>
                </a:lnTo>
                <a:lnTo>
                  <a:pt x="1899816" y="60448"/>
                </a:lnTo>
                <a:lnTo>
                  <a:pt x="1898693" y="61221"/>
                </a:lnTo>
                <a:lnTo>
                  <a:pt x="1897595" y="62019"/>
                </a:lnTo>
                <a:lnTo>
                  <a:pt x="1896521" y="62841"/>
                </a:lnTo>
                <a:lnTo>
                  <a:pt x="1895472" y="63687"/>
                </a:lnTo>
                <a:lnTo>
                  <a:pt x="1894446" y="64558"/>
                </a:lnTo>
                <a:lnTo>
                  <a:pt x="1893445" y="65453"/>
                </a:lnTo>
                <a:lnTo>
                  <a:pt x="1892469" y="66373"/>
                </a:lnTo>
                <a:lnTo>
                  <a:pt x="1891517" y="67317"/>
                </a:lnTo>
                <a:lnTo>
                  <a:pt x="1890589" y="68286"/>
                </a:lnTo>
                <a:lnTo>
                  <a:pt x="1889685" y="69278"/>
                </a:lnTo>
                <a:lnTo>
                  <a:pt x="1888806" y="70296"/>
                </a:lnTo>
                <a:lnTo>
                  <a:pt x="1887951" y="71337"/>
                </a:lnTo>
                <a:lnTo>
                  <a:pt x="1887121" y="72403"/>
                </a:lnTo>
                <a:lnTo>
                  <a:pt x="1886315" y="73494"/>
                </a:lnTo>
                <a:lnTo>
                  <a:pt x="1885533" y="74609"/>
                </a:lnTo>
                <a:lnTo>
                  <a:pt x="1884775" y="75748"/>
                </a:lnTo>
                <a:lnTo>
                  <a:pt x="1884042" y="76912"/>
                </a:lnTo>
                <a:lnTo>
                  <a:pt x="1883333" y="78100"/>
                </a:lnTo>
                <a:lnTo>
                  <a:pt x="1882649" y="79312"/>
                </a:lnTo>
                <a:lnTo>
                  <a:pt x="1881989" y="80549"/>
                </a:lnTo>
                <a:lnTo>
                  <a:pt x="1881353" y="81810"/>
                </a:lnTo>
                <a:lnTo>
                  <a:pt x="1880743" y="83094"/>
                </a:lnTo>
                <a:lnTo>
                  <a:pt x="1880158" y="84397"/>
                </a:lnTo>
                <a:lnTo>
                  <a:pt x="1879599" y="85721"/>
                </a:lnTo>
                <a:lnTo>
                  <a:pt x="1879067" y="87066"/>
                </a:lnTo>
                <a:lnTo>
                  <a:pt x="1878560" y="88431"/>
                </a:lnTo>
                <a:lnTo>
                  <a:pt x="1878079" y="89816"/>
                </a:lnTo>
                <a:lnTo>
                  <a:pt x="1877625" y="91222"/>
                </a:lnTo>
                <a:lnTo>
                  <a:pt x="1877196" y="92648"/>
                </a:lnTo>
                <a:lnTo>
                  <a:pt x="1876793" y="94094"/>
                </a:lnTo>
                <a:lnTo>
                  <a:pt x="1876417" y="95561"/>
                </a:lnTo>
                <a:lnTo>
                  <a:pt x="1876066" y="97048"/>
                </a:lnTo>
                <a:lnTo>
                  <a:pt x="1875741" y="98555"/>
                </a:lnTo>
                <a:lnTo>
                  <a:pt x="1875442" y="100083"/>
                </a:lnTo>
                <a:lnTo>
                  <a:pt x="1875169" y="101631"/>
                </a:lnTo>
                <a:lnTo>
                  <a:pt x="1874923" y="103200"/>
                </a:lnTo>
                <a:lnTo>
                  <a:pt x="1874702" y="104789"/>
                </a:lnTo>
                <a:lnTo>
                  <a:pt x="1874507" y="106398"/>
                </a:lnTo>
                <a:lnTo>
                  <a:pt x="1874338" y="108028"/>
                </a:lnTo>
                <a:lnTo>
                  <a:pt x="1874195" y="109678"/>
                </a:lnTo>
                <a:lnTo>
                  <a:pt x="1874078" y="111349"/>
                </a:lnTo>
                <a:lnTo>
                  <a:pt x="1873987" y="113040"/>
                </a:lnTo>
                <a:lnTo>
                  <a:pt x="1873922" y="114751"/>
                </a:lnTo>
                <a:lnTo>
                  <a:pt x="1873883" y="116483"/>
                </a:lnTo>
                <a:lnTo>
                  <a:pt x="1873870" y="118235"/>
                </a:lnTo>
                <a:lnTo>
                  <a:pt x="1873884" y="120043"/>
                </a:lnTo>
                <a:lnTo>
                  <a:pt x="1873924" y="121829"/>
                </a:lnTo>
                <a:lnTo>
                  <a:pt x="1873990" y="123594"/>
                </a:lnTo>
                <a:lnTo>
                  <a:pt x="1874084" y="125337"/>
                </a:lnTo>
                <a:lnTo>
                  <a:pt x="1874204" y="127058"/>
                </a:lnTo>
                <a:lnTo>
                  <a:pt x="1874351" y="128757"/>
                </a:lnTo>
                <a:lnTo>
                  <a:pt x="1874524" y="130435"/>
                </a:lnTo>
                <a:lnTo>
                  <a:pt x="1874724" y="132090"/>
                </a:lnTo>
                <a:lnTo>
                  <a:pt x="1874951" y="133724"/>
                </a:lnTo>
                <a:lnTo>
                  <a:pt x="1875205" y="135337"/>
                </a:lnTo>
                <a:lnTo>
                  <a:pt x="1875485" y="136927"/>
                </a:lnTo>
                <a:lnTo>
                  <a:pt x="1875792" y="138496"/>
                </a:lnTo>
                <a:lnTo>
                  <a:pt x="1876125" y="140042"/>
                </a:lnTo>
                <a:lnTo>
                  <a:pt x="1876485" y="141567"/>
                </a:lnTo>
                <a:lnTo>
                  <a:pt x="1876872" y="143071"/>
                </a:lnTo>
                <a:lnTo>
                  <a:pt x="1877286" y="144552"/>
                </a:lnTo>
                <a:lnTo>
                  <a:pt x="1877726" y="146012"/>
                </a:lnTo>
                <a:lnTo>
                  <a:pt x="1878193" y="147450"/>
                </a:lnTo>
                <a:lnTo>
                  <a:pt x="1878687" y="148866"/>
                </a:lnTo>
                <a:lnTo>
                  <a:pt x="1879207" y="150260"/>
                </a:lnTo>
                <a:lnTo>
                  <a:pt x="1879754" y="151633"/>
                </a:lnTo>
                <a:lnTo>
                  <a:pt x="1880328" y="152983"/>
                </a:lnTo>
                <a:lnTo>
                  <a:pt x="1880928" y="154312"/>
                </a:lnTo>
                <a:lnTo>
                  <a:pt x="1881555" y="155620"/>
                </a:lnTo>
                <a:lnTo>
                  <a:pt x="1882209" y="156903"/>
                </a:lnTo>
                <a:lnTo>
                  <a:pt x="1882887" y="158161"/>
                </a:lnTo>
                <a:lnTo>
                  <a:pt x="1883590" y="159393"/>
                </a:lnTo>
                <a:lnTo>
                  <a:pt x="1884319" y="160601"/>
                </a:lnTo>
                <a:lnTo>
                  <a:pt x="1885074" y="161783"/>
                </a:lnTo>
                <a:lnTo>
                  <a:pt x="1885853" y="162939"/>
                </a:lnTo>
                <a:lnTo>
                  <a:pt x="1886658" y="164070"/>
                </a:lnTo>
                <a:lnTo>
                  <a:pt x="1887488" y="165176"/>
                </a:lnTo>
                <a:lnTo>
                  <a:pt x="1888343" y="166257"/>
                </a:lnTo>
                <a:lnTo>
                  <a:pt x="1889224" y="167312"/>
                </a:lnTo>
                <a:lnTo>
                  <a:pt x="1890130" y="168342"/>
                </a:lnTo>
                <a:lnTo>
                  <a:pt x="1891061" y="169347"/>
                </a:lnTo>
                <a:lnTo>
                  <a:pt x="1892017" y="170326"/>
                </a:lnTo>
                <a:lnTo>
                  <a:pt x="1892999" y="171280"/>
                </a:lnTo>
                <a:lnTo>
                  <a:pt x="1894006" y="172208"/>
                </a:lnTo>
                <a:lnTo>
                  <a:pt x="1895038" y="173111"/>
                </a:lnTo>
                <a:lnTo>
                  <a:pt x="1896096" y="173989"/>
                </a:lnTo>
                <a:lnTo>
                  <a:pt x="1897178" y="174842"/>
                </a:lnTo>
                <a:lnTo>
                  <a:pt x="1898287" y="175669"/>
                </a:lnTo>
                <a:lnTo>
                  <a:pt x="1899420" y="176471"/>
                </a:lnTo>
                <a:lnTo>
                  <a:pt x="1900579" y="177247"/>
                </a:lnTo>
                <a:lnTo>
                  <a:pt x="1901763" y="177999"/>
                </a:lnTo>
                <a:lnTo>
                  <a:pt x="1902972" y="178724"/>
                </a:lnTo>
                <a:lnTo>
                  <a:pt x="1904206" y="179425"/>
                </a:lnTo>
                <a:lnTo>
                  <a:pt x="1905466" y="180098"/>
                </a:lnTo>
                <a:lnTo>
                  <a:pt x="1906749" y="180743"/>
                </a:lnTo>
                <a:lnTo>
                  <a:pt x="1908057" y="181359"/>
                </a:lnTo>
                <a:lnTo>
                  <a:pt x="1909390" y="181947"/>
                </a:lnTo>
                <a:lnTo>
                  <a:pt x="1910746" y="182506"/>
                </a:lnTo>
                <a:lnTo>
                  <a:pt x="1912127" y="183036"/>
                </a:lnTo>
                <a:lnTo>
                  <a:pt x="1913533" y="183538"/>
                </a:lnTo>
                <a:lnTo>
                  <a:pt x="1914963" y="184010"/>
                </a:lnTo>
                <a:lnTo>
                  <a:pt x="1916417" y="184455"/>
                </a:lnTo>
                <a:lnTo>
                  <a:pt x="1917895" y="184870"/>
                </a:lnTo>
                <a:lnTo>
                  <a:pt x="1919398" y="185257"/>
                </a:lnTo>
                <a:lnTo>
                  <a:pt x="1920925" y="185615"/>
                </a:lnTo>
                <a:lnTo>
                  <a:pt x="1922476" y="185945"/>
                </a:lnTo>
                <a:lnTo>
                  <a:pt x="1924052" y="186246"/>
                </a:lnTo>
                <a:lnTo>
                  <a:pt x="1925652" y="186518"/>
                </a:lnTo>
                <a:lnTo>
                  <a:pt x="1927277" y="186762"/>
                </a:lnTo>
                <a:lnTo>
                  <a:pt x="1928926" y="186977"/>
                </a:lnTo>
                <a:lnTo>
                  <a:pt x="1930599" y="187163"/>
                </a:lnTo>
                <a:lnTo>
                  <a:pt x="1932296" y="187321"/>
                </a:lnTo>
                <a:lnTo>
                  <a:pt x="1934018" y="187450"/>
                </a:lnTo>
                <a:lnTo>
                  <a:pt x="1935764" y="187550"/>
                </a:lnTo>
                <a:lnTo>
                  <a:pt x="1937535" y="187622"/>
                </a:lnTo>
                <a:lnTo>
                  <a:pt x="1939330" y="187665"/>
                </a:lnTo>
                <a:lnTo>
                  <a:pt x="1941149" y="187679"/>
                </a:lnTo>
                <a:lnTo>
                  <a:pt x="1942635" y="187670"/>
                </a:lnTo>
                <a:lnTo>
                  <a:pt x="1944106" y="187643"/>
                </a:lnTo>
                <a:lnTo>
                  <a:pt x="1945561" y="187599"/>
                </a:lnTo>
                <a:lnTo>
                  <a:pt x="1947001" y="187537"/>
                </a:lnTo>
                <a:lnTo>
                  <a:pt x="1948424" y="187456"/>
                </a:lnTo>
                <a:close/>
                <a:moveTo>
                  <a:pt x="1910648" y="97564"/>
                </a:moveTo>
                <a:lnTo>
                  <a:pt x="1910851" y="96544"/>
                </a:lnTo>
                <a:lnTo>
                  <a:pt x="1911078" y="95546"/>
                </a:lnTo>
                <a:lnTo>
                  <a:pt x="1911330" y="94570"/>
                </a:lnTo>
                <a:lnTo>
                  <a:pt x="1911606" y="93618"/>
                </a:lnTo>
                <a:lnTo>
                  <a:pt x="1911907" y="92687"/>
                </a:lnTo>
                <a:lnTo>
                  <a:pt x="1912232" y="91780"/>
                </a:lnTo>
                <a:lnTo>
                  <a:pt x="1912582" y="90895"/>
                </a:lnTo>
                <a:lnTo>
                  <a:pt x="1912957" y="90033"/>
                </a:lnTo>
                <a:lnTo>
                  <a:pt x="1913356" y="89194"/>
                </a:lnTo>
                <a:lnTo>
                  <a:pt x="1913780" y="88377"/>
                </a:lnTo>
                <a:lnTo>
                  <a:pt x="1914228" y="87583"/>
                </a:lnTo>
                <a:lnTo>
                  <a:pt x="1914701" y="86812"/>
                </a:lnTo>
                <a:lnTo>
                  <a:pt x="1915199" y="86063"/>
                </a:lnTo>
                <a:lnTo>
                  <a:pt x="1915721" y="85337"/>
                </a:lnTo>
                <a:lnTo>
                  <a:pt x="1916268" y="84633"/>
                </a:lnTo>
                <a:lnTo>
                  <a:pt x="1916839" y="83953"/>
                </a:lnTo>
                <a:lnTo>
                  <a:pt x="1917435" y="83295"/>
                </a:lnTo>
                <a:lnTo>
                  <a:pt x="1918055" y="82659"/>
                </a:lnTo>
                <a:lnTo>
                  <a:pt x="1918700" y="82046"/>
                </a:lnTo>
                <a:lnTo>
                  <a:pt x="1919365" y="81457"/>
                </a:lnTo>
                <a:lnTo>
                  <a:pt x="1920046" y="80894"/>
                </a:lnTo>
                <a:lnTo>
                  <a:pt x="1920743" y="80355"/>
                </a:lnTo>
                <a:lnTo>
                  <a:pt x="1921455" y="79841"/>
                </a:lnTo>
                <a:lnTo>
                  <a:pt x="1922183" y="79352"/>
                </a:lnTo>
                <a:lnTo>
                  <a:pt x="1922926" y="78889"/>
                </a:lnTo>
                <a:lnTo>
                  <a:pt x="1923685" y="78450"/>
                </a:lnTo>
                <a:lnTo>
                  <a:pt x="1924460" y="78037"/>
                </a:lnTo>
                <a:lnTo>
                  <a:pt x="1925251" y="77648"/>
                </a:lnTo>
                <a:lnTo>
                  <a:pt x="1926057" y="77285"/>
                </a:lnTo>
                <a:lnTo>
                  <a:pt x="1926879" y="76946"/>
                </a:lnTo>
                <a:lnTo>
                  <a:pt x="1927717" y="76633"/>
                </a:lnTo>
                <a:lnTo>
                  <a:pt x="1928570" y="76345"/>
                </a:lnTo>
                <a:lnTo>
                  <a:pt x="1929439" y="76082"/>
                </a:lnTo>
                <a:lnTo>
                  <a:pt x="1930324" y="75844"/>
                </a:lnTo>
                <a:lnTo>
                  <a:pt x="1931224" y="75631"/>
                </a:lnTo>
                <a:lnTo>
                  <a:pt x="1932140" y="75443"/>
                </a:lnTo>
                <a:lnTo>
                  <a:pt x="1933072" y="75280"/>
                </a:lnTo>
                <a:lnTo>
                  <a:pt x="1934019" y="75142"/>
                </a:lnTo>
                <a:lnTo>
                  <a:pt x="1934982" y="75029"/>
                </a:lnTo>
                <a:lnTo>
                  <a:pt x="1935961" y="74942"/>
                </a:lnTo>
                <a:lnTo>
                  <a:pt x="1936956" y="74879"/>
                </a:lnTo>
                <a:lnTo>
                  <a:pt x="1937966" y="74841"/>
                </a:lnTo>
                <a:lnTo>
                  <a:pt x="1938992" y="74829"/>
                </a:lnTo>
                <a:lnTo>
                  <a:pt x="1939995" y="74841"/>
                </a:lnTo>
                <a:lnTo>
                  <a:pt x="1940984" y="74878"/>
                </a:lnTo>
                <a:lnTo>
                  <a:pt x="1941957" y="74938"/>
                </a:lnTo>
                <a:lnTo>
                  <a:pt x="1942915" y="75024"/>
                </a:lnTo>
                <a:lnTo>
                  <a:pt x="1943857" y="75133"/>
                </a:lnTo>
                <a:lnTo>
                  <a:pt x="1944785" y="75267"/>
                </a:lnTo>
                <a:lnTo>
                  <a:pt x="1945697" y="75425"/>
                </a:lnTo>
                <a:lnTo>
                  <a:pt x="1946594" y="75608"/>
                </a:lnTo>
                <a:lnTo>
                  <a:pt x="1947476" y="75815"/>
                </a:lnTo>
                <a:lnTo>
                  <a:pt x="1948343" y="76046"/>
                </a:lnTo>
                <a:lnTo>
                  <a:pt x="1949194" y="76302"/>
                </a:lnTo>
                <a:lnTo>
                  <a:pt x="1950031" y="76582"/>
                </a:lnTo>
                <a:lnTo>
                  <a:pt x="1950852" y="76886"/>
                </a:lnTo>
                <a:lnTo>
                  <a:pt x="1951657" y="77215"/>
                </a:lnTo>
                <a:lnTo>
                  <a:pt x="1952448" y="77568"/>
                </a:lnTo>
                <a:lnTo>
                  <a:pt x="1953223" y="77945"/>
                </a:lnTo>
                <a:lnTo>
                  <a:pt x="1953984" y="78347"/>
                </a:lnTo>
                <a:lnTo>
                  <a:pt x="1954728" y="78773"/>
                </a:lnTo>
                <a:lnTo>
                  <a:pt x="1955458" y="79223"/>
                </a:lnTo>
                <a:lnTo>
                  <a:pt x="1956173" y="79698"/>
                </a:lnTo>
                <a:lnTo>
                  <a:pt x="1956872" y="80197"/>
                </a:lnTo>
                <a:lnTo>
                  <a:pt x="1957556" y="80720"/>
                </a:lnTo>
                <a:lnTo>
                  <a:pt x="1958225" y="81268"/>
                </a:lnTo>
                <a:lnTo>
                  <a:pt x="1958879" y="81840"/>
                </a:lnTo>
                <a:lnTo>
                  <a:pt x="1959512" y="82436"/>
                </a:lnTo>
                <a:lnTo>
                  <a:pt x="1960120" y="83058"/>
                </a:lnTo>
                <a:lnTo>
                  <a:pt x="1960702" y="83704"/>
                </a:lnTo>
                <a:lnTo>
                  <a:pt x="1961259" y="84375"/>
                </a:lnTo>
                <a:lnTo>
                  <a:pt x="1961790" y="85071"/>
                </a:lnTo>
                <a:lnTo>
                  <a:pt x="1962296" y="85792"/>
                </a:lnTo>
                <a:lnTo>
                  <a:pt x="1962776" y="86537"/>
                </a:lnTo>
                <a:lnTo>
                  <a:pt x="1963230" y="87308"/>
                </a:lnTo>
                <a:lnTo>
                  <a:pt x="1963660" y="88103"/>
                </a:lnTo>
                <a:lnTo>
                  <a:pt x="1964063" y="88923"/>
                </a:lnTo>
                <a:lnTo>
                  <a:pt x="1964441" y="89768"/>
                </a:lnTo>
                <a:lnTo>
                  <a:pt x="1964794" y="90637"/>
                </a:lnTo>
                <a:lnTo>
                  <a:pt x="1965121" y="91532"/>
                </a:lnTo>
                <a:lnTo>
                  <a:pt x="1965423" y="92451"/>
                </a:lnTo>
                <a:lnTo>
                  <a:pt x="1965699" y="93395"/>
                </a:lnTo>
                <a:lnTo>
                  <a:pt x="1965950" y="94364"/>
                </a:lnTo>
                <a:lnTo>
                  <a:pt x="1966175" y="95357"/>
                </a:lnTo>
                <a:lnTo>
                  <a:pt x="1966374" y="96376"/>
                </a:lnTo>
                <a:lnTo>
                  <a:pt x="1966548" y="97419"/>
                </a:lnTo>
                <a:lnTo>
                  <a:pt x="1966697" y="98487"/>
                </a:lnTo>
                <a:lnTo>
                  <a:pt x="1966820" y="99580"/>
                </a:lnTo>
                <a:lnTo>
                  <a:pt x="1966917" y="100698"/>
                </a:lnTo>
                <a:lnTo>
                  <a:pt x="1966989" y="101840"/>
                </a:lnTo>
                <a:lnTo>
                  <a:pt x="1967036" y="103008"/>
                </a:lnTo>
                <a:lnTo>
                  <a:pt x="1910004" y="103008"/>
                </a:lnTo>
                <a:lnTo>
                  <a:pt x="1910084" y="101874"/>
                </a:lnTo>
                <a:lnTo>
                  <a:pt x="1910188" y="100762"/>
                </a:lnTo>
                <a:lnTo>
                  <a:pt x="1910317" y="99674"/>
                </a:lnTo>
                <a:lnTo>
                  <a:pt x="1910470" y="98608"/>
                </a:lnTo>
                <a:lnTo>
                  <a:pt x="1910648" y="97564"/>
                </a:lnTo>
                <a:close/>
                <a:moveTo>
                  <a:pt x="2089907" y="187578"/>
                </a:moveTo>
                <a:lnTo>
                  <a:pt x="2090815" y="187534"/>
                </a:lnTo>
                <a:lnTo>
                  <a:pt x="2091719" y="187482"/>
                </a:lnTo>
                <a:lnTo>
                  <a:pt x="2092621" y="187421"/>
                </a:lnTo>
                <a:lnTo>
                  <a:pt x="2093521" y="187353"/>
                </a:lnTo>
                <a:lnTo>
                  <a:pt x="2094417" y="187277"/>
                </a:lnTo>
                <a:lnTo>
                  <a:pt x="2095312" y="187192"/>
                </a:lnTo>
                <a:lnTo>
                  <a:pt x="2096203" y="187100"/>
                </a:lnTo>
                <a:lnTo>
                  <a:pt x="2097093" y="186999"/>
                </a:lnTo>
                <a:lnTo>
                  <a:pt x="2097979" y="186890"/>
                </a:lnTo>
                <a:lnTo>
                  <a:pt x="2098863" y="186774"/>
                </a:lnTo>
                <a:lnTo>
                  <a:pt x="2099744" y="186649"/>
                </a:lnTo>
                <a:lnTo>
                  <a:pt x="2100623" y="186516"/>
                </a:lnTo>
                <a:lnTo>
                  <a:pt x="2101500" y="186375"/>
                </a:lnTo>
                <a:lnTo>
                  <a:pt x="2102373" y="186226"/>
                </a:lnTo>
                <a:lnTo>
                  <a:pt x="2103244" y="186070"/>
                </a:lnTo>
                <a:lnTo>
                  <a:pt x="2104113" y="185905"/>
                </a:lnTo>
                <a:lnTo>
                  <a:pt x="2104979" y="185732"/>
                </a:lnTo>
                <a:lnTo>
                  <a:pt x="2105842" y="185551"/>
                </a:lnTo>
                <a:lnTo>
                  <a:pt x="2106703" y="185362"/>
                </a:lnTo>
                <a:lnTo>
                  <a:pt x="2107559" y="185164"/>
                </a:lnTo>
                <a:lnTo>
                  <a:pt x="2108406" y="184956"/>
                </a:lnTo>
                <a:lnTo>
                  <a:pt x="2109246" y="184739"/>
                </a:lnTo>
                <a:lnTo>
                  <a:pt x="2110077" y="184511"/>
                </a:lnTo>
                <a:lnTo>
                  <a:pt x="2110901" y="184275"/>
                </a:lnTo>
                <a:lnTo>
                  <a:pt x="2111717" y="184028"/>
                </a:lnTo>
                <a:lnTo>
                  <a:pt x="2112525" y="183772"/>
                </a:lnTo>
                <a:lnTo>
                  <a:pt x="2113325" y="183506"/>
                </a:lnTo>
                <a:lnTo>
                  <a:pt x="2114116" y="183231"/>
                </a:lnTo>
                <a:lnTo>
                  <a:pt x="2114900" y="182945"/>
                </a:lnTo>
                <a:lnTo>
                  <a:pt x="2115676" y="182650"/>
                </a:lnTo>
                <a:lnTo>
                  <a:pt x="2116444" y="182346"/>
                </a:lnTo>
                <a:lnTo>
                  <a:pt x="2117204" y="182031"/>
                </a:lnTo>
                <a:lnTo>
                  <a:pt x="2117956" y="181707"/>
                </a:lnTo>
                <a:lnTo>
                  <a:pt x="2118701" y="181374"/>
                </a:lnTo>
                <a:lnTo>
                  <a:pt x="2119437" y="181030"/>
                </a:lnTo>
                <a:lnTo>
                  <a:pt x="2120165" y="180677"/>
                </a:lnTo>
                <a:lnTo>
                  <a:pt x="2120885" y="180314"/>
                </a:lnTo>
                <a:lnTo>
                  <a:pt x="2121597" y="179942"/>
                </a:lnTo>
                <a:lnTo>
                  <a:pt x="2122302" y="179559"/>
                </a:lnTo>
                <a:lnTo>
                  <a:pt x="2122998" y="179167"/>
                </a:lnTo>
                <a:lnTo>
                  <a:pt x="2123687" y="178766"/>
                </a:lnTo>
                <a:lnTo>
                  <a:pt x="2124367" y="178354"/>
                </a:lnTo>
                <a:lnTo>
                  <a:pt x="2125039" y="177933"/>
                </a:lnTo>
                <a:lnTo>
                  <a:pt x="2125702" y="177502"/>
                </a:lnTo>
                <a:lnTo>
                  <a:pt x="2126354" y="177059"/>
                </a:lnTo>
                <a:lnTo>
                  <a:pt x="2126994" y="176606"/>
                </a:lnTo>
                <a:lnTo>
                  <a:pt x="2127624" y="176141"/>
                </a:lnTo>
                <a:lnTo>
                  <a:pt x="2128242" y="175665"/>
                </a:lnTo>
                <a:lnTo>
                  <a:pt x="2128848" y="175178"/>
                </a:lnTo>
                <a:lnTo>
                  <a:pt x="2129444" y="174680"/>
                </a:lnTo>
                <a:lnTo>
                  <a:pt x="2130028" y="174170"/>
                </a:lnTo>
                <a:lnTo>
                  <a:pt x="2130601" y="173650"/>
                </a:lnTo>
                <a:lnTo>
                  <a:pt x="2131163" y="173118"/>
                </a:lnTo>
                <a:lnTo>
                  <a:pt x="2131713" y="172576"/>
                </a:lnTo>
                <a:lnTo>
                  <a:pt x="2132253" y="172022"/>
                </a:lnTo>
                <a:lnTo>
                  <a:pt x="2132781" y="171457"/>
                </a:lnTo>
                <a:lnTo>
                  <a:pt x="2133298" y="170881"/>
                </a:lnTo>
                <a:lnTo>
                  <a:pt x="2133803" y="170294"/>
                </a:lnTo>
                <a:lnTo>
                  <a:pt x="2134298" y="169696"/>
                </a:lnTo>
                <a:lnTo>
                  <a:pt x="2134781" y="169087"/>
                </a:lnTo>
                <a:lnTo>
                  <a:pt x="2135253" y="168466"/>
                </a:lnTo>
                <a:lnTo>
                  <a:pt x="2135713" y="167834"/>
                </a:lnTo>
                <a:lnTo>
                  <a:pt x="2136163" y="167192"/>
                </a:lnTo>
                <a:lnTo>
                  <a:pt x="2136601" y="166538"/>
                </a:lnTo>
                <a:lnTo>
                  <a:pt x="2137028" y="165873"/>
                </a:lnTo>
                <a:lnTo>
                  <a:pt x="2137444" y="165197"/>
                </a:lnTo>
                <a:lnTo>
                  <a:pt x="2137848" y="164510"/>
                </a:lnTo>
                <a:lnTo>
                  <a:pt x="2138239" y="163811"/>
                </a:lnTo>
                <a:lnTo>
                  <a:pt x="2138613" y="163099"/>
                </a:lnTo>
                <a:lnTo>
                  <a:pt x="2138970" y="162374"/>
                </a:lnTo>
                <a:lnTo>
                  <a:pt x="2139311" y="161636"/>
                </a:lnTo>
                <a:lnTo>
                  <a:pt x="2139635" y="160886"/>
                </a:lnTo>
                <a:lnTo>
                  <a:pt x="2139942" y="160123"/>
                </a:lnTo>
                <a:lnTo>
                  <a:pt x="2140233" y="159347"/>
                </a:lnTo>
                <a:lnTo>
                  <a:pt x="2140507" y="158559"/>
                </a:lnTo>
                <a:lnTo>
                  <a:pt x="2140765" y="157757"/>
                </a:lnTo>
                <a:lnTo>
                  <a:pt x="2141006" y="156943"/>
                </a:lnTo>
                <a:lnTo>
                  <a:pt x="2141230" y="156116"/>
                </a:lnTo>
                <a:lnTo>
                  <a:pt x="2141438" y="155276"/>
                </a:lnTo>
                <a:lnTo>
                  <a:pt x="2141629" y="154424"/>
                </a:lnTo>
                <a:lnTo>
                  <a:pt x="2141803" y="153558"/>
                </a:lnTo>
                <a:lnTo>
                  <a:pt x="2141961" y="152680"/>
                </a:lnTo>
                <a:lnTo>
                  <a:pt x="2142103" y="151789"/>
                </a:lnTo>
                <a:lnTo>
                  <a:pt x="2142227" y="150885"/>
                </a:lnTo>
                <a:lnTo>
                  <a:pt x="2142335" y="149969"/>
                </a:lnTo>
                <a:lnTo>
                  <a:pt x="2142427" y="149040"/>
                </a:lnTo>
                <a:lnTo>
                  <a:pt x="2142501" y="148098"/>
                </a:lnTo>
                <a:lnTo>
                  <a:pt x="2142560" y="147143"/>
                </a:lnTo>
                <a:lnTo>
                  <a:pt x="2142601" y="146175"/>
                </a:lnTo>
                <a:lnTo>
                  <a:pt x="2142626" y="145195"/>
                </a:lnTo>
                <a:lnTo>
                  <a:pt x="2142634" y="144201"/>
                </a:lnTo>
                <a:lnTo>
                  <a:pt x="2142624" y="143142"/>
                </a:lnTo>
                <a:lnTo>
                  <a:pt x="2142593" y="142099"/>
                </a:lnTo>
                <a:lnTo>
                  <a:pt x="2142542" y="141073"/>
                </a:lnTo>
                <a:lnTo>
                  <a:pt x="2142470" y="140063"/>
                </a:lnTo>
                <a:lnTo>
                  <a:pt x="2142377" y="139070"/>
                </a:lnTo>
                <a:lnTo>
                  <a:pt x="2142264" y="138093"/>
                </a:lnTo>
                <a:lnTo>
                  <a:pt x="2142130" y="137133"/>
                </a:lnTo>
                <a:lnTo>
                  <a:pt x="2141975" y="136190"/>
                </a:lnTo>
                <a:lnTo>
                  <a:pt x="2141800" y="135263"/>
                </a:lnTo>
                <a:lnTo>
                  <a:pt x="2141604" y="134353"/>
                </a:lnTo>
                <a:lnTo>
                  <a:pt x="2141388" y="133459"/>
                </a:lnTo>
                <a:lnTo>
                  <a:pt x="2141151" y="132582"/>
                </a:lnTo>
                <a:lnTo>
                  <a:pt x="2140894" y="131722"/>
                </a:lnTo>
                <a:lnTo>
                  <a:pt x="2140616" y="130878"/>
                </a:lnTo>
                <a:lnTo>
                  <a:pt x="2140317" y="130050"/>
                </a:lnTo>
                <a:lnTo>
                  <a:pt x="2139998" y="129239"/>
                </a:lnTo>
                <a:lnTo>
                  <a:pt x="2139658" y="128445"/>
                </a:lnTo>
                <a:lnTo>
                  <a:pt x="2139297" y="127668"/>
                </a:lnTo>
                <a:lnTo>
                  <a:pt x="2138916" y="126906"/>
                </a:lnTo>
                <a:lnTo>
                  <a:pt x="2138515" y="126162"/>
                </a:lnTo>
                <a:lnTo>
                  <a:pt x="2138092" y="125434"/>
                </a:lnTo>
                <a:lnTo>
                  <a:pt x="2137650" y="124723"/>
                </a:lnTo>
                <a:lnTo>
                  <a:pt x="2137186" y="124028"/>
                </a:lnTo>
                <a:lnTo>
                  <a:pt x="2136702" y="123350"/>
                </a:lnTo>
                <a:lnTo>
                  <a:pt x="2136200" y="122685"/>
                </a:lnTo>
                <a:lnTo>
                  <a:pt x="2135684" y="122032"/>
                </a:lnTo>
                <a:lnTo>
                  <a:pt x="2135154" y="121390"/>
                </a:lnTo>
                <a:lnTo>
                  <a:pt x="2134608" y="120759"/>
                </a:lnTo>
                <a:lnTo>
                  <a:pt x="2134049" y="120140"/>
                </a:lnTo>
                <a:lnTo>
                  <a:pt x="2133475" y="119533"/>
                </a:lnTo>
                <a:lnTo>
                  <a:pt x="2132886" y="118936"/>
                </a:lnTo>
                <a:lnTo>
                  <a:pt x="2132283" y="118351"/>
                </a:lnTo>
                <a:lnTo>
                  <a:pt x="2131665" y="117778"/>
                </a:lnTo>
                <a:lnTo>
                  <a:pt x="2131033" y="117215"/>
                </a:lnTo>
                <a:lnTo>
                  <a:pt x="2130386" y="116664"/>
                </a:lnTo>
                <a:lnTo>
                  <a:pt x="2129725" y="116125"/>
                </a:lnTo>
                <a:lnTo>
                  <a:pt x="2129049" y="115597"/>
                </a:lnTo>
                <a:lnTo>
                  <a:pt x="2128359" y="115080"/>
                </a:lnTo>
                <a:lnTo>
                  <a:pt x="2127654" y="114574"/>
                </a:lnTo>
                <a:lnTo>
                  <a:pt x="2126935" y="114080"/>
                </a:lnTo>
                <a:lnTo>
                  <a:pt x="2126201" y="113598"/>
                </a:lnTo>
                <a:lnTo>
                  <a:pt x="2125452" y="113126"/>
                </a:lnTo>
                <a:lnTo>
                  <a:pt x="2124690" y="112666"/>
                </a:lnTo>
                <a:lnTo>
                  <a:pt x="2123912" y="112218"/>
                </a:lnTo>
                <a:lnTo>
                  <a:pt x="2123120" y="111780"/>
                </a:lnTo>
                <a:lnTo>
                  <a:pt x="2122314" y="111355"/>
                </a:lnTo>
                <a:lnTo>
                  <a:pt x="2121493" y="110940"/>
                </a:lnTo>
                <a:lnTo>
                  <a:pt x="2120658" y="110537"/>
                </a:lnTo>
                <a:lnTo>
                  <a:pt x="2119810" y="110142"/>
                </a:lnTo>
                <a:lnTo>
                  <a:pt x="2118954" y="109754"/>
                </a:lnTo>
                <a:lnTo>
                  <a:pt x="2118087" y="109372"/>
                </a:lnTo>
                <a:lnTo>
                  <a:pt x="2117212" y="108996"/>
                </a:lnTo>
                <a:lnTo>
                  <a:pt x="2116327" y="108626"/>
                </a:lnTo>
                <a:lnTo>
                  <a:pt x="2115433" y="108263"/>
                </a:lnTo>
                <a:lnTo>
                  <a:pt x="2114530" y="107905"/>
                </a:lnTo>
                <a:lnTo>
                  <a:pt x="2113617" y="107554"/>
                </a:lnTo>
                <a:lnTo>
                  <a:pt x="2112694" y="107209"/>
                </a:lnTo>
                <a:lnTo>
                  <a:pt x="2111763" y="106870"/>
                </a:lnTo>
                <a:lnTo>
                  <a:pt x="2110822" y="106537"/>
                </a:lnTo>
                <a:lnTo>
                  <a:pt x="2109871" y="106210"/>
                </a:lnTo>
                <a:lnTo>
                  <a:pt x="2108912" y="105889"/>
                </a:lnTo>
                <a:lnTo>
                  <a:pt x="2107943" y="105575"/>
                </a:lnTo>
                <a:lnTo>
                  <a:pt x="2106964" y="105266"/>
                </a:lnTo>
                <a:lnTo>
                  <a:pt x="2105976" y="104964"/>
                </a:lnTo>
                <a:lnTo>
                  <a:pt x="2104979" y="104668"/>
                </a:lnTo>
                <a:lnTo>
                  <a:pt x="2103973" y="104378"/>
                </a:lnTo>
                <a:lnTo>
                  <a:pt x="2102957" y="104094"/>
                </a:lnTo>
                <a:lnTo>
                  <a:pt x="2101932" y="103817"/>
                </a:lnTo>
                <a:lnTo>
                  <a:pt x="2100897" y="103545"/>
                </a:lnTo>
                <a:lnTo>
                  <a:pt x="2099853" y="103280"/>
                </a:lnTo>
                <a:lnTo>
                  <a:pt x="2098800" y="103021"/>
                </a:lnTo>
                <a:lnTo>
                  <a:pt x="2097737" y="102767"/>
                </a:lnTo>
                <a:lnTo>
                  <a:pt x="2096734" y="102541"/>
                </a:lnTo>
                <a:lnTo>
                  <a:pt x="2095747" y="102316"/>
                </a:lnTo>
                <a:lnTo>
                  <a:pt x="2094777" y="102091"/>
                </a:lnTo>
                <a:lnTo>
                  <a:pt x="2093823" y="101868"/>
                </a:lnTo>
                <a:lnTo>
                  <a:pt x="2092886" y="101646"/>
                </a:lnTo>
                <a:lnTo>
                  <a:pt x="2091965" y="101426"/>
                </a:lnTo>
                <a:lnTo>
                  <a:pt x="2091060" y="101206"/>
                </a:lnTo>
                <a:lnTo>
                  <a:pt x="2090172" y="100988"/>
                </a:lnTo>
                <a:lnTo>
                  <a:pt x="2089300" y="100771"/>
                </a:lnTo>
                <a:lnTo>
                  <a:pt x="2088444" y="100555"/>
                </a:lnTo>
                <a:lnTo>
                  <a:pt x="2087605" y="100340"/>
                </a:lnTo>
                <a:lnTo>
                  <a:pt x="2086782" y="100127"/>
                </a:lnTo>
                <a:lnTo>
                  <a:pt x="2085976" y="99914"/>
                </a:lnTo>
                <a:lnTo>
                  <a:pt x="2085186" y="99703"/>
                </a:lnTo>
                <a:lnTo>
                  <a:pt x="2084412" y="99493"/>
                </a:lnTo>
                <a:lnTo>
                  <a:pt x="2083655" y="99284"/>
                </a:lnTo>
                <a:lnTo>
                  <a:pt x="2082914" y="99077"/>
                </a:lnTo>
                <a:lnTo>
                  <a:pt x="2082190" y="98870"/>
                </a:lnTo>
                <a:lnTo>
                  <a:pt x="2081482" y="98665"/>
                </a:lnTo>
                <a:lnTo>
                  <a:pt x="2080790" y="98461"/>
                </a:lnTo>
                <a:lnTo>
                  <a:pt x="2080115" y="98258"/>
                </a:lnTo>
                <a:lnTo>
                  <a:pt x="2079456" y="98057"/>
                </a:lnTo>
                <a:lnTo>
                  <a:pt x="2078813" y="97856"/>
                </a:lnTo>
                <a:lnTo>
                  <a:pt x="2078187" y="97657"/>
                </a:lnTo>
                <a:lnTo>
                  <a:pt x="2077576" y="97457"/>
                </a:lnTo>
                <a:lnTo>
                  <a:pt x="2076979" y="97256"/>
                </a:lnTo>
                <a:lnTo>
                  <a:pt x="2076397" y="97054"/>
                </a:lnTo>
                <a:lnTo>
                  <a:pt x="2075828" y="96850"/>
                </a:lnTo>
                <a:lnTo>
                  <a:pt x="2075273" y="96645"/>
                </a:lnTo>
                <a:lnTo>
                  <a:pt x="2074732" y="96439"/>
                </a:lnTo>
                <a:lnTo>
                  <a:pt x="2074206" y="96231"/>
                </a:lnTo>
                <a:lnTo>
                  <a:pt x="2073693" y="96021"/>
                </a:lnTo>
                <a:lnTo>
                  <a:pt x="2073194" y="95811"/>
                </a:lnTo>
                <a:lnTo>
                  <a:pt x="2072710" y="95598"/>
                </a:lnTo>
                <a:lnTo>
                  <a:pt x="2072239" y="95385"/>
                </a:lnTo>
                <a:lnTo>
                  <a:pt x="2071783" y="95170"/>
                </a:lnTo>
                <a:lnTo>
                  <a:pt x="2071341" y="94953"/>
                </a:lnTo>
                <a:lnTo>
                  <a:pt x="2070912" y="94735"/>
                </a:lnTo>
                <a:lnTo>
                  <a:pt x="2070498" y="94516"/>
                </a:lnTo>
                <a:lnTo>
                  <a:pt x="2070098" y="94295"/>
                </a:lnTo>
                <a:lnTo>
                  <a:pt x="2069711" y="94073"/>
                </a:lnTo>
                <a:lnTo>
                  <a:pt x="2069339" y="93850"/>
                </a:lnTo>
                <a:lnTo>
                  <a:pt x="2068981" y="93625"/>
                </a:lnTo>
                <a:lnTo>
                  <a:pt x="2068637" y="93398"/>
                </a:lnTo>
                <a:lnTo>
                  <a:pt x="2068307" y="93170"/>
                </a:lnTo>
                <a:lnTo>
                  <a:pt x="2067991" y="92941"/>
                </a:lnTo>
                <a:lnTo>
                  <a:pt x="2067689" y="92711"/>
                </a:lnTo>
                <a:lnTo>
                  <a:pt x="2067401" y="92479"/>
                </a:lnTo>
                <a:lnTo>
                  <a:pt x="2067126" y="92244"/>
                </a:lnTo>
                <a:lnTo>
                  <a:pt x="2066863" y="92006"/>
                </a:lnTo>
                <a:lnTo>
                  <a:pt x="2066611" y="91765"/>
                </a:lnTo>
                <a:lnTo>
                  <a:pt x="2066371" y="91522"/>
                </a:lnTo>
                <a:lnTo>
                  <a:pt x="2066143" y="91275"/>
                </a:lnTo>
                <a:lnTo>
                  <a:pt x="2065926" y="91025"/>
                </a:lnTo>
                <a:lnTo>
                  <a:pt x="2065722" y="90772"/>
                </a:lnTo>
                <a:lnTo>
                  <a:pt x="2065528" y="90516"/>
                </a:lnTo>
                <a:lnTo>
                  <a:pt x="2065347" y="90256"/>
                </a:lnTo>
                <a:lnTo>
                  <a:pt x="2065177" y="89994"/>
                </a:lnTo>
                <a:lnTo>
                  <a:pt x="2065019" y="89729"/>
                </a:lnTo>
                <a:lnTo>
                  <a:pt x="2064873" y="89461"/>
                </a:lnTo>
                <a:lnTo>
                  <a:pt x="2064738" y="89189"/>
                </a:lnTo>
                <a:lnTo>
                  <a:pt x="2064616" y="88915"/>
                </a:lnTo>
                <a:lnTo>
                  <a:pt x="2064504" y="88637"/>
                </a:lnTo>
                <a:lnTo>
                  <a:pt x="2064405" y="88357"/>
                </a:lnTo>
                <a:lnTo>
                  <a:pt x="2064317" y="88073"/>
                </a:lnTo>
                <a:lnTo>
                  <a:pt x="2064241" y="87787"/>
                </a:lnTo>
                <a:lnTo>
                  <a:pt x="2064177" y="87497"/>
                </a:lnTo>
                <a:lnTo>
                  <a:pt x="2064124" y="87204"/>
                </a:lnTo>
                <a:lnTo>
                  <a:pt x="2064083" y="86908"/>
                </a:lnTo>
                <a:lnTo>
                  <a:pt x="2064054" y="86610"/>
                </a:lnTo>
                <a:lnTo>
                  <a:pt x="2064036" y="86308"/>
                </a:lnTo>
                <a:lnTo>
                  <a:pt x="2064030" y="86003"/>
                </a:lnTo>
                <a:lnTo>
                  <a:pt x="2064040" y="85475"/>
                </a:lnTo>
                <a:lnTo>
                  <a:pt x="2064067" y="84960"/>
                </a:lnTo>
                <a:lnTo>
                  <a:pt x="2064114" y="84457"/>
                </a:lnTo>
                <a:lnTo>
                  <a:pt x="2064178" y="83967"/>
                </a:lnTo>
                <a:lnTo>
                  <a:pt x="2064262" y="83490"/>
                </a:lnTo>
                <a:lnTo>
                  <a:pt x="2064363" y="83025"/>
                </a:lnTo>
                <a:lnTo>
                  <a:pt x="2064483" y="82573"/>
                </a:lnTo>
                <a:lnTo>
                  <a:pt x="2064622" y="82133"/>
                </a:lnTo>
                <a:lnTo>
                  <a:pt x="2064779" y="81706"/>
                </a:lnTo>
                <a:lnTo>
                  <a:pt x="2064955" y="81291"/>
                </a:lnTo>
                <a:lnTo>
                  <a:pt x="2065149" y="80889"/>
                </a:lnTo>
                <a:lnTo>
                  <a:pt x="2065362" y="80500"/>
                </a:lnTo>
                <a:lnTo>
                  <a:pt x="2065593" y="80123"/>
                </a:lnTo>
                <a:lnTo>
                  <a:pt x="2065843" y="79759"/>
                </a:lnTo>
                <a:lnTo>
                  <a:pt x="2066111" y="79407"/>
                </a:lnTo>
                <a:lnTo>
                  <a:pt x="2066397" y="79068"/>
                </a:lnTo>
                <a:lnTo>
                  <a:pt x="2066702" y="78742"/>
                </a:lnTo>
                <a:lnTo>
                  <a:pt x="2067026" y="78428"/>
                </a:lnTo>
                <a:lnTo>
                  <a:pt x="2067368" y="78127"/>
                </a:lnTo>
                <a:lnTo>
                  <a:pt x="2067729" y="77838"/>
                </a:lnTo>
                <a:lnTo>
                  <a:pt x="2068108" y="77562"/>
                </a:lnTo>
                <a:lnTo>
                  <a:pt x="2068505" y="77298"/>
                </a:lnTo>
                <a:lnTo>
                  <a:pt x="2068921" y="77048"/>
                </a:lnTo>
                <a:lnTo>
                  <a:pt x="2069356" y="76809"/>
                </a:lnTo>
                <a:lnTo>
                  <a:pt x="2069807" y="76582"/>
                </a:lnTo>
                <a:lnTo>
                  <a:pt x="2070271" y="76364"/>
                </a:lnTo>
                <a:lnTo>
                  <a:pt x="2070750" y="76155"/>
                </a:lnTo>
                <a:lnTo>
                  <a:pt x="2071242" y="75957"/>
                </a:lnTo>
                <a:lnTo>
                  <a:pt x="2071748" y="75768"/>
                </a:lnTo>
                <a:lnTo>
                  <a:pt x="2072267" y="75589"/>
                </a:lnTo>
                <a:lnTo>
                  <a:pt x="2072801" y="75419"/>
                </a:lnTo>
                <a:lnTo>
                  <a:pt x="2073348" y="75260"/>
                </a:lnTo>
                <a:lnTo>
                  <a:pt x="2073910" y="75109"/>
                </a:lnTo>
                <a:lnTo>
                  <a:pt x="2074485" y="74969"/>
                </a:lnTo>
                <a:lnTo>
                  <a:pt x="2075073" y="74838"/>
                </a:lnTo>
                <a:lnTo>
                  <a:pt x="2075676" y="74717"/>
                </a:lnTo>
                <a:lnTo>
                  <a:pt x="2076292" y="74606"/>
                </a:lnTo>
                <a:lnTo>
                  <a:pt x="2076923" y="74504"/>
                </a:lnTo>
                <a:lnTo>
                  <a:pt x="2077567" y="74412"/>
                </a:lnTo>
                <a:lnTo>
                  <a:pt x="2078225" y="74330"/>
                </a:lnTo>
                <a:lnTo>
                  <a:pt x="2078896" y="74257"/>
                </a:lnTo>
                <a:lnTo>
                  <a:pt x="2079582" y="74194"/>
                </a:lnTo>
                <a:lnTo>
                  <a:pt x="2080281" y="74141"/>
                </a:lnTo>
                <a:lnTo>
                  <a:pt x="2080994" y="74097"/>
                </a:lnTo>
                <a:lnTo>
                  <a:pt x="2081721" y="74063"/>
                </a:lnTo>
                <a:lnTo>
                  <a:pt x="2082462" y="74039"/>
                </a:lnTo>
                <a:lnTo>
                  <a:pt x="2083216" y="74025"/>
                </a:lnTo>
                <a:lnTo>
                  <a:pt x="2083985" y="74020"/>
                </a:lnTo>
                <a:lnTo>
                  <a:pt x="2084700" y="74027"/>
                </a:lnTo>
                <a:lnTo>
                  <a:pt x="2085407" y="74048"/>
                </a:lnTo>
                <a:lnTo>
                  <a:pt x="2086107" y="74083"/>
                </a:lnTo>
                <a:lnTo>
                  <a:pt x="2086799" y="74131"/>
                </a:lnTo>
                <a:lnTo>
                  <a:pt x="2087484" y="74194"/>
                </a:lnTo>
                <a:lnTo>
                  <a:pt x="2088160" y="74271"/>
                </a:lnTo>
                <a:lnTo>
                  <a:pt x="2088829" y="74361"/>
                </a:lnTo>
                <a:lnTo>
                  <a:pt x="2089490" y="74466"/>
                </a:lnTo>
                <a:lnTo>
                  <a:pt x="2090144" y="74584"/>
                </a:lnTo>
                <a:lnTo>
                  <a:pt x="2090789" y="74716"/>
                </a:lnTo>
                <a:lnTo>
                  <a:pt x="2091427" y="74863"/>
                </a:lnTo>
                <a:lnTo>
                  <a:pt x="2092058" y="75023"/>
                </a:lnTo>
                <a:lnTo>
                  <a:pt x="2092680" y="75197"/>
                </a:lnTo>
                <a:lnTo>
                  <a:pt x="2093295" y="75385"/>
                </a:lnTo>
                <a:lnTo>
                  <a:pt x="2093902" y="75587"/>
                </a:lnTo>
                <a:lnTo>
                  <a:pt x="2094501" y="75803"/>
                </a:lnTo>
                <a:lnTo>
                  <a:pt x="2095093" y="76032"/>
                </a:lnTo>
                <a:lnTo>
                  <a:pt x="2095677" y="76276"/>
                </a:lnTo>
                <a:lnTo>
                  <a:pt x="2096253" y="76534"/>
                </a:lnTo>
                <a:lnTo>
                  <a:pt x="2096821" y="76805"/>
                </a:lnTo>
                <a:lnTo>
                  <a:pt x="2097382" y="77091"/>
                </a:lnTo>
                <a:lnTo>
                  <a:pt x="2097935" y="77390"/>
                </a:lnTo>
                <a:lnTo>
                  <a:pt x="2098480" y="77704"/>
                </a:lnTo>
                <a:lnTo>
                  <a:pt x="2099018" y="78031"/>
                </a:lnTo>
                <a:lnTo>
                  <a:pt x="2099541" y="78376"/>
                </a:lnTo>
                <a:lnTo>
                  <a:pt x="2100041" y="78743"/>
                </a:lnTo>
                <a:lnTo>
                  <a:pt x="2100519" y="79132"/>
                </a:lnTo>
                <a:lnTo>
                  <a:pt x="2100975" y="79543"/>
                </a:lnTo>
                <a:lnTo>
                  <a:pt x="2101408" y="79977"/>
                </a:lnTo>
                <a:lnTo>
                  <a:pt x="2101820" y="80432"/>
                </a:lnTo>
                <a:lnTo>
                  <a:pt x="2102209" y="80910"/>
                </a:lnTo>
                <a:lnTo>
                  <a:pt x="2102576" y="81409"/>
                </a:lnTo>
                <a:lnTo>
                  <a:pt x="2102921" y="81931"/>
                </a:lnTo>
                <a:lnTo>
                  <a:pt x="2103243" y="82475"/>
                </a:lnTo>
                <a:lnTo>
                  <a:pt x="2103543" y="83040"/>
                </a:lnTo>
                <a:lnTo>
                  <a:pt x="2103821" y="83628"/>
                </a:lnTo>
                <a:lnTo>
                  <a:pt x="2104077" y="84238"/>
                </a:lnTo>
                <a:lnTo>
                  <a:pt x="2104310" y="84871"/>
                </a:lnTo>
                <a:lnTo>
                  <a:pt x="2104522" y="85525"/>
                </a:lnTo>
                <a:lnTo>
                  <a:pt x="2104711" y="86201"/>
                </a:lnTo>
                <a:lnTo>
                  <a:pt x="2104877" y="86900"/>
                </a:lnTo>
                <a:lnTo>
                  <a:pt x="2105022" y="87620"/>
                </a:lnTo>
                <a:lnTo>
                  <a:pt x="2105144" y="88363"/>
                </a:lnTo>
                <a:lnTo>
                  <a:pt x="2105244" y="89127"/>
                </a:lnTo>
                <a:lnTo>
                  <a:pt x="2105322" y="89914"/>
                </a:lnTo>
                <a:lnTo>
                  <a:pt x="2105378" y="90723"/>
                </a:lnTo>
                <a:lnTo>
                  <a:pt x="2105411" y="91554"/>
                </a:lnTo>
                <a:lnTo>
                  <a:pt x="2105422" y="92407"/>
                </a:lnTo>
                <a:lnTo>
                  <a:pt x="2138590" y="92407"/>
                </a:lnTo>
                <a:lnTo>
                  <a:pt x="2138581" y="91392"/>
                </a:lnTo>
                <a:lnTo>
                  <a:pt x="2138557" y="90391"/>
                </a:lnTo>
                <a:lnTo>
                  <a:pt x="2138516" y="89404"/>
                </a:lnTo>
                <a:lnTo>
                  <a:pt x="2138459" y="88432"/>
                </a:lnTo>
                <a:lnTo>
                  <a:pt x="2138385" y="87474"/>
                </a:lnTo>
                <a:lnTo>
                  <a:pt x="2138295" y="86530"/>
                </a:lnTo>
                <a:lnTo>
                  <a:pt x="2138188" y="85600"/>
                </a:lnTo>
                <a:lnTo>
                  <a:pt x="2138065" y="84684"/>
                </a:lnTo>
                <a:lnTo>
                  <a:pt x="2137926" y="83783"/>
                </a:lnTo>
                <a:lnTo>
                  <a:pt x="2137770" y="82896"/>
                </a:lnTo>
                <a:lnTo>
                  <a:pt x="2137598" y="82022"/>
                </a:lnTo>
                <a:lnTo>
                  <a:pt x="2137410" y="81164"/>
                </a:lnTo>
                <a:lnTo>
                  <a:pt x="2137205" y="80319"/>
                </a:lnTo>
                <a:lnTo>
                  <a:pt x="2136984" y="79488"/>
                </a:lnTo>
                <a:lnTo>
                  <a:pt x="2136746" y="78672"/>
                </a:lnTo>
                <a:lnTo>
                  <a:pt x="2136492" y="77870"/>
                </a:lnTo>
                <a:lnTo>
                  <a:pt x="2136222" y="77082"/>
                </a:lnTo>
                <a:lnTo>
                  <a:pt x="2135935" y="76308"/>
                </a:lnTo>
                <a:lnTo>
                  <a:pt x="2135632" y="75549"/>
                </a:lnTo>
                <a:lnTo>
                  <a:pt x="2135313" y="74803"/>
                </a:lnTo>
                <a:lnTo>
                  <a:pt x="2134977" y="74072"/>
                </a:lnTo>
                <a:lnTo>
                  <a:pt x="2134624" y="73355"/>
                </a:lnTo>
                <a:lnTo>
                  <a:pt x="2134256" y="72652"/>
                </a:lnTo>
                <a:lnTo>
                  <a:pt x="2133871" y="71964"/>
                </a:lnTo>
                <a:lnTo>
                  <a:pt x="2133472" y="71288"/>
                </a:lnTo>
                <a:lnTo>
                  <a:pt x="2133063" y="70624"/>
                </a:lnTo>
                <a:lnTo>
                  <a:pt x="2132642" y="69971"/>
                </a:lnTo>
                <a:lnTo>
                  <a:pt x="2132212" y="69331"/>
                </a:lnTo>
                <a:lnTo>
                  <a:pt x="2131770" y="68701"/>
                </a:lnTo>
                <a:lnTo>
                  <a:pt x="2131317" y="68084"/>
                </a:lnTo>
                <a:lnTo>
                  <a:pt x="2130854" y="67477"/>
                </a:lnTo>
                <a:lnTo>
                  <a:pt x="2130380" y="66883"/>
                </a:lnTo>
                <a:lnTo>
                  <a:pt x="2129895" y="66300"/>
                </a:lnTo>
                <a:lnTo>
                  <a:pt x="2129400" y="65729"/>
                </a:lnTo>
                <a:lnTo>
                  <a:pt x="2128894" y="65169"/>
                </a:lnTo>
                <a:lnTo>
                  <a:pt x="2128376" y="64621"/>
                </a:lnTo>
                <a:lnTo>
                  <a:pt x="2127849" y="64085"/>
                </a:lnTo>
                <a:lnTo>
                  <a:pt x="2127310" y="63560"/>
                </a:lnTo>
                <a:lnTo>
                  <a:pt x="2126761" y="63046"/>
                </a:lnTo>
                <a:lnTo>
                  <a:pt x="2126201" y="62545"/>
                </a:lnTo>
                <a:lnTo>
                  <a:pt x="2125630" y="62055"/>
                </a:lnTo>
                <a:lnTo>
                  <a:pt x="2125048" y="61576"/>
                </a:lnTo>
                <a:lnTo>
                  <a:pt x="2124455" y="61109"/>
                </a:lnTo>
                <a:lnTo>
                  <a:pt x="2123852" y="60654"/>
                </a:lnTo>
                <a:lnTo>
                  <a:pt x="2123238" y="60210"/>
                </a:lnTo>
                <a:lnTo>
                  <a:pt x="2122614" y="59778"/>
                </a:lnTo>
                <a:lnTo>
                  <a:pt x="2121978" y="59358"/>
                </a:lnTo>
                <a:lnTo>
                  <a:pt x="2121332" y="58949"/>
                </a:lnTo>
                <a:lnTo>
                  <a:pt x="2120677" y="58550"/>
                </a:lnTo>
                <a:lnTo>
                  <a:pt x="2120015" y="58161"/>
                </a:lnTo>
                <a:lnTo>
                  <a:pt x="2119347" y="57782"/>
                </a:lnTo>
                <a:lnTo>
                  <a:pt x="2118673" y="57413"/>
                </a:lnTo>
                <a:lnTo>
                  <a:pt x="2117992" y="57053"/>
                </a:lnTo>
                <a:lnTo>
                  <a:pt x="2117304" y="56703"/>
                </a:lnTo>
                <a:lnTo>
                  <a:pt x="2116610" y="56363"/>
                </a:lnTo>
                <a:lnTo>
                  <a:pt x="2115909" y="56032"/>
                </a:lnTo>
                <a:lnTo>
                  <a:pt x="2115201" y="55711"/>
                </a:lnTo>
                <a:lnTo>
                  <a:pt x="2114487" y="55400"/>
                </a:lnTo>
                <a:lnTo>
                  <a:pt x="2113767" y="55099"/>
                </a:lnTo>
                <a:lnTo>
                  <a:pt x="2113040" y="54807"/>
                </a:lnTo>
                <a:lnTo>
                  <a:pt x="2112306" y="54525"/>
                </a:lnTo>
                <a:lnTo>
                  <a:pt x="2111566" y="54253"/>
                </a:lnTo>
                <a:lnTo>
                  <a:pt x="2110819" y="53990"/>
                </a:lnTo>
                <a:lnTo>
                  <a:pt x="2110066" y="53737"/>
                </a:lnTo>
                <a:lnTo>
                  <a:pt x="2109306" y="53494"/>
                </a:lnTo>
                <a:lnTo>
                  <a:pt x="2108540" y="53261"/>
                </a:lnTo>
                <a:lnTo>
                  <a:pt x="2107767" y="53037"/>
                </a:lnTo>
                <a:lnTo>
                  <a:pt x="2106988" y="52823"/>
                </a:lnTo>
                <a:lnTo>
                  <a:pt x="2106202" y="52619"/>
                </a:lnTo>
                <a:lnTo>
                  <a:pt x="2105409" y="52424"/>
                </a:lnTo>
                <a:lnTo>
                  <a:pt x="2104610" y="52239"/>
                </a:lnTo>
                <a:lnTo>
                  <a:pt x="2103804" y="52064"/>
                </a:lnTo>
                <a:lnTo>
                  <a:pt x="2102995" y="51897"/>
                </a:lnTo>
                <a:lnTo>
                  <a:pt x="2102184" y="51738"/>
                </a:lnTo>
                <a:lnTo>
                  <a:pt x="2101371" y="51585"/>
                </a:lnTo>
                <a:lnTo>
                  <a:pt x="2100557" y="51440"/>
                </a:lnTo>
                <a:lnTo>
                  <a:pt x="2099742" y="51301"/>
                </a:lnTo>
                <a:lnTo>
                  <a:pt x="2098925" y="51170"/>
                </a:lnTo>
                <a:lnTo>
                  <a:pt x="2098107" y="51046"/>
                </a:lnTo>
                <a:lnTo>
                  <a:pt x="2097288" y="50929"/>
                </a:lnTo>
                <a:lnTo>
                  <a:pt x="2096467" y="50819"/>
                </a:lnTo>
                <a:lnTo>
                  <a:pt x="2095644" y="50716"/>
                </a:lnTo>
                <a:lnTo>
                  <a:pt x="2094821" y="50620"/>
                </a:lnTo>
                <a:lnTo>
                  <a:pt x="2093996" y="50532"/>
                </a:lnTo>
                <a:lnTo>
                  <a:pt x="2093169" y="50450"/>
                </a:lnTo>
                <a:lnTo>
                  <a:pt x="2092341" y="50375"/>
                </a:lnTo>
                <a:lnTo>
                  <a:pt x="2091512" y="50308"/>
                </a:lnTo>
                <a:lnTo>
                  <a:pt x="2090681" y="50248"/>
                </a:lnTo>
                <a:lnTo>
                  <a:pt x="2089849" y="50195"/>
                </a:lnTo>
                <a:lnTo>
                  <a:pt x="2089015" y="50148"/>
                </a:lnTo>
                <a:lnTo>
                  <a:pt x="2088181" y="50109"/>
                </a:lnTo>
                <a:lnTo>
                  <a:pt x="2087344" y="50077"/>
                </a:lnTo>
                <a:lnTo>
                  <a:pt x="2086506" y="50053"/>
                </a:lnTo>
                <a:lnTo>
                  <a:pt x="2085667" y="50035"/>
                </a:lnTo>
                <a:lnTo>
                  <a:pt x="2084827" y="50024"/>
                </a:lnTo>
                <a:lnTo>
                  <a:pt x="2083985" y="50021"/>
                </a:lnTo>
                <a:lnTo>
                  <a:pt x="2083120" y="50024"/>
                </a:lnTo>
                <a:lnTo>
                  <a:pt x="2082258" y="50035"/>
                </a:lnTo>
                <a:lnTo>
                  <a:pt x="2081397" y="50053"/>
                </a:lnTo>
                <a:lnTo>
                  <a:pt x="2080537" y="50078"/>
                </a:lnTo>
                <a:lnTo>
                  <a:pt x="2079680" y="50110"/>
                </a:lnTo>
                <a:lnTo>
                  <a:pt x="2078823" y="50149"/>
                </a:lnTo>
                <a:lnTo>
                  <a:pt x="2077969" y="50195"/>
                </a:lnTo>
                <a:lnTo>
                  <a:pt x="2077116" y="50248"/>
                </a:lnTo>
                <a:lnTo>
                  <a:pt x="2076265" y="50309"/>
                </a:lnTo>
                <a:lnTo>
                  <a:pt x="2075415" y="50376"/>
                </a:lnTo>
                <a:lnTo>
                  <a:pt x="2074567" y="50451"/>
                </a:lnTo>
                <a:lnTo>
                  <a:pt x="2073721" y="50533"/>
                </a:lnTo>
                <a:lnTo>
                  <a:pt x="2072876" y="50622"/>
                </a:lnTo>
                <a:lnTo>
                  <a:pt x="2072033" y="50718"/>
                </a:lnTo>
                <a:lnTo>
                  <a:pt x="2071192" y="50821"/>
                </a:lnTo>
                <a:lnTo>
                  <a:pt x="2070352" y="50931"/>
                </a:lnTo>
                <a:lnTo>
                  <a:pt x="2069514" y="51048"/>
                </a:lnTo>
                <a:lnTo>
                  <a:pt x="2068678" y="51173"/>
                </a:lnTo>
                <a:lnTo>
                  <a:pt x="2067843" y="51304"/>
                </a:lnTo>
                <a:lnTo>
                  <a:pt x="2067010" y="51443"/>
                </a:lnTo>
                <a:lnTo>
                  <a:pt x="2066178" y="51588"/>
                </a:lnTo>
                <a:lnTo>
                  <a:pt x="2065348" y="51741"/>
                </a:lnTo>
                <a:lnTo>
                  <a:pt x="2064520" y="51901"/>
                </a:lnTo>
                <a:lnTo>
                  <a:pt x="2063693" y="52068"/>
                </a:lnTo>
                <a:lnTo>
                  <a:pt x="2062871" y="52243"/>
                </a:lnTo>
                <a:lnTo>
                  <a:pt x="2062056" y="52426"/>
                </a:lnTo>
                <a:lnTo>
                  <a:pt x="2061247" y="52617"/>
                </a:lnTo>
                <a:lnTo>
                  <a:pt x="2060446" y="52816"/>
                </a:lnTo>
                <a:lnTo>
                  <a:pt x="2059652" y="53023"/>
                </a:lnTo>
                <a:lnTo>
                  <a:pt x="2058865" y="53239"/>
                </a:lnTo>
                <a:lnTo>
                  <a:pt x="2058085" y="53463"/>
                </a:lnTo>
                <a:lnTo>
                  <a:pt x="2057312" y="53696"/>
                </a:lnTo>
                <a:lnTo>
                  <a:pt x="2056545" y="53936"/>
                </a:lnTo>
                <a:lnTo>
                  <a:pt x="2055786" y="54185"/>
                </a:lnTo>
                <a:lnTo>
                  <a:pt x="2055034" y="54443"/>
                </a:lnTo>
                <a:lnTo>
                  <a:pt x="2054289" y="54708"/>
                </a:lnTo>
                <a:lnTo>
                  <a:pt x="2053551" y="54982"/>
                </a:lnTo>
                <a:lnTo>
                  <a:pt x="2052820" y="55264"/>
                </a:lnTo>
                <a:lnTo>
                  <a:pt x="2052096" y="55554"/>
                </a:lnTo>
                <a:lnTo>
                  <a:pt x="2051379" y="55853"/>
                </a:lnTo>
                <a:lnTo>
                  <a:pt x="2050669" y="56160"/>
                </a:lnTo>
                <a:lnTo>
                  <a:pt x="2049966" y="56475"/>
                </a:lnTo>
                <a:lnTo>
                  <a:pt x="2049270" y="56799"/>
                </a:lnTo>
                <a:lnTo>
                  <a:pt x="2048581" y="57130"/>
                </a:lnTo>
                <a:lnTo>
                  <a:pt x="2047900" y="57470"/>
                </a:lnTo>
                <a:lnTo>
                  <a:pt x="2047225" y="57819"/>
                </a:lnTo>
                <a:lnTo>
                  <a:pt x="2046557" y="58175"/>
                </a:lnTo>
                <a:lnTo>
                  <a:pt x="2045896" y="58540"/>
                </a:lnTo>
                <a:lnTo>
                  <a:pt x="2045244" y="58914"/>
                </a:lnTo>
                <a:lnTo>
                  <a:pt x="2044604" y="59298"/>
                </a:lnTo>
                <a:lnTo>
                  <a:pt x="2043974" y="59691"/>
                </a:lnTo>
                <a:lnTo>
                  <a:pt x="2043355" y="60094"/>
                </a:lnTo>
                <a:lnTo>
                  <a:pt x="2042747" y="60507"/>
                </a:lnTo>
                <a:lnTo>
                  <a:pt x="2042151" y="60929"/>
                </a:lnTo>
                <a:lnTo>
                  <a:pt x="2041565" y="61361"/>
                </a:lnTo>
                <a:lnTo>
                  <a:pt x="2040990" y="61803"/>
                </a:lnTo>
                <a:lnTo>
                  <a:pt x="2040426" y="62255"/>
                </a:lnTo>
                <a:lnTo>
                  <a:pt x="2039873" y="62716"/>
                </a:lnTo>
                <a:lnTo>
                  <a:pt x="2039332" y="63187"/>
                </a:lnTo>
                <a:lnTo>
                  <a:pt x="2038801" y="63668"/>
                </a:lnTo>
                <a:lnTo>
                  <a:pt x="2038281" y="64158"/>
                </a:lnTo>
                <a:lnTo>
                  <a:pt x="2037772" y="64658"/>
                </a:lnTo>
                <a:lnTo>
                  <a:pt x="2037275" y="65168"/>
                </a:lnTo>
                <a:lnTo>
                  <a:pt x="2036788" y="65688"/>
                </a:lnTo>
                <a:lnTo>
                  <a:pt x="2036312" y="66217"/>
                </a:lnTo>
                <a:lnTo>
                  <a:pt x="2035847" y="66756"/>
                </a:lnTo>
                <a:lnTo>
                  <a:pt x="2035394" y="67305"/>
                </a:lnTo>
                <a:lnTo>
                  <a:pt x="2034951" y="67863"/>
                </a:lnTo>
                <a:lnTo>
                  <a:pt x="2034519" y="68431"/>
                </a:lnTo>
                <a:lnTo>
                  <a:pt x="2034098" y="69009"/>
                </a:lnTo>
                <a:lnTo>
                  <a:pt x="2033689" y="69597"/>
                </a:lnTo>
                <a:lnTo>
                  <a:pt x="2033290" y="70194"/>
                </a:lnTo>
                <a:lnTo>
                  <a:pt x="2032905" y="70801"/>
                </a:lnTo>
                <a:lnTo>
                  <a:pt x="2032536" y="71420"/>
                </a:lnTo>
                <a:lnTo>
                  <a:pt x="2032184" y="72049"/>
                </a:lnTo>
                <a:lnTo>
                  <a:pt x="2031848" y="72689"/>
                </a:lnTo>
                <a:lnTo>
                  <a:pt x="2031528" y="73339"/>
                </a:lnTo>
                <a:lnTo>
                  <a:pt x="2031225" y="74001"/>
                </a:lnTo>
                <a:lnTo>
                  <a:pt x="2030939" y="74674"/>
                </a:lnTo>
                <a:lnTo>
                  <a:pt x="2030668" y="75357"/>
                </a:lnTo>
                <a:lnTo>
                  <a:pt x="2030414" y="76052"/>
                </a:lnTo>
                <a:lnTo>
                  <a:pt x="2030177" y="76757"/>
                </a:lnTo>
                <a:lnTo>
                  <a:pt x="2029955" y="77473"/>
                </a:lnTo>
                <a:lnTo>
                  <a:pt x="2029751" y="78201"/>
                </a:lnTo>
                <a:lnTo>
                  <a:pt x="2029562" y="78939"/>
                </a:lnTo>
                <a:lnTo>
                  <a:pt x="2029390" y="79688"/>
                </a:lnTo>
                <a:lnTo>
                  <a:pt x="2029235" y="80447"/>
                </a:lnTo>
                <a:lnTo>
                  <a:pt x="2029095" y="81218"/>
                </a:lnTo>
                <a:lnTo>
                  <a:pt x="2028972" y="82000"/>
                </a:lnTo>
                <a:lnTo>
                  <a:pt x="2028866" y="82792"/>
                </a:lnTo>
                <a:lnTo>
                  <a:pt x="2028776" y="83596"/>
                </a:lnTo>
                <a:lnTo>
                  <a:pt x="2028702" y="84410"/>
                </a:lnTo>
                <a:lnTo>
                  <a:pt x="2028645" y="85235"/>
                </a:lnTo>
                <a:lnTo>
                  <a:pt x="2028604" y="86071"/>
                </a:lnTo>
                <a:lnTo>
                  <a:pt x="2028579" y="86919"/>
                </a:lnTo>
                <a:lnTo>
                  <a:pt x="2028571" y="87776"/>
                </a:lnTo>
                <a:lnTo>
                  <a:pt x="2028582" y="88869"/>
                </a:lnTo>
                <a:lnTo>
                  <a:pt x="2028614" y="89945"/>
                </a:lnTo>
                <a:lnTo>
                  <a:pt x="2028668" y="91002"/>
                </a:lnTo>
                <a:lnTo>
                  <a:pt x="2028743" y="92042"/>
                </a:lnTo>
                <a:lnTo>
                  <a:pt x="2028840" y="93064"/>
                </a:lnTo>
                <a:lnTo>
                  <a:pt x="2028959" y="94068"/>
                </a:lnTo>
                <a:lnTo>
                  <a:pt x="2029099" y="95054"/>
                </a:lnTo>
                <a:lnTo>
                  <a:pt x="2029260" y="96023"/>
                </a:lnTo>
                <a:lnTo>
                  <a:pt x="2029443" y="96974"/>
                </a:lnTo>
                <a:lnTo>
                  <a:pt x="2029648" y="97907"/>
                </a:lnTo>
                <a:lnTo>
                  <a:pt x="2029874" y="98822"/>
                </a:lnTo>
                <a:lnTo>
                  <a:pt x="2030121" y="99720"/>
                </a:lnTo>
                <a:lnTo>
                  <a:pt x="2030391" y="100600"/>
                </a:lnTo>
                <a:lnTo>
                  <a:pt x="2030681" y="101462"/>
                </a:lnTo>
                <a:lnTo>
                  <a:pt x="2030994" y="102307"/>
                </a:lnTo>
                <a:lnTo>
                  <a:pt x="2031327" y="103134"/>
                </a:lnTo>
                <a:lnTo>
                  <a:pt x="2031683" y="103943"/>
                </a:lnTo>
                <a:lnTo>
                  <a:pt x="2032060" y="104734"/>
                </a:lnTo>
                <a:lnTo>
                  <a:pt x="2032458" y="105507"/>
                </a:lnTo>
                <a:lnTo>
                  <a:pt x="2032878" y="106263"/>
                </a:lnTo>
                <a:lnTo>
                  <a:pt x="2033319" y="107001"/>
                </a:lnTo>
                <a:lnTo>
                  <a:pt x="2033782" y="107721"/>
                </a:lnTo>
                <a:lnTo>
                  <a:pt x="2034267" y="108424"/>
                </a:lnTo>
                <a:lnTo>
                  <a:pt x="2034773" y="109109"/>
                </a:lnTo>
                <a:lnTo>
                  <a:pt x="2035298" y="109778"/>
                </a:lnTo>
                <a:lnTo>
                  <a:pt x="2035840" y="110437"/>
                </a:lnTo>
                <a:lnTo>
                  <a:pt x="2036398" y="111084"/>
                </a:lnTo>
                <a:lnTo>
                  <a:pt x="2036973" y="111720"/>
                </a:lnTo>
                <a:lnTo>
                  <a:pt x="2037565" y="112344"/>
                </a:lnTo>
                <a:lnTo>
                  <a:pt x="2038173" y="112957"/>
                </a:lnTo>
                <a:lnTo>
                  <a:pt x="2038798" y="113559"/>
                </a:lnTo>
                <a:lnTo>
                  <a:pt x="2039439" y="114150"/>
                </a:lnTo>
                <a:lnTo>
                  <a:pt x="2040098" y="114729"/>
                </a:lnTo>
                <a:lnTo>
                  <a:pt x="2040772" y="115296"/>
                </a:lnTo>
                <a:lnTo>
                  <a:pt x="2041464" y="115853"/>
                </a:lnTo>
                <a:lnTo>
                  <a:pt x="2042172" y="116398"/>
                </a:lnTo>
                <a:lnTo>
                  <a:pt x="2042896" y="116931"/>
                </a:lnTo>
                <a:lnTo>
                  <a:pt x="2043637" y="117454"/>
                </a:lnTo>
                <a:lnTo>
                  <a:pt x="2044395" y="117964"/>
                </a:lnTo>
                <a:lnTo>
                  <a:pt x="2045170" y="118464"/>
                </a:lnTo>
                <a:lnTo>
                  <a:pt x="2045961" y="118952"/>
                </a:lnTo>
                <a:lnTo>
                  <a:pt x="2046768" y="119429"/>
                </a:lnTo>
                <a:lnTo>
                  <a:pt x="2047593" y="119895"/>
                </a:lnTo>
                <a:lnTo>
                  <a:pt x="2048434" y="120349"/>
                </a:lnTo>
                <a:lnTo>
                  <a:pt x="2049291" y="120792"/>
                </a:lnTo>
                <a:lnTo>
                  <a:pt x="2050165" y="121223"/>
                </a:lnTo>
                <a:lnTo>
                  <a:pt x="2051056" y="121643"/>
                </a:lnTo>
                <a:lnTo>
                  <a:pt x="2051963" y="122052"/>
                </a:lnTo>
                <a:lnTo>
                  <a:pt x="2052884" y="122453"/>
                </a:lnTo>
                <a:lnTo>
                  <a:pt x="2053816" y="122848"/>
                </a:lnTo>
                <a:lnTo>
                  <a:pt x="2054758" y="123239"/>
                </a:lnTo>
                <a:lnTo>
                  <a:pt x="2055710" y="123625"/>
                </a:lnTo>
                <a:lnTo>
                  <a:pt x="2056674" y="124005"/>
                </a:lnTo>
                <a:lnTo>
                  <a:pt x="2057647" y="124381"/>
                </a:lnTo>
                <a:lnTo>
                  <a:pt x="2058631" y="124752"/>
                </a:lnTo>
                <a:lnTo>
                  <a:pt x="2059626" y="125118"/>
                </a:lnTo>
                <a:lnTo>
                  <a:pt x="2060631" y="125479"/>
                </a:lnTo>
                <a:lnTo>
                  <a:pt x="2061647" y="125835"/>
                </a:lnTo>
                <a:lnTo>
                  <a:pt x="2062673" y="126186"/>
                </a:lnTo>
                <a:lnTo>
                  <a:pt x="2063710" y="126532"/>
                </a:lnTo>
                <a:lnTo>
                  <a:pt x="2064758" y="126873"/>
                </a:lnTo>
                <a:lnTo>
                  <a:pt x="2065815" y="127209"/>
                </a:lnTo>
                <a:lnTo>
                  <a:pt x="2066884" y="127540"/>
                </a:lnTo>
                <a:lnTo>
                  <a:pt x="2067963" y="127866"/>
                </a:lnTo>
                <a:lnTo>
                  <a:pt x="2069052" y="128188"/>
                </a:lnTo>
                <a:lnTo>
                  <a:pt x="2070152" y="128504"/>
                </a:lnTo>
                <a:lnTo>
                  <a:pt x="2071263" y="128815"/>
                </a:lnTo>
                <a:lnTo>
                  <a:pt x="2072384" y="129122"/>
                </a:lnTo>
                <a:lnTo>
                  <a:pt x="2073516" y="129423"/>
                </a:lnTo>
                <a:lnTo>
                  <a:pt x="2074658" y="129719"/>
                </a:lnTo>
                <a:lnTo>
                  <a:pt x="2075811" y="130011"/>
                </a:lnTo>
                <a:lnTo>
                  <a:pt x="2076974" y="130297"/>
                </a:lnTo>
                <a:lnTo>
                  <a:pt x="2078350" y="130615"/>
                </a:lnTo>
                <a:lnTo>
                  <a:pt x="2079690" y="130933"/>
                </a:lnTo>
                <a:lnTo>
                  <a:pt x="2080996" y="131250"/>
                </a:lnTo>
                <a:lnTo>
                  <a:pt x="2082268" y="131566"/>
                </a:lnTo>
                <a:lnTo>
                  <a:pt x="2083504" y="131882"/>
                </a:lnTo>
                <a:lnTo>
                  <a:pt x="2084705" y="132198"/>
                </a:lnTo>
                <a:lnTo>
                  <a:pt x="2085872" y="132513"/>
                </a:lnTo>
                <a:lnTo>
                  <a:pt x="2087003" y="132827"/>
                </a:lnTo>
                <a:lnTo>
                  <a:pt x="2088100" y="133141"/>
                </a:lnTo>
                <a:lnTo>
                  <a:pt x="2089162" y="133455"/>
                </a:lnTo>
                <a:lnTo>
                  <a:pt x="2090189" y="133768"/>
                </a:lnTo>
                <a:lnTo>
                  <a:pt x="2091181" y="134081"/>
                </a:lnTo>
                <a:lnTo>
                  <a:pt x="2092138" y="134393"/>
                </a:lnTo>
                <a:lnTo>
                  <a:pt x="2093061" y="134705"/>
                </a:lnTo>
                <a:lnTo>
                  <a:pt x="2093948" y="135016"/>
                </a:lnTo>
                <a:lnTo>
                  <a:pt x="2094801" y="135327"/>
                </a:lnTo>
                <a:lnTo>
                  <a:pt x="2095619" y="135638"/>
                </a:lnTo>
                <a:lnTo>
                  <a:pt x="2096401" y="135948"/>
                </a:lnTo>
                <a:lnTo>
                  <a:pt x="2097149" y="136257"/>
                </a:lnTo>
                <a:lnTo>
                  <a:pt x="2097863" y="136566"/>
                </a:lnTo>
                <a:lnTo>
                  <a:pt x="2098541" y="136874"/>
                </a:lnTo>
                <a:lnTo>
                  <a:pt x="2099184" y="137182"/>
                </a:lnTo>
                <a:lnTo>
                  <a:pt x="2099793" y="137490"/>
                </a:lnTo>
                <a:lnTo>
                  <a:pt x="2100366" y="137797"/>
                </a:lnTo>
                <a:lnTo>
                  <a:pt x="2100911" y="138110"/>
                </a:lnTo>
                <a:lnTo>
                  <a:pt x="2101432" y="138437"/>
                </a:lnTo>
                <a:lnTo>
                  <a:pt x="2101930" y="138776"/>
                </a:lnTo>
                <a:lnTo>
                  <a:pt x="2102405" y="139129"/>
                </a:lnTo>
                <a:lnTo>
                  <a:pt x="2102857" y="139495"/>
                </a:lnTo>
                <a:lnTo>
                  <a:pt x="2103286" y="139875"/>
                </a:lnTo>
                <a:lnTo>
                  <a:pt x="2103692" y="140268"/>
                </a:lnTo>
                <a:lnTo>
                  <a:pt x="2104074" y="140673"/>
                </a:lnTo>
                <a:lnTo>
                  <a:pt x="2104433" y="141093"/>
                </a:lnTo>
                <a:lnTo>
                  <a:pt x="2104769" y="141525"/>
                </a:lnTo>
                <a:lnTo>
                  <a:pt x="2105082" y="141971"/>
                </a:lnTo>
                <a:lnTo>
                  <a:pt x="2105372" y="142430"/>
                </a:lnTo>
                <a:lnTo>
                  <a:pt x="2105638" y="142902"/>
                </a:lnTo>
                <a:lnTo>
                  <a:pt x="2105881" y="143387"/>
                </a:lnTo>
                <a:lnTo>
                  <a:pt x="2106102" y="143886"/>
                </a:lnTo>
                <a:lnTo>
                  <a:pt x="2106299" y="144398"/>
                </a:lnTo>
                <a:lnTo>
                  <a:pt x="2106472" y="144923"/>
                </a:lnTo>
                <a:lnTo>
                  <a:pt x="2106623" y="145462"/>
                </a:lnTo>
                <a:lnTo>
                  <a:pt x="2106750" y="146013"/>
                </a:lnTo>
                <a:lnTo>
                  <a:pt x="2106855" y="146578"/>
                </a:lnTo>
                <a:lnTo>
                  <a:pt x="2106936" y="147157"/>
                </a:lnTo>
                <a:lnTo>
                  <a:pt x="2106994" y="147748"/>
                </a:lnTo>
                <a:lnTo>
                  <a:pt x="2107029" y="148353"/>
                </a:lnTo>
                <a:lnTo>
                  <a:pt x="2107040" y="148971"/>
                </a:lnTo>
                <a:lnTo>
                  <a:pt x="2107030" y="149633"/>
                </a:lnTo>
                <a:lnTo>
                  <a:pt x="2107001" y="150280"/>
                </a:lnTo>
                <a:lnTo>
                  <a:pt x="2106952" y="150910"/>
                </a:lnTo>
                <a:lnTo>
                  <a:pt x="2106883" y="151524"/>
                </a:lnTo>
                <a:lnTo>
                  <a:pt x="2106794" y="152122"/>
                </a:lnTo>
                <a:lnTo>
                  <a:pt x="2106686" y="152704"/>
                </a:lnTo>
                <a:lnTo>
                  <a:pt x="2106558" y="153270"/>
                </a:lnTo>
                <a:lnTo>
                  <a:pt x="2106411" y="153820"/>
                </a:lnTo>
                <a:lnTo>
                  <a:pt x="2106244" y="154353"/>
                </a:lnTo>
                <a:lnTo>
                  <a:pt x="2106057" y="154870"/>
                </a:lnTo>
                <a:lnTo>
                  <a:pt x="2105851" y="155372"/>
                </a:lnTo>
                <a:lnTo>
                  <a:pt x="2105624" y="155857"/>
                </a:lnTo>
                <a:lnTo>
                  <a:pt x="2105379" y="156325"/>
                </a:lnTo>
                <a:lnTo>
                  <a:pt x="2105113" y="156778"/>
                </a:lnTo>
                <a:lnTo>
                  <a:pt x="2104828" y="157215"/>
                </a:lnTo>
                <a:lnTo>
                  <a:pt x="2104523" y="157635"/>
                </a:lnTo>
                <a:lnTo>
                  <a:pt x="2104199" y="158040"/>
                </a:lnTo>
                <a:lnTo>
                  <a:pt x="2103855" y="158428"/>
                </a:lnTo>
                <a:lnTo>
                  <a:pt x="2103491" y="158800"/>
                </a:lnTo>
                <a:lnTo>
                  <a:pt x="2103108" y="159156"/>
                </a:lnTo>
                <a:lnTo>
                  <a:pt x="2102705" y="159496"/>
                </a:lnTo>
                <a:lnTo>
                  <a:pt x="2102282" y="159820"/>
                </a:lnTo>
                <a:lnTo>
                  <a:pt x="2101839" y="160127"/>
                </a:lnTo>
                <a:lnTo>
                  <a:pt x="2101377" y="160419"/>
                </a:lnTo>
                <a:lnTo>
                  <a:pt x="2100898" y="160696"/>
                </a:lnTo>
                <a:lnTo>
                  <a:pt x="2100402" y="160961"/>
                </a:lnTo>
                <a:lnTo>
                  <a:pt x="2099890" y="161214"/>
                </a:lnTo>
                <a:lnTo>
                  <a:pt x="2099362" y="161456"/>
                </a:lnTo>
                <a:lnTo>
                  <a:pt x="2098819" y="161686"/>
                </a:lnTo>
                <a:lnTo>
                  <a:pt x="2098260" y="161904"/>
                </a:lnTo>
                <a:lnTo>
                  <a:pt x="2097684" y="162111"/>
                </a:lnTo>
                <a:lnTo>
                  <a:pt x="2097093" y="162305"/>
                </a:lnTo>
                <a:lnTo>
                  <a:pt x="2096486" y="162488"/>
                </a:lnTo>
                <a:lnTo>
                  <a:pt x="2095863" y="162659"/>
                </a:lnTo>
                <a:lnTo>
                  <a:pt x="2095224" y="162818"/>
                </a:lnTo>
                <a:lnTo>
                  <a:pt x="2094569" y="162966"/>
                </a:lnTo>
                <a:lnTo>
                  <a:pt x="2093898" y="163101"/>
                </a:lnTo>
                <a:lnTo>
                  <a:pt x="2093211" y="163225"/>
                </a:lnTo>
                <a:lnTo>
                  <a:pt x="2092508" y="163337"/>
                </a:lnTo>
                <a:lnTo>
                  <a:pt x="2091790" y="163437"/>
                </a:lnTo>
                <a:lnTo>
                  <a:pt x="2091055" y="163526"/>
                </a:lnTo>
                <a:lnTo>
                  <a:pt x="2090305" y="163602"/>
                </a:lnTo>
                <a:lnTo>
                  <a:pt x="2089538" y="163667"/>
                </a:lnTo>
                <a:lnTo>
                  <a:pt x="2088756" y="163720"/>
                </a:lnTo>
                <a:lnTo>
                  <a:pt x="2087958" y="163761"/>
                </a:lnTo>
                <a:lnTo>
                  <a:pt x="2087144" y="163791"/>
                </a:lnTo>
                <a:lnTo>
                  <a:pt x="2086314" y="163809"/>
                </a:lnTo>
                <a:lnTo>
                  <a:pt x="2085468" y="163815"/>
                </a:lnTo>
                <a:lnTo>
                  <a:pt x="2084607" y="163807"/>
                </a:lnTo>
                <a:lnTo>
                  <a:pt x="2083756" y="163784"/>
                </a:lnTo>
                <a:lnTo>
                  <a:pt x="2082914" y="163745"/>
                </a:lnTo>
                <a:lnTo>
                  <a:pt x="2082080" y="163692"/>
                </a:lnTo>
                <a:lnTo>
                  <a:pt x="2081256" y="163623"/>
                </a:lnTo>
                <a:lnTo>
                  <a:pt x="2080441" y="163538"/>
                </a:lnTo>
                <a:lnTo>
                  <a:pt x="2079636" y="163439"/>
                </a:lnTo>
                <a:lnTo>
                  <a:pt x="2078839" y="163323"/>
                </a:lnTo>
                <a:lnTo>
                  <a:pt x="2078051" y="163193"/>
                </a:lnTo>
                <a:lnTo>
                  <a:pt x="2077273" y="163047"/>
                </a:lnTo>
                <a:lnTo>
                  <a:pt x="2076504" y="162886"/>
                </a:lnTo>
                <a:lnTo>
                  <a:pt x="2075743" y="162710"/>
                </a:lnTo>
                <a:lnTo>
                  <a:pt x="2074992" y="162518"/>
                </a:lnTo>
                <a:lnTo>
                  <a:pt x="2074251" y="162311"/>
                </a:lnTo>
                <a:lnTo>
                  <a:pt x="2073518" y="162088"/>
                </a:lnTo>
                <a:lnTo>
                  <a:pt x="2072794" y="161850"/>
                </a:lnTo>
                <a:lnTo>
                  <a:pt x="2072080" y="161597"/>
                </a:lnTo>
                <a:lnTo>
                  <a:pt x="2071374" y="161328"/>
                </a:lnTo>
                <a:lnTo>
                  <a:pt x="2070678" y="161044"/>
                </a:lnTo>
                <a:lnTo>
                  <a:pt x="2069991" y="160745"/>
                </a:lnTo>
                <a:lnTo>
                  <a:pt x="2069313" y="160431"/>
                </a:lnTo>
                <a:lnTo>
                  <a:pt x="2068644" y="160101"/>
                </a:lnTo>
                <a:lnTo>
                  <a:pt x="2067984" y="159755"/>
                </a:lnTo>
                <a:lnTo>
                  <a:pt x="2067334" y="159395"/>
                </a:lnTo>
                <a:lnTo>
                  <a:pt x="2066701" y="159014"/>
                </a:lnTo>
                <a:lnTo>
                  <a:pt x="2066095" y="158610"/>
                </a:lnTo>
                <a:lnTo>
                  <a:pt x="2065517" y="158182"/>
                </a:lnTo>
                <a:lnTo>
                  <a:pt x="2064965" y="157730"/>
                </a:lnTo>
                <a:lnTo>
                  <a:pt x="2064440" y="157254"/>
                </a:lnTo>
                <a:lnTo>
                  <a:pt x="2063942" y="156753"/>
                </a:lnTo>
                <a:lnTo>
                  <a:pt x="2063471" y="156229"/>
                </a:lnTo>
                <a:lnTo>
                  <a:pt x="2063027" y="155681"/>
                </a:lnTo>
                <a:lnTo>
                  <a:pt x="2062609" y="155109"/>
                </a:lnTo>
                <a:lnTo>
                  <a:pt x="2062219" y="154513"/>
                </a:lnTo>
                <a:lnTo>
                  <a:pt x="2061856" y="153893"/>
                </a:lnTo>
                <a:lnTo>
                  <a:pt x="2061519" y="153250"/>
                </a:lnTo>
                <a:lnTo>
                  <a:pt x="2061210" y="152582"/>
                </a:lnTo>
                <a:lnTo>
                  <a:pt x="2060927" y="151890"/>
                </a:lnTo>
                <a:lnTo>
                  <a:pt x="2060671" y="151174"/>
                </a:lnTo>
                <a:lnTo>
                  <a:pt x="2060442" y="150434"/>
                </a:lnTo>
                <a:lnTo>
                  <a:pt x="2060241" y="149671"/>
                </a:lnTo>
                <a:lnTo>
                  <a:pt x="2060066" y="148883"/>
                </a:lnTo>
                <a:lnTo>
                  <a:pt x="2059918" y="148071"/>
                </a:lnTo>
                <a:lnTo>
                  <a:pt x="2059796" y="147236"/>
                </a:lnTo>
                <a:lnTo>
                  <a:pt x="2059702" y="146376"/>
                </a:lnTo>
                <a:lnTo>
                  <a:pt x="2059635" y="145493"/>
                </a:lnTo>
                <a:lnTo>
                  <a:pt x="2059595" y="144585"/>
                </a:lnTo>
                <a:lnTo>
                  <a:pt x="2059581" y="143654"/>
                </a:lnTo>
                <a:lnTo>
                  <a:pt x="2026414" y="143654"/>
                </a:lnTo>
                <a:lnTo>
                  <a:pt x="2026422" y="144714"/>
                </a:lnTo>
                <a:lnTo>
                  <a:pt x="2026448" y="145760"/>
                </a:lnTo>
                <a:lnTo>
                  <a:pt x="2026492" y="146791"/>
                </a:lnTo>
                <a:lnTo>
                  <a:pt x="2026552" y="147807"/>
                </a:lnTo>
                <a:lnTo>
                  <a:pt x="2026630" y="148809"/>
                </a:lnTo>
                <a:lnTo>
                  <a:pt x="2026726" y="149796"/>
                </a:lnTo>
                <a:lnTo>
                  <a:pt x="2026838" y="150768"/>
                </a:lnTo>
                <a:lnTo>
                  <a:pt x="2026968" y="151726"/>
                </a:lnTo>
                <a:lnTo>
                  <a:pt x="2027115" y="152669"/>
                </a:lnTo>
                <a:lnTo>
                  <a:pt x="2027280" y="153597"/>
                </a:lnTo>
                <a:lnTo>
                  <a:pt x="2027462" y="154511"/>
                </a:lnTo>
                <a:lnTo>
                  <a:pt x="2027661" y="155410"/>
                </a:lnTo>
                <a:lnTo>
                  <a:pt x="2027877" y="156294"/>
                </a:lnTo>
                <a:lnTo>
                  <a:pt x="2028111" y="157164"/>
                </a:lnTo>
                <a:lnTo>
                  <a:pt x="2028362" y="158019"/>
                </a:lnTo>
                <a:lnTo>
                  <a:pt x="2028631" y="158859"/>
                </a:lnTo>
                <a:lnTo>
                  <a:pt x="2028917" y="159685"/>
                </a:lnTo>
                <a:lnTo>
                  <a:pt x="2029220" y="160496"/>
                </a:lnTo>
                <a:lnTo>
                  <a:pt x="2029540" y="161292"/>
                </a:lnTo>
                <a:lnTo>
                  <a:pt x="2029878" y="162074"/>
                </a:lnTo>
                <a:lnTo>
                  <a:pt x="2030233" y="162841"/>
                </a:lnTo>
                <a:lnTo>
                  <a:pt x="2030606" y="163593"/>
                </a:lnTo>
                <a:lnTo>
                  <a:pt x="2030995" y="164330"/>
                </a:lnTo>
                <a:lnTo>
                  <a:pt x="2031402" y="165053"/>
                </a:lnTo>
                <a:lnTo>
                  <a:pt x="2031824" y="165763"/>
                </a:lnTo>
                <a:lnTo>
                  <a:pt x="2032258" y="166459"/>
                </a:lnTo>
                <a:lnTo>
                  <a:pt x="2032704" y="167144"/>
                </a:lnTo>
                <a:lnTo>
                  <a:pt x="2033163" y="167815"/>
                </a:lnTo>
                <a:lnTo>
                  <a:pt x="2033633" y="168474"/>
                </a:lnTo>
                <a:lnTo>
                  <a:pt x="2034116" y="169121"/>
                </a:lnTo>
                <a:lnTo>
                  <a:pt x="2034611" y="169755"/>
                </a:lnTo>
                <a:lnTo>
                  <a:pt x="2035118" y="170377"/>
                </a:lnTo>
                <a:lnTo>
                  <a:pt x="2035637" y="170986"/>
                </a:lnTo>
                <a:lnTo>
                  <a:pt x="2036168" y="171582"/>
                </a:lnTo>
                <a:lnTo>
                  <a:pt x="2036712" y="172166"/>
                </a:lnTo>
                <a:lnTo>
                  <a:pt x="2037267" y="172737"/>
                </a:lnTo>
                <a:lnTo>
                  <a:pt x="2037835" y="173296"/>
                </a:lnTo>
                <a:lnTo>
                  <a:pt x="2038415" y="173842"/>
                </a:lnTo>
                <a:lnTo>
                  <a:pt x="2039007" y="174376"/>
                </a:lnTo>
                <a:lnTo>
                  <a:pt x="2039612" y="174897"/>
                </a:lnTo>
                <a:lnTo>
                  <a:pt x="2040228" y="175406"/>
                </a:lnTo>
                <a:lnTo>
                  <a:pt x="2040857" y="175902"/>
                </a:lnTo>
                <a:lnTo>
                  <a:pt x="2041498" y="176386"/>
                </a:lnTo>
                <a:lnTo>
                  <a:pt x="2042151" y="176857"/>
                </a:lnTo>
                <a:lnTo>
                  <a:pt x="2042816" y="177316"/>
                </a:lnTo>
                <a:lnTo>
                  <a:pt x="2043494" y="177762"/>
                </a:lnTo>
                <a:lnTo>
                  <a:pt x="2044183" y="178195"/>
                </a:lnTo>
                <a:lnTo>
                  <a:pt x="2044885" y="178616"/>
                </a:lnTo>
                <a:lnTo>
                  <a:pt x="2045596" y="179026"/>
                </a:lnTo>
                <a:lnTo>
                  <a:pt x="2046315" y="179425"/>
                </a:lnTo>
                <a:lnTo>
                  <a:pt x="2047040" y="179814"/>
                </a:lnTo>
                <a:lnTo>
                  <a:pt x="2047773" y="180193"/>
                </a:lnTo>
                <a:lnTo>
                  <a:pt x="2048512" y="180562"/>
                </a:lnTo>
                <a:lnTo>
                  <a:pt x="2049258" y="180921"/>
                </a:lnTo>
                <a:lnTo>
                  <a:pt x="2050012" y="181269"/>
                </a:lnTo>
                <a:lnTo>
                  <a:pt x="2050772" y="181607"/>
                </a:lnTo>
                <a:lnTo>
                  <a:pt x="2051540" y="181936"/>
                </a:lnTo>
                <a:lnTo>
                  <a:pt x="2052315" y="182253"/>
                </a:lnTo>
                <a:lnTo>
                  <a:pt x="2053096" y="182561"/>
                </a:lnTo>
                <a:lnTo>
                  <a:pt x="2053885" y="182859"/>
                </a:lnTo>
                <a:lnTo>
                  <a:pt x="2054680" y="183146"/>
                </a:lnTo>
                <a:lnTo>
                  <a:pt x="2055483" y="183423"/>
                </a:lnTo>
                <a:lnTo>
                  <a:pt x="2056293" y="183690"/>
                </a:lnTo>
                <a:lnTo>
                  <a:pt x="2057109" y="183947"/>
                </a:lnTo>
                <a:lnTo>
                  <a:pt x="2057933" y="184194"/>
                </a:lnTo>
                <a:lnTo>
                  <a:pt x="2058764" y="184430"/>
                </a:lnTo>
                <a:lnTo>
                  <a:pt x="2059601" y="184657"/>
                </a:lnTo>
                <a:lnTo>
                  <a:pt x="2060446" y="184873"/>
                </a:lnTo>
                <a:lnTo>
                  <a:pt x="2061298" y="185079"/>
                </a:lnTo>
                <a:lnTo>
                  <a:pt x="2062157" y="185274"/>
                </a:lnTo>
                <a:lnTo>
                  <a:pt x="2063023" y="185460"/>
                </a:lnTo>
                <a:lnTo>
                  <a:pt x="2063896" y="185635"/>
                </a:lnTo>
                <a:lnTo>
                  <a:pt x="2064773" y="185802"/>
                </a:lnTo>
                <a:lnTo>
                  <a:pt x="2065651" y="185962"/>
                </a:lnTo>
                <a:lnTo>
                  <a:pt x="2066531" y="186114"/>
                </a:lnTo>
                <a:lnTo>
                  <a:pt x="2067412" y="186260"/>
                </a:lnTo>
                <a:lnTo>
                  <a:pt x="2068295" y="186398"/>
                </a:lnTo>
                <a:lnTo>
                  <a:pt x="2069179" y="186529"/>
                </a:lnTo>
                <a:lnTo>
                  <a:pt x="2070065" y="186654"/>
                </a:lnTo>
                <a:lnTo>
                  <a:pt x="2070951" y="186771"/>
                </a:lnTo>
                <a:lnTo>
                  <a:pt x="2071840" y="186881"/>
                </a:lnTo>
                <a:lnTo>
                  <a:pt x="2072730" y="186984"/>
                </a:lnTo>
                <a:lnTo>
                  <a:pt x="2073621" y="187079"/>
                </a:lnTo>
                <a:lnTo>
                  <a:pt x="2074513" y="187168"/>
                </a:lnTo>
                <a:lnTo>
                  <a:pt x="2075407" y="187250"/>
                </a:lnTo>
                <a:lnTo>
                  <a:pt x="2076302" y="187324"/>
                </a:lnTo>
                <a:lnTo>
                  <a:pt x="2077199" y="187391"/>
                </a:lnTo>
                <a:lnTo>
                  <a:pt x="2078097" y="187452"/>
                </a:lnTo>
                <a:lnTo>
                  <a:pt x="2078997" y="187505"/>
                </a:lnTo>
                <a:lnTo>
                  <a:pt x="2079898" y="187551"/>
                </a:lnTo>
                <a:lnTo>
                  <a:pt x="2080800" y="187590"/>
                </a:lnTo>
                <a:lnTo>
                  <a:pt x="2081704" y="187622"/>
                </a:lnTo>
                <a:lnTo>
                  <a:pt x="2082609" y="187647"/>
                </a:lnTo>
                <a:lnTo>
                  <a:pt x="2083516" y="187665"/>
                </a:lnTo>
                <a:lnTo>
                  <a:pt x="2084424" y="187675"/>
                </a:lnTo>
                <a:lnTo>
                  <a:pt x="2085333" y="187679"/>
                </a:lnTo>
                <a:lnTo>
                  <a:pt x="2086253" y="187675"/>
                </a:lnTo>
                <a:lnTo>
                  <a:pt x="2087171" y="187663"/>
                </a:lnTo>
                <a:lnTo>
                  <a:pt x="2088085" y="187643"/>
                </a:lnTo>
                <a:lnTo>
                  <a:pt x="2088998" y="187614"/>
                </a:lnTo>
                <a:lnTo>
                  <a:pt x="2089907" y="187578"/>
                </a:lnTo>
                <a:close/>
                <a:moveTo>
                  <a:pt x="1685093" y="187392"/>
                </a:moveTo>
                <a:lnTo>
                  <a:pt x="1686412" y="187266"/>
                </a:lnTo>
                <a:lnTo>
                  <a:pt x="1687711" y="187117"/>
                </a:lnTo>
                <a:lnTo>
                  <a:pt x="1688990" y="186945"/>
                </a:lnTo>
                <a:lnTo>
                  <a:pt x="1690250" y="186750"/>
                </a:lnTo>
                <a:lnTo>
                  <a:pt x="1691490" y="186532"/>
                </a:lnTo>
                <a:lnTo>
                  <a:pt x="1692711" y="186291"/>
                </a:lnTo>
                <a:lnTo>
                  <a:pt x="1693911" y="186027"/>
                </a:lnTo>
                <a:lnTo>
                  <a:pt x="1695093" y="185740"/>
                </a:lnTo>
                <a:lnTo>
                  <a:pt x="1696254" y="185431"/>
                </a:lnTo>
                <a:lnTo>
                  <a:pt x="1697396" y="185098"/>
                </a:lnTo>
                <a:lnTo>
                  <a:pt x="1698518" y="184743"/>
                </a:lnTo>
                <a:lnTo>
                  <a:pt x="1699621" y="184364"/>
                </a:lnTo>
                <a:lnTo>
                  <a:pt x="1700703" y="183963"/>
                </a:lnTo>
                <a:lnTo>
                  <a:pt x="1701767" y="183538"/>
                </a:lnTo>
                <a:lnTo>
                  <a:pt x="1702810" y="183091"/>
                </a:lnTo>
                <a:lnTo>
                  <a:pt x="1703834" y="182621"/>
                </a:lnTo>
                <a:lnTo>
                  <a:pt x="1704838" y="182128"/>
                </a:lnTo>
                <a:lnTo>
                  <a:pt x="1705823" y="181611"/>
                </a:lnTo>
                <a:lnTo>
                  <a:pt x="1706787" y="181072"/>
                </a:lnTo>
                <a:lnTo>
                  <a:pt x="1707734" y="180519"/>
                </a:lnTo>
                <a:lnTo>
                  <a:pt x="1708664" y="179959"/>
                </a:lnTo>
                <a:lnTo>
                  <a:pt x="1709577" y="179393"/>
                </a:lnTo>
                <a:lnTo>
                  <a:pt x="1710473" y="178821"/>
                </a:lnTo>
                <a:lnTo>
                  <a:pt x="1711352" y="178244"/>
                </a:lnTo>
                <a:lnTo>
                  <a:pt x="1712214" y="177660"/>
                </a:lnTo>
                <a:lnTo>
                  <a:pt x="1713060" y="177069"/>
                </a:lnTo>
                <a:lnTo>
                  <a:pt x="1713888" y="176473"/>
                </a:lnTo>
                <a:lnTo>
                  <a:pt x="1714700" y="175871"/>
                </a:lnTo>
                <a:lnTo>
                  <a:pt x="1715495" y="175263"/>
                </a:lnTo>
                <a:lnTo>
                  <a:pt x="1716273" y="174648"/>
                </a:lnTo>
                <a:lnTo>
                  <a:pt x="1717034" y="174028"/>
                </a:lnTo>
                <a:lnTo>
                  <a:pt x="1717779" y="173401"/>
                </a:lnTo>
                <a:lnTo>
                  <a:pt x="1718506" y="172768"/>
                </a:lnTo>
                <a:lnTo>
                  <a:pt x="1719217" y="172130"/>
                </a:lnTo>
                <a:lnTo>
                  <a:pt x="1719911" y="171485"/>
                </a:lnTo>
                <a:lnTo>
                  <a:pt x="1720587" y="170834"/>
                </a:lnTo>
                <a:lnTo>
                  <a:pt x="1721248" y="170177"/>
                </a:lnTo>
                <a:lnTo>
                  <a:pt x="1721891" y="169514"/>
                </a:lnTo>
                <a:lnTo>
                  <a:pt x="1722517" y="168844"/>
                </a:lnTo>
                <a:lnTo>
                  <a:pt x="1723127" y="168169"/>
                </a:lnTo>
                <a:lnTo>
                  <a:pt x="1723719" y="167488"/>
                </a:lnTo>
                <a:lnTo>
                  <a:pt x="1724295" y="166800"/>
                </a:lnTo>
                <a:lnTo>
                  <a:pt x="1724854" y="166107"/>
                </a:lnTo>
                <a:lnTo>
                  <a:pt x="1725394" y="185252"/>
                </a:lnTo>
                <a:lnTo>
                  <a:pt x="1759909" y="185252"/>
                </a:lnTo>
                <a:lnTo>
                  <a:pt x="1759909" y="52043"/>
                </a:lnTo>
                <a:lnTo>
                  <a:pt x="1724180" y="52043"/>
                </a:lnTo>
                <a:lnTo>
                  <a:pt x="1724180" y="141880"/>
                </a:lnTo>
                <a:lnTo>
                  <a:pt x="1723705" y="142462"/>
                </a:lnTo>
                <a:lnTo>
                  <a:pt x="1723223" y="143036"/>
                </a:lnTo>
                <a:lnTo>
                  <a:pt x="1722734" y="143603"/>
                </a:lnTo>
                <a:lnTo>
                  <a:pt x="1722238" y="144163"/>
                </a:lnTo>
                <a:lnTo>
                  <a:pt x="1721736" y="144715"/>
                </a:lnTo>
                <a:lnTo>
                  <a:pt x="1721227" y="145260"/>
                </a:lnTo>
                <a:lnTo>
                  <a:pt x="1720711" y="145798"/>
                </a:lnTo>
                <a:lnTo>
                  <a:pt x="1720188" y="146328"/>
                </a:lnTo>
                <a:lnTo>
                  <a:pt x="1719658" y="146850"/>
                </a:lnTo>
                <a:lnTo>
                  <a:pt x="1719122" y="147366"/>
                </a:lnTo>
                <a:lnTo>
                  <a:pt x="1718579" y="147873"/>
                </a:lnTo>
                <a:lnTo>
                  <a:pt x="1718029" y="148374"/>
                </a:lnTo>
                <a:lnTo>
                  <a:pt x="1717472" y="148867"/>
                </a:lnTo>
                <a:lnTo>
                  <a:pt x="1716908" y="149352"/>
                </a:lnTo>
                <a:lnTo>
                  <a:pt x="1716338" y="149830"/>
                </a:lnTo>
                <a:lnTo>
                  <a:pt x="1715761" y="150301"/>
                </a:lnTo>
                <a:lnTo>
                  <a:pt x="1715177" y="150764"/>
                </a:lnTo>
                <a:lnTo>
                  <a:pt x="1714586" y="151220"/>
                </a:lnTo>
                <a:lnTo>
                  <a:pt x="1713989" y="151668"/>
                </a:lnTo>
                <a:lnTo>
                  <a:pt x="1713385" y="152110"/>
                </a:lnTo>
                <a:lnTo>
                  <a:pt x="1712774" y="152543"/>
                </a:lnTo>
                <a:lnTo>
                  <a:pt x="1712156" y="152969"/>
                </a:lnTo>
                <a:lnTo>
                  <a:pt x="1711531" y="153388"/>
                </a:lnTo>
                <a:lnTo>
                  <a:pt x="1710900" y="153799"/>
                </a:lnTo>
                <a:lnTo>
                  <a:pt x="1710259" y="154199"/>
                </a:lnTo>
                <a:lnTo>
                  <a:pt x="1709608" y="154581"/>
                </a:lnTo>
                <a:lnTo>
                  <a:pt x="1708946" y="154946"/>
                </a:lnTo>
                <a:lnTo>
                  <a:pt x="1708272" y="155294"/>
                </a:lnTo>
                <a:lnTo>
                  <a:pt x="1707588" y="155625"/>
                </a:lnTo>
                <a:lnTo>
                  <a:pt x="1706893" y="155940"/>
                </a:lnTo>
                <a:lnTo>
                  <a:pt x="1706186" y="156237"/>
                </a:lnTo>
                <a:lnTo>
                  <a:pt x="1705469" y="156517"/>
                </a:lnTo>
                <a:lnTo>
                  <a:pt x="1704741" y="156780"/>
                </a:lnTo>
                <a:lnTo>
                  <a:pt x="1704001" y="157027"/>
                </a:lnTo>
                <a:lnTo>
                  <a:pt x="1703251" y="157256"/>
                </a:lnTo>
                <a:lnTo>
                  <a:pt x="1702490" y="157468"/>
                </a:lnTo>
                <a:lnTo>
                  <a:pt x="1701717" y="157664"/>
                </a:lnTo>
                <a:lnTo>
                  <a:pt x="1700934" y="157842"/>
                </a:lnTo>
                <a:lnTo>
                  <a:pt x="1700140" y="158003"/>
                </a:lnTo>
                <a:lnTo>
                  <a:pt x="1699334" y="158148"/>
                </a:lnTo>
                <a:lnTo>
                  <a:pt x="1698518" y="158275"/>
                </a:lnTo>
                <a:lnTo>
                  <a:pt x="1697691" y="158385"/>
                </a:lnTo>
                <a:lnTo>
                  <a:pt x="1696852" y="158479"/>
                </a:lnTo>
                <a:lnTo>
                  <a:pt x="1696003" y="158555"/>
                </a:lnTo>
                <a:lnTo>
                  <a:pt x="1695143" y="158615"/>
                </a:lnTo>
                <a:lnTo>
                  <a:pt x="1694271" y="158657"/>
                </a:lnTo>
                <a:lnTo>
                  <a:pt x="1693389" y="158683"/>
                </a:lnTo>
                <a:lnTo>
                  <a:pt x="1692496" y="158691"/>
                </a:lnTo>
                <a:lnTo>
                  <a:pt x="1691883" y="158686"/>
                </a:lnTo>
                <a:lnTo>
                  <a:pt x="1691280" y="158671"/>
                </a:lnTo>
                <a:lnTo>
                  <a:pt x="1690687" y="158646"/>
                </a:lnTo>
                <a:lnTo>
                  <a:pt x="1690104" y="158611"/>
                </a:lnTo>
                <a:lnTo>
                  <a:pt x="1689532" y="158565"/>
                </a:lnTo>
                <a:lnTo>
                  <a:pt x="1688969" y="158510"/>
                </a:lnTo>
                <a:lnTo>
                  <a:pt x="1688417" y="158445"/>
                </a:lnTo>
                <a:lnTo>
                  <a:pt x="1687874" y="158369"/>
                </a:lnTo>
                <a:lnTo>
                  <a:pt x="1687342" y="158284"/>
                </a:lnTo>
                <a:lnTo>
                  <a:pt x="1686819" y="158189"/>
                </a:lnTo>
                <a:lnTo>
                  <a:pt x="1686307" y="158083"/>
                </a:lnTo>
                <a:lnTo>
                  <a:pt x="1685805" y="157967"/>
                </a:lnTo>
                <a:lnTo>
                  <a:pt x="1685313" y="157842"/>
                </a:lnTo>
                <a:lnTo>
                  <a:pt x="1684831" y="157706"/>
                </a:lnTo>
                <a:lnTo>
                  <a:pt x="1684359" y="157560"/>
                </a:lnTo>
                <a:lnTo>
                  <a:pt x="1683897" y="157405"/>
                </a:lnTo>
                <a:lnTo>
                  <a:pt x="1683445" y="157239"/>
                </a:lnTo>
                <a:lnTo>
                  <a:pt x="1683003" y="157063"/>
                </a:lnTo>
                <a:lnTo>
                  <a:pt x="1682571" y="156877"/>
                </a:lnTo>
                <a:lnTo>
                  <a:pt x="1682150" y="156681"/>
                </a:lnTo>
                <a:lnTo>
                  <a:pt x="1681738" y="156475"/>
                </a:lnTo>
                <a:lnTo>
                  <a:pt x="1681337" y="156259"/>
                </a:lnTo>
                <a:lnTo>
                  <a:pt x="1680945" y="156033"/>
                </a:lnTo>
                <a:lnTo>
                  <a:pt x="1680564" y="155797"/>
                </a:lnTo>
                <a:lnTo>
                  <a:pt x="1680192" y="155551"/>
                </a:lnTo>
                <a:lnTo>
                  <a:pt x="1679829" y="155297"/>
                </a:lnTo>
                <a:lnTo>
                  <a:pt x="1679474" y="155035"/>
                </a:lnTo>
                <a:lnTo>
                  <a:pt x="1679129" y="154765"/>
                </a:lnTo>
                <a:lnTo>
                  <a:pt x="1678793" y="154486"/>
                </a:lnTo>
                <a:lnTo>
                  <a:pt x="1678465" y="154199"/>
                </a:lnTo>
                <a:lnTo>
                  <a:pt x="1678147" y="153903"/>
                </a:lnTo>
                <a:lnTo>
                  <a:pt x="1677837" y="153599"/>
                </a:lnTo>
                <a:lnTo>
                  <a:pt x="1677536" y="153287"/>
                </a:lnTo>
                <a:lnTo>
                  <a:pt x="1677244" y="152966"/>
                </a:lnTo>
                <a:lnTo>
                  <a:pt x="1676961" y="152637"/>
                </a:lnTo>
                <a:lnTo>
                  <a:pt x="1676687" y="152299"/>
                </a:lnTo>
                <a:lnTo>
                  <a:pt x="1676422" y="151954"/>
                </a:lnTo>
                <a:lnTo>
                  <a:pt x="1676166" y="151599"/>
                </a:lnTo>
                <a:lnTo>
                  <a:pt x="1675918" y="151237"/>
                </a:lnTo>
                <a:lnTo>
                  <a:pt x="1675680" y="150866"/>
                </a:lnTo>
                <a:lnTo>
                  <a:pt x="1675450" y="150487"/>
                </a:lnTo>
                <a:lnTo>
                  <a:pt x="1675230" y="150099"/>
                </a:lnTo>
                <a:lnTo>
                  <a:pt x="1675018" y="149703"/>
                </a:lnTo>
                <a:lnTo>
                  <a:pt x="1674815" y="149299"/>
                </a:lnTo>
                <a:lnTo>
                  <a:pt x="1674621" y="148886"/>
                </a:lnTo>
                <a:lnTo>
                  <a:pt x="1674436" y="148465"/>
                </a:lnTo>
                <a:lnTo>
                  <a:pt x="1674259" y="148035"/>
                </a:lnTo>
                <a:lnTo>
                  <a:pt x="1674092" y="147597"/>
                </a:lnTo>
                <a:lnTo>
                  <a:pt x="1673932" y="147153"/>
                </a:lnTo>
                <a:lnTo>
                  <a:pt x="1673780" y="146702"/>
                </a:lnTo>
                <a:lnTo>
                  <a:pt x="1673634" y="146246"/>
                </a:lnTo>
                <a:lnTo>
                  <a:pt x="1673495" y="145785"/>
                </a:lnTo>
                <a:lnTo>
                  <a:pt x="1673362" y="145318"/>
                </a:lnTo>
                <a:lnTo>
                  <a:pt x="1673237" y="144846"/>
                </a:lnTo>
                <a:lnTo>
                  <a:pt x="1673118" y="144368"/>
                </a:lnTo>
                <a:lnTo>
                  <a:pt x="1673006" y="143885"/>
                </a:lnTo>
                <a:lnTo>
                  <a:pt x="1672901" y="143396"/>
                </a:lnTo>
                <a:lnTo>
                  <a:pt x="1672802" y="142902"/>
                </a:lnTo>
                <a:lnTo>
                  <a:pt x="1672711" y="142402"/>
                </a:lnTo>
                <a:lnTo>
                  <a:pt x="1672626" y="141897"/>
                </a:lnTo>
                <a:lnTo>
                  <a:pt x="1672548" y="141386"/>
                </a:lnTo>
                <a:lnTo>
                  <a:pt x="1672476" y="140870"/>
                </a:lnTo>
                <a:lnTo>
                  <a:pt x="1672412" y="140348"/>
                </a:lnTo>
                <a:lnTo>
                  <a:pt x="1672354" y="139821"/>
                </a:lnTo>
                <a:lnTo>
                  <a:pt x="1672303" y="139288"/>
                </a:lnTo>
                <a:lnTo>
                  <a:pt x="1672259" y="138749"/>
                </a:lnTo>
                <a:lnTo>
                  <a:pt x="1672222" y="138206"/>
                </a:lnTo>
                <a:lnTo>
                  <a:pt x="1672191" y="137656"/>
                </a:lnTo>
                <a:lnTo>
                  <a:pt x="1672167" y="137101"/>
                </a:lnTo>
                <a:lnTo>
                  <a:pt x="1672151" y="136541"/>
                </a:lnTo>
                <a:lnTo>
                  <a:pt x="1672140" y="135975"/>
                </a:lnTo>
                <a:lnTo>
                  <a:pt x="1672137" y="135404"/>
                </a:lnTo>
                <a:lnTo>
                  <a:pt x="1672137" y="52043"/>
                </a:lnTo>
                <a:lnTo>
                  <a:pt x="1636408" y="52043"/>
                </a:lnTo>
                <a:lnTo>
                  <a:pt x="1636408" y="139402"/>
                </a:lnTo>
                <a:lnTo>
                  <a:pt x="1636427" y="141315"/>
                </a:lnTo>
                <a:lnTo>
                  <a:pt x="1636484" y="143192"/>
                </a:lnTo>
                <a:lnTo>
                  <a:pt x="1636578" y="145031"/>
                </a:lnTo>
                <a:lnTo>
                  <a:pt x="1636711" y="146833"/>
                </a:lnTo>
                <a:lnTo>
                  <a:pt x="1636882" y="148599"/>
                </a:lnTo>
                <a:lnTo>
                  <a:pt x="1637090" y="150327"/>
                </a:lnTo>
                <a:lnTo>
                  <a:pt x="1637337" y="152019"/>
                </a:lnTo>
                <a:lnTo>
                  <a:pt x="1637621" y="153673"/>
                </a:lnTo>
                <a:lnTo>
                  <a:pt x="1637944" y="155291"/>
                </a:lnTo>
                <a:lnTo>
                  <a:pt x="1638304" y="156872"/>
                </a:lnTo>
                <a:lnTo>
                  <a:pt x="1638702" y="158416"/>
                </a:lnTo>
                <a:lnTo>
                  <a:pt x="1639138" y="159923"/>
                </a:lnTo>
                <a:lnTo>
                  <a:pt x="1639612" y="161394"/>
                </a:lnTo>
                <a:lnTo>
                  <a:pt x="1640124" y="162827"/>
                </a:lnTo>
                <a:lnTo>
                  <a:pt x="1640674" y="164224"/>
                </a:lnTo>
                <a:lnTo>
                  <a:pt x="1641262" y="165583"/>
                </a:lnTo>
                <a:lnTo>
                  <a:pt x="1641887" y="166906"/>
                </a:lnTo>
                <a:lnTo>
                  <a:pt x="1642551" y="168192"/>
                </a:lnTo>
                <a:lnTo>
                  <a:pt x="1643252" y="169441"/>
                </a:lnTo>
                <a:lnTo>
                  <a:pt x="1643992" y="170653"/>
                </a:lnTo>
                <a:lnTo>
                  <a:pt x="1644769" y="171828"/>
                </a:lnTo>
                <a:lnTo>
                  <a:pt x="1645584" y="172966"/>
                </a:lnTo>
                <a:lnTo>
                  <a:pt x="1646438" y="174067"/>
                </a:lnTo>
                <a:lnTo>
                  <a:pt x="1647329" y="175132"/>
                </a:lnTo>
                <a:lnTo>
                  <a:pt x="1648255" y="176155"/>
                </a:lnTo>
                <a:lnTo>
                  <a:pt x="1649212" y="177136"/>
                </a:lnTo>
                <a:lnTo>
                  <a:pt x="1650200" y="178072"/>
                </a:lnTo>
                <a:lnTo>
                  <a:pt x="1651220" y="178965"/>
                </a:lnTo>
                <a:lnTo>
                  <a:pt x="1652271" y="179815"/>
                </a:lnTo>
                <a:lnTo>
                  <a:pt x="1653354" y="180621"/>
                </a:lnTo>
                <a:lnTo>
                  <a:pt x="1654468" y="181383"/>
                </a:lnTo>
                <a:lnTo>
                  <a:pt x="1655613" y="182102"/>
                </a:lnTo>
                <a:lnTo>
                  <a:pt x="1656790" y="182778"/>
                </a:lnTo>
                <a:lnTo>
                  <a:pt x="1657998" y="183409"/>
                </a:lnTo>
                <a:lnTo>
                  <a:pt x="1659237" y="183997"/>
                </a:lnTo>
                <a:lnTo>
                  <a:pt x="1660508" y="184542"/>
                </a:lnTo>
                <a:lnTo>
                  <a:pt x="1661810" y="185043"/>
                </a:lnTo>
                <a:lnTo>
                  <a:pt x="1663144" y="185500"/>
                </a:lnTo>
                <a:lnTo>
                  <a:pt x="1664509" y="185914"/>
                </a:lnTo>
                <a:lnTo>
                  <a:pt x="1665905" y="186285"/>
                </a:lnTo>
                <a:lnTo>
                  <a:pt x="1667333" y="186611"/>
                </a:lnTo>
                <a:lnTo>
                  <a:pt x="1668792" y="186895"/>
                </a:lnTo>
                <a:lnTo>
                  <a:pt x="1670282" y="187134"/>
                </a:lnTo>
                <a:lnTo>
                  <a:pt x="1671804" y="187330"/>
                </a:lnTo>
                <a:lnTo>
                  <a:pt x="1673357" y="187483"/>
                </a:lnTo>
                <a:lnTo>
                  <a:pt x="1674941" y="187592"/>
                </a:lnTo>
                <a:lnTo>
                  <a:pt x="1676557" y="187657"/>
                </a:lnTo>
                <a:lnTo>
                  <a:pt x="1678204" y="187679"/>
                </a:lnTo>
                <a:lnTo>
                  <a:pt x="1679621" y="187667"/>
                </a:lnTo>
                <a:lnTo>
                  <a:pt x="1681019" y="187633"/>
                </a:lnTo>
                <a:lnTo>
                  <a:pt x="1682396" y="187576"/>
                </a:lnTo>
                <a:lnTo>
                  <a:pt x="1683755" y="187495"/>
                </a:lnTo>
                <a:lnTo>
                  <a:pt x="1685093" y="187392"/>
                </a:lnTo>
                <a:close/>
                <a:moveTo>
                  <a:pt x="917357" y="233437"/>
                </a:moveTo>
                <a:lnTo>
                  <a:pt x="918496" y="233390"/>
                </a:lnTo>
                <a:lnTo>
                  <a:pt x="919618" y="233333"/>
                </a:lnTo>
                <a:lnTo>
                  <a:pt x="920724" y="233265"/>
                </a:lnTo>
                <a:lnTo>
                  <a:pt x="921812" y="233187"/>
                </a:lnTo>
                <a:lnTo>
                  <a:pt x="922885" y="233099"/>
                </a:lnTo>
                <a:lnTo>
                  <a:pt x="923940" y="233000"/>
                </a:lnTo>
                <a:lnTo>
                  <a:pt x="924979" y="232891"/>
                </a:lnTo>
                <a:lnTo>
                  <a:pt x="926001" y="232771"/>
                </a:lnTo>
                <a:lnTo>
                  <a:pt x="927007" y="232641"/>
                </a:lnTo>
                <a:lnTo>
                  <a:pt x="927996" y="232501"/>
                </a:lnTo>
                <a:lnTo>
                  <a:pt x="928969" y="232350"/>
                </a:lnTo>
                <a:lnTo>
                  <a:pt x="929924" y="232189"/>
                </a:lnTo>
                <a:lnTo>
                  <a:pt x="930864" y="232017"/>
                </a:lnTo>
                <a:lnTo>
                  <a:pt x="931786" y="231835"/>
                </a:lnTo>
                <a:lnTo>
                  <a:pt x="932692" y="231642"/>
                </a:lnTo>
                <a:lnTo>
                  <a:pt x="933582" y="231440"/>
                </a:lnTo>
                <a:lnTo>
                  <a:pt x="934454" y="231226"/>
                </a:lnTo>
                <a:lnTo>
                  <a:pt x="935310" y="231003"/>
                </a:lnTo>
                <a:lnTo>
                  <a:pt x="936150" y="230769"/>
                </a:lnTo>
                <a:lnTo>
                  <a:pt x="936973" y="230524"/>
                </a:lnTo>
                <a:lnTo>
                  <a:pt x="937782" y="230267"/>
                </a:lnTo>
                <a:lnTo>
                  <a:pt x="938581" y="229993"/>
                </a:lnTo>
                <a:lnTo>
                  <a:pt x="939369" y="229702"/>
                </a:lnTo>
                <a:lnTo>
                  <a:pt x="940147" y="229395"/>
                </a:lnTo>
                <a:lnTo>
                  <a:pt x="940914" y="229071"/>
                </a:lnTo>
                <a:lnTo>
                  <a:pt x="941671" y="228731"/>
                </a:lnTo>
                <a:lnTo>
                  <a:pt x="942417" y="228374"/>
                </a:lnTo>
                <a:lnTo>
                  <a:pt x="943152" y="228001"/>
                </a:lnTo>
                <a:lnTo>
                  <a:pt x="943877" y="227611"/>
                </a:lnTo>
                <a:lnTo>
                  <a:pt x="944592" y="227205"/>
                </a:lnTo>
                <a:lnTo>
                  <a:pt x="945296" y="226782"/>
                </a:lnTo>
                <a:lnTo>
                  <a:pt x="945989" y="226343"/>
                </a:lnTo>
                <a:lnTo>
                  <a:pt x="946672" y="225887"/>
                </a:lnTo>
                <a:lnTo>
                  <a:pt x="947345" y="225414"/>
                </a:lnTo>
                <a:lnTo>
                  <a:pt x="948007" y="224925"/>
                </a:lnTo>
                <a:lnTo>
                  <a:pt x="948658" y="224420"/>
                </a:lnTo>
                <a:lnTo>
                  <a:pt x="949299" y="223898"/>
                </a:lnTo>
                <a:lnTo>
                  <a:pt x="949929" y="223359"/>
                </a:lnTo>
                <a:lnTo>
                  <a:pt x="950549" y="222804"/>
                </a:lnTo>
                <a:lnTo>
                  <a:pt x="951158" y="222232"/>
                </a:lnTo>
                <a:lnTo>
                  <a:pt x="951756" y="221644"/>
                </a:lnTo>
                <a:lnTo>
                  <a:pt x="952345" y="221039"/>
                </a:lnTo>
                <a:lnTo>
                  <a:pt x="952922" y="220418"/>
                </a:lnTo>
                <a:lnTo>
                  <a:pt x="953489" y="219780"/>
                </a:lnTo>
                <a:lnTo>
                  <a:pt x="954048" y="219123"/>
                </a:lnTo>
                <a:lnTo>
                  <a:pt x="954601" y="218445"/>
                </a:lnTo>
                <a:lnTo>
                  <a:pt x="955149" y="217744"/>
                </a:lnTo>
                <a:lnTo>
                  <a:pt x="955691" y="217022"/>
                </a:lnTo>
                <a:lnTo>
                  <a:pt x="956228" y="216278"/>
                </a:lnTo>
                <a:lnTo>
                  <a:pt x="956759" y="215513"/>
                </a:lnTo>
                <a:lnTo>
                  <a:pt x="957284" y="214725"/>
                </a:lnTo>
                <a:lnTo>
                  <a:pt x="957804" y="213916"/>
                </a:lnTo>
                <a:lnTo>
                  <a:pt x="958318" y="213085"/>
                </a:lnTo>
                <a:lnTo>
                  <a:pt x="958826" y="212233"/>
                </a:lnTo>
                <a:lnTo>
                  <a:pt x="959329" y="211359"/>
                </a:lnTo>
                <a:lnTo>
                  <a:pt x="959826" y="210462"/>
                </a:lnTo>
                <a:lnTo>
                  <a:pt x="960318" y="209545"/>
                </a:lnTo>
                <a:lnTo>
                  <a:pt x="960804" y="208605"/>
                </a:lnTo>
                <a:lnTo>
                  <a:pt x="961284" y="207644"/>
                </a:lnTo>
                <a:lnTo>
                  <a:pt x="961759" y="206661"/>
                </a:lnTo>
                <a:lnTo>
                  <a:pt x="962228" y="205656"/>
                </a:lnTo>
                <a:lnTo>
                  <a:pt x="962691" y="204630"/>
                </a:lnTo>
                <a:lnTo>
                  <a:pt x="963149" y="203581"/>
                </a:lnTo>
                <a:lnTo>
                  <a:pt x="963601" y="202511"/>
                </a:lnTo>
                <a:lnTo>
                  <a:pt x="964048" y="201420"/>
                </a:lnTo>
                <a:lnTo>
                  <a:pt x="964489" y="200306"/>
                </a:lnTo>
                <a:lnTo>
                  <a:pt x="964924" y="199171"/>
                </a:lnTo>
                <a:lnTo>
                  <a:pt x="965354" y="198014"/>
                </a:lnTo>
                <a:lnTo>
                  <a:pt x="970208" y="184818"/>
                </a:lnTo>
                <a:lnTo>
                  <a:pt x="1017532" y="52043"/>
                </a:lnTo>
                <a:lnTo>
                  <a:pt x="981398" y="52043"/>
                </a:lnTo>
                <a:lnTo>
                  <a:pt x="951736" y="150585"/>
                </a:lnTo>
                <a:lnTo>
                  <a:pt x="918434" y="52043"/>
                </a:lnTo>
                <a:lnTo>
                  <a:pt x="881222" y="52043"/>
                </a:lnTo>
                <a:lnTo>
                  <a:pt x="932456" y="185252"/>
                </a:lnTo>
                <a:lnTo>
                  <a:pt x="929490" y="192398"/>
                </a:lnTo>
                <a:lnTo>
                  <a:pt x="929283" y="192931"/>
                </a:lnTo>
                <a:lnTo>
                  <a:pt x="929065" y="193451"/>
                </a:lnTo>
                <a:lnTo>
                  <a:pt x="928838" y="193959"/>
                </a:lnTo>
                <a:lnTo>
                  <a:pt x="928601" y="194454"/>
                </a:lnTo>
                <a:lnTo>
                  <a:pt x="928353" y="194936"/>
                </a:lnTo>
                <a:lnTo>
                  <a:pt x="928095" y="195406"/>
                </a:lnTo>
                <a:lnTo>
                  <a:pt x="927828" y="195863"/>
                </a:lnTo>
                <a:lnTo>
                  <a:pt x="927550" y="196308"/>
                </a:lnTo>
                <a:lnTo>
                  <a:pt x="927262" y="196740"/>
                </a:lnTo>
                <a:lnTo>
                  <a:pt x="926964" y="197159"/>
                </a:lnTo>
                <a:lnTo>
                  <a:pt x="926656" y="197565"/>
                </a:lnTo>
                <a:lnTo>
                  <a:pt x="926338" y="197959"/>
                </a:lnTo>
                <a:lnTo>
                  <a:pt x="926010" y="198341"/>
                </a:lnTo>
                <a:lnTo>
                  <a:pt x="925672" y="198709"/>
                </a:lnTo>
                <a:lnTo>
                  <a:pt x="925324" y="199065"/>
                </a:lnTo>
                <a:lnTo>
                  <a:pt x="924966" y="199409"/>
                </a:lnTo>
                <a:lnTo>
                  <a:pt x="924598" y="199740"/>
                </a:lnTo>
                <a:lnTo>
                  <a:pt x="924219" y="200058"/>
                </a:lnTo>
                <a:lnTo>
                  <a:pt x="923831" y="200363"/>
                </a:lnTo>
                <a:lnTo>
                  <a:pt x="923432" y="200656"/>
                </a:lnTo>
                <a:lnTo>
                  <a:pt x="923024" y="200936"/>
                </a:lnTo>
                <a:lnTo>
                  <a:pt x="922605" y="201204"/>
                </a:lnTo>
                <a:lnTo>
                  <a:pt x="922176" y="201459"/>
                </a:lnTo>
                <a:lnTo>
                  <a:pt x="921737" y="201701"/>
                </a:lnTo>
                <a:lnTo>
                  <a:pt x="921289" y="201932"/>
                </a:lnTo>
                <a:lnTo>
                  <a:pt x="920832" y="202153"/>
                </a:lnTo>
                <a:lnTo>
                  <a:pt x="920365" y="202364"/>
                </a:lnTo>
                <a:lnTo>
                  <a:pt x="919889" y="202566"/>
                </a:lnTo>
                <a:lnTo>
                  <a:pt x="919404" y="202758"/>
                </a:lnTo>
                <a:lnTo>
                  <a:pt x="918910" y="202940"/>
                </a:lnTo>
                <a:lnTo>
                  <a:pt x="918407" y="203112"/>
                </a:lnTo>
                <a:lnTo>
                  <a:pt x="917895" y="203274"/>
                </a:lnTo>
                <a:lnTo>
                  <a:pt x="917374" y="203426"/>
                </a:lnTo>
                <a:lnTo>
                  <a:pt x="916843" y="203569"/>
                </a:lnTo>
                <a:lnTo>
                  <a:pt x="916303" y="203701"/>
                </a:lnTo>
                <a:lnTo>
                  <a:pt x="915755" y="203824"/>
                </a:lnTo>
                <a:lnTo>
                  <a:pt x="915197" y="203937"/>
                </a:lnTo>
                <a:lnTo>
                  <a:pt x="914630" y="204041"/>
                </a:lnTo>
                <a:lnTo>
                  <a:pt x="914053" y="204134"/>
                </a:lnTo>
                <a:lnTo>
                  <a:pt x="913468" y="204218"/>
                </a:lnTo>
                <a:lnTo>
                  <a:pt x="912874" y="204291"/>
                </a:lnTo>
                <a:lnTo>
                  <a:pt x="912270" y="204355"/>
                </a:lnTo>
                <a:lnTo>
                  <a:pt x="911657" y="204409"/>
                </a:lnTo>
                <a:lnTo>
                  <a:pt x="911036" y="204454"/>
                </a:lnTo>
                <a:lnTo>
                  <a:pt x="910405" y="204488"/>
                </a:lnTo>
                <a:lnTo>
                  <a:pt x="909765" y="204513"/>
                </a:lnTo>
                <a:lnTo>
                  <a:pt x="909115" y="204527"/>
                </a:lnTo>
                <a:lnTo>
                  <a:pt x="908457" y="204532"/>
                </a:lnTo>
                <a:lnTo>
                  <a:pt x="896592" y="204532"/>
                </a:lnTo>
                <a:lnTo>
                  <a:pt x="896592" y="233520"/>
                </a:lnTo>
                <a:lnTo>
                  <a:pt x="912637" y="233520"/>
                </a:lnTo>
                <a:lnTo>
                  <a:pt x="913842" y="233515"/>
                </a:lnTo>
                <a:lnTo>
                  <a:pt x="915030" y="233499"/>
                </a:lnTo>
                <a:lnTo>
                  <a:pt x="916202" y="233473"/>
                </a:lnTo>
                <a:lnTo>
                  <a:pt x="917357" y="2334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6.RunningUnlocked">
            <a:extLst xmlns:a="http://schemas.openxmlformats.org/drawingml/2006/main">
              <a:ext uri="{FF2B5EF4-FFF2-40B4-BE49-F238E27FC236}">
                <a16:creationId xmlns:a16="http://schemas.microsoft.com/office/drawing/2014/main" id="{EC4F1359-F470-4994-B638-D367C3D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315" y="3596035"/>
            <a:ext cx="2535769" cy="236082"/>
          </a:xfrm>
          <a:custGeom xmlns:a="http://schemas.openxmlformats.org/drawingml/2006/main">
            <a:pathLst>
              <a:path w="2535769" h="236082">
                <a:moveTo>
                  <a:pt x="969752" y="34647"/>
                </a:moveTo>
                <a:lnTo>
                  <a:pt x="970500" y="34569"/>
                </a:lnTo>
                <a:lnTo>
                  <a:pt x="971231" y="34474"/>
                </a:lnTo>
                <a:lnTo>
                  <a:pt x="971946" y="34361"/>
                </a:lnTo>
                <a:lnTo>
                  <a:pt x="972646" y="34231"/>
                </a:lnTo>
                <a:lnTo>
                  <a:pt x="973328" y="34084"/>
                </a:lnTo>
                <a:lnTo>
                  <a:pt x="973995" y="33919"/>
                </a:lnTo>
                <a:lnTo>
                  <a:pt x="974646" y="33737"/>
                </a:lnTo>
                <a:lnTo>
                  <a:pt x="975280" y="33538"/>
                </a:lnTo>
                <a:lnTo>
                  <a:pt x="975899" y="33322"/>
                </a:lnTo>
                <a:lnTo>
                  <a:pt x="976501" y="33088"/>
                </a:lnTo>
                <a:lnTo>
                  <a:pt x="977087" y="32837"/>
                </a:lnTo>
                <a:lnTo>
                  <a:pt x="977657" y="32568"/>
                </a:lnTo>
                <a:lnTo>
                  <a:pt x="978210" y="32282"/>
                </a:lnTo>
                <a:lnTo>
                  <a:pt x="978748" y="31979"/>
                </a:lnTo>
                <a:lnTo>
                  <a:pt x="979269" y="31659"/>
                </a:lnTo>
                <a:lnTo>
                  <a:pt x="979774" y="31321"/>
                </a:lnTo>
                <a:lnTo>
                  <a:pt x="980264" y="30966"/>
                </a:lnTo>
                <a:lnTo>
                  <a:pt x="980737" y="30594"/>
                </a:lnTo>
                <a:lnTo>
                  <a:pt x="981193" y="30204"/>
                </a:lnTo>
                <a:lnTo>
                  <a:pt x="981634" y="29797"/>
                </a:lnTo>
                <a:lnTo>
                  <a:pt x="982058" y="29377"/>
                </a:lnTo>
                <a:lnTo>
                  <a:pt x="982463" y="28948"/>
                </a:lnTo>
                <a:lnTo>
                  <a:pt x="982851" y="28512"/>
                </a:lnTo>
                <a:lnTo>
                  <a:pt x="983220" y="28066"/>
                </a:lnTo>
                <a:lnTo>
                  <a:pt x="983572" y="27613"/>
                </a:lnTo>
                <a:lnTo>
                  <a:pt x="983905" y="27151"/>
                </a:lnTo>
                <a:lnTo>
                  <a:pt x="984220" y="26680"/>
                </a:lnTo>
                <a:lnTo>
                  <a:pt x="984518" y="26201"/>
                </a:lnTo>
                <a:lnTo>
                  <a:pt x="984797" y="25714"/>
                </a:lnTo>
                <a:lnTo>
                  <a:pt x="985058" y="25218"/>
                </a:lnTo>
                <a:lnTo>
                  <a:pt x="985302" y="24714"/>
                </a:lnTo>
                <a:lnTo>
                  <a:pt x="985527" y="24201"/>
                </a:lnTo>
                <a:lnTo>
                  <a:pt x="985734" y="23680"/>
                </a:lnTo>
                <a:lnTo>
                  <a:pt x="985924" y="23151"/>
                </a:lnTo>
                <a:lnTo>
                  <a:pt x="986095" y="22613"/>
                </a:lnTo>
                <a:lnTo>
                  <a:pt x="986248" y="22067"/>
                </a:lnTo>
                <a:lnTo>
                  <a:pt x="986383" y="21512"/>
                </a:lnTo>
                <a:lnTo>
                  <a:pt x="986500" y="20949"/>
                </a:lnTo>
                <a:lnTo>
                  <a:pt x="986600" y="20377"/>
                </a:lnTo>
                <a:lnTo>
                  <a:pt x="986681" y="19797"/>
                </a:lnTo>
                <a:lnTo>
                  <a:pt x="986744" y="19209"/>
                </a:lnTo>
                <a:lnTo>
                  <a:pt x="986789" y="18612"/>
                </a:lnTo>
                <a:lnTo>
                  <a:pt x="986816" y="18006"/>
                </a:lnTo>
                <a:lnTo>
                  <a:pt x="986825" y="17393"/>
                </a:lnTo>
                <a:lnTo>
                  <a:pt x="986816" y="16768"/>
                </a:lnTo>
                <a:lnTo>
                  <a:pt x="986789" y="16153"/>
                </a:lnTo>
                <a:lnTo>
                  <a:pt x="986744" y="15546"/>
                </a:lnTo>
                <a:lnTo>
                  <a:pt x="986681" y="14949"/>
                </a:lnTo>
                <a:lnTo>
                  <a:pt x="986600" y="14361"/>
                </a:lnTo>
                <a:lnTo>
                  <a:pt x="986500" y="13782"/>
                </a:lnTo>
                <a:lnTo>
                  <a:pt x="986383" y="13212"/>
                </a:lnTo>
                <a:lnTo>
                  <a:pt x="986248" y="12651"/>
                </a:lnTo>
                <a:lnTo>
                  <a:pt x="986095" y="12100"/>
                </a:lnTo>
                <a:lnTo>
                  <a:pt x="985924" y="11557"/>
                </a:lnTo>
                <a:lnTo>
                  <a:pt x="985734" y="11024"/>
                </a:lnTo>
                <a:lnTo>
                  <a:pt x="985527" y="10500"/>
                </a:lnTo>
                <a:lnTo>
                  <a:pt x="985302" y="9985"/>
                </a:lnTo>
                <a:lnTo>
                  <a:pt x="985058" y="9479"/>
                </a:lnTo>
                <a:lnTo>
                  <a:pt x="984797" y="8982"/>
                </a:lnTo>
                <a:lnTo>
                  <a:pt x="984518" y="8494"/>
                </a:lnTo>
                <a:lnTo>
                  <a:pt x="984220" y="8016"/>
                </a:lnTo>
                <a:lnTo>
                  <a:pt x="983905" y="7546"/>
                </a:lnTo>
                <a:lnTo>
                  <a:pt x="983572" y="7086"/>
                </a:lnTo>
                <a:lnTo>
                  <a:pt x="983220" y="6635"/>
                </a:lnTo>
                <a:lnTo>
                  <a:pt x="982851" y="6193"/>
                </a:lnTo>
                <a:lnTo>
                  <a:pt x="982463" y="5760"/>
                </a:lnTo>
                <a:lnTo>
                  <a:pt x="982058" y="5336"/>
                </a:lnTo>
                <a:lnTo>
                  <a:pt x="981634" y="4921"/>
                </a:lnTo>
                <a:lnTo>
                  <a:pt x="981193" y="4520"/>
                </a:lnTo>
                <a:lnTo>
                  <a:pt x="980737" y="4135"/>
                </a:lnTo>
                <a:lnTo>
                  <a:pt x="980264" y="3768"/>
                </a:lnTo>
                <a:lnTo>
                  <a:pt x="979774" y="3417"/>
                </a:lnTo>
                <a:lnTo>
                  <a:pt x="979269" y="3084"/>
                </a:lnTo>
                <a:lnTo>
                  <a:pt x="978748" y="2768"/>
                </a:lnTo>
                <a:lnTo>
                  <a:pt x="978210" y="2469"/>
                </a:lnTo>
                <a:lnTo>
                  <a:pt x="977657" y="2187"/>
                </a:lnTo>
                <a:lnTo>
                  <a:pt x="977087" y="1922"/>
                </a:lnTo>
                <a:lnTo>
                  <a:pt x="976501" y="1675"/>
                </a:lnTo>
                <a:lnTo>
                  <a:pt x="975899" y="1444"/>
                </a:lnTo>
                <a:lnTo>
                  <a:pt x="975280" y="1230"/>
                </a:lnTo>
                <a:lnTo>
                  <a:pt x="974646" y="1034"/>
                </a:lnTo>
                <a:lnTo>
                  <a:pt x="973995" y="854"/>
                </a:lnTo>
                <a:lnTo>
                  <a:pt x="973328" y="692"/>
                </a:lnTo>
                <a:lnTo>
                  <a:pt x="972646" y="547"/>
                </a:lnTo>
                <a:lnTo>
                  <a:pt x="971946" y="419"/>
                </a:lnTo>
                <a:lnTo>
                  <a:pt x="971231" y="308"/>
                </a:lnTo>
                <a:lnTo>
                  <a:pt x="970500" y="214"/>
                </a:lnTo>
                <a:lnTo>
                  <a:pt x="969752" y="137"/>
                </a:lnTo>
                <a:lnTo>
                  <a:pt x="968989" y="77"/>
                </a:lnTo>
                <a:lnTo>
                  <a:pt x="968209" y="34"/>
                </a:lnTo>
                <a:lnTo>
                  <a:pt x="967413" y="9"/>
                </a:lnTo>
                <a:lnTo>
                  <a:pt x="966601" y="0"/>
                </a:lnTo>
                <a:lnTo>
                  <a:pt x="965789" y="9"/>
                </a:lnTo>
                <a:lnTo>
                  <a:pt x="964993" y="34"/>
                </a:lnTo>
                <a:lnTo>
                  <a:pt x="964213" y="77"/>
                </a:lnTo>
                <a:lnTo>
                  <a:pt x="963449" y="137"/>
                </a:lnTo>
                <a:lnTo>
                  <a:pt x="962702" y="214"/>
                </a:lnTo>
                <a:lnTo>
                  <a:pt x="961970" y="308"/>
                </a:lnTo>
                <a:lnTo>
                  <a:pt x="961255" y="419"/>
                </a:lnTo>
                <a:lnTo>
                  <a:pt x="960556" y="547"/>
                </a:lnTo>
                <a:lnTo>
                  <a:pt x="959873" y="692"/>
                </a:lnTo>
                <a:lnTo>
                  <a:pt x="959206" y="854"/>
                </a:lnTo>
                <a:lnTo>
                  <a:pt x="958556" y="1034"/>
                </a:lnTo>
                <a:lnTo>
                  <a:pt x="957921" y="1230"/>
                </a:lnTo>
                <a:lnTo>
                  <a:pt x="957303" y="1444"/>
                </a:lnTo>
                <a:lnTo>
                  <a:pt x="956701" y="1675"/>
                </a:lnTo>
                <a:lnTo>
                  <a:pt x="956115" y="1922"/>
                </a:lnTo>
                <a:lnTo>
                  <a:pt x="955545" y="2187"/>
                </a:lnTo>
                <a:lnTo>
                  <a:pt x="954991" y="2469"/>
                </a:lnTo>
                <a:lnTo>
                  <a:pt x="954454" y="2768"/>
                </a:lnTo>
                <a:lnTo>
                  <a:pt x="953932" y="3084"/>
                </a:lnTo>
                <a:lnTo>
                  <a:pt x="953427" y="3417"/>
                </a:lnTo>
                <a:lnTo>
                  <a:pt x="952938" y="3768"/>
                </a:lnTo>
                <a:lnTo>
                  <a:pt x="952465" y="4135"/>
                </a:lnTo>
                <a:lnTo>
                  <a:pt x="952008" y="4520"/>
                </a:lnTo>
                <a:lnTo>
                  <a:pt x="951568" y="4921"/>
                </a:lnTo>
                <a:lnTo>
                  <a:pt x="951144" y="5336"/>
                </a:lnTo>
                <a:lnTo>
                  <a:pt x="950739" y="5760"/>
                </a:lnTo>
                <a:lnTo>
                  <a:pt x="950351" y="6193"/>
                </a:lnTo>
                <a:lnTo>
                  <a:pt x="949982" y="6635"/>
                </a:lnTo>
                <a:lnTo>
                  <a:pt x="949630" y="7086"/>
                </a:lnTo>
                <a:lnTo>
                  <a:pt x="949297" y="7546"/>
                </a:lnTo>
                <a:lnTo>
                  <a:pt x="948981" y="8016"/>
                </a:lnTo>
                <a:lnTo>
                  <a:pt x="948684" y="8494"/>
                </a:lnTo>
                <a:lnTo>
                  <a:pt x="948404" y="8982"/>
                </a:lnTo>
                <a:lnTo>
                  <a:pt x="948143" y="9479"/>
                </a:lnTo>
                <a:lnTo>
                  <a:pt x="947900" y="9985"/>
                </a:lnTo>
                <a:lnTo>
                  <a:pt x="947674" y="10500"/>
                </a:lnTo>
                <a:lnTo>
                  <a:pt x="947467" y="11024"/>
                </a:lnTo>
                <a:lnTo>
                  <a:pt x="947278" y="11557"/>
                </a:lnTo>
                <a:lnTo>
                  <a:pt x="947107" y="12100"/>
                </a:lnTo>
                <a:lnTo>
                  <a:pt x="946954" y="12651"/>
                </a:lnTo>
                <a:lnTo>
                  <a:pt x="946818" y="13212"/>
                </a:lnTo>
                <a:lnTo>
                  <a:pt x="946701" y="13782"/>
                </a:lnTo>
                <a:lnTo>
                  <a:pt x="946602" y="14361"/>
                </a:lnTo>
                <a:lnTo>
                  <a:pt x="946521" y="14949"/>
                </a:lnTo>
                <a:lnTo>
                  <a:pt x="946458" y="15546"/>
                </a:lnTo>
                <a:lnTo>
                  <a:pt x="946413" y="16153"/>
                </a:lnTo>
                <a:lnTo>
                  <a:pt x="946386" y="16768"/>
                </a:lnTo>
                <a:lnTo>
                  <a:pt x="946377" y="17393"/>
                </a:lnTo>
                <a:lnTo>
                  <a:pt x="946386" y="18006"/>
                </a:lnTo>
                <a:lnTo>
                  <a:pt x="946413" y="18612"/>
                </a:lnTo>
                <a:lnTo>
                  <a:pt x="946458" y="19209"/>
                </a:lnTo>
                <a:lnTo>
                  <a:pt x="946521" y="19797"/>
                </a:lnTo>
                <a:lnTo>
                  <a:pt x="946602" y="20377"/>
                </a:lnTo>
                <a:lnTo>
                  <a:pt x="946701" y="20949"/>
                </a:lnTo>
                <a:lnTo>
                  <a:pt x="946818" y="21512"/>
                </a:lnTo>
                <a:lnTo>
                  <a:pt x="946954" y="22067"/>
                </a:lnTo>
                <a:lnTo>
                  <a:pt x="947107" y="22613"/>
                </a:lnTo>
                <a:lnTo>
                  <a:pt x="947278" y="23151"/>
                </a:lnTo>
                <a:lnTo>
                  <a:pt x="947467" y="23680"/>
                </a:lnTo>
                <a:lnTo>
                  <a:pt x="947674" y="24201"/>
                </a:lnTo>
                <a:lnTo>
                  <a:pt x="947900" y="24714"/>
                </a:lnTo>
                <a:lnTo>
                  <a:pt x="948143" y="25218"/>
                </a:lnTo>
                <a:lnTo>
                  <a:pt x="948404" y="25714"/>
                </a:lnTo>
                <a:lnTo>
                  <a:pt x="948684" y="26201"/>
                </a:lnTo>
                <a:lnTo>
                  <a:pt x="948981" y="26680"/>
                </a:lnTo>
                <a:lnTo>
                  <a:pt x="949297" y="27151"/>
                </a:lnTo>
                <a:lnTo>
                  <a:pt x="949630" y="27613"/>
                </a:lnTo>
                <a:lnTo>
                  <a:pt x="949982" y="28066"/>
                </a:lnTo>
                <a:lnTo>
                  <a:pt x="950351" y="28512"/>
                </a:lnTo>
                <a:lnTo>
                  <a:pt x="950739" y="28948"/>
                </a:lnTo>
                <a:lnTo>
                  <a:pt x="951144" y="29377"/>
                </a:lnTo>
                <a:lnTo>
                  <a:pt x="951568" y="29797"/>
                </a:lnTo>
                <a:lnTo>
                  <a:pt x="952008" y="30204"/>
                </a:lnTo>
                <a:lnTo>
                  <a:pt x="952465" y="30594"/>
                </a:lnTo>
                <a:lnTo>
                  <a:pt x="952938" y="30966"/>
                </a:lnTo>
                <a:lnTo>
                  <a:pt x="953427" y="31321"/>
                </a:lnTo>
                <a:lnTo>
                  <a:pt x="953932" y="31659"/>
                </a:lnTo>
                <a:lnTo>
                  <a:pt x="954454" y="31979"/>
                </a:lnTo>
                <a:lnTo>
                  <a:pt x="954991" y="32282"/>
                </a:lnTo>
                <a:lnTo>
                  <a:pt x="955545" y="32568"/>
                </a:lnTo>
                <a:lnTo>
                  <a:pt x="956115" y="32837"/>
                </a:lnTo>
                <a:lnTo>
                  <a:pt x="956701" y="33088"/>
                </a:lnTo>
                <a:lnTo>
                  <a:pt x="957303" y="33322"/>
                </a:lnTo>
                <a:lnTo>
                  <a:pt x="957921" y="33538"/>
                </a:lnTo>
                <a:lnTo>
                  <a:pt x="958556" y="33737"/>
                </a:lnTo>
                <a:lnTo>
                  <a:pt x="959206" y="33919"/>
                </a:lnTo>
                <a:lnTo>
                  <a:pt x="959873" y="34084"/>
                </a:lnTo>
                <a:lnTo>
                  <a:pt x="960556" y="34231"/>
                </a:lnTo>
                <a:lnTo>
                  <a:pt x="961255" y="34361"/>
                </a:lnTo>
                <a:lnTo>
                  <a:pt x="961970" y="34474"/>
                </a:lnTo>
                <a:lnTo>
                  <a:pt x="962702" y="34569"/>
                </a:lnTo>
                <a:lnTo>
                  <a:pt x="963449" y="34647"/>
                </a:lnTo>
                <a:lnTo>
                  <a:pt x="964213" y="34707"/>
                </a:lnTo>
                <a:lnTo>
                  <a:pt x="964993" y="34751"/>
                </a:lnTo>
                <a:lnTo>
                  <a:pt x="965789" y="34777"/>
                </a:lnTo>
                <a:lnTo>
                  <a:pt x="966601" y="34785"/>
                </a:lnTo>
                <a:lnTo>
                  <a:pt x="967413" y="34777"/>
                </a:lnTo>
                <a:lnTo>
                  <a:pt x="968209" y="34751"/>
                </a:lnTo>
                <a:lnTo>
                  <a:pt x="968989" y="34707"/>
                </a:lnTo>
                <a:lnTo>
                  <a:pt x="969752" y="34647"/>
                </a:lnTo>
                <a:close/>
                <a:moveTo>
                  <a:pt x="365949" y="115707"/>
                </a:moveTo>
                <a:lnTo>
                  <a:pt x="366786" y="115739"/>
                </a:lnTo>
                <a:lnTo>
                  <a:pt x="367607" y="115785"/>
                </a:lnTo>
                <a:lnTo>
                  <a:pt x="368413" y="115843"/>
                </a:lnTo>
                <a:lnTo>
                  <a:pt x="369203" y="115914"/>
                </a:lnTo>
                <a:lnTo>
                  <a:pt x="369978" y="115997"/>
                </a:lnTo>
                <a:lnTo>
                  <a:pt x="370736" y="116094"/>
                </a:lnTo>
                <a:lnTo>
                  <a:pt x="371479" y="116204"/>
                </a:lnTo>
                <a:lnTo>
                  <a:pt x="372207" y="116327"/>
                </a:lnTo>
                <a:lnTo>
                  <a:pt x="372919" y="116462"/>
                </a:lnTo>
                <a:lnTo>
                  <a:pt x="373615" y="116610"/>
                </a:lnTo>
                <a:lnTo>
                  <a:pt x="374295" y="116772"/>
                </a:lnTo>
                <a:lnTo>
                  <a:pt x="374960" y="116946"/>
                </a:lnTo>
                <a:lnTo>
                  <a:pt x="375609" y="117133"/>
                </a:lnTo>
                <a:lnTo>
                  <a:pt x="376242" y="117333"/>
                </a:lnTo>
                <a:lnTo>
                  <a:pt x="376859" y="117546"/>
                </a:lnTo>
                <a:lnTo>
                  <a:pt x="377461" y="117772"/>
                </a:lnTo>
                <a:lnTo>
                  <a:pt x="378048" y="118010"/>
                </a:lnTo>
                <a:lnTo>
                  <a:pt x="378618" y="118262"/>
                </a:lnTo>
                <a:lnTo>
                  <a:pt x="379173" y="118527"/>
                </a:lnTo>
                <a:lnTo>
                  <a:pt x="379712" y="118804"/>
                </a:lnTo>
                <a:lnTo>
                  <a:pt x="380236" y="119094"/>
                </a:lnTo>
                <a:lnTo>
                  <a:pt x="380744" y="119398"/>
                </a:lnTo>
                <a:lnTo>
                  <a:pt x="381239" y="119714"/>
                </a:lnTo>
                <a:lnTo>
                  <a:pt x="381726" y="120043"/>
                </a:lnTo>
                <a:lnTo>
                  <a:pt x="382205" y="120386"/>
                </a:lnTo>
                <a:lnTo>
                  <a:pt x="382674" y="120742"/>
                </a:lnTo>
                <a:lnTo>
                  <a:pt x="383135" y="121111"/>
                </a:lnTo>
                <a:lnTo>
                  <a:pt x="383588" y="121494"/>
                </a:lnTo>
                <a:lnTo>
                  <a:pt x="384031" y="121891"/>
                </a:lnTo>
                <a:lnTo>
                  <a:pt x="384466" y="122301"/>
                </a:lnTo>
                <a:lnTo>
                  <a:pt x="384893" y="122724"/>
                </a:lnTo>
                <a:lnTo>
                  <a:pt x="385310" y="123160"/>
                </a:lnTo>
                <a:lnTo>
                  <a:pt x="385719" y="123610"/>
                </a:lnTo>
                <a:lnTo>
                  <a:pt x="386120" y="124073"/>
                </a:lnTo>
                <a:lnTo>
                  <a:pt x="386511" y="124550"/>
                </a:lnTo>
                <a:lnTo>
                  <a:pt x="386895" y="125040"/>
                </a:lnTo>
                <a:lnTo>
                  <a:pt x="387269" y="125543"/>
                </a:lnTo>
                <a:lnTo>
                  <a:pt x="387635" y="126060"/>
                </a:lnTo>
                <a:lnTo>
                  <a:pt x="387992" y="126590"/>
                </a:lnTo>
                <a:lnTo>
                  <a:pt x="388340" y="127134"/>
                </a:lnTo>
                <a:lnTo>
                  <a:pt x="388680" y="127691"/>
                </a:lnTo>
                <a:lnTo>
                  <a:pt x="389011" y="128261"/>
                </a:lnTo>
                <a:lnTo>
                  <a:pt x="389333" y="128845"/>
                </a:lnTo>
                <a:lnTo>
                  <a:pt x="389647" y="129442"/>
                </a:lnTo>
                <a:lnTo>
                  <a:pt x="389952" y="130053"/>
                </a:lnTo>
                <a:lnTo>
                  <a:pt x="390249" y="130677"/>
                </a:lnTo>
                <a:lnTo>
                  <a:pt x="390540" y="131314"/>
                </a:lnTo>
                <a:lnTo>
                  <a:pt x="390827" y="131967"/>
                </a:lnTo>
                <a:lnTo>
                  <a:pt x="391113" y="132635"/>
                </a:lnTo>
                <a:lnTo>
                  <a:pt x="391395" y="133318"/>
                </a:lnTo>
                <a:lnTo>
                  <a:pt x="391674" y="134016"/>
                </a:lnTo>
                <a:lnTo>
                  <a:pt x="391951" y="134729"/>
                </a:lnTo>
                <a:lnTo>
                  <a:pt x="392225" y="135456"/>
                </a:lnTo>
                <a:lnTo>
                  <a:pt x="392496" y="136199"/>
                </a:lnTo>
                <a:lnTo>
                  <a:pt x="392764" y="136957"/>
                </a:lnTo>
                <a:lnTo>
                  <a:pt x="393030" y="137730"/>
                </a:lnTo>
                <a:lnTo>
                  <a:pt x="393292" y="138518"/>
                </a:lnTo>
                <a:lnTo>
                  <a:pt x="393552" y="139321"/>
                </a:lnTo>
                <a:lnTo>
                  <a:pt x="393809" y="140139"/>
                </a:lnTo>
                <a:lnTo>
                  <a:pt x="394063" y="140972"/>
                </a:lnTo>
                <a:lnTo>
                  <a:pt x="394315" y="141821"/>
                </a:lnTo>
                <a:lnTo>
                  <a:pt x="394563" y="142684"/>
                </a:lnTo>
                <a:lnTo>
                  <a:pt x="394809" y="143562"/>
                </a:lnTo>
                <a:lnTo>
                  <a:pt x="395052" y="144455"/>
                </a:lnTo>
                <a:lnTo>
                  <a:pt x="395292" y="145363"/>
                </a:lnTo>
                <a:lnTo>
                  <a:pt x="395530" y="146286"/>
                </a:lnTo>
                <a:lnTo>
                  <a:pt x="395764" y="147225"/>
                </a:lnTo>
                <a:lnTo>
                  <a:pt x="395996" y="148178"/>
                </a:lnTo>
                <a:lnTo>
                  <a:pt x="396225" y="149146"/>
                </a:lnTo>
                <a:lnTo>
                  <a:pt x="396451" y="150130"/>
                </a:lnTo>
                <a:lnTo>
                  <a:pt x="404945" y="185252"/>
                </a:lnTo>
                <a:lnTo>
                  <a:pt x="444584" y="185252"/>
                </a:lnTo>
                <a:lnTo>
                  <a:pt x="432584" y="142579"/>
                </a:lnTo>
                <a:lnTo>
                  <a:pt x="432291" y="141517"/>
                </a:lnTo>
                <a:lnTo>
                  <a:pt x="431995" y="140469"/>
                </a:lnTo>
                <a:lnTo>
                  <a:pt x="431696" y="139435"/>
                </a:lnTo>
                <a:lnTo>
                  <a:pt x="431395" y="138415"/>
                </a:lnTo>
                <a:lnTo>
                  <a:pt x="431092" y="137410"/>
                </a:lnTo>
                <a:lnTo>
                  <a:pt x="430785" y="136418"/>
                </a:lnTo>
                <a:lnTo>
                  <a:pt x="430476" y="135440"/>
                </a:lnTo>
                <a:lnTo>
                  <a:pt x="430165" y="134477"/>
                </a:lnTo>
                <a:lnTo>
                  <a:pt x="429851" y="133527"/>
                </a:lnTo>
                <a:lnTo>
                  <a:pt x="429534" y="132592"/>
                </a:lnTo>
                <a:lnTo>
                  <a:pt x="429215" y="131670"/>
                </a:lnTo>
                <a:lnTo>
                  <a:pt x="428894" y="130763"/>
                </a:lnTo>
                <a:lnTo>
                  <a:pt x="428569" y="129870"/>
                </a:lnTo>
                <a:lnTo>
                  <a:pt x="428242" y="128991"/>
                </a:lnTo>
                <a:lnTo>
                  <a:pt x="427913" y="128126"/>
                </a:lnTo>
                <a:lnTo>
                  <a:pt x="427581" y="127275"/>
                </a:lnTo>
                <a:lnTo>
                  <a:pt x="427246" y="126438"/>
                </a:lnTo>
                <a:lnTo>
                  <a:pt x="426909" y="125615"/>
                </a:lnTo>
                <a:lnTo>
                  <a:pt x="426569" y="124806"/>
                </a:lnTo>
                <a:lnTo>
                  <a:pt x="426227" y="124011"/>
                </a:lnTo>
                <a:lnTo>
                  <a:pt x="425882" y="123231"/>
                </a:lnTo>
                <a:lnTo>
                  <a:pt x="425535" y="122464"/>
                </a:lnTo>
                <a:lnTo>
                  <a:pt x="425185" y="121712"/>
                </a:lnTo>
                <a:lnTo>
                  <a:pt x="424832" y="120973"/>
                </a:lnTo>
                <a:lnTo>
                  <a:pt x="424473" y="120248"/>
                </a:lnTo>
                <a:lnTo>
                  <a:pt x="424106" y="119535"/>
                </a:lnTo>
                <a:lnTo>
                  <a:pt x="423729" y="118835"/>
                </a:lnTo>
                <a:lnTo>
                  <a:pt x="423343" y="118147"/>
                </a:lnTo>
                <a:lnTo>
                  <a:pt x="422948" y="117472"/>
                </a:lnTo>
                <a:lnTo>
                  <a:pt x="422544" y="116809"/>
                </a:lnTo>
                <a:lnTo>
                  <a:pt x="422131" y="116158"/>
                </a:lnTo>
                <a:lnTo>
                  <a:pt x="421708" y="115520"/>
                </a:lnTo>
                <a:lnTo>
                  <a:pt x="421277" y="114894"/>
                </a:lnTo>
                <a:lnTo>
                  <a:pt x="420836" y="114281"/>
                </a:lnTo>
                <a:lnTo>
                  <a:pt x="420386" y="113680"/>
                </a:lnTo>
                <a:lnTo>
                  <a:pt x="419928" y="113091"/>
                </a:lnTo>
                <a:lnTo>
                  <a:pt x="419460" y="112515"/>
                </a:lnTo>
                <a:lnTo>
                  <a:pt x="418982" y="111951"/>
                </a:lnTo>
                <a:lnTo>
                  <a:pt x="418496" y="111400"/>
                </a:lnTo>
                <a:lnTo>
                  <a:pt x="418001" y="110861"/>
                </a:lnTo>
                <a:lnTo>
                  <a:pt x="417496" y="110335"/>
                </a:lnTo>
                <a:lnTo>
                  <a:pt x="416982" y="109821"/>
                </a:lnTo>
                <a:lnTo>
                  <a:pt x="416460" y="109319"/>
                </a:lnTo>
                <a:lnTo>
                  <a:pt x="415928" y="108830"/>
                </a:lnTo>
                <a:lnTo>
                  <a:pt x="415387" y="108353"/>
                </a:lnTo>
                <a:lnTo>
                  <a:pt x="414836" y="107889"/>
                </a:lnTo>
                <a:lnTo>
                  <a:pt x="414277" y="107437"/>
                </a:lnTo>
                <a:lnTo>
                  <a:pt x="413709" y="106998"/>
                </a:lnTo>
                <a:lnTo>
                  <a:pt x="413128" y="106570"/>
                </a:lnTo>
                <a:lnTo>
                  <a:pt x="412531" y="106155"/>
                </a:lnTo>
                <a:lnTo>
                  <a:pt x="411918" y="105752"/>
                </a:lnTo>
                <a:lnTo>
                  <a:pt x="411289" y="105360"/>
                </a:lnTo>
                <a:lnTo>
                  <a:pt x="410645" y="104981"/>
                </a:lnTo>
                <a:lnTo>
                  <a:pt x="409984" y="104613"/>
                </a:lnTo>
                <a:lnTo>
                  <a:pt x="409308" y="104258"/>
                </a:lnTo>
                <a:lnTo>
                  <a:pt x="408615" y="103914"/>
                </a:lnTo>
                <a:lnTo>
                  <a:pt x="407907" y="103582"/>
                </a:lnTo>
                <a:lnTo>
                  <a:pt x="407183" y="103263"/>
                </a:lnTo>
                <a:lnTo>
                  <a:pt x="406443" y="102955"/>
                </a:lnTo>
                <a:lnTo>
                  <a:pt x="405687" y="102659"/>
                </a:lnTo>
                <a:lnTo>
                  <a:pt x="404915" y="102375"/>
                </a:lnTo>
                <a:lnTo>
                  <a:pt x="404127" y="102103"/>
                </a:lnTo>
                <a:lnTo>
                  <a:pt x="403323" y="101843"/>
                </a:lnTo>
                <a:lnTo>
                  <a:pt x="402503" y="101595"/>
                </a:lnTo>
                <a:lnTo>
                  <a:pt x="401667" y="101359"/>
                </a:lnTo>
                <a:lnTo>
                  <a:pt x="400816" y="101135"/>
                </a:lnTo>
                <a:lnTo>
                  <a:pt x="399948" y="100923"/>
                </a:lnTo>
                <a:lnTo>
                  <a:pt x="399065" y="100723"/>
                </a:lnTo>
                <a:lnTo>
                  <a:pt x="398166" y="100534"/>
                </a:lnTo>
                <a:lnTo>
                  <a:pt x="397250" y="100358"/>
                </a:lnTo>
                <a:lnTo>
                  <a:pt x="396319" y="100194"/>
                </a:lnTo>
                <a:lnTo>
                  <a:pt x="395372" y="100041"/>
                </a:lnTo>
                <a:lnTo>
                  <a:pt x="396917" y="99603"/>
                </a:lnTo>
                <a:lnTo>
                  <a:pt x="398430" y="99141"/>
                </a:lnTo>
                <a:lnTo>
                  <a:pt x="399909" y="98655"/>
                </a:lnTo>
                <a:lnTo>
                  <a:pt x="401355" y="98146"/>
                </a:lnTo>
                <a:lnTo>
                  <a:pt x="402768" y="97612"/>
                </a:lnTo>
                <a:lnTo>
                  <a:pt x="404149" y="97055"/>
                </a:lnTo>
                <a:lnTo>
                  <a:pt x="405496" y="96473"/>
                </a:lnTo>
                <a:lnTo>
                  <a:pt x="406810" y="95868"/>
                </a:lnTo>
                <a:lnTo>
                  <a:pt x="408091" y="95239"/>
                </a:lnTo>
                <a:lnTo>
                  <a:pt x="409339" y="94587"/>
                </a:lnTo>
                <a:lnTo>
                  <a:pt x="410555" y="93910"/>
                </a:lnTo>
                <a:lnTo>
                  <a:pt x="411737" y="93210"/>
                </a:lnTo>
                <a:lnTo>
                  <a:pt x="412886" y="92485"/>
                </a:lnTo>
                <a:lnTo>
                  <a:pt x="414002" y="91737"/>
                </a:lnTo>
                <a:lnTo>
                  <a:pt x="415085" y="90965"/>
                </a:lnTo>
                <a:lnTo>
                  <a:pt x="416136" y="90169"/>
                </a:lnTo>
                <a:lnTo>
                  <a:pt x="417153" y="89349"/>
                </a:lnTo>
                <a:lnTo>
                  <a:pt x="418137" y="88506"/>
                </a:lnTo>
                <a:lnTo>
                  <a:pt x="419088" y="87638"/>
                </a:lnTo>
                <a:lnTo>
                  <a:pt x="420006" y="86747"/>
                </a:lnTo>
                <a:lnTo>
                  <a:pt x="420891" y="85832"/>
                </a:lnTo>
                <a:lnTo>
                  <a:pt x="421744" y="84893"/>
                </a:lnTo>
                <a:lnTo>
                  <a:pt x="422563" y="83930"/>
                </a:lnTo>
                <a:lnTo>
                  <a:pt x="423349" y="82944"/>
                </a:lnTo>
                <a:lnTo>
                  <a:pt x="424102" y="81936"/>
                </a:lnTo>
                <a:lnTo>
                  <a:pt x="424824" y="80910"/>
                </a:lnTo>
                <a:lnTo>
                  <a:pt x="425513" y="79866"/>
                </a:lnTo>
                <a:lnTo>
                  <a:pt x="426171" y="78804"/>
                </a:lnTo>
                <a:lnTo>
                  <a:pt x="426796" y="77723"/>
                </a:lnTo>
                <a:lnTo>
                  <a:pt x="427389" y="76624"/>
                </a:lnTo>
                <a:lnTo>
                  <a:pt x="427951" y="75507"/>
                </a:lnTo>
                <a:lnTo>
                  <a:pt x="428480" y="74371"/>
                </a:lnTo>
                <a:lnTo>
                  <a:pt x="428977" y="73218"/>
                </a:lnTo>
                <a:lnTo>
                  <a:pt x="429442" y="72046"/>
                </a:lnTo>
                <a:lnTo>
                  <a:pt x="429875" y="70856"/>
                </a:lnTo>
                <a:lnTo>
                  <a:pt x="430276" y="69648"/>
                </a:lnTo>
                <a:lnTo>
                  <a:pt x="430644" y="68421"/>
                </a:lnTo>
                <a:lnTo>
                  <a:pt x="430981" y="67176"/>
                </a:lnTo>
                <a:lnTo>
                  <a:pt x="431286" y="65913"/>
                </a:lnTo>
                <a:lnTo>
                  <a:pt x="431558" y="64632"/>
                </a:lnTo>
                <a:lnTo>
                  <a:pt x="431799" y="63332"/>
                </a:lnTo>
                <a:lnTo>
                  <a:pt x="432007" y="62014"/>
                </a:lnTo>
                <a:lnTo>
                  <a:pt x="432184" y="60678"/>
                </a:lnTo>
                <a:lnTo>
                  <a:pt x="432328" y="59324"/>
                </a:lnTo>
                <a:lnTo>
                  <a:pt x="432440" y="57951"/>
                </a:lnTo>
                <a:lnTo>
                  <a:pt x="432520" y="56561"/>
                </a:lnTo>
                <a:lnTo>
                  <a:pt x="432568" y="55152"/>
                </a:lnTo>
                <a:lnTo>
                  <a:pt x="432584" y="53724"/>
                </a:lnTo>
                <a:lnTo>
                  <a:pt x="432571" y="52222"/>
                </a:lnTo>
                <a:lnTo>
                  <a:pt x="432529" y="50745"/>
                </a:lnTo>
                <a:lnTo>
                  <a:pt x="432459" y="49293"/>
                </a:lnTo>
                <a:lnTo>
                  <a:pt x="432362" y="47866"/>
                </a:lnTo>
                <a:lnTo>
                  <a:pt x="432236" y="46463"/>
                </a:lnTo>
                <a:lnTo>
                  <a:pt x="432083" y="45086"/>
                </a:lnTo>
                <a:lnTo>
                  <a:pt x="431902" y="43734"/>
                </a:lnTo>
                <a:lnTo>
                  <a:pt x="431693" y="42407"/>
                </a:lnTo>
                <a:lnTo>
                  <a:pt x="431456" y="41105"/>
                </a:lnTo>
                <a:lnTo>
                  <a:pt x="431192" y="39828"/>
                </a:lnTo>
                <a:lnTo>
                  <a:pt x="430899" y="38576"/>
                </a:lnTo>
                <a:lnTo>
                  <a:pt x="430579" y="37349"/>
                </a:lnTo>
                <a:lnTo>
                  <a:pt x="430231" y="36147"/>
                </a:lnTo>
                <a:lnTo>
                  <a:pt x="429855" y="34970"/>
                </a:lnTo>
                <a:lnTo>
                  <a:pt x="429451" y="33818"/>
                </a:lnTo>
                <a:lnTo>
                  <a:pt x="429019" y="32691"/>
                </a:lnTo>
                <a:lnTo>
                  <a:pt x="428559" y="31589"/>
                </a:lnTo>
                <a:lnTo>
                  <a:pt x="428072" y="30512"/>
                </a:lnTo>
                <a:lnTo>
                  <a:pt x="427557" y="29461"/>
                </a:lnTo>
                <a:lnTo>
                  <a:pt x="427013" y="28434"/>
                </a:lnTo>
                <a:lnTo>
                  <a:pt x="426442" y="27432"/>
                </a:lnTo>
                <a:lnTo>
                  <a:pt x="425844" y="26455"/>
                </a:lnTo>
                <a:lnTo>
                  <a:pt x="425217" y="25503"/>
                </a:lnTo>
                <a:lnTo>
                  <a:pt x="424562" y="24576"/>
                </a:lnTo>
                <a:lnTo>
                  <a:pt x="423884" y="23673"/>
                </a:lnTo>
                <a:lnTo>
                  <a:pt x="423185" y="22790"/>
                </a:lnTo>
                <a:lnTo>
                  <a:pt x="422467" y="21928"/>
                </a:lnTo>
                <a:lnTo>
                  <a:pt x="421729" y="21088"/>
                </a:lnTo>
                <a:lnTo>
                  <a:pt x="420971" y="20268"/>
                </a:lnTo>
                <a:lnTo>
                  <a:pt x="420193" y="19469"/>
                </a:lnTo>
                <a:lnTo>
                  <a:pt x="419395" y="18692"/>
                </a:lnTo>
                <a:lnTo>
                  <a:pt x="418577" y="17935"/>
                </a:lnTo>
                <a:lnTo>
                  <a:pt x="417740" y="17200"/>
                </a:lnTo>
                <a:lnTo>
                  <a:pt x="416882" y="16485"/>
                </a:lnTo>
                <a:lnTo>
                  <a:pt x="416005" y="15792"/>
                </a:lnTo>
                <a:lnTo>
                  <a:pt x="415108" y="15120"/>
                </a:lnTo>
                <a:lnTo>
                  <a:pt x="414190" y="14468"/>
                </a:lnTo>
                <a:lnTo>
                  <a:pt x="413253" y="13838"/>
                </a:lnTo>
                <a:lnTo>
                  <a:pt x="412296" y="13229"/>
                </a:lnTo>
                <a:lnTo>
                  <a:pt x="411319" y="12640"/>
                </a:lnTo>
                <a:lnTo>
                  <a:pt x="410322" y="12073"/>
                </a:lnTo>
                <a:lnTo>
                  <a:pt x="409306" y="11527"/>
                </a:lnTo>
                <a:lnTo>
                  <a:pt x="408269" y="11002"/>
                </a:lnTo>
                <a:lnTo>
                  <a:pt x="407213" y="10498"/>
                </a:lnTo>
                <a:lnTo>
                  <a:pt x="406136" y="10015"/>
                </a:lnTo>
                <a:lnTo>
                  <a:pt x="405040" y="9553"/>
                </a:lnTo>
                <a:lnTo>
                  <a:pt x="403924" y="9112"/>
                </a:lnTo>
                <a:lnTo>
                  <a:pt x="402788" y="8692"/>
                </a:lnTo>
                <a:lnTo>
                  <a:pt x="401635" y="8291"/>
                </a:lnTo>
                <a:lnTo>
                  <a:pt x="400469" y="7907"/>
                </a:lnTo>
                <a:lnTo>
                  <a:pt x="399291" y="7540"/>
                </a:lnTo>
                <a:lnTo>
                  <a:pt x="398099" y="7190"/>
                </a:lnTo>
                <a:lnTo>
                  <a:pt x="396894" y="6857"/>
                </a:lnTo>
                <a:lnTo>
                  <a:pt x="395676" y="6541"/>
                </a:lnTo>
                <a:lnTo>
                  <a:pt x="394444" y="6242"/>
                </a:lnTo>
                <a:lnTo>
                  <a:pt x="393200" y="5960"/>
                </a:lnTo>
                <a:lnTo>
                  <a:pt x="391943" y="5696"/>
                </a:lnTo>
                <a:lnTo>
                  <a:pt x="390672" y="5448"/>
                </a:lnTo>
                <a:lnTo>
                  <a:pt x="389388" y="5218"/>
                </a:lnTo>
                <a:lnTo>
                  <a:pt x="388092" y="5004"/>
                </a:lnTo>
                <a:lnTo>
                  <a:pt x="386782" y="4808"/>
                </a:lnTo>
                <a:lnTo>
                  <a:pt x="385459" y="4629"/>
                </a:lnTo>
                <a:lnTo>
                  <a:pt x="384123" y="4467"/>
                </a:lnTo>
                <a:lnTo>
                  <a:pt x="382773" y="4321"/>
                </a:lnTo>
                <a:lnTo>
                  <a:pt x="381411" y="4193"/>
                </a:lnTo>
                <a:lnTo>
                  <a:pt x="380036" y="4082"/>
                </a:lnTo>
                <a:lnTo>
                  <a:pt x="378647" y="3989"/>
                </a:lnTo>
                <a:lnTo>
                  <a:pt x="377246" y="3912"/>
                </a:lnTo>
                <a:lnTo>
                  <a:pt x="375831" y="3852"/>
                </a:lnTo>
                <a:lnTo>
                  <a:pt x="374403" y="3809"/>
                </a:lnTo>
                <a:lnTo>
                  <a:pt x="372962" y="3784"/>
                </a:lnTo>
                <a:lnTo>
                  <a:pt x="371508" y="3775"/>
                </a:lnTo>
                <a:lnTo>
                  <a:pt x="296814" y="3775"/>
                </a:lnTo>
                <a:lnTo>
                  <a:pt x="296814" y="185252"/>
                </a:lnTo>
                <a:lnTo>
                  <a:pt x="334700" y="185252"/>
                </a:lnTo>
                <a:lnTo>
                  <a:pt x="334700" y="115681"/>
                </a:lnTo>
                <a:lnTo>
                  <a:pt x="364227" y="115681"/>
                </a:lnTo>
                <a:lnTo>
                  <a:pt x="365096" y="115688"/>
                </a:lnTo>
                <a:lnTo>
                  <a:pt x="365949" y="115707"/>
                </a:lnTo>
                <a:close/>
                <a:moveTo>
                  <a:pt x="370254" y="35284"/>
                </a:moveTo>
                <a:lnTo>
                  <a:pt x="371197" y="35358"/>
                </a:lnTo>
                <a:lnTo>
                  <a:pt x="372123" y="35452"/>
                </a:lnTo>
                <a:lnTo>
                  <a:pt x="373033" y="35568"/>
                </a:lnTo>
                <a:lnTo>
                  <a:pt x="373927" y="35704"/>
                </a:lnTo>
                <a:lnTo>
                  <a:pt x="374804" y="35862"/>
                </a:lnTo>
                <a:lnTo>
                  <a:pt x="375664" y="36041"/>
                </a:lnTo>
                <a:lnTo>
                  <a:pt x="376509" y="36240"/>
                </a:lnTo>
                <a:lnTo>
                  <a:pt x="377337" y="36461"/>
                </a:lnTo>
                <a:lnTo>
                  <a:pt x="378148" y="36702"/>
                </a:lnTo>
                <a:lnTo>
                  <a:pt x="378943" y="36965"/>
                </a:lnTo>
                <a:lnTo>
                  <a:pt x="379722" y="37249"/>
                </a:lnTo>
                <a:lnTo>
                  <a:pt x="380484" y="37553"/>
                </a:lnTo>
                <a:lnTo>
                  <a:pt x="381230" y="37879"/>
                </a:lnTo>
                <a:lnTo>
                  <a:pt x="381960" y="38225"/>
                </a:lnTo>
                <a:lnTo>
                  <a:pt x="382673" y="38593"/>
                </a:lnTo>
                <a:lnTo>
                  <a:pt x="383370" y="38982"/>
                </a:lnTo>
                <a:lnTo>
                  <a:pt x="384051" y="39391"/>
                </a:lnTo>
                <a:lnTo>
                  <a:pt x="384715" y="39822"/>
                </a:lnTo>
                <a:lnTo>
                  <a:pt x="385362" y="40274"/>
                </a:lnTo>
                <a:lnTo>
                  <a:pt x="385994" y="40746"/>
                </a:lnTo>
                <a:lnTo>
                  <a:pt x="386609" y="41240"/>
                </a:lnTo>
                <a:lnTo>
                  <a:pt x="387203" y="41755"/>
                </a:lnTo>
                <a:lnTo>
                  <a:pt x="387771" y="42290"/>
                </a:lnTo>
                <a:lnTo>
                  <a:pt x="388315" y="42845"/>
                </a:lnTo>
                <a:lnTo>
                  <a:pt x="388833" y="43421"/>
                </a:lnTo>
                <a:lnTo>
                  <a:pt x="389326" y="44018"/>
                </a:lnTo>
                <a:lnTo>
                  <a:pt x="389794" y="44635"/>
                </a:lnTo>
                <a:lnTo>
                  <a:pt x="390236" y="45273"/>
                </a:lnTo>
                <a:lnTo>
                  <a:pt x="390653" y="45931"/>
                </a:lnTo>
                <a:lnTo>
                  <a:pt x="391045" y="46610"/>
                </a:lnTo>
                <a:lnTo>
                  <a:pt x="391412" y="47309"/>
                </a:lnTo>
                <a:lnTo>
                  <a:pt x="391753" y="48029"/>
                </a:lnTo>
                <a:lnTo>
                  <a:pt x="392069" y="48769"/>
                </a:lnTo>
                <a:lnTo>
                  <a:pt x="392360" y="49530"/>
                </a:lnTo>
                <a:lnTo>
                  <a:pt x="392625" y="50312"/>
                </a:lnTo>
                <a:lnTo>
                  <a:pt x="392865" y="51114"/>
                </a:lnTo>
                <a:lnTo>
                  <a:pt x="393080" y="51936"/>
                </a:lnTo>
                <a:lnTo>
                  <a:pt x="393270" y="52779"/>
                </a:lnTo>
                <a:lnTo>
                  <a:pt x="393434" y="53643"/>
                </a:lnTo>
                <a:lnTo>
                  <a:pt x="393573" y="54527"/>
                </a:lnTo>
                <a:lnTo>
                  <a:pt x="393687" y="55432"/>
                </a:lnTo>
                <a:lnTo>
                  <a:pt x="393775" y="56357"/>
                </a:lnTo>
                <a:lnTo>
                  <a:pt x="393839" y="57303"/>
                </a:lnTo>
                <a:lnTo>
                  <a:pt x="393877" y="58269"/>
                </a:lnTo>
                <a:lnTo>
                  <a:pt x="393889" y="59256"/>
                </a:lnTo>
                <a:lnTo>
                  <a:pt x="393883" y="59936"/>
                </a:lnTo>
                <a:lnTo>
                  <a:pt x="393865" y="60606"/>
                </a:lnTo>
                <a:lnTo>
                  <a:pt x="393834" y="61267"/>
                </a:lnTo>
                <a:lnTo>
                  <a:pt x="393792" y="61920"/>
                </a:lnTo>
                <a:lnTo>
                  <a:pt x="393737" y="62564"/>
                </a:lnTo>
                <a:lnTo>
                  <a:pt x="393670" y="63198"/>
                </a:lnTo>
                <a:lnTo>
                  <a:pt x="393591" y="63824"/>
                </a:lnTo>
                <a:lnTo>
                  <a:pt x="393500" y="64442"/>
                </a:lnTo>
                <a:lnTo>
                  <a:pt x="393396" y="65050"/>
                </a:lnTo>
                <a:lnTo>
                  <a:pt x="393281" y="65649"/>
                </a:lnTo>
                <a:lnTo>
                  <a:pt x="393153" y="66240"/>
                </a:lnTo>
                <a:lnTo>
                  <a:pt x="393013" y="66821"/>
                </a:lnTo>
                <a:lnTo>
                  <a:pt x="392861" y="67394"/>
                </a:lnTo>
                <a:lnTo>
                  <a:pt x="392696" y="67958"/>
                </a:lnTo>
                <a:lnTo>
                  <a:pt x="392520" y="68513"/>
                </a:lnTo>
                <a:lnTo>
                  <a:pt x="392331" y="69059"/>
                </a:lnTo>
                <a:lnTo>
                  <a:pt x="392130" y="69597"/>
                </a:lnTo>
                <a:lnTo>
                  <a:pt x="391917" y="70125"/>
                </a:lnTo>
                <a:lnTo>
                  <a:pt x="391692" y="70645"/>
                </a:lnTo>
                <a:lnTo>
                  <a:pt x="391455" y="71156"/>
                </a:lnTo>
                <a:lnTo>
                  <a:pt x="391205" y="71657"/>
                </a:lnTo>
                <a:lnTo>
                  <a:pt x="390944" y="72150"/>
                </a:lnTo>
                <a:lnTo>
                  <a:pt x="390670" y="72635"/>
                </a:lnTo>
                <a:lnTo>
                  <a:pt x="390384" y="73110"/>
                </a:lnTo>
                <a:lnTo>
                  <a:pt x="390087" y="73575"/>
                </a:lnTo>
                <a:lnTo>
                  <a:pt x="389779" y="74031"/>
                </a:lnTo>
                <a:lnTo>
                  <a:pt x="389462" y="74477"/>
                </a:lnTo>
                <a:lnTo>
                  <a:pt x="389135" y="74913"/>
                </a:lnTo>
                <a:lnTo>
                  <a:pt x="388797" y="75340"/>
                </a:lnTo>
                <a:lnTo>
                  <a:pt x="388450" y="75756"/>
                </a:lnTo>
                <a:lnTo>
                  <a:pt x="388092" y="76163"/>
                </a:lnTo>
                <a:lnTo>
                  <a:pt x="387725" y="76560"/>
                </a:lnTo>
                <a:lnTo>
                  <a:pt x="387347" y="76947"/>
                </a:lnTo>
                <a:lnTo>
                  <a:pt x="386959" y="77325"/>
                </a:lnTo>
                <a:lnTo>
                  <a:pt x="386561" y="77692"/>
                </a:lnTo>
                <a:lnTo>
                  <a:pt x="386153" y="78050"/>
                </a:lnTo>
                <a:lnTo>
                  <a:pt x="385736" y="78398"/>
                </a:lnTo>
                <a:lnTo>
                  <a:pt x="385308" y="78736"/>
                </a:lnTo>
                <a:lnTo>
                  <a:pt x="384869" y="79064"/>
                </a:lnTo>
                <a:lnTo>
                  <a:pt x="384421" y="79383"/>
                </a:lnTo>
                <a:lnTo>
                  <a:pt x="383963" y="79692"/>
                </a:lnTo>
                <a:lnTo>
                  <a:pt x="383495" y="79991"/>
                </a:lnTo>
                <a:lnTo>
                  <a:pt x="383017" y="80280"/>
                </a:lnTo>
                <a:lnTo>
                  <a:pt x="382528" y="80559"/>
                </a:lnTo>
                <a:lnTo>
                  <a:pt x="382030" y="80829"/>
                </a:lnTo>
                <a:lnTo>
                  <a:pt x="381521" y="81089"/>
                </a:lnTo>
                <a:lnTo>
                  <a:pt x="381003" y="81338"/>
                </a:lnTo>
                <a:lnTo>
                  <a:pt x="380474" y="81579"/>
                </a:lnTo>
                <a:lnTo>
                  <a:pt x="379936" y="81809"/>
                </a:lnTo>
                <a:lnTo>
                  <a:pt x="379389" y="82030"/>
                </a:lnTo>
                <a:lnTo>
                  <a:pt x="378834" y="82240"/>
                </a:lnTo>
                <a:lnTo>
                  <a:pt x="378270" y="82441"/>
                </a:lnTo>
                <a:lnTo>
                  <a:pt x="377697" y="82632"/>
                </a:lnTo>
                <a:lnTo>
                  <a:pt x="377116" y="82814"/>
                </a:lnTo>
                <a:lnTo>
                  <a:pt x="376526" y="82985"/>
                </a:lnTo>
                <a:lnTo>
                  <a:pt x="375927" y="83147"/>
                </a:lnTo>
                <a:lnTo>
                  <a:pt x="375320" y="83299"/>
                </a:lnTo>
                <a:lnTo>
                  <a:pt x="374704" y="83441"/>
                </a:lnTo>
                <a:lnTo>
                  <a:pt x="374079" y="83573"/>
                </a:lnTo>
                <a:lnTo>
                  <a:pt x="373446" y="83696"/>
                </a:lnTo>
                <a:lnTo>
                  <a:pt x="372804" y="83809"/>
                </a:lnTo>
                <a:lnTo>
                  <a:pt x="372153" y="83911"/>
                </a:lnTo>
                <a:lnTo>
                  <a:pt x="371494" y="84005"/>
                </a:lnTo>
                <a:lnTo>
                  <a:pt x="370826" y="84088"/>
                </a:lnTo>
                <a:lnTo>
                  <a:pt x="370150" y="84161"/>
                </a:lnTo>
                <a:lnTo>
                  <a:pt x="369464" y="84225"/>
                </a:lnTo>
                <a:lnTo>
                  <a:pt x="368771" y="84279"/>
                </a:lnTo>
                <a:lnTo>
                  <a:pt x="368068" y="84323"/>
                </a:lnTo>
                <a:lnTo>
                  <a:pt x="367357" y="84357"/>
                </a:lnTo>
                <a:lnTo>
                  <a:pt x="366637" y="84382"/>
                </a:lnTo>
                <a:lnTo>
                  <a:pt x="365908" y="84397"/>
                </a:lnTo>
                <a:lnTo>
                  <a:pt x="365171" y="84402"/>
                </a:lnTo>
                <a:lnTo>
                  <a:pt x="334700" y="84402"/>
                </a:lnTo>
                <a:lnTo>
                  <a:pt x="334700" y="35190"/>
                </a:lnTo>
                <a:lnTo>
                  <a:pt x="367328" y="35190"/>
                </a:lnTo>
                <a:lnTo>
                  <a:pt x="368320" y="35200"/>
                </a:lnTo>
                <a:lnTo>
                  <a:pt x="369295" y="35232"/>
                </a:lnTo>
                <a:lnTo>
                  <a:pt x="370254" y="35284"/>
                </a:lnTo>
                <a:close/>
                <a:moveTo>
                  <a:pt x="37444" y="79381"/>
                </a:moveTo>
                <a:lnTo>
                  <a:pt x="37685" y="77232"/>
                </a:lnTo>
                <a:lnTo>
                  <a:pt x="37954" y="75139"/>
                </a:lnTo>
                <a:lnTo>
                  <a:pt x="38252" y="73103"/>
                </a:lnTo>
                <a:lnTo>
                  <a:pt x="38577" y="71123"/>
                </a:lnTo>
                <a:lnTo>
                  <a:pt x="38931" y="69200"/>
                </a:lnTo>
                <a:lnTo>
                  <a:pt x="39314" y="67334"/>
                </a:lnTo>
                <a:lnTo>
                  <a:pt x="39724" y="65525"/>
                </a:lnTo>
                <a:lnTo>
                  <a:pt x="40163" y="63772"/>
                </a:lnTo>
                <a:lnTo>
                  <a:pt x="40631" y="62076"/>
                </a:lnTo>
                <a:lnTo>
                  <a:pt x="41126" y="60437"/>
                </a:lnTo>
                <a:lnTo>
                  <a:pt x="41650" y="58854"/>
                </a:lnTo>
                <a:lnTo>
                  <a:pt x="42203" y="57328"/>
                </a:lnTo>
                <a:lnTo>
                  <a:pt x="42783" y="55858"/>
                </a:lnTo>
                <a:lnTo>
                  <a:pt x="43392" y="54446"/>
                </a:lnTo>
                <a:lnTo>
                  <a:pt x="44029" y="53090"/>
                </a:lnTo>
                <a:lnTo>
                  <a:pt x="44695" y="51790"/>
                </a:lnTo>
                <a:lnTo>
                  <a:pt x="45387" y="50546"/>
                </a:lnTo>
                <a:lnTo>
                  <a:pt x="46105" y="49354"/>
                </a:lnTo>
                <a:lnTo>
                  <a:pt x="46847" y="48216"/>
                </a:lnTo>
                <a:lnTo>
                  <a:pt x="47614" y="47130"/>
                </a:lnTo>
                <a:lnTo>
                  <a:pt x="48407" y="46097"/>
                </a:lnTo>
                <a:lnTo>
                  <a:pt x="49224" y="45117"/>
                </a:lnTo>
                <a:lnTo>
                  <a:pt x="50067" y="44191"/>
                </a:lnTo>
                <a:lnTo>
                  <a:pt x="50935" y="43317"/>
                </a:lnTo>
                <a:lnTo>
                  <a:pt x="51827" y="42496"/>
                </a:lnTo>
                <a:lnTo>
                  <a:pt x="52745" y="41728"/>
                </a:lnTo>
                <a:lnTo>
                  <a:pt x="53688" y="41013"/>
                </a:lnTo>
                <a:lnTo>
                  <a:pt x="54655" y="40351"/>
                </a:lnTo>
                <a:lnTo>
                  <a:pt x="55648" y="39742"/>
                </a:lnTo>
                <a:lnTo>
                  <a:pt x="56666" y="39186"/>
                </a:lnTo>
                <a:lnTo>
                  <a:pt x="57709" y="38683"/>
                </a:lnTo>
                <a:lnTo>
                  <a:pt x="58777" y="38233"/>
                </a:lnTo>
                <a:lnTo>
                  <a:pt x="59870" y="37836"/>
                </a:lnTo>
                <a:lnTo>
                  <a:pt x="60988" y="37491"/>
                </a:lnTo>
                <a:lnTo>
                  <a:pt x="62131" y="37200"/>
                </a:lnTo>
                <a:lnTo>
                  <a:pt x="63299" y="36962"/>
                </a:lnTo>
                <a:lnTo>
                  <a:pt x="64492" y="36776"/>
                </a:lnTo>
                <a:lnTo>
                  <a:pt x="65711" y="36644"/>
                </a:lnTo>
                <a:lnTo>
                  <a:pt x="66954" y="36565"/>
                </a:lnTo>
                <a:lnTo>
                  <a:pt x="68222" y="36538"/>
                </a:lnTo>
                <a:lnTo>
                  <a:pt x="69003" y="36546"/>
                </a:lnTo>
                <a:lnTo>
                  <a:pt x="69771" y="36572"/>
                </a:lnTo>
                <a:lnTo>
                  <a:pt x="70528" y="36613"/>
                </a:lnTo>
                <a:lnTo>
                  <a:pt x="71273" y="36672"/>
                </a:lnTo>
                <a:lnTo>
                  <a:pt x="72006" y="36747"/>
                </a:lnTo>
                <a:lnTo>
                  <a:pt x="72726" y="36839"/>
                </a:lnTo>
                <a:lnTo>
                  <a:pt x="73435" y="36948"/>
                </a:lnTo>
                <a:lnTo>
                  <a:pt x="74132" y="37074"/>
                </a:lnTo>
                <a:lnTo>
                  <a:pt x="74817" y="37216"/>
                </a:lnTo>
                <a:lnTo>
                  <a:pt x="75490" y="37375"/>
                </a:lnTo>
                <a:lnTo>
                  <a:pt x="76151" y="37551"/>
                </a:lnTo>
                <a:lnTo>
                  <a:pt x="76801" y="37743"/>
                </a:lnTo>
                <a:lnTo>
                  <a:pt x="77438" y="37952"/>
                </a:lnTo>
                <a:lnTo>
                  <a:pt x="78063" y="38178"/>
                </a:lnTo>
                <a:lnTo>
                  <a:pt x="78677" y="38421"/>
                </a:lnTo>
                <a:lnTo>
                  <a:pt x="79278" y="38680"/>
                </a:lnTo>
                <a:lnTo>
                  <a:pt x="79868" y="38956"/>
                </a:lnTo>
                <a:lnTo>
                  <a:pt x="80445" y="39249"/>
                </a:lnTo>
                <a:lnTo>
                  <a:pt x="81011" y="39559"/>
                </a:lnTo>
                <a:lnTo>
                  <a:pt x="81565" y="39885"/>
                </a:lnTo>
                <a:lnTo>
                  <a:pt x="82106" y="40228"/>
                </a:lnTo>
                <a:lnTo>
                  <a:pt x="82636" y="40588"/>
                </a:lnTo>
                <a:lnTo>
                  <a:pt x="83154" y="40965"/>
                </a:lnTo>
                <a:lnTo>
                  <a:pt x="83660" y="41358"/>
                </a:lnTo>
                <a:lnTo>
                  <a:pt x="84153" y="41769"/>
                </a:lnTo>
                <a:lnTo>
                  <a:pt x="84633" y="42197"/>
                </a:lnTo>
                <a:lnTo>
                  <a:pt x="85100" y="42643"/>
                </a:lnTo>
                <a:lnTo>
                  <a:pt x="85553" y="43106"/>
                </a:lnTo>
                <a:lnTo>
                  <a:pt x="85993" y="43587"/>
                </a:lnTo>
                <a:lnTo>
                  <a:pt x="86420" y="44086"/>
                </a:lnTo>
                <a:lnTo>
                  <a:pt x="86833" y="44603"/>
                </a:lnTo>
                <a:lnTo>
                  <a:pt x="87233" y="45137"/>
                </a:lnTo>
                <a:lnTo>
                  <a:pt x="87619" y="45689"/>
                </a:lnTo>
                <a:lnTo>
                  <a:pt x="87993" y="46258"/>
                </a:lnTo>
                <a:lnTo>
                  <a:pt x="88353" y="46846"/>
                </a:lnTo>
                <a:lnTo>
                  <a:pt x="88699" y="47451"/>
                </a:lnTo>
                <a:lnTo>
                  <a:pt x="89032" y="48073"/>
                </a:lnTo>
                <a:lnTo>
                  <a:pt x="89352" y="48713"/>
                </a:lnTo>
                <a:lnTo>
                  <a:pt x="89659" y="49371"/>
                </a:lnTo>
                <a:lnTo>
                  <a:pt x="89952" y="50047"/>
                </a:lnTo>
                <a:lnTo>
                  <a:pt x="90232" y="50740"/>
                </a:lnTo>
                <a:lnTo>
                  <a:pt x="90498" y="51451"/>
                </a:lnTo>
                <a:lnTo>
                  <a:pt x="90751" y="52180"/>
                </a:lnTo>
                <a:lnTo>
                  <a:pt x="90991" y="52926"/>
                </a:lnTo>
                <a:lnTo>
                  <a:pt x="91218" y="53690"/>
                </a:lnTo>
                <a:lnTo>
                  <a:pt x="91431" y="54472"/>
                </a:lnTo>
                <a:lnTo>
                  <a:pt x="91631" y="55271"/>
                </a:lnTo>
                <a:lnTo>
                  <a:pt x="91817" y="56088"/>
                </a:lnTo>
                <a:lnTo>
                  <a:pt x="126198" y="56088"/>
                </a:lnTo>
                <a:lnTo>
                  <a:pt x="125875" y="54157"/>
                </a:lnTo>
                <a:lnTo>
                  <a:pt x="125514" y="52262"/>
                </a:lnTo>
                <a:lnTo>
                  <a:pt x="125114" y="50405"/>
                </a:lnTo>
                <a:lnTo>
                  <a:pt x="124675" y="48584"/>
                </a:lnTo>
                <a:lnTo>
                  <a:pt x="124198" y="46801"/>
                </a:lnTo>
                <a:lnTo>
                  <a:pt x="123682" y="45054"/>
                </a:lnTo>
                <a:lnTo>
                  <a:pt x="123128" y="43344"/>
                </a:lnTo>
                <a:lnTo>
                  <a:pt x="122535" y="41671"/>
                </a:lnTo>
                <a:lnTo>
                  <a:pt x="121903" y="40035"/>
                </a:lnTo>
                <a:lnTo>
                  <a:pt x="121233" y="38436"/>
                </a:lnTo>
                <a:lnTo>
                  <a:pt x="120524" y="36873"/>
                </a:lnTo>
                <a:lnTo>
                  <a:pt x="119777" y="35348"/>
                </a:lnTo>
                <a:lnTo>
                  <a:pt x="118991" y="33859"/>
                </a:lnTo>
                <a:lnTo>
                  <a:pt x="118166" y="32408"/>
                </a:lnTo>
                <a:lnTo>
                  <a:pt x="117302" y="30993"/>
                </a:lnTo>
                <a:lnTo>
                  <a:pt x="116400" y="29615"/>
                </a:lnTo>
                <a:lnTo>
                  <a:pt x="115460" y="28274"/>
                </a:lnTo>
                <a:lnTo>
                  <a:pt x="114481" y="26970"/>
                </a:lnTo>
                <a:lnTo>
                  <a:pt x="113463" y="25703"/>
                </a:lnTo>
                <a:lnTo>
                  <a:pt x="112406" y="24473"/>
                </a:lnTo>
                <a:lnTo>
                  <a:pt x="111311" y="23279"/>
                </a:lnTo>
                <a:lnTo>
                  <a:pt x="110177" y="22123"/>
                </a:lnTo>
                <a:lnTo>
                  <a:pt x="109005" y="21003"/>
                </a:lnTo>
                <a:lnTo>
                  <a:pt x="107794" y="19921"/>
                </a:lnTo>
                <a:lnTo>
                  <a:pt x="106546" y="18878"/>
                </a:lnTo>
                <a:lnTo>
                  <a:pt x="105264" y="17880"/>
                </a:lnTo>
                <a:lnTo>
                  <a:pt x="103946" y="16927"/>
                </a:lnTo>
                <a:lnTo>
                  <a:pt x="102594" y="16017"/>
                </a:lnTo>
                <a:lnTo>
                  <a:pt x="101207" y="15152"/>
                </a:lnTo>
                <a:lnTo>
                  <a:pt x="99784" y="14332"/>
                </a:lnTo>
                <a:lnTo>
                  <a:pt x="98327" y="13555"/>
                </a:lnTo>
                <a:lnTo>
                  <a:pt x="96836" y="12824"/>
                </a:lnTo>
                <a:lnTo>
                  <a:pt x="95309" y="12136"/>
                </a:lnTo>
                <a:lnTo>
                  <a:pt x="93747" y="11493"/>
                </a:lnTo>
                <a:lnTo>
                  <a:pt x="92151" y="10894"/>
                </a:lnTo>
                <a:lnTo>
                  <a:pt x="90519" y="10340"/>
                </a:lnTo>
                <a:lnTo>
                  <a:pt x="88853" y="9829"/>
                </a:lnTo>
                <a:lnTo>
                  <a:pt x="87152" y="9364"/>
                </a:lnTo>
                <a:lnTo>
                  <a:pt x="85416" y="8942"/>
                </a:lnTo>
                <a:lnTo>
                  <a:pt x="83645" y="8565"/>
                </a:lnTo>
                <a:lnTo>
                  <a:pt x="81839" y="8233"/>
                </a:lnTo>
                <a:lnTo>
                  <a:pt x="79999" y="7944"/>
                </a:lnTo>
                <a:lnTo>
                  <a:pt x="78123" y="7700"/>
                </a:lnTo>
                <a:lnTo>
                  <a:pt x="76213" y="7501"/>
                </a:lnTo>
                <a:lnTo>
                  <a:pt x="74267" y="7345"/>
                </a:lnTo>
                <a:lnTo>
                  <a:pt x="72287" y="7235"/>
                </a:lnTo>
                <a:lnTo>
                  <a:pt x="70272" y="7168"/>
                </a:lnTo>
                <a:lnTo>
                  <a:pt x="68222" y="7146"/>
                </a:lnTo>
                <a:lnTo>
                  <a:pt x="66578" y="7163"/>
                </a:lnTo>
                <a:lnTo>
                  <a:pt x="64950" y="7214"/>
                </a:lnTo>
                <a:lnTo>
                  <a:pt x="63336" y="7299"/>
                </a:lnTo>
                <a:lnTo>
                  <a:pt x="61738" y="7418"/>
                </a:lnTo>
                <a:lnTo>
                  <a:pt x="60154" y="7571"/>
                </a:lnTo>
                <a:lnTo>
                  <a:pt x="58586" y="7758"/>
                </a:lnTo>
                <a:lnTo>
                  <a:pt x="57034" y="7979"/>
                </a:lnTo>
                <a:lnTo>
                  <a:pt x="55496" y="8234"/>
                </a:lnTo>
                <a:lnTo>
                  <a:pt x="53974" y="8523"/>
                </a:lnTo>
                <a:lnTo>
                  <a:pt x="52467" y="8846"/>
                </a:lnTo>
                <a:lnTo>
                  <a:pt x="50975" y="9203"/>
                </a:lnTo>
                <a:lnTo>
                  <a:pt x="49498" y="9594"/>
                </a:lnTo>
                <a:lnTo>
                  <a:pt x="48037" y="10019"/>
                </a:lnTo>
                <a:lnTo>
                  <a:pt x="46591" y="10478"/>
                </a:lnTo>
                <a:lnTo>
                  <a:pt x="45160" y="10971"/>
                </a:lnTo>
                <a:lnTo>
                  <a:pt x="43744" y="11498"/>
                </a:lnTo>
                <a:lnTo>
                  <a:pt x="42343" y="12059"/>
                </a:lnTo>
                <a:lnTo>
                  <a:pt x="40958" y="12654"/>
                </a:lnTo>
                <a:lnTo>
                  <a:pt x="39588" y="13283"/>
                </a:lnTo>
                <a:lnTo>
                  <a:pt x="38233" y="13946"/>
                </a:lnTo>
                <a:lnTo>
                  <a:pt x="36893" y="14643"/>
                </a:lnTo>
                <a:lnTo>
                  <a:pt x="35569" y="15374"/>
                </a:lnTo>
                <a:lnTo>
                  <a:pt x="34259" y="16139"/>
                </a:lnTo>
                <a:lnTo>
                  <a:pt x="32965" y="16938"/>
                </a:lnTo>
                <a:lnTo>
                  <a:pt x="31690" y="17772"/>
                </a:lnTo>
                <a:lnTo>
                  <a:pt x="30439" y="18642"/>
                </a:lnTo>
                <a:lnTo>
                  <a:pt x="29210" y="19548"/>
                </a:lnTo>
                <a:lnTo>
                  <a:pt x="28005" y="20490"/>
                </a:lnTo>
                <a:lnTo>
                  <a:pt x="26822" y="21469"/>
                </a:lnTo>
                <a:lnTo>
                  <a:pt x="25663" y="22483"/>
                </a:lnTo>
                <a:lnTo>
                  <a:pt x="24528" y="23534"/>
                </a:lnTo>
                <a:lnTo>
                  <a:pt x="23415" y="24620"/>
                </a:lnTo>
                <a:lnTo>
                  <a:pt x="22325" y="25743"/>
                </a:lnTo>
                <a:lnTo>
                  <a:pt x="21259" y="26902"/>
                </a:lnTo>
                <a:lnTo>
                  <a:pt x="20216" y="28097"/>
                </a:lnTo>
                <a:lnTo>
                  <a:pt x="19196" y="29328"/>
                </a:lnTo>
                <a:lnTo>
                  <a:pt x="18199" y="30595"/>
                </a:lnTo>
                <a:lnTo>
                  <a:pt x="17226" y="31898"/>
                </a:lnTo>
                <a:lnTo>
                  <a:pt x="16275" y="33238"/>
                </a:lnTo>
                <a:lnTo>
                  <a:pt x="15348" y="34613"/>
                </a:lnTo>
                <a:lnTo>
                  <a:pt x="14444" y="36025"/>
                </a:lnTo>
                <a:lnTo>
                  <a:pt x="13563" y="37472"/>
                </a:lnTo>
                <a:lnTo>
                  <a:pt x="12705" y="38956"/>
                </a:lnTo>
                <a:lnTo>
                  <a:pt x="11870" y="40476"/>
                </a:lnTo>
                <a:lnTo>
                  <a:pt x="11059" y="42031"/>
                </a:lnTo>
                <a:lnTo>
                  <a:pt x="10271" y="43623"/>
                </a:lnTo>
                <a:lnTo>
                  <a:pt x="9506" y="45251"/>
                </a:lnTo>
                <a:lnTo>
                  <a:pt x="8764" y="46916"/>
                </a:lnTo>
                <a:lnTo>
                  <a:pt x="8049" y="48617"/>
                </a:lnTo>
                <a:lnTo>
                  <a:pt x="7364" y="50359"/>
                </a:lnTo>
                <a:lnTo>
                  <a:pt x="6710" y="52139"/>
                </a:lnTo>
                <a:lnTo>
                  <a:pt x="6086" y="53959"/>
                </a:lnTo>
                <a:lnTo>
                  <a:pt x="5493" y="55818"/>
                </a:lnTo>
                <a:lnTo>
                  <a:pt x="4930" y="57717"/>
                </a:lnTo>
                <a:lnTo>
                  <a:pt x="4397" y="59655"/>
                </a:lnTo>
                <a:lnTo>
                  <a:pt x="3895" y="61632"/>
                </a:lnTo>
                <a:lnTo>
                  <a:pt x="3423" y="63648"/>
                </a:lnTo>
                <a:lnTo>
                  <a:pt x="2982" y="65704"/>
                </a:lnTo>
                <a:lnTo>
                  <a:pt x="2571" y="67799"/>
                </a:lnTo>
                <a:lnTo>
                  <a:pt x="2191" y="69934"/>
                </a:lnTo>
                <a:lnTo>
                  <a:pt x="1841" y="72108"/>
                </a:lnTo>
                <a:lnTo>
                  <a:pt x="1521" y="74321"/>
                </a:lnTo>
                <a:lnTo>
                  <a:pt x="1232" y="76574"/>
                </a:lnTo>
                <a:lnTo>
                  <a:pt x="974" y="78866"/>
                </a:lnTo>
                <a:lnTo>
                  <a:pt x="746" y="81197"/>
                </a:lnTo>
                <a:lnTo>
                  <a:pt x="548" y="83568"/>
                </a:lnTo>
                <a:lnTo>
                  <a:pt x="380" y="85978"/>
                </a:lnTo>
                <a:lnTo>
                  <a:pt x="243" y="88427"/>
                </a:lnTo>
                <a:lnTo>
                  <a:pt x="137" y="90915"/>
                </a:lnTo>
                <a:lnTo>
                  <a:pt x="61" y="93443"/>
                </a:lnTo>
                <a:lnTo>
                  <a:pt x="15" y="96011"/>
                </a:lnTo>
                <a:lnTo>
                  <a:pt x="0" y="98617"/>
                </a:lnTo>
                <a:lnTo>
                  <a:pt x="15" y="101223"/>
                </a:lnTo>
                <a:lnTo>
                  <a:pt x="61" y="103788"/>
                </a:lnTo>
                <a:lnTo>
                  <a:pt x="138" y="106312"/>
                </a:lnTo>
                <a:lnTo>
                  <a:pt x="245" y="108794"/>
                </a:lnTo>
                <a:lnTo>
                  <a:pt x="383" y="111236"/>
                </a:lnTo>
                <a:lnTo>
                  <a:pt x="552" y="113636"/>
                </a:lnTo>
                <a:lnTo>
                  <a:pt x="751" y="115994"/>
                </a:lnTo>
                <a:lnTo>
                  <a:pt x="981" y="118312"/>
                </a:lnTo>
                <a:lnTo>
                  <a:pt x="1242" y="120588"/>
                </a:lnTo>
                <a:lnTo>
                  <a:pt x="1533" y="122823"/>
                </a:lnTo>
                <a:lnTo>
                  <a:pt x="1855" y="125017"/>
                </a:lnTo>
                <a:lnTo>
                  <a:pt x="2208" y="127170"/>
                </a:lnTo>
                <a:lnTo>
                  <a:pt x="2591" y="129282"/>
                </a:lnTo>
                <a:lnTo>
                  <a:pt x="3005" y="131352"/>
                </a:lnTo>
                <a:lnTo>
                  <a:pt x="3450" y="133381"/>
                </a:lnTo>
                <a:lnTo>
                  <a:pt x="3925" y="135369"/>
                </a:lnTo>
                <a:lnTo>
                  <a:pt x="4431" y="137316"/>
                </a:lnTo>
                <a:lnTo>
                  <a:pt x="4968" y="139221"/>
                </a:lnTo>
                <a:lnTo>
                  <a:pt x="5535" y="141085"/>
                </a:lnTo>
                <a:lnTo>
                  <a:pt x="6133" y="142908"/>
                </a:lnTo>
                <a:lnTo>
                  <a:pt x="6761" y="144690"/>
                </a:lnTo>
                <a:lnTo>
                  <a:pt x="7421" y="146431"/>
                </a:lnTo>
                <a:lnTo>
                  <a:pt x="8111" y="148130"/>
                </a:lnTo>
                <a:lnTo>
                  <a:pt x="8831" y="149788"/>
                </a:lnTo>
                <a:lnTo>
                  <a:pt x="9578" y="151408"/>
                </a:lnTo>
                <a:lnTo>
                  <a:pt x="10348" y="152990"/>
                </a:lnTo>
                <a:lnTo>
                  <a:pt x="11141" y="154537"/>
                </a:lnTo>
                <a:lnTo>
                  <a:pt x="11957" y="156046"/>
                </a:lnTo>
                <a:lnTo>
                  <a:pt x="12795" y="157519"/>
                </a:lnTo>
                <a:lnTo>
                  <a:pt x="13655" y="158956"/>
                </a:lnTo>
                <a:lnTo>
                  <a:pt x="14539" y="160356"/>
                </a:lnTo>
                <a:lnTo>
                  <a:pt x="15445" y="161719"/>
                </a:lnTo>
                <a:lnTo>
                  <a:pt x="16374" y="163046"/>
                </a:lnTo>
                <a:lnTo>
                  <a:pt x="17326" y="164336"/>
                </a:lnTo>
                <a:lnTo>
                  <a:pt x="18300" y="165590"/>
                </a:lnTo>
                <a:lnTo>
                  <a:pt x="19297" y="166807"/>
                </a:lnTo>
                <a:lnTo>
                  <a:pt x="20317" y="167988"/>
                </a:lnTo>
                <a:lnTo>
                  <a:pt x="21359" y="169132"/>
                </a:lnTo>
                <a:lnTo>
                  <a:pt x="22424" y="170239"/>
                </a:lnTo>
                <a:lnTo>
                  <a:pt x="23512" y="171310"/>
                </a:lnTo>
                <a:lnTo>
                  <a:pt x="24623" y="172344"/>
                </a:lnTo>
                <a:lnTo>
                  <a:pt x="25756" y="173342"/>
                </a:lnTo>
                <a:lnTo>
                  <a:pt x="26912" y="174303"/>
                </a:lnTo>
                <a:lnTo>
                  <a:pt x="28091" y="175228"/>
                </a:lnTo>
                <a:lnTo>
                  <a:pt x="29292" y="176116"/>
                </a:lnTo>
                <a:lnTo>
                  <a:pt x="30516" y="176968"/>
                </a:lnTo>
                <a:lnTo>
                  <a:pt x="31763" y="177783"/>
                </a:lnTo>
                <a:lnTo>
                  <a:pt x="33033" y="178561"/>
                </a:lnTo>
                <a:lnTo>
                  <a:pt x="34321" y="179305"/>
                </a:lnTo>
                <a:lnTo>
                  <a:pt x="35624" y="180017"/>
                </a:lnTo>
                <a:lnTo>
                  <a:pt x="36943" y="180698"/>
                </a:lnTo>
                <a:lnTo>
                  <a:pt x="38276" y="181347"/>
                </a:lnTo>
                <a:lnTo>
                  <a:pt x="39624" y="181964"/>
                </a:lnTo>
                <a:lnTo>
                  <a:pt x="40987" y="182550"/>
                </a:lnTo>
                <a:lnTo>
                  <a:pt x="42366" y="183104"/>
                </a:lnTo>
                <a:lnTo>
                  <a:pt x="43759" y="183627"/>
                </a:lnTo>
                <a:lnTo>
                  <a:pt x="45167" y="184117"/>
                </a:lnTo>
                <a:lnTo>
                  <a:pt x="46590" y="184576"/>
                </a:lnTo>
                <a:lnTo>
                  <a:pt x="48028" y="185004"/>
                </a:lnTo>
                <a:lnTo>
                  <a:pt x="49481" y="185399"/>
                </a:lnTo>
                <a:lnTo>
                  <a:pt x="50950" y="185764"/>
                </a:lnTo>
                <a:lnTo>
                  <a:pt x="52433" y="186096"/>
                </a:lnTo>
                <a:lnTo>
                  <a:pt x="53931" y="186397"/>
                </a:lnTo>
                <a:lnTo>
                  <a:pt x="55444" y="186666"/>
                </a:lnTo>
                <a:lnTo>
                  <a:pt x="56972" y="186903"/>
                </a:lnTo>
                <a:lnTo>
                  <a:pt x="58515" y="187109"/>
                </a:lnTo>
                <a:lnTo>
                  <a:pt x="60073" y="187283"/>
                </a:lnTo>
                <a:lnTo>
                  <a:pt x="61646" y="187426"/>
                </a:lnTo>
                <a:lnTo>
                  <a:pt x="63234" y="187536"/>
                </a:lnTo>
                <a:lnTo>
                  <a:pt x="64837" y="187616"/>
                </a:lnTo>
                <a:lnTo>
                  <a:pt x="66455" y="187663"/>
                </a:lnTo>
                <a:lnTo>
                  <a:pt x="68088" y="187679"/>
                </a:lnTo>
                <a:lnTo>
                  <a:pt x="69729" y="187666"/>
                </a:lnTo>
                <a:lnTo>
                  <a:pt x="71349" y="187626"/>
                </a:lnTo>
                <a:lnTo>
                  <a:pt x="72948" y="187561"/>
                </a:lnTo>
                <a:lnTo>
                  <a:pt x="74525" y="187469"/>
                </a:lnTo>
                <a:lnTo>
                  <a:pt x="76082" y="187350"/>
                </a:lnTo>
                <a:lnTo>
                  <a:pt x="77618" y="187206"/>
                </a:lnTo>
                <a:lnTo>
                  <a:pt x="79133" y="187035"/>
                </a:lnTo>
                <a:lnTo>
                  <a:pt x="80626" y="186838"/>
                </a:lnTo>
                <a:lnTo>
                  <a:pt x="82099" y="186614"/>
                </a:lnTo>
                <a:lnTo>
                  <a:pt x="83550" y="186364"/>
                </a:lnTo>
                <a:lnTo>
                  <a:pt x="84981" y="186088"/>
                </a:lnTo>
                <a:lnTo>
                  <a:pt x="86390" y="185786"/>
                </a:lnTo>
                <a:lnTo>
                  <a:pt x="87779" y="185457"/>
                </a:lnTo>
                <a:lnTo>
                  <a:pt x="89146" y="185102"/>
                </a:lnTo>
                <a:lnTo>
                  <a:pt x="90492" y="184721"/>
                </a:lnTo>
                <a:lnTo>
                  <a:pt x="91817" y="184314"/>
                </a:lnTo>
                <a:lnTo>
                  <a:pt x="93121" y="183880"/>
                </a:lnTo>
                <a:lnTo>
                  <a:pt x="94404" y="183420"/>
                </a:lnTo>
                <a:lnTo>
                  <a:pt x="95666" y="182934"/>
                </a:lnTo>
                <a:lnTo>
                  <a:pt x="96907" y="182421"/>
                </a:lnTo>
                <a:lnTo>
                  <a:pt x="98126" y="181882"/>
                </a:lnTo>
                <a:lnTo>
                  <a:pt x="99325" y="181317"/>
                </a:lnTo>
                <a:lnTo>
                  <a:pt x="100503" y="180725"/>
                </a:lnTo>
                <a:lnTo>
                  <a:pt x="101659" y="180107"/>
                </a:lnTo>
                <a:lnTo>
                  <a:pt x="102794" y="179466"/>
                </a:lnTo>
                <a:lnTo>
                  <a:pt x="103906" y="178806"/>
                </a:lnTo>
                <a:lnTo>
                  <a:pt x="104994" y="178126"/>
                </a:lnTo>
                <a:lnTo>
                  <a:pt x="106060" y="177426"/>
                </a:lnTo>
                <a:lnTo>
                  <a:pt x="107103" y="176707"/>
                </a:lnTo>
                <a:lnTo>
                  <a:pt x="108123" y="175968"/>
                </a:lnTo>
                <a:lnTo>
                  <a:pt x="109120" y="175210"/>
                </a:lnTo>
                <a:lnTo>
                  <a:pt x="110094" y="174432"/>
                </a:lnTo>
                <a:lnTo>
                  <a:pt x="111045" y="173635"/>
                </a:lnTo>
                <a:lnTo>
                  <a:pt x="111973" y="172818"/>
                </a:lnTo>
                <a:lnTo>
                  <a:pt x="112878" y="171982"/>
                </a:lnTo>
                <a:lnTo>
                  <a:pt x="113760" y="171126"/>
                </a:lnTo>
                <a:lnTo>
                  <a:pt x="114619" y="170250"/>
                </a:lnTo>
                <a:lnTo>
                  <a:pt x="115456" y="169355"/>
                </a:lnTo>
                <a:lnTo>
                  <a:pt x="116269" y="168441"/>
                </a:lnTo>
                <a:lnTo>
                  <a:pt x="117060" y="167507"/>
                </a:lnTo>
                <a:lnTo>
                  <a:pt x="117827" y="166553"/>
                </a:lnTo>
                <a:lnTo>
                  <a:pt x="118572" y="165580"/>
                </a:lnTo>
                <a:lnTo>
                  <a:pt x="119293" y="164588"/>
                </a:lnTo>
                <a:lnTo>
                  <a:pt x="119992" y="163575"/>
                </a:lnTo>
                <a:lnTo>
                  <a:pt x="120668" y="162544"/>
                </a:lnTo>
                <a:lnTo>
                  <a:pt x="121321" y="161493"/>
                </a:lnTo>
                <a:lnTo>
                  <a:pt x="121951" y="160422"/>
                </a:lnTo>
                <a:lnTo>
                  <a:pt x="122558" y="159332"/>
                </a:lnTo>
                <a:lnTo>
                  <a:pt x="123141" y="158225"/>
                </a:lnTo>
                <a:lnTo>
                  <a:pt x="123699" y="157104"/>
                </a:lnTo>
                <a:lnTo>
                  <a:pt x="124232" y="155970"/>
                </a:lnTo>
                <a:lnTo>
                  <a:pt x="124741" y="154821"/>
                </a:lnTo>
                <a:lnTo>
                  <a:pt x="125225" y="153660"/>
                </a:lnTo>
                <a:lnTo>
                  <a:pt x="125684" y="152484"/>
                </a:lnTo>
                <a:lnTo>
                  <a:pt x="126118" y="151295"/>
                </a:lnTo>
                <a:lnTo>
                  <a:pt x="126527" y="150092"/>
                </a:lnTo>
                <a:lnTo>
                  <a:pt x="126912" y="148875"/>
                </a:lnTo>
                <a:lnTo>
                  <a:pt x="127272" y="147644"/>
                </a:lnTo>
                <a:lnTo>
                  <a:pt x="127607" y="146400"/>
                </a:lnTo>
                <a:lnTo>
                  <a:pt x="127917" y="145142"/>
                </a:lnTo>
                <a:lnTo>
                  <a:pt x="128202" y="143870"/>
                </a:lnTo>
                <a:lnTo>
                  <a:pt x="128463" y="142585"/>
                </a:lnTo>
                <a:lnTo>
                  <a:pt x="128698" y="141286"/>
                </a:lnTo>
                <a:lnTo>
                  <a:pt x="128909" y="139973"/>
                </a:lnTo>
                <a:lnTo>
                  <a:pt x="129095" y="138646"/>
                </a:lnTo>
                <a:lnTo>
                  <a:pt x="129257" y="137306"/>
                </a:lnTo>
                <a:lnTo>
                  <a:pt x="129393" y="135951"/>
                </a:lnTo>
                <a:lnTo>
                  <a:pt x="129505" y="134583"/>
                </a:lnTo>
                <a:lnTo>
                  <a:pt x="129592" y="133202"/>
                </a:lnTo>
                <a:lnTo>
                  <a:pt x="129654" y="131806"/>
                </a:lnTo>
                <a:lnTo>
                  <a:pt x="129691" y="130397"/>
                </a:lnTo>
                <a:lnTo>
                  <a:pt x="129703" y="128974"/>
                </a:lnTo>
                <a:lnTo>
                  <a:pt x="129691" y="127499"/>
                </a:lnTo>
                <a:lnTo>
                  <a:pt x="129655" y="126042"/>
                </a:lnTo>
                <a:lnTo>
                  <a:pt x="129594" y="124606"/>
                </a:lnTo>
                <a:lnTo>
                  <a:pt x="129509" y="123189"/>
                </a:lnTo>
                <a:lnTo>
                  <a:pt x="129399" y="121791"/>
                </a:lnTo>
                <a:lnTo>
                  <a:pt x="129265" y="120413"/>
                </a:lnTo>
                <a:lnTo>
                  <a:pt x="129107" y="119055"/>
                </a:lnTo>
                <a:lnTo>
                  <a:pt x="128924" y="117716"/>
                </a:lnTo>
                <a:lnTo>
                  <a:pt x="128717" y="116397"/>
                </a:lnTo>
                <a:lnTo>
                  <a:pt x="128486" y="115097"/>
                </a:lnTo>
                <a:lnTo>
                  <a:pt x="128231" y="113817"/>
                </a:lnTo>
                <a:lnTo>
                  <a:pt x="127951" y="112556"/>
                </a:lnTo>
                <a:lnTo>
                  <a:pt x="127646" y="111315"/>
                </a:lnTo>
                <a:lnTo>
                  <a:pt x="127318" y="110094"/>
                </a:lnTo>
                <a:lnTo>
                  <a:pt x="126965" y="108892"/>
                </a:lnTo>
                <a:lnTo>
                  <a:pt x="126587" y="107709"/>
                </a:lnTo>
                <a:lnTo>
                  <a:pt x="126186" y="106546"/>
                </a:lnTo>
                <a:lnTo>
                  <a:pt x="125760" y="105403"/>
                </a:lnTo>
                <a:lnTo>
                  <a:pt x="125309" y="104279"/>
                </a:lnTo>
                <a:lnTo>
                  <a:pt x="124835" y="103175"/>
                </a:lnTo>
                <a:lnTo>
                  <a:pt x="124336" y="102091"/>
                </a:lnTo>
                <a:lnTo>
                  <a:pt x="123812" y="101026"/>
                </a:lnTo>
                <a:lnTo>
                  <a:pt x="123264" y="99980"/>
                </a:lnTo>
                <a:lnTo>
                  <a:pt x="122692" y="98954"/>
                </a:lnTo>
                <a:lnTo>
                  <a:pt x="122100" y="97948"/>
                </a:lnTo>
                <a:lnTo>
                  <a:pt x="121490" y="96963"/>
                </a:lnTo>
                <a:lnTo>
                  <a:pt x="120863" y="95999"/>
                </a:lnTo>
                <a:lnTo>
                  <a:pt x="120219" y="95056"/>
                </a:lnTo>
                <a:lnTo>
                  <a:pt x="119558" y="94134"/>
                </a:lnTo>
                <a:lnTo>
                  <a:pt x="118879" y="93233"/>
                </a:lnTo>
                <a:lnTo>
                  <a:pt x="118184" y="92352"/>
                </a:lnTo>
                <a:lnTo>
                  <a:pt x="117472" y="91493"/>
                </a:lnTo>
                <a:lnTo>
                  <a:pt x="116742" y="90655"/>
                </a:lnTo>
                <a:lnTo>
                  <a:pt x="115995" y="89837"/>
                </a:lnTo>
                <a:lnTo>
                  <a:pt x="115232" y="89041"/>
                </a:lnTo>
                <a:lnTo>
                  <a:pt x="114451" y="88265"/>
                </a:lnTo>
                <a:lnTo>
                  <a:pt x="113653" y="87511"/>
                </a:lnTo>
                <a:lnTo>
                  <a:pt x="112838" y="86777"/>
                </a:lnTo>
                <a:lnTo>
                  <a:pt x="112006" y="86064"/>
                </a:lnTo>
                <a:lnTo>
                  <a:pt x="111157" y="85372"/>
                </a:lnTo>
                <a:lnTo>
                  <a:pt x="110291" y="84702"/>
                </a:lnTo>
                <a:lnTo>
                  <a:pt x="109408" y="84052"/>
                </a:lnTo>
                <a:lnTo>
                  <a:pt x="108507" y="83423"/>
                </a:lnTo>
                <a:lnTo>
                  <a:pt x="107590" y="82815"/>
                </a:lnTo>
                <a:lnTo>
                  <a:pt x="106655" y="82228"/>
                </a:lnTo>
                <a:lnTo>
                  <a:pt x="105704" y="81662"/>
                </a:lnTo>
                <a:lnTo>
                  <a:pt x="104735" y="81117"/>
                </a:lnTo>
                <a:lnTo>
                  <a:pt x="103749" y="80593"/>
                </a:lnTo>
                <a:lnTo>
                  <a:pt x="102749" y="80089"/>
                </a:lnTo>
                <a:lnTo>
                  <a:pt x="101738" y="79607"/>
                </a:lnTo>
                <a:lnTo>
                  <a:pt x="100717" y="79147"/>
                </a:lnTo>
                <a:lnTo>
                  <a:pt x="99684" y="78708"/>
                </a:lnTo>
                <a:lnTo>
                  <a:pt x="98640" y="78290"/>
                </a:lnTo>
                <a:lnTo>
                  <a:pt x="97585" y="77894"/>
                </a:lnTo>
                <a:lnTo>
                  <a:pt x="96519" y="77519"/>
                </a:lnTo>
                <a:lnTo>
                  <a:pt x="95442" y="77166"/>
                </a:lnTo>
                <a:lnTo>
                  <a:pt x="94355" y="76834"/>
                </a:lnTo>
                <a:lnTo>
                  <a:pt x="93256" y="76523"/>
                </a:lnTo>
                <a:lnTo>
                  <a:pt x="92146" y="76234"/>
                </a:lnTo>
                <a:lnTo>
                  <a:pt x="91025" y="75966"/>
                </a:lnTo>
                <a:lnTo>
                  <a:pt x="89893" y="75720"/>
                </a:lnTo>
                <a:lnTo>
                  <a:pt x="88750" y="75495"/>
                </a:lnTo>
                <a:lnTo>
                  <a:pt x="87596" y="75292"/>
                </a:lnTo>
                <a:lnTo>
                  <a:pt x="86431" y="75110"/>
                </a:lnTo>
                <a:lnTo>
                  <a:pt x="85256" y="74949"/>
                </a:lnTo>
                <a:lnTo>
                  <a:pt x="84069" y="74810"/>
                </a:lnTo>
                <a:lnTo>
                  <a:pt x="82871" y="74692"/>
                </a:lnTo>
                <a:lnTo>
                  <a:pt x="81662" y="74596"/>
                </a:lnTo>
                <a:lnTo>
                  <a:pt x="80442" y="74521"/>
                </a:lnTo>
                <a:lnTo>
                  <a:pt x="79211" y="74467"/>
                </a:lnTo>
                <a:lnTo>
                  <a:pt x="77969" y="74435"/>
                </a:lnTo>
                <a:lnTo>
                  <a:pt x="76716" y="74424"/>
                </a:lnTo>
                <a:lnTo>
                  <a:pt x="75677" y="74431"/>
                </a:lnTo>
                <a:lnTo>
                  <a:pt x="74649" y="74451"/>
                </a:lnTo>
                <a:lnTo>
                  <a:pt x="73632" y="74484"/>
                </a:lnTo>
                <a:lnTo>
                  <a:pt x="72627" y="74531"/>
                </a:lnTo>
                <a:lnTo>
                  <a:pt x="71632" y="74590"/>
                </a:lnTo>
                <a:lnTo>
                  <a:pt x="70649" y="74663"/>
                </a:lnTo>
                <a:lnTo>
                  <a:pt x="69677" y="74749"/>
                </a:lnTo>
                <a:lnTo>
                  <a:pt x="68717" y="74849"/>
                </a:lnTo>
                <a:lnTo>
                  <a:pt x="67767" y="74962"/>
                </a:lnTo>
                <a:lnTo>
                  <a:pt x="66829" y="75088"/>
                </a:lnTo>
                <a:lnTo>
                  <a:pt x="65902" y="75227"/>
                </a:lnTo>
                <a:lnTo>
                  <a:pt x="64986" y="75380"/>
                </a:lnTo>
                <a:lnTo>
                  <a:pt x="64082" y="75546"/>
                </a:lnTo>
                <a:lnTo>
                  <a:pt x="63189" y="75725"/>
                </a:lnTo>
                <a:lnTo>
                  <a:pt x="62307" y="75917"/>
                </a:lnTo>
                <a:lnTo>
                  <a:pt x="61436" y="76123"/>
                </a:lnTo>
                <a:lnTo>
                  <a:pt x="60577" y="76342"/>
                </a:lnTo>
                <a:lnTo>
                  <a:pt x="59728" y="76574"/>
                </a:lnTo>
                <a:lnTo>
                  <a:pt x="58891" y="76819"/>
                </a:lnTo>
                <a:lnTo>
                  <a:pt x="58065" y="77078"/>
                </a:lnTo>
                <a:lnTo>
                  <a:pt x="57251" y="77350"/>
                </a:lnTo>
                <a:lnTo>
                  <a:pt x="56447" y="77635"/>
                </a:lnTo>
                <a:lnTo>
                  <a:pt x="55655" y="77934"/>
                </a:lnTo>
                <a:lnTo>
                  <a:pt x="54874" y="78246"/>
                </a:lnTo>
                <a:lnTo>
                  <a:pt x="54103" y="78569"/>
                </a:lnTo>
                <a:lnTo>
                  <a:pt x="53339" y="78901"/>
                </a:lnTo>
                <a:lnTo>
                  <a:pt x="52582" y="79242"/>
                </a:lnTo>
                <a:lnTo>
                  <a:pt x="51833" y="79593"/>
                </a:lnTo>
                <a:lnTo>
                  <a:pt x="51092" y="79953"/>
                </a:lnTo>
                <a:lnTo>
                  <a:pt x="50358" y="80322"/>
                </a:lnTo>
                <a:lnTo>
                  <a:pt x="49631" y="80701"/>
                </a:lnTo>
                <a:lnTo>
                  <a:pt x="48912" y="81089"/>
                </a:lnTo>
                <a:lnTo>
                  <a:pt x="48201" y="81486"/>
                </a:lnTo>
                <a:lnTo>
                  <a:pt x="47496" y="81893"/>
                </a:lnTo>
                <a:lnTo>
                  <a:pt x="46800" y="82309"/>
                </a:lnTo>
                <a:lnTo>
                  <a:pt x="46111" y="82734"/>
                </a:lnTo>
                <a:lnTo>
                  <a:pt x="45429" y="83169"/>
                </a:lnTo>
                <a:lnTo>
                  <a:pt x="44755" y="83613"/>
                </a:lnTo>
                <a:lnTo>
                  <a:pt x="44088" y="84066"/>
                </a:lnTo>
                <a:lnTo>
                  <a:pt x="43429" y="84528"/>
                </a:lnTo>
                <a:lnTo>
                  <a:pt x="42778" y="85000"/>
                </a:lnTo>
                <a:lnTo>
                  <a:pt x="42133" y="85481"/>
                </a:lnTo>
                <a:lnTo>
                  <a:pt x="41497" y="85972"/>
                </a:lnTo>
                <a:lnTo>
                  <a:pt x="40867" y="86472"/>
                </a:lnTo>
                <a:lnTo>
                  <a:pt x="40246" y="86981"/>
                </a:lnTo>
                <a:lnTo>
                  <a:pt x="39632" y="87499"/>
                </a:lnTo>
                <a:lnTo>
                  <a:pt x="39025" y="88027"/>
                </a:lnTo>
                <a:lnTo>
                  <a:pt x="38426" y="88564"/>
                </a:lnTo>
                <a:lnTo>
                  <a:pt x="37832" y="89108"/>
                </a:lnTo>
                <a:lnTo>
                  <a:pt x="37242" y="89657"/>
                </a:lnTo>
                <a:lnTo>
                  <a:pt x="36698" y="90169"/>
                </a:lnTo>
                <a:lnTo>
                  <a:pt x="36765" y="88546"/>
                </a:lnTo>
                <a:lnTo>
                  <a:pt x="36892" y="86170"/>
                </a:lnTo>
                <a:lnTo>
                  <a:pt x="37048" y="83850"/>
                </a:lnTo>
                <a:lnTo>
                  <a:pt x="37232" y="81587"/>
                </a:lnTo>
                <a:lnTo>
                  <a:pt x="37444" y="79381"/>
                </a:lnTo>
                <a:close/>
                <a:moveTo>
                  <a:pt x="39306" y="114318"/>
                </a:moveTo>
                <a:lnTo>
                  <a:pt x="40117" y="113657"/>
                </a:lnTo>
                <a:lnTo>
                  <a:pt x="40944" y="113008"/>
                </a:lnTo>
                <a:lnTo>
                  <a:pt x="41789" y="112372"/>
                </a:lnTo>
                <a:lnTo>
                  <a:pt x="42651" y="111748"/>
                </a:lnTo>
                <a:lnTo>
                  <a:pt x="43529" y="111136"/>
                </a:lnTo>
                <a:lnTo>
                  <a:pt x="44425" y="110537"/>
                </a:lnTo>
                <a:lnTo>
                  <a:pt x="45337" y="109956"/>
                </a:lnTo>
                <a:lnTo>
                  <a:pt x="46262" y="109399"/>
                </a:lnTo>
                <a:lnTo>
                  <a:pt x="47201" y="108867"/>
                </a:lnTo>
                <a:lnTo>
                  <a:pt x="48154" y="108360"/>
                </a:lnTo>
                <a:lnTo>
                  <a:pt x="49120" y="107877"/>
                </a:lnTo>
                <a:lnTo>
                  <a:pt x="50101" y="107420"/>
                </a:lnTo>
                <a:lnTo>
                  <a:pt x="51095" y="106987"/>
                </a:lnTo>
                <a:lnTo>
                  <a:pt x="52103" y="106579"/>
                </a:lnTo>
                <a:lnTo>
                  <a:pt x="53125" y="106195"/>
                </a:lnTo>
                <a:lnTo>
                  <a:pt x="54161" y="105837"/>
                </a:lnTo>
                <a:lnTo>
                  <a:pt x="55210" y="105503"/>
                </a:lnTo>
                <a:lnTo>
                  <a:pt x="56273" y="105193"/>
                </a:lnTo>
                <a:lnTo>
                  <a:pt x="57350" y="104909"/>
                </a:lnTo>
                <a:lnTo>
                  <a:pt x="58441" y="104649"/>
                </a:lnTo>
                <a:lnTo>
                  <a:pt x="59546" y="104414"/>
                </a:lnTo>
                <a:lnTo>
                  <a:pt x="60665" y="104204"/>
                </a:lnTo>
                <a:lnTo>
                  <a:pt x="61797" y="104018"/>
                </a:lnTo>
                <a:lnTo>
                  <a:pt x="62943" y="103857"/>
                </a:lnTo>
                <a:lnTo>
                  <a:pt x="64103" y="103721"/>
                </a:lnTo>
                <a:lnTo>
                  <a:pt x="65277" y="103610"/>
                </a:lnTo>
                <a:lnTo>
                  <a:pt x="66464" y="103523"/>
                </a:lnTo>
                <a:lnTo>
                  <a:pt x="67666" y="103462"/>
                </a:lnTo>
                <a:lnTo>
                  <a:pt x="68881" y="103424"/>
                </a:lnTo>
                <a:lnTo>
                  <a:pt x="70110" y="103412"/>
                </a:lnTo>
                <a:lnTo>
                  <a:pt x="71001" y="103424"/>
                </a:lnTo>
                <a:lnTo>
                  <a:pt x="71875" y="103460"/>
                </a:lnTo>
                <a:lnTo>
                  <a:pt x="72734" y="103519"/>
                </a:lnTo>
                <a:lnTo>
                  <a:pt x="73576" y="103603"/>
                </a:lnTo>
                <a:lnTo>
                  <a:pt x="74402" y="103710"/>
                </a:lnTo>
                <a:lnTo>
                  <a:pt x="75212" y="103841"/>
                </a:lnTo>
                <a:lnTo>
                  <a:pt x="76006" y="103996"/>
                </a:lnTo>
                <a:lnTo>
                  <a:pt x="76784" y="104174"/>
                </a:lnTo>
                <a:lnTo>
                  <a:pt x="77545" y="104377"/>
                </a:lnTo>
                <a:lnTo>
                  <a:pt x="78291" y="104603"/>
                </a:lnTo>
                <a:lnTo>
                  <a:pt x="79020" y="104853"/>
                </a:lnTo>
                <a:lnTo>
                  <a:pt x="79733" y="105127"/>
                </a:lnTo>
                <a:lnTo>
                  <a:pt x="80430" y="105425"/>
                </a:lnTo>
                <a:lnTo>
                  <a:pt x="81111" y="105746"/>
                </a:lnTo>
                <a:lnTo>
                  <a:pt x="81776" y="106092"/>
                </a:lnTo>
                <a:lnTo>
                  <a:pt x="82424" y="106461"/>
                </a:lnTo>
                <a:lnTo>
                  <a:pt x="83056" y="106854"/>
                </a:lnTo>
                <a:lnTo>
                  <a:pt x="83673" y="107270"/>
                </a:lnTo>
                <a:lnTo>
                  <a:pt x="84273" y="107711"/>
                </a:lnTo>
                <a:lnTo>
                  <a:pt x="84857" y="108176"/>
                </a:lnTo>
                <a:lnTo>
                  <a:pt x="85424" y="108664"/>
                </a:lnTo>
                <a:lnTo>
                  <a:pt x="85976" y="109176"/>
                </a:lnTo>
                <a:lnTo>
                  <a:pt x="86511" y="109712"/>
                </a:lnTo>
                <a:lnTo>
                  <a:pt x="87031" y="110271"/>
                </a:lnTo>
                <a:lnTo>
                  <a:pt x="87531" y="110852"/>
                </a:lnTo>
                <a:lnTo>
                  <a:pt x="88011" y="111451"/>
                </a:lnTo>
                <a:lnTo>
                  <a:pt x="88468" y="112068"/>
                </a:lnTo>
                <a:lnTo>
                  <a:pt x="88905" y="112704"/>
                </a:lnTo>
                <a:lnTo>
                  <a:pt x="89321" y="113358"/>
                </a:lnTo>
                <a:lnTo>
                  <a:pt x="89715" y="114030"/>
                </a:lnTo>
                <a:lnTo>
                  <a:pt x="90087" y="114720"/>
                </a:lnTo>
                <a:lnTo>
                  <a:pt x="90439" y="115429"/>
                </a:lnTo>
                <a:lnTo>
                  <a:pt x="90769" y="116156"/>
                </a:lnTo>
                <a:lnTo>
                  <a:pt x="91078" y="116901"/>
                </a:lnTo>
                <a:lnTo>
                  <a:pt x="91365" y="117665"/>
                </a:lnTo>
                <a:lnTo>
                  <a:pt x="91632" y="118446"/>
                </a:lnTo>
                <a:lnTo>
                  <a:pt x="91877" y="119246"/>
                </a:lnTo>
                <a:lnTo>
                  <a:pt x="92100" y="120065"/>
                </a:lnTo>
                <a:lnTo>
                  <a:pt x="92303" y="120901"/>
                </a:lnTo>
                <a:lnTo>
                  <a:pt x="92484" y="121756"/>
                </a:lnTo>
                <a:lnTo>
                  <a:pt x="92643" y="122629"/>
                </a:lnTo>
                <a:lnTo>
                  <a:pt x="92782" y="123521"/>
                </a:lnTo>
                <a:lnTo>
                  <a:pt x="92899" y="124430"/>
                </a:lnTo>
                <a:lnTo>
                  <a:pt x="92995" y="125358"/>
                </a:lnTo>
                <a:lnTo>
                  <a:pt x="93069" y="126304"/>
                </a:lnTo>
                <a:lnTo>
                  <a:pt x="93123" y="127269"/>
                </a:lnTo>
                <a:lnTo>
                  <a:pt x="93155" y="128252"/>
                </a:lnTo>
                <a:lnTo>
                  <a:pt x="93165" y="129253"/>
                </a:lnTo>
                <a:lnTo>
                  <a:pt x="93154" y="130299"/>
                </a:lnTo>
                <a:lnTo>
                  <a:pt x="93122" y="131331"/>
                </a:lnTo>
                <a:lnTo>
                  <a:pt x="93067" y="132347"/>
                </a:lnTo>
                <a:lnTo>
                  <a:pt x="92991" y="133348"/>
                </a:lnTo>
                <a:lnTo>
                  <a:pt x="92893" y="134334"/>
                </a:lnTo>
                <a:lnTo>
                  <a:pt x="92773" y="135304"/>
                </a:lnTo>
                <a:lnTo>
                  <a:pt x="92632" y="136259"/>
                </a:lnTo>
                <a:lnTo>
                  <a:pt x="92469" y="137199"/>
                </a:lnTo>
                <a:lnTo>
                  <a:pt x="92284" y="138124"/>
                </a:lnTo>
                <a:lnTo>
                  <a:pt x="92077" y="139033"/>
                </a:lnTo>
                <a:lnTo>
                  <a:pt x="91848" y="139928"/>
                </a:lnTo>
                <a:lnTo>
                  <a:pt x="91598" y="140807"/>
                </a:lnTo>
                <a:lnTo>
                  <a:pt x="91326" y="141670"/>
                </a:lnTo>
                <a:lnTo>
                  <a:pt x="91032" y="142519"/>
                </a:lnTo>
                <a:lnTo>
                  <a:pt x="90716" y="143352"/>
                </a:lnTo>
                <a:lnTo>
                  <a:pt x="90379" y="144170"/>
                </a:lnTo>
                <a:lnTo>
                  <a:pt x="90020" y="144972"/>
                </a:lnTo>
                <a:lnTo>
                  <a:pt x="89639" y="145760"/>
                </a:lnTo>
                <a:lnTo>
                  <a:pt x="89236" y="146532"/>
                </a:lnTo>
                <a:lnTo>
                  <a:pt x="88812" y="147289"/>
                </a:lnTo>
                <a:lnTo>
                  <a:pt x="88365" y="148030"/>
                </a:lnTo>
                <a:lnTo>
                  <a:pt x="87897" y="148756"/>
                </a:lnTo>
                <a:lnTo>
                  <a:pt x="87407" y="149467"/>
                </a:lnTo>
                <a:lnTo>
                  <a:pt x="86896" y="150163"/>
                </a:lnTo>
                <a:lnTo>
                  <a:pt x="86363" y="150837"/>
                </a:lnTo>
                <a:lnTo>
                  <a:pt x="85807" y="151482"/>
                </a:lnTo>
                <a:lnTo>
                  <a:pt x="85231" y="152099"/>
                </a:lnTo>
                <a:lnTo>
                  <a:pt x="84632" y="152687"/>
                </a:lnTo>
                <a:lnTo>
                  <a:pt x="84011" y="153246"/>
                </a:lnTo>
                <a:lnTo>
                  <a:pt x="83369" y="153776"/>
                </a:lnTo>
                <a:lnTo>
                  <a:pt x="82705" y="154278"/>
                </a:lnTo>
                <a:lnTo>
                  <a:pt x="82020" y="154751"/>
                </a:lnTo>
                <a:lnTo>
                  <a:pt x="81312" y="155196"/>
                </a:lnTo>
                <a:lnTo>
                  <a:pt x="80583" y="155611"/>
                </a:lnTo>
                <a:lnTo>
                  <a:pt x="79832" y="155998"/>
                </a:lnTo>
                <a:lnTo>
                  <a:pt x="79059" y="156357"/>
                </a:lnTo>
                <a:lnTo>
                  <a:pt x="78264" y="156687"/>
                </a:lnTo>
                <a:lnTo>
                  <a:pt x="77448" y="156988"/>
                </a:lnTo>
                <a:lnTo>
                  <a:pt x="76610" y="157260"/>
                </a:lnTo>
                <a:lnTo>
                  <a:pt x="75750" y="157504"/>
                </a:lnTo>
                <a:lnTo>
                  <a:pt x="74869" y="157719"/>
                </a:lnTo>
                <a:lnTo>
                  <a:pt x="73965" y="157905"/>
                </a:lnTo>
                <a:lnTo>
                  <a:pt x="73040" y="158063"/>
                </a:lnTo>
                <a:lnTo>
                  <a:pt x="72093" y="158192"/>
                </a:lnTo>
                <a:lnTo>
                  <a:pt x="71124" y="158292"/>
                </a:lnTo>
                <a:lnTo>
                  <a:pt x="70134" y="158364"/>
                </a:lnTo>
                <a:lnTo>
                  <a:pt x="69122" y="158407"/>
                </a:lnTo>
                <a:lnTo>
                  <a:pt x="68088" y="158421"/>
                </a:lnTo>
                <a:lnTo>
                  <a:pt x="67426" y="158413"/>
                </a:lnTo>
                <a:lnTo>
                  <a:pt x="66767" y="158388"/>
                </a:lnTo>
                <a:lnTo>
                  <a:pt x="66110" y="158346"/>
                </a:lnTo>
                <a:lnTo>
                  <a:pt x="65457" y="158288"/>
                </a:lnTo>
                <a:lnTo>
                  <a:pt x="64805" y="158212"/>
                </a:lnTo>
                <a:lnTo>
                  <a:pt x="64156" y="158120"/>
                </a:lnTo>
                <a:lnTo>
                  <a:pt x="63510" y="158012"/>
                </a:lnTo>
                <a:lnTo>
                  <a:pt x="62867" y="157886"/>
                </a:lnTo>
                <a:lnTo>
                  <a:pt x="62226" y="157744"/>
                </a:lnTo>
                <a:lnTo>
                  <a:pt x="61587" y="157585"/>
                </a:lnTo>
                <a:lnTo>
                  <a:pt x="60951" y="157410"/>
                </a:lnTo>
                <a:lnTo>
                  <a:pt x="60318" y="157217"/>
                </a:lnTo>
                <a:lnTo>
                  <a:pt x="59687" y="157008"/>
                </a:lnTo>
                <a:lnTo>
                  <a:pt x="59059" y="156783"/>
                </a:lnTo>
                <a:lnTo>
                  <a:pt x="58434" y="156540"/>
                </a:lnTo>
                <a:lnTo>
                  <a:pt x="57811" y="156281"/>
                </a:lnTo>
                <a:lnTo>
                  <a:pt x="57190" y="156005"/>
                </a:lnTo>
                <a:lnTo>
                  <a:pt x="56572" y="155713"/>
                </a:lnTo>
                <a:lnTo>
                  <a:pt x="55957" y="155403"/>
                </a:lnTo>
                <a:lnTo>
                  <a:pt x="55345" y="155077"/>
                </a:lnTo>
                <a:lnTo>
                  <a:pt x="54734" y="154734"/>
                </a:lnTo>
                <a:lnTo>
                  <a:pt x="54127" y="154375"/>
                </a:lnTo>
                <a:lnTo>
                  <a:pt x="53522" y="153999"/>
                </a:lnTo>
                <a:lnTo>
                  <a:pt x="52920" y="153606"/>
                </a:lnTo>
                <a:lnTo>
                  <a:pt x="52323" y="153193"/>
                </a:lnTo>
                <a:lnTo>
                  <a:pt x="51736" y="152759"/>
                </a:lnTo>
                <a:lnTo>
                  <a:pt x="51157" y="152302"/>
                </a:lnTo>
                <a:lnTo>
                  <a:pt x="50588" y="151824"/>
                </a:lnTo>
                <a:lnTo>
                  <a:pt x="50028" y="151323"/>
                </a:lnTo>
                <a:lnTo>
                  <a:pt x="49477" y="150801"/>
                </a:lnTo>
                <a:lnTo>
                  <a:pt x="48935" y="150256"/>
                </a:lnTo>
                <a:lnTo>
                  <a:pt x="48403" y="149689"/>
                </a:lnTo>
                <a:lnTo>
                  <a:pt x="47879" y="149100"/>
                </a:lnTo>
                <a:lnTo>
                  <a:pt x="47365" y="148489"/>
                </a:lnTo>
                <a:lnTo>
                  <a:pt x="46860" y="147856"/>
                </a:lnTo>
                <a:lnTo>
                  <a:pt x="46364" y="147201"/>
                </a:lnTo>
                <a:lnTo>
                  <a:pt x="45877" y="146524"/>
                </a:lnTo>
                <a:lnTo>
                  <a:pt x="45399" y="145825"/>
                </a:lnTo>
                <a:lnTo>
                  <a:pt x="44930" y="145104"/>
                </a:lnTo>
                <a:lnTo>
                  <a:pt x="44470" y="144361"/>
                </a:lnTo>
                <a:lnTo>
                  <a:pt x="44020" y="143595"/>
                </a:lnTo>
                <a:lnTo>
                  <a:pt x="43579" y="142808"/>
                </a:lnTo>
                <a:lnTo>
                  <a:pt x="43146" y="141998"/>
                </a:lnTo>
                <a:lnTo>
                  <a:pt x="42723" y="141167"/>
                </a:lnTo>
                <a:lnTo>
                  <a:pt x="42309" y="140313"/>
                </a:lnTo>
                <a:lnTo>
                  <a:pt x="41904" y="139438"/>
                </a:lnTo>
                <a:lnTo>
                  <a:pt x="41509" y="138540"/>
                </a:lnTo>
                <a:lnTo>
                  <a:pt x="41122" y="137620"/>
                </a:lnTo>
                <a:lnTo>
                  <a:pt x="40748" y="136675"/>
                </a:lnTo>
                <a:lnTo>
                  <a:pt x="40390" y="135704"/>
                </a:lnTo>
                <a:lnTo>
                  <a:pt x="40048" y="134705"/>
                </a:lnTo>
                <a:lnTo>
                  <a:pt x="39721" y="133678"/>
                </a:lnTo>
                <a:lnTo>
                  <a:pt x="39411" y="132625"/>
                </a:lnTo>
                <a:lnTo>
                  <a:pt x="39117" y="131544"/>
                </a:lnTo>
                <a:lnTo>
                  <a:pt x="38838" y="130437"/>
                </a:lnTo>
                <a:lnTo>
                  <a:pt x="38575" y="129302"/>
                </a:lnTo>
                <a:lnTo>
                  <a:pt x="38329" y="128140"/>
                </a:lnTo>
                <a:lnTo>
                  <a:pt x="38098" y="126950"/>
                </a:lnTo>
                <a:lnTo>
                  <a:pt x="37883" y="125734"/>
                </a:lnTo>
                <a:lnTo>
                  <a:pt x="37684" y="124490"/>
                </a:lnTo>
                <a:lnTo>
                  <a:pt x="37501" y="123220"/>
                </a:lnTo>
                <a:lnTo>
                  <a:pt x="37334" y="121922"/>
                </a:lnTo>
                <a:lnTo>
                  <a:pt x="37183" y="120597"/>
                </a:lnTo>
                <a:lnTo>
                  <a:pt x="37047" y="119244"/>
                </a:lnTo>
                <a:lnTo>
                  <a:pt x="36928" y="117865"/>
                </a:lnTo>
                <a:lnTo>
                  <a:pt x="36829" y="116515"/>
                </a:lnTo>
                <a:lnTo>
                  <a:pt x="36977" y="116373"/>
                </a:lnTo>
                <a:lnTo>
                  <a:pt x="37737" y="115676"/>
                </a:lnTo>
                <a:lnTo>
                  <a:pt x="38513" y="114991"/>
                </a:lnTo>
                <a:lnTo>
                  <a:pt x="39306" y="114318"/>
                </a:lnTo>
                <a:close/>
                <a:moveTo>
                  <a:pt x="668300" y="94232"/>
                </a:moveTo>
                <a:lnTo>
                  <a:pt x="668796" y="93653"/>
                </a:lnTo>
                <a:lnTo>
                  <a:pt x="669298" y="93082"/>
                </a:lnTo>
                <a:lnTo>
                  <a:pt x="669807" y="92519"/>
                </a:lnTo>
                <a:lnTo>
                  <a:pt x="670323" y="91963"/>
                </a:lnTo>
                <a:lnTo>
                  <a:pt x="670846" y="91414"/>
                </a:lnTo>
                <a:lnTo>
                  <a:pt x="671376" y="90874"/>
                </a:lnTo>
                <a:lnTo>
                  <a:pt x="671912" y="90341"/>
                </a:lnTo>
                <a:lnTo>
                  <a:pt x="672455" y="89815"/>
                </a:lnTo>
                <a:lnTo>
                  <a:pt x="673005" y="89297"/>
                </a:lnTo>
                <a:lnTo>
                  <a:pt x="673562" y="88787"/>
                </a:lnTo>
                <a:lnTo>
                  <a:pt x="674125" y="88285"/>
                </a:lnTo>
                <a:lnTo>
                  <a:pt x="674696" y="87790"/>
                </a:lnTo>
                <a:lnTo>
                  <a:pt x="675273" y="87302"/>
                </a:lnTo>
                <a:lnTo>
                  <a:pt x="675857" y="86822"/>
                </a:lnTo>
                <a:lnTo>
                  <a:pt x="676447" y="86350"/>
                </a:lnTo>
                <a:lnTo>
                  <a:pt x="677045" y="85886"/>
                </a:lnTo>
                <a:lnTo>
                  <a:pt x="677649" y="85429"/>
                </a:lnTo>
                <a:lnTo>
                  <a:pt x="678260" y="84979"/>
                </a:lnTo>
                <a:lnTo>
                  <a:pt x="678878" y="84538"/>
                </a:lnTo>
                <a:lnTo>
                  <a:pt x="679503" y="84103"/>
                </a:lnTo>
                <a:lnTo>
                  <a:pt x="680134" y="83677"/>
                </a:lnTo>
                <a:lnTo>
                  <a:pt x="680774" y="83263"/>
                </a:lnTo>
                <a:lnTo>
                  <a:pt x="681425" y="82867"/>
                </a:lnTo>
                <a:lnTo>
                  <a:pt x="682086" y="82488"/>
                </a:lnTo>
                <a:lnTo>
                  <a:pt x="682758" y="82127"/>
                </a:lnTo>
                <a:lnTo>
                  <a:pt x="683440" y="81783"/>
                </a:lnTo>
                <a:lnTo>
                  <a:pt x="684133" y="81457"/>
                </a:lnTo>
                <a:lnTo>
                  <a:pt x="684836" y="81149"/>
                </a:lnTo>
                <a:lnTo>
                  <a:pt x="685550" y="80859"/>
                </a:lnTo>
                <a:lnTo>
                  <a:pt x="686274" y="80586"/>
                </a:lnTo>
                <a:lnTo>
                  <a:pt x="687009" y="80330"/>
                </a:lnTo>
                <a:lnTo>
                  <a:pt x="687754" y="80092"/>
                </a:lnTo>
                <a:lnTo>
                  <a:pt x="688510" y="79872"/>
                </a:lnTo>
                <a:lnTo>
                  <a:pt x="689277" y="79670"/>
                </a:lnTo>
                <a:lnTo>
                  <a:pt x="690054" y="79485"/>
                </a:lnTo>
                <a:lnTo>
                  <a:pt x="690841" y="79317"/>
                </a:lnTo>
                <a:lnTo>
                  <a:pt x="691639" y="79168"/>
                </a:lnTo>
                <a:lnTo>
                  <a:pt x="692448" y="79036"/>
                </a:lnTo>
                <a:lnTo>
                  <a:pt x="693267" y="78921"/>
                </a:lnTo>
                <a:lnTo>
                  <a:pt x="694097" y="78824"/>
                </a:lnTo>
                <a:lnTo>
                  <a:pt x="694937" y="78745"/>
                </a:lnTo>
                <a:lnTo>
                  <a:pt x="695788" y="78683"/>
                </a:lnTo>
                <a:lnTo>
                  <a:pt x="696649" y="78639"/>
                </a:lnTo>
                <a:lnTo>
                  <a:pt x="697521" y="78613"/>
                </a:lnTo>
                <a:lnTo>
                  <a:pt x="698403" y="78604"/>
                </a:lnTo>
                <a:lnTo>
                  <a:pt x="698994" y="78609"/>
                </a:lnTo>
                <a:lnTo>
                  <a:pt x="699575" y="78625"/>
                </a:lnTo>
                <a:lnTo>
                  <a:pt x="700146" y="78651"/>
                </a:lnTo>
                <a:lnTo>
                  <a:pt x="700708" y="78688"/>
                </a:lnTo>
                <a:lnTo>
                  <a:pt x="701261" y="78735"/>
                </a:lnTo>
                <a:lnTo>
                  <a:pt x="701803" y="78793"/>
                </a:lnTo>
                <a:lnTo>
                  <a:pt x="702336" y="78861"/>
                </a:lnTo>
                <a:lnTo>
                  <a:pt x="702860" y="78939"/>
                </a:lnTo>
                <a:lnTo>
                  <a:pt x="703374" y="79028"/>
                </a:lnTo>
                <a:lnTo>
                  <a:pt x="703878" y="79128"/>
                </a:lnTo>
                <a:lnTo>
                  <a:pt x="704373" y="79238"/>
                </a:lnTo>
                <a:lnTo>
                  <a:pt x="704858" y="79358"/>
                </a:lnTo>
                <a:lnTo>
                  <a:pt x="705333" y="79489"/>
                </a:lnTo>
                <a:lnTo>
                  <a:pt x="705799" y="79631"/>
                </a:lnTo>
                <a:lnTo>
                  <a:pt x="706256" y="79782"/>
                </a:lnTo>
                <a:lnTo>
                  <a:pt x="706702" y="79945"/>
                </a:lnTo>
                <a:lnTo>
                  <a:pt x="707140" y="80118"/>
                </a:lnTo>
                <a:lnTo>
                  <a:pt x="707567" y="80301"/>
                </a:lnTo>
                <a:lnTo>
                  <a:pt x="707985" y="80495"/>
                </a:lnTo>
                <a:lnTo>
                  <a:pt x="708393" y="80699"/>
                </a:lnTo>
                <a:lnTo>
                  <a:pt x="708792" y="80914"/>
                </a:lnTo>
                <a:lnTo>
                  <a:pt x="709181" y="81139"/>
                </a:lnTo>
                <a:lnTo>
                  <a:pt x="709561" y="81375"/>
                </a:lnTo>
                <a:lnTo>
                  <a:pt x="709931" y="81621"/>
                </a:lnTo>
                <a:lnTo>
                  <a:pt x="710292" y="81876"/>
                </a:lnTo>
                <a:lnTo>
                  <a:pt x="710645" y="82141"/>
                </a:lnTo>
                <a:lnTo>
                  <a:pt x="710989" y="82413"/>
                </a:lnTo>
                <a:lnTo>
                  <a:pt x="711326" y="82695"/>
                </a:lnTo>
                <a:lnTo>
                  <a:pt x="711654" y="82985"/>
                </a:lnTo>
                <a:lnTo>
                  <a:pt x="711974" y="83283"/>
                </a:lnTo>
                <a:lnTo>
                  <a:pt x="712286" y="83590"/>
                </a:lnTo>
                <a:lnTo>
                  <a:pt x="712590" y="83906"/>
                </a:lnTo>
                <a:lnTo>
                  <a:pt x="712885" y="84230"/>
                </a:lnTo>
                <a:lnTo>
                  <a:pt x="713173" y="84563"/>
                </a:lnTo>
                <a:lnTo>
                  <a:pt x="713452" y="84904"/>
                </a:lnTo>
                <a:lnTo>
                  <a:pt x="713723" y="85254"/>
                </a:lnTo>
                <a:lnTo>
                  <a:pt x="713986" y="85612"/>
                </a:lnTo>
                <a:lnTo>
                  <a:pt x="714240" y="85979"/>
                </a:lnTo>
                <a:lnTo>
                  <a:pt x="714486" y="86355"/>
                </a:lnTo>
                <a:lnTo>
                  <a:pt x="714725" y="86739"/>
                </a:lnTo>
                <a:lnTo>
                  <a:pt x="714955" y="87131"/>
                </a:lnTo>
                <a:lnTo>
                  <a:pt x="715176" y="87532"/>
                </a:lnTo>
                <a:lnTo>
                  <a:pt x="715390" y="87942"/>
                </a:lnTo>
                <a:lnTo>
                  <a:pt x="715595" y="88360"/>
                </a:lnTo>
                <a:lnTo>
                  <a:pt x="715793" y="88787"/>
                </a:lnTo>
                <a:lnTo>
                  <a:pt x="715982" y="89223"/>
                </a:lnTo>
                <a:lnTo>
                  <a:pt x="716162" y="89667"/>
                </a:lnTo>
                <a:lnTo>
                  <a:pt x="716335" y="90119"/>
                </a:lnTo>
                <a:lnTo>
                  <a:pt x="716500" y="90579"/>
                </a:lnTo>
                <a:lnTo>
                  <a:pt x="716658" y="91045"/>
                </a:lnTo>
                <a:lnTo>
                  <a:pt x="716809" y="91517"/>
                </a:lnTo>
                <a:lnTo>
                  <a:pt x="716953" y="91996"/>
                </a:lnTo>
                <a:lnTo>
                  <a:pt x="717090" y="92481"/>
                </a:lnTo>
                <a:lnTo>
                  <a:pt x="717220" y="92971"/>
                </a:lnTo>
                <a:lnTo>
                  <a:pt x="717343" y="93469"/>
                </a:lnTo>
                <a:lnTo>
                  <a:pt x="717459" y="93972"/>
                </a:lnTo>
                <a:lnTo>
                  <a:pt x="717567" y="94481"/>
                </a:lnTo>
                <a:lnTo>
                  <a:pt x="717669" y="94997"/>
                </a:lnTo>
                <a:lnTo>
                  <a:pt x="717764" y="95519"/>
                </a:lnTo>
                <a:lnTo>
                  <a:pt x="717852" y="96047"/>
                </a:lnTo>
                <a:lnTo>
                  <a:pt x="717933" y="96582"/>
                </a:lnTo>
                <a:lnTo>
                  <a:pt x="718006" y="97122"/>
                </a:lnTo>
                <a:lnTo>
                  <a:pt x="718073" y="97669"/>
                </a:lnTo>
                <a:lnTo>
                  <a:pt x="718133" y="98222"/>
                </a:lnTo>
                <a:lnTo>
                  <a:pt x="718185" y="98781"/>
                </a:lnTo>
                <a:lnTo>
                  <a:pt x="718231" y="99346"/>
                </a:lnTo>
                <a:lnTo>
                  <a:pt x="718270" y="99918"/>
                </a:lnTo>
                <a:lnTo>
                  <a:pt x="718301" y="100496"/>
                </a:lnTo>
                <a:lnTo>
                  <a:pt x="718326" y="101080"/>
                </a:lnTo>
                <a:lnTo>
                  <a:pt x="718343" y="101670"/>
                </a:lnTo>
                <a:lnTo>
                  <a:pt x="718354" y="102266"/>
                </a:lnTo>
                <a:lnTo>
                  <a:pt x="718357" y="102869"/>
                </a:lnTo>
                <a:lnTo>
                  <a:pt x="718357" y="185252"/>
                </a:lnTo>
                <a:lnTo>
                  <a:pt x="753817" y="185252"/>
                </a:lnTo>
                <a:lnTo>
                  <a:pt x="753817" y="98512"/>
                </a:lnTo>
                <a:lnTo>
                  <a:pt x="753798" y="96551"/>
                </a:lnTo>
                <a:lnTo>
                  <a:pt x="753740" y="94630"/>
                </a:lnTo>
                <a:lnTo>
                  <a:pt x="753644" y="92748"/>
                </a:lnTo>
                <a:lnTo>
                  <a:pt x="753510" y="90906"/>
                </a:lnTo>
                <a:lnTo>
                  <a:pt x="753337" y="89104"/>
                </a:lnTo>
                <a:lnTo>
                  <a:pt x="753126" y="87341"/>
                </a:lnTo>
                <a:lnTo>
                  <a:pt x="752876" y="85618"/>
                </a:lnTo>
                <a:lnTo>
                  <a:pt x="752589" y="83934"/>
                </a:lnTo>
                <a:lnTo>
                  <a:pt x="752262" y="82290"/>
                </a:lnTo>
                <a:lnTo>
                  <a:pt x="751898" y="80686"/>
                </a:lnTo>
                <a:lnTo>
                  <a:pt x="751494" y="79121"/>
                </a:lnTo>
                <a:lnTo>
                  <a:pt x="751053" y="77596"/>
                </a:lnTo>
                <a:lnTo>
                  <a:pt x="750573" y="76110"/>
                </a:lnTo>
                <a:lnTo>
                  <a:pt x="750055" y="74664"/>
                </a:lnTo>
                <a:lnTo>
                  <a:pt x="749498" y="73258"/>
                </a:lnTo>
                <a:lnTo>
                  <a:pt x="748903" y="71891"/>
                </a:lnTo>
                <a:lnTo>
                  <a:pt x="748270" y="70564"/>
                </a:lnTo>
                <a:lnTo>
                  <a:pt x="747598" y="69276"/>
                </a:lnTo>
                <a:lnTo>
                  <a:pt x="746888" y="68028"/>
                </a:lnTo>
                <a:lnTo>
                  <a:pt x="746139" y="66820"/>
                </a:lnTo>
                <a:lnTo>
                  <a:pt x="745352" y="65651"/>
                </a:lnTo>
                <a:lnTo>
                  <a:pt x="744527" y="64522"/>
                </a:lnTo>
                <a:lnTo>
                  <a:pt x="743663" y="63433"/>
                </a:lnTo>
                <a:lnTo>
                  <a:pt x="742761" y="62383"/>
                </a:lnTo>
                <a:lnTo>
                  <a:pt x="741824" y="61374"/>
                </a:lnTo>
                <a:lnTo>
                  <a:pt x="740856" y="60408"/>
                </a:lnTo>
                <a:lnTo>
                  <a:pt x="739856" y="59485"/>
                </a:lnTo>
                <a:lnTo>
                  <a:pt x="738825" y="58605"/>
                </a:lnTo>
                <a:lnTo>
                  <a:pt x="737762" y="57768"/>
                </a:lnTo>
                <a:lnTo>
                  <a:pt x="736669" y="56974"/>
                </a:lnTo>
                <a:lnTo>
                  <a:pt x="735543" y="56223"/>
                </a:lnTo>
                <a:lnTo>
                  <a:pt x="734387" y="55515"/>
                </a:lnTo>
                <a:lnTo>
                  <a:pt x="733199" y="54850"/>
                </a:lnTo>
                <a:lnTo>
                  <a:pt x="731980" y="54227"/>
                </a:lnTo>
                <a:lnTo>
                  <a:pt x="730729" y="53648"/>
                </a:lnTo>
                <a:lnTo>
                  <a:pt x="729447" y="53111"/>
                </a:lnTo>
                <a:lnTo>
                  <a:pt x="728134" y="52618"/>
                </a:lnTo>
                <a:lnTo>
                  <a:pt x="726789" y="52167"/>
                </a:lnTo>
                <a:lnTo>
                  <a:pt x="725413" y="51759"/>
                </a:lnTo>
                <a:lnTo>
                  <a:pt x="724005" y="51394"/>
                </a:lnTo>
                <a:lnTo>
                  <a:pt x="722566" y="51072"/>
                </a:lnTo>
                <a:lnTo>
                  <a:pt x="721096" y="50793"/>
                </a:lnTo>
                <a:lnTo>
                  <a:pt x="719595" y="50557"/>
                </a:lnTo>
                <a:lnTo>
                  <a:pt x="718062" y="50364"/>
                </a:lnTo>
                <a:lnTo>
                  <a:pt x="716497" y="50214"/>
                </a:lnTo>
                <a:lnTo>
                  <a:pt x="714902" y="50107"/>
                </a:lnTo>
                <a:lnTo>
                  <a:pt x="713275" y="50042"/>
                </a:lnTo>
                <a:lnTo>
                  <a:pt x="711616" y="50021"/>
                </a:lnTo>
                <a:lnTo>
                  <a:pt x="710189" y="50032"/>
                </a:lnTo>
                <a:lnTo>
                  <a:pt x="708785" y="50066"/>
                </a:lnTo>
                <a:lnTo>
                  <a:pt x="707403" y="50123"/>
                </a:lnTo>
                <a:lnTo>
                  <a:pt x="706043" y="50202"/>
                </a:lnTo>
                <a:lnTo>
                  <a:pt x="704706" y="50305"/>
                </a:lnTo>
                <a:lnTo>
                  <a:pt x="703392" y="50429"/>
                </a:lnTo>
                <a:lnTo>
                  <a:pt x="702100" y="50577"/>
                </a:lnTo>
                <a:lnTo>
                  <a:pt x="700830" y="50747"/>
                </a:lnTo>
                <a:lnTo>
                  <a:pt x="699583" y="50940"/>
                </a:lnTo>
                <a:lnTo>
                  <a:pt x="698358" y="51156"/>
                </a:lnTo>
                <a:lnTo>
                  <a:pt x="697156" y="51394"/>
                </a:lnTo>
                <a:lnTo>
                  <a:pt x="695976" y="51656"/>
                </a:lnTo>
                <a:lnTo>
                  <a:pt x="694819" y="51939"/>
                </a:lnTo>
                <a:lnTo>
                  <a:pt x="693684" y="52246"/>
                </a:lnTo>
                <a:lnTo>
                  <a:pt x="692572" y="52575"/>
                </a:lnTo>
                <a:lnTo>
                  <a:pt x="691482" y="52927"/>
                </a:lnTo>
                <a:lnTo>
                  <a:pt x="690415" y="53302"/>
                </a:lnTo>
                <a:lnTo>
                  <a:pt x="689370" y="53699"/>
                </a:lnTo>
                <a:lnTo>
                  <a:pt x="688347" y="54119"/>
                </a:lnTo>
                <a:lnTo>
                  <a:pt x="687347" y="54562"/>
                </a:lnTo>
                <a:lnTo>
                  <a:pt x="686370" y="55027"/>
                </a:lnTo>
                <a:lnTo>
                  <a:pt x="685415" y="55515"/>
                </a:lnTo>
                <a:lnTo>
                  <a:pt x="684482" y="56026"/>
                </a:lnTo>
                <a:lnTo>
                  <a:pt x="683572" y="56560"/>
                </a:lnTo>
                <a:lnTo>
                  <a:pt x="682681" y="57108"/>
                </a:lnTo>
                <a:lnTo>
                  <a:pt x="681804" y="57663"/>
                </a:lnTo>
                <a:lnTo>
                  <a:pt x="680941" y="58225"/>
                </a:lnTo>
                <a:lnTo>
                  <a:pt x="680093" y="58794"/>
                </a:lnTo>
                <a:lnTo>
                  <a:pt x="679259" y="59369"/>
                </a:lnTo>
                <a:lnTo>
                  <a:pt x="678440" y="59952"/>
                </a:lnTo>
                <a:lnTo>
                  <a:pt x="677636" y="60541"/>
                </a:lnTo>
                <a:lnTo>
                  <a:pt x="676846" y="61136"/>
                </a:lnTo>
                <a:lnTo>
                  <a:pt x="676070" y="61739"/>
                </a:lnTo>
                <a:lnTo>
                  <a:pt x="675309" y="62348"/>
                </a:lnTo>
                <a:lnTo>
                  <a:pt x="674563" y="62965"/>
                </a:lnTo>
                <a:lnTo>
                  <a:pt x="673831" y="63588"/>
                </a:lnTo>
                <a:lnTo>
                  <a:pt x="673114" y="64217"/>
                </a:lnTo>
                <a:lnTo>
                  <a:pt x="672411" y="64854"/>
                </a:lnTo>
                <a:lnTo>
                  <a:pt x="671722" y="65497"/>
                </a:lnTo>
                <a:lnTo>
                  <a:pt x="671048" y="66148"/>
                </a:lnTo>
                <a:lnTo>
                  <a:pt x="670389" y="66804"/>
                </a:lnTo>
                <a:lnTo>
                  <a:pt x="669744" y="67468"/>
                </a:lnTo>
                <a:lnTo>
                  <a:pt x="669114" y="68139"/>
                </a:lnTo>
                <a:lnTo>
                  <a:pt x="668498" y="68816"/>
                </a:lnTo>
                <a:lnTo>
                  <a:pt x="667896" y="69500"/>
                </a:lnTo>
                <a:lnTo>
                  <a:pt x="667310" y="70191"/>
                </a:lnTo>
                <a:lnTo>
                  <a:pt x="666737" y="70889"/>
                </a:lnTo>
                <a:lnTo>
                  <a:pt x="666180" y="71593"/>
                </a:lnTo>
                <a:lnTo>
                  <a:pt x="665505" y="52043"/>
                </a:lnTo>
                <a:lnTo>
                  <a:pt x="631125" y="52043"/>
                </a:lnTo>
                <a:lnTo>
                  <a:pt x="631125" y="185252"/>
                </a:lnTo>
                <a:lnTo>
                  <a:pt x="666854" y="185252"/>
                </a:lnTo>
                <a:lnTo>
                  <a:pt x="666854" y="96014"/>
                </a:lnTo>
                <a:lnTo>
                  <a:pt x="667329" y="95412"/>
                </a:lnTo>
                <a:lnTo>
                  <a:pt x="667811" y="94818"/>
                </a:lnTo>
                <a:lnTo>
                  <a:pt x="668300" y="94232"/>
                </a:lnTo>
                <a:close/>
                <a:moveTo>
                  <a:pt x="828453" y="94232"/>
                </a:moveTo>
                <a:lnTo>
                  <a:pt x="828949" y="93653"/>
                </a:lnTo>
                <a:lnTo>
                  <a:pt x="829451" y="93082"/>
                </a:lnTo>
                <a:lnTo>
                  <a:pt x="829960" y="92519"/>
                </a:lnTo>
                <a:lnTo>
                  <a:pt x="830476" y="91963"/>
                </a:lnTo>
                <a:lnTo>
                  <a:pt x="830999" y="91414"/>
                </a:lnTo>
                <a:lnTo>
                  <a:pt x="831529" y="90874"/>
                </a:lnTo>
                <a:lnTo>
                  <a:pt x="832065" y="90341"/>
                </a:lnTo>
                <a:lnTo>
                  <a:pt x="832608" y="89815"/>
                </a:lnTo>
                <a:lnTo>
                  <a:pt x="833158" y="89297"/>
                </a:lnTo>
                <a:lnTo>
                  <a:pt x="833715" y="88787"/>
                </a:lnTo>
                <a:lnTo>
                  <a:pt x="834279" y="88285"/>
                </a:lnTo>
                <a:lnTo>
                  <a:pt x="834849" y="87790"/>
                </a:lnTo>
                <a:lnTo>
                  <a:pt x="835426" y="87302"/>
                </a:lnTo>
                <a:lnTo>
                  <a:pt x="836010" y="86822"/>
                </a:lnTo>
                <a:lnTo>
                  <a:pt x="836601" y="86350"/>
                </a:lnTo>
                <a:lnTo>
                  <a:pt x="837198" y="85886"/>
                </a:lnTo>
                <a:lnTo>
                  <a:pt x="837802" y="85429"/>
                </a:lnTo>
                <a:lnTo>
                  <a:pt x="838413" y="84979"/>
                </a:lnTo>
                <a:lnTo>
                  <a:pt x="839031" y="84538"/>
                </a:lnTo>
                <a:lnTo>
                  <a:pt x="839656" y="84103"/>
                </a:lnTo>
                <a:lnTo>
                  <a:pt x="840287" y="83677"/>
                </a:lnTo>
                <a:lnTo>
                  <a:pt x="840927" y="83263"/>
                </a:lnTo>
                <a:lnTo>
                  <a:pt x="841578" y="82867"/>
                </a:lnTo>
                <a:lnTo>
                  <a:pt x="842239" y="82488"/>
                </a:lnTo>
                <a:lnTo>
                  <a:pt x="842911" y="82127"/>
                </a:lnTo>
                <a:lnTo>
                  <a:pt x="843593" y="81783"/>
                </a:lnTo>
                <a:lnTo>
                  <a:pt x="844286" y="81457"/>
                </a:lnTo>
                <a:lnTo>
                  <a:pt x="844989" y="81149"/>
                </a:lnTo>
                <a:lnTo>
                  <a:pt x="845703" y="80859"/>
                </a:lnTo>
                <a:lnTo>
                  <a:pt x="846427" y="80586"/>
                </a:lnTo>
                <a:lnTo>
                  <a:pt x="847162" y="80330"/>
                </a:lnTo>
                <a:lnTo>
                  <a:pt x="847907" y="80092"/>
                </a:lnTo>
                <a:lnTo>
                  <a:pt x="848663" y="79872"/>
                </a:lnTo>
                <a:lnTo>
                  <a:pt x="849430" y="79670"/>
                </a:lnTo>
                <a:lnTo>
                  <a:pt x="850207" y="79485"/>
                </a:lnTo>
                <a:lnTo>
                  <a:pt x="850994" y="79317"/>
                </a:lnTo>
                <a:lnTo>
                  <a:pt x="851792" y="79168"/>
                </a:lnTo>
                <a:lnTo>
                  <a:pt x="852601" y="79036"/>
                </a:lnTo>
                <a:lnTo>
                  <a:pt x="853420" y="78921"/>
                </a:lnTo>
                <a:lnTo>
                  <a:pt x="854250" y="78824"/>
                </a:lnTo>
                <a:lnTo>
                  <a:pt x="855090" y="78745"/>
                </a:lnTo>
                <a:lnTo>
                  <a:pt x="855941" y="78683"/>
                </a:lnTo>
                <a:lnTo>
                  <a:pt x="856802" y="78639"/>
                </a:lnTo>
                <a:lnTo>
                  <a:pt x="857674" y="78613"/>
                </a:lnTo>
                <a:lnTo>
                  <a:pt x="858556" y="78604"/>
                </a:lnTo>
                <a:lnTo>
                  <a:pt x="859147" y="78609"/>
                </a:lnTo>
                <a:lnTo>
                  <a:pt x="859728" y="78625"/>
                </a:lnTo>
                <a:lnTo>
                  <a:pt x="860300" y="78651"/>
                </a:lnTo>
                <a:lnTo>
                  <a:pt x="860861" y="78688"/>
                </a:lnTo>
                <a:lnTo>
                  <a:pt x="861414" y="78735"/>
                </a:lnTo>
                <a:lnTo>
                  <a:pt x="861956" y="78793"/>
                </a:lnTo>
                <a:lnTo>
                  <a:pt x="862490" y="78861"/>
                </a:lnTo>
                <a:lnTo>
                  <a:pt x="863013" y="78939"/>
                </a:lnTo>
                <a:lnTo>
                  <a:pt x="863527" y="79028"/>
                </a:lnTo>
                <a:lnTo>
                  <a:pt x="864031" y="79128"/>
                </a:lnTo>
                <a:lnTo>
                  <a:pt x="864526" y="79238"/>
                </a:lnTo>
                <a:lnTo>
                  <a:pt x="865011" y="79358"/>
                </a:lnTo>
                <a:lnTo>
                  <a:pt x="865487" y="79489"/>
                </a:lnTo>
                <a:lnTo>
                  <a:pt x="865953" y="79631"/>
                </a:lnTo>
                <a:lnTo>
                  <a:pt x="866409" y="79782"/>
                </a:lnTo>
                <a:lnTo>
                  <a:pt x="866856" y="79945"/>
                </a:lnTo>
                <a:lnTo>
                  <a:pt x="867293" y="80118"/>
                </a:lnTo>
                <a:lnTo>
                  <a:pt x="867720" y="80301"/>
                </a:lnTo>
                <a:lnTo>
                  <a:pt x="868138" y="80495"/>
                </a:lnTo>
                <a:lnTo>
                  <a:pt x="868547" y="80699"/>
                </a:lnTo>
                <a:lnTo>
                  <a:pt x="868945" y="80914"/>
                </a:lnTo>
                <a:lnTo>
                  <a:pt x="869334" y="81139"/>
                </a:lnTo>
                <a:lnTo>
                  <a:pt x="869714" y="81375"/>
                </a:lnTo>
                <a:lnTo>
                  <a:pt x="870084" y="81621"/>
                </a:lnTo>
                <a:lnTo>
                  <a:pt x="870445" y="81876"/>
                </a:lnTo>
                <a:lnTo>
                  <a:pt x="870798" y="82141"/>
                </a:lnTo>
                <a:lnTo>
                  <a:pt x="871143" y="82413"/>
                </a:lnTo>
                <a:lnTo>
                  <a:pt x="871479" y="82695"/>
                </a:lnTo>
                <a:lnTo>
                  <a:pt x="871807" y="82985"/>
                </a:lnTo>
                <a:lnTo>
                  <a:pt x="872127" y="83283"/>
                </a:lnTo>
                <a:lnTo>
                  <a:pt x="872439" y="83590"/>
                </a:lnTo>
                <a:lnTo>
                  <a:pt x="872743" y="83906"/>
                </a:lnTo>
                <a:lnTo>
                  <a:pt x="873039" y="84230"/>
                </a:lnTo>
                <a:lnTo>
                  <a:pt x="873326" y="84563"/>
                </a:lnTo>
                <a:lnTo>
                  <a:pt x="873605" y="84904"/>
                </a:lnTo>
                <a:lnTo>
                  <a:pt x="873876" y="85254"/>
                </a:lnTo>
                <a:lnTo>
                  <a:pt x="874139" y="85612"/>
                </a:lnTo>
                <a:lnTo>
                  <a:pt x="874393" y="85979"/>
                </a:lnTo>
                <a:lnTo>
                  <a:pt x="874640" y="86355"/>
                </a:lnTo>
                <a:lnTo>
                  <a:pt x="874878" y="86739"/>
                </a:lnTo>
                <a:lnTo>
                  <a:pt x="875108" y="87131"/>
                </a:lnTo>
                <a:lnTo>
                  <a:pt x="875330" y="87532"/>
                </a:lnTo>
                <a:lnTo>
                  <a:pt x="875543" y="87942"/>
                </a:lnTo>
                <a:lnTo>
                  <a:pt x="875749" y="88360"/>
                </a:lnTo>
                <a:lnTo>
                  <a:pt x="875946" y="88787"/>
                </a:lnTo>
                <a:lnTo>
                  <a:pt x="876135" y="89223"/>
                </a:lnTo>
                <a:lnTo>
                  <a:pt x="876316" y="89667"/>
                </a:lnTo>
                <a:lnTo>
                  <a:pt x="876488" y="90119"/>
                </a:lnTo>
                <a:lnTo>
                  <a:pt x="876653" y="90579"/>
                </a:lnTo>
                <a:lnTo>
                  <a:pt x="876811" y="91045"/>
                </a:lnTo>
                <a:lnTo>
                  <a:pt x="876962" y="91517"/>
                </a:lnTo>
                <a:lnTo>
                  <a:pt x="877106" y="91996"/>
                </a:lnTo>
                <a:lnTo>
                  <a:pt x="877243" y="92481"/>
                </a:lnTo>
                <a:lnTo>
                  <a:pt x="877373" y="92971"/>
                </a:lnTo>
                <a:lnTo>
                  <a:pt x="877496" y="93469"/>
                </a:lnTo>
                <a:lnTo>
                  <a:pt x="877612" y="93972"/>
                </a:lnTo>
                <a:lnTo>
                  <a:pt x="877721" y="94481"/>
                </a:lnTo>
                <a:lnTo>
                  <a:pt x="877822" y="94997"/>
                </a:lnTo>
                <a:lnTo>
                  <a:pt x="877917" y="95519"/>
                </a:lnTo>
                <a:lnTo>
                  <a:pt x="878005" y="96047"/>
                </a:lnTo>
                <a:lnTo>
                  <a:pt x="878086" y="96582"/>
                </a:lnTo>
                <a:lnTo>
                  <a:pt x="878160" y="97122"/>
                </a:lnTo>
                <a:lnTo>
                  <a:pt x="878226" y="97669"/>
                </a:lnTo>
                <a:lnTo>
                  <a:pt x="878286" y="98222"/>
                </a:lnTo>
                <a:lnTo>
                  <a:pt x="878339" y="98781"/>
                </a:lnTo>
                <a:lnTo>
                  <a:pt x="878384" y="99346"/>
                </a:lnTo>
                <a:lnTo>
                  <a:pt x="878423" y="99918"/>
                </a:lnTo>
                <a:lnTo>
                  <a:pt x="878454" y="100496"/>
                </a:lnTo>
                <a:lnTo>
                  <a:pt x="878479" y="101080"/>
                </a:lnTo>
                <a:lnTo>
                  <a:pt x="878497" y="101670"/>
                </a:lnTo>
                <a:lnTo>
                  <a:pt x="878507" y="102266"/>
                </a:lnTo>
                <a:lnTo>
                  <a:pt x="878511" y="102869"/>
                </a:lnTo>
                <a:lnTo>
                  <a:pt x="878511" y="185252"/>
                </a:lnTo>
                <a:lnTo>
                  <a:pt x="913970" y="185252"/>
                </a:lnTo>
                <a:lnTo>
                  <a:pt x="913970" y="98512"/>
                </a:lnTo>
                <a:lnTo>
                  <a:pt x="913951" y="96551"/>
                </a:lnTo>
                <a:lnTo>
                  <a:pt x="913893" y="94630"/>
                </a:lnTo>
                <a:lnTo>
                  <a:pt x="913797" y="92748"/>
                </a:lnTo>
                <a:lnTo>
                  <a:pt x="913663" y="90906"/>
                </a:lnTo>
                <a:lnTo>
                  <a:pt x="913490" y="89104"/>
                </a:lnTo>
                <a:lnTo>
                  <a:pt x="913279" y="87341"/>
                </a:lnTo>
                <a:lnTo>
                  <a:pt x="913030" y="85618"/>
                </a:lnTo>
                <a:lnTo>
                  <a:pt x="912742" y="83934"/>
                </a:lnTo>
                <a:lnTo>
                  <a:pt x="912415" y="82290"/>
                </a:lnTo>
                <a:lnTo>
                  <a:pt x="912051" y="80686"/>
                </a:lnTo>
                <a:lnTo>
                  <a:pt x="911648" y="79121"/>
                </a:lnTo>
                <a:lnTo>
                  <a:pt x="911206" y="77596"/>
                </a:lnTo>
                <a:lnTo>
                  <a:pt x="910726" y="76110"/>
                </a:lnTo>
                <a:lnTo>
                  <a:pt x="910208" y="74664"/>
                </a:lnTo>
                <a:lnTo>
                  <a:pt x="909651" y="73258"/>
                </a:lnTo>
                <a:lnTo>
                  <a:pt x="909056" y="71891"/>
                </a:lnTo>
                <a:lnTo>
                  <a:pt x="908423" y="70564"/>
                </a:lnTo>
                <a:lnTo>
                  <a:pt x="907751" y="69276"/>
                </a:lnTo>
                <a:lnTo>
                  <a:pt x="907041" y="68028"/>
                </a:lnTo>
                <a:lnTo>
                  <a:pt x="906292" y="66820"/>
                </a:lnTo>
                <a:lnTo>
                  <a:pt x="905505" y="65651"/>
                </a:lnTo>
                <a:lnTo>
                  <a:pt x="904680" y="64522"/>
                </a:lnTo>
                <a:lnTo>
                  <a:pt x="903816" y="63433"/>
                </a:lnTo>
                <a:lnTo>
                  <a:pt x="902914" y="62383"/>
                </a:lnTo>
                <a:lnTo>
                  <a:pt x="901977" y="61374"/>
                </a:lnTo>
                <a:lnTo>
                  <a:pt x="901009" y="60408"/>
                </a:lnTo>
                <a:lnTo>
                  <a:pt x="900009" y="59485"/>
                </a:lnTo>
                <a:lnTo>
                  <a:pt x="898978" y="58605"/>
                </a:lnTo>
                <a:lnTo>
                  <a:pt x="897916" y="57768"/>
                </a:lnTo>
                <a:lnTo>
                  <a:pt x="896822" y="56974"/>
                </a:lnTo>
                <a:lnTo>
                  <a:pt x="895697" y="56223"/>
                </a:lnTo>
                <a:lnTo>
                  <a:pt x="894540" y="55515"/>
                </a:lnTo>
                <a:lnTo>
                  <a:pt x="893352" y="54850"/>
                </a:lnTo>
                <a:lnTo>
                  <a:pt x="892133" y="54227"/>
                </a:lnTo>
                <a:lnTo>
                  <a:pt x="890882" y="53648"/>
                </a:lnTo>
                <a:lnTo>
                  <a:pt x="889600" y="53111"/>
                </a:lnTo>
                <a:lnTo>
                  <a:pt x="888287" y="52618"/>
                </a:lnTo>
                <a:lnTo>
                  <a:pt x="886942" y="52167"/>
                </a:lnTo>
                <a:lnTo>
                  <a:pt x="885566" y="51759"/>
                </a:lnTo>
                <a:lnTo>
                  <a:pt x="884158" y="51394"/>
                </a:lnTo>
                <a:lnTo>
                  <a:pt x="882720" y="51072"/>
                </a:lnTo>
                <a:lnTo>
                  <a:pt x="881249" y="50793"/>
                </a:lnTo>
                <a:lnTo>
                  <a:pt x="879748" y="50557"/>
                </a:lnTo>
                <a:lnTo>
                  <a:pt x="878215" y="50364"/>
                </a:lnTo>
                <a:lnTo>
                  <a:pt x="876650" y="50214"/>
                </a:lnTo>
                <a:lnTo>
                  <a:pt x="875055" y="50107"/>
                </a:lnTo>
                <a:lnTo>
                  <a:pt x="873428" y="50042"/>
                </a:lnTo>
                <a:lnTo>
                  <a:pt x="871769" y="50021"/>
                </a:lnTo>
                <a:lnTo>
                  <a:pt x="870342" y="50032"/>
                </a:lnTo>
                <a:lnTo>
                  <a:pt x="868938" y="50066"/>
                </a:lnTo>
                <a:lnTo>
                  <a:pt x="867556" y="50123"/>
                </a:lnTo>
                <a:lnTo>
                  <a:pt x="866196" y="50202"/>
                </a:lnTo>
                <a:lnTo>
                  <a:pt x="864859" y="50305"/>
                </a:lnTo>
                <a:lnTo>
                  <a:pt x="863545" y="50429"/>
                </a:lnTo>
                <a:lnTo>
                  <a:pt x="862253" y="50577"/>
                </a:lnTo>
                <a:lnTo>
                  <a:pt x="860983" y="50747"/>
                </a:lnTo>
                <a:lnTo>
                  <a:pt x="859736" y="50940"/>
                </a:lnTo>
                <a:lnTo>
                  <a:pt x="858511" y="51156"/>
                </a:lnTo>
                <a:lnTo>
                  <a:pt x="857309" y="51394"/>
                </a:lnTo>
                <a:lnTo>
                  <a:pt x="856129" y="51656"/>
                </a:lnTo>
                <a:lnTo>
                  <a:pt x="854972" y="51939"/>
                </a:lnTo>
                <a:lnTo>
                  <a:pt x="853837" y="52246"/>
                </a:lnTo>
                <a:lnTo>
                  <a:pt x="852725" y="52575"/>
                </a:lnTo>
                <a:lnTo>
                  <a:pt x="851635" y="52927"/>
                </a:lnTo>
                <a:lnTo>
                  <a:pt x="850568" y="53302"/>
                </a:lnTo>
                <a:lnTo>
                  <a:pt x="849523" y="53699"/>
                </a:lnTo>
                <a:lnTo>
                  <a:pt x="848500" y="54119"/>
                </a:lnTo>
                <a:lnTo>
                  <a:pt x="847500" y="54562"/>
                </a:lnTo>
                <a:lnTo>
                  <a:pt x="846523" y="55027"/>
                </a:lnTo>
                <a:lnTo>
                  <a:pt x="845568" y="55515"/>
                </a:lnTo>
                <a:lnTo>
                  <a:pt x="844635" y="56026"/>
                </a:lnTo>
                <a:lnTo>
                  <a:pt x="843725" y="56560"/>
                </a:lnTo>
                <a:lnTo>
                  <a:pt x="842834" y="57108"/>
                </a:lnTo>
                <a:lnTo>
                  <a:pt x="841957" y="57663"/>
                </a:lnTo>
                <a:lnTo>
                  <a:pt x="841094" y="58225"/>
                </a:lnTo>
                <a:lnTo>
                  <a:pt x="840246" y="58794"/>
                </a:lnTo>
                <a:lnTo>
                  <a:pt x="839413" y="59369"/>
                </a:lnTo>
                <a:lnTo>
                  <a:pt x="838593" y="59952"/>
                </a:lnTo>
                <a:lnTo>
                  <a:pt x="837789" y="60541"/>
                </a:lnTo>
                <a:lnTo>
                  <a:pt x="836999" y="61136"/>
                </a:lnTo>
                <a:lnTo>
                  <a:pt x="836223" y="61739"/>
                </a:lnTo>
                <a:lnTo>
                  <a:pt x="835463" y="62348"/>
                </a:lnTo>
                <a:lnTo>
                  <a:pt x="834716" y="62965"/>
                </a:lnTo>
                <a:lnTo>
                  <a:pt x="833984" y="63588"/>
                </a:lnTo>
                <a:lnTo>
                  <a:pt x="833267" y="64217"/>
                </a:lnTo>
                <a:lnTo>
                  <a:pt x="832564" y="64854"/>
                </a:lnTo>
                <a:lnTo>
                  <a:pt x="831875" y="65497"/>
                </a:lnTo>
                <a:lnTo>
                  <a:pt x="831201" y="66148"/>
                </a:lnTo>
                <a:lnTo>
                  <a:pt x="830542" y="66804"/>
                </a:lnTo>
                <a:lnTo>
                  <a:pt x="829897" y="67468"/>
                </a:lnTo>
                <a:lnTo>
                  <a:pt x="829267" y="68139"/>
                </a:lnTo>
                <a:lnTo>
                  <a:pt x="828651" y="68816"/>
                </a:lnTo>
                <a:lnTo>
                  <a:pt x="828050" y="69500"/>
                </a:lnTo>
                <a:lnTo>
                  <a:pt x="827463" y="70191"/>
                </a:lnTo>
                <a:lnTo>
                  <a:pt x="826890" y="70889"/>
                </a:lnTo>
                <a:lnTo>
                  <a:pt x="826333" y="71593"/>
                </a:lnTo>
                <a:lnTo>
                  <a:pt x="825659" y="52043"/>
                </a:lnTo>
                <a:lnTo>
                  <a:pt x="791278" y="52043"/>
                </a:lnTo>
                <a:lnTo>
                  <a:pt x="791278" y="185252"/>
                </a:lnTo>
                <a:lnTo>
                  <a:pt x="827007" y="185252"/>
                </a:lnTo>
                <a:lnTo>
                  <a:pt x="827007" y="96014"/>
                </a:lnTo>
                <a:lnTo>
                  <a:pt x="827482" y="95412"/>
                </a:lnTo>
                <a:lnTo>
                  <a:pt x="827964" y="94818"/>
                </a:lnTo>
                <a:lnTo>
                  <a:pt x="828453" y="94232"/>
                </a:lnTo>
                <a:close/>
                <a:moveTo>
                  <a:pt x="1059909" y="94818"/>
                </a:moveTo>
                <a:lnTo>
                  <a:pt x="1060398" y="94232"/>
                </a:lnTo>
                <a:lnTo>
                  <a:pt x="1060893" y="93653"/>
                </a:lnTo>
                <a:lnTo>
                  <a:pt x="1061396" y="93082"/>
                </a:lnTo>
                <a:lnTo>
                  <a:pt x="1061905" y="92519"/>
                </a:lnTo>
                <a:lnTo>
                  <a:pt x="1062421" y="91963"/>
                </a:lnTo>
                <a:lnTo>
                  <a:pt x="1062944" y="91414"/>
                </a:lnTo>
                <a:lnTo>
                  <a:pt x="1063473" y="90874"/>
                </a:lnTo>
                <a:lnTo>
                  <a:pt x="1064010" y="90341"/>
                </a:lnTo>
                <a:lnTo>
                  <a:pt x="1064553" y="89815"/>
                </a:lnTo>
                <a:lnTo>
                  <a:pt x="1065103" y="89297"/>
                </a:lnTo>
                <a:lnTo>
                  <a:pt x="1065660" y="88787"/>
                </a:lnTo>
                <a:lnTo>
                  <a:pt x="1066223" y="88285"/>
                </a:lnTo>
                <a:lnTo>
                  <a:pt x="1066794" y="87790"/>
                </a:lnTo>
                <a:lnTo>
                  <a:pt x="1067371" y="87302"/>
                </a:lnTo>
                <a:lnTo>
                  <a:pt x="1067955" y="86822"/>
                </a:lnTo>
                <a:lnTo>
                  <a:pt x="1068545" y="86350"/>
                </a:lnTo>
                <a:lnTo>
                  <a:pt x="1069143" y="85886"/>
                </a:lnTo>
                <a:lnTo>
                  <a:pt x="1069747" y="85429"/>
                </a:lnTo>
                <a:lnTo>
                  <a:pt x="1070358" y="84979"/>
                </a:lnTo>
                <a:lnTo>
                  <a:pt x="1070976" y="84538"/>
                </a:lnTo>
                <a:lnTo>
                  <a:pt x="1071601" y="84103"/>
                </a:lnTo>
                <a:lnTo>
                  <a:pt x="1072232" y="83677"/>
                </a:lnTo>
                <a:lnTo>
                  <a:pt x="1072872" y="83263"/>
                </a:lnTo>
                <a:lnTo>
                  <a:pt x="1073523" y="82867"/>
                </a:lnTo>
                <a:lnTo>
                  <a:pt x="1074184" y="82488"/>
                </a:lnTo>
                <a:lnTo>
                  <a:pt x="1074855" y="82127"/>
                </a:lnTo>
                <a:lnTo>
                  <a:pt x="1075538" y="81783"/>
                </a:lnTo>
                <a:lnTo>
                  <a:pt x="1076230" y="81457"/>
                </a:lnTo>
                <a:lnTo>
                  <a:pt x="1076934" y="81149"/>
                </a:lnTo>
                <a:lnTo>
                  <a:pt x="1077648" y="80859"/>
                </a:lnTo>
                <a:lnTo>
                  <a:pt x="1078372" y="80586"/>
                </a:lnTo>
                <a:lnTo>
                  <a:pt x="1079107" y="80330"/>
                </a:lnTo>
                <a:lnTo>
                  <a:pt x="1079852" y="80092"/>
                </a:lnTo>
                <a:lnTo>
                  <a:pt x="1080608" y="79872"/>
                </a:lnTo>
                <a:lnTo>
                  <a:pt x="1081375" y="79670"/>
                </a:lnTo>
                <a:lnTo>
                  <a:pt x="1082152" y="79485"/>
                </a:lnTo>
                <a:lnTo>
                  <a:pt x="1082939" y="79317"/>
                </a:lnTo>
                <a:lnTo>
                  <a:pt x="1083737" y="79168"/>
                </a:lnTo>
                <a:lnTo>
                  <a:pt x="1084546" y="79036"/>
                </a:lnTo>
                <a:lnTo>
                  <a:pt x="1085365" y="78921"/>
                </a:lnTo>
                <a:lnTo>
                  <a:pt x="1086195" y="78824"/>
                </a:lnTo>
                <a:lnTo>
                  <a:pt x="1087035" y="78745"/>
                </a:lnTo>
                <a:lnTo>
                  <a:pt x="1087886" y="78683"/>
                </a:lnTo>
                <a:lnTo>
                  <a:pt x="1088747" y="78639"/>
                </a:lnTo>
                <a:lnTo>
                  <a:pt x="1089619" y="78613"/>
                </a:lnTo>
                <a:lnTo>
                  <a:pt x="1090501" y="78604"/>
                </a:lnTo>
                <a:lnTo>
                  <a:pt x="1091092" y="78609"/>
                </a:lnTo>
                <a:lnTo>
                  <a:pt x="1091673" y="78625"/>
                </a:lnTo>
                <a:lnTo>
                  <a:pt x="1092244" y="78651"/>
                </a:lnTo>
                <a:lnTo>
                  <a:pt x="1092806" y="78688"/>
                </a:lnTo>
                <a:lnTo>
                  <a:pt x="1093358" y="78735"/>
                </a:lnTo>
                <a:lnTo>
                  <a:pt x="1093901" y="78793"/>
                </a:lnTo>
                <a:lnTo>
                  <a:pt x="1094434" y="78861"/>
                </a:lnTo>
                <a:lnTo>
                  <a:pt x="1094958" y="78939"/>
                </a:lnTo>
                <a:lnTo>
                  <a:pt x="1095472" y="79028"/>
                </a:lnTo>
                <a:lnTo>
                  <a:pt x="1095976" y="79128"/>
                </a:lnTo>
                <a:lnTo>
                  <a:pt x="1096471" y="79238"/>
                </a:lnTo>
                <a:lnTo>
                  <a:pt x="1096956" y="79358"/>
                </a:lnTo>
                <a:lnTo>
                  <a:pt x="1097431" y="79489"/>
                </a:lnTo>
                <a:lnTo>
                  <a:pt x="1097897" y="79631"/>
                </a:lnTo>
                <a:lnTo>
                  <a:pt x="1098354" y="79782"/>
                </a:lnTo>
                <a:lnTo>
                  <a:pt x="1098800" y="79945"/>
                </a:lnTo>
                <a:lnTo>
                  <a:pt x="1099237" y="80118"/>
                </a:lnTo>
                <a:lnTo>
                  <a:pt x="1099665" y="80301"/>
                </a:lnTo>
                <a:lnTo>
                  <a:pt x="1100083" y="80495"/>
                </a:lnTo>
                <a:lnTo>
                  <a:pt x="1100491" y="80699"/>
                </a:lnTo>
                <a:lnTo>
                  <a:pt x="1100890" y="80914"/>
                </a:lnTo>
                <a:lnTo>
                  <a:pt x="1101279" y="81139"/>
                </a:lnTo>
                <a:lnTo>
                  <a:pt x="1101659" y="81375"/>
                </a:lnTo>
                <a:lnTo>
                  <a:pt x="1102029" y="81621"/>
                </a:lnTo>
                <a:lnTo>
                  <a:pt x="1102390" y="81876"/>
                </a:lnTo>
                <a:lnTo>
                  <a:pt x="1102743" y="82141"/>
                </a:lnTo>
                <a:lnTo>
                  <a:pt x="1103087" y="82413"/>
                </a:lnTo>
                <a:lnTo>
                  <a:pt x="1103424" y="82695"/>
                </a:lnTo>
                <a:lnTo>
                  <a:pt x="1103752" y="82985"/>
                </a:lnTo>
                <a:lnTo>
                  <a:pt x="1104072" y="83283"/>
                </a:lnTo>
                <a:lnTo>
                  <a:pt x="1104384" y="83590"/>
                </a:lnTo>
                <a:lnTo>
                  <a:pt x="1104688" y="83906"/>
                </a:lnTo>
                <a:lnTo>
                  <a:pt x="1104983" y="84230"/>
                </a:lnTo>
                <a:lnTo>
                  <a:pt x="1105271" y="84563"/>
                </a:lnTo>
                <a:lnTo>
                  <a:pt x="1105550" y="84904"/>
                </a:lnTo>
                <a:lnTo>
                  <a:pt x="1105821" y="85254"/>
                </a:lnTo>
                <a:lnTo>
                  <a:pt x="1106083" y="85612"/>
                </a:lnTo>
                <a:lnTo>
                  <a:pt x="1106338" y="85979"/>
                </a:lnTo>
                <a:lnTo>
                  <a:pt x="1106584" y="86355"/>
                </a:lnTo>
                <a:lnTo>
                  <a:pt x="1106823" y="86739"/>
                </a:lnTo>
                <a:lnTo>
                  <a:pt x="1107052" y="87131"/>
                </a:lnTo>
                <a:lnTo>
                  <a:pt x="1107274" y="87532"/>
                </a:lnTo>
                <a:lnTo>
                  <a:pt x="1107488" y="87942"/>
                </a:lnTo>
                <a:lnTo>
                  <a:pt x="1107693" y="88360"/>
                </a:lnTo>
                <a:lnTo>
                  <a:pt x="1107890" y="88787"/>
                </a:lnTo>
                <a:lnTo>
                  <a:pt x="1108079" y="89223"/>
                </a:lnTo>
                <a:lnTo>
                  <a:pt x="1108260" y="89667"/>
                </a:lnTo>
                <a:lnTo>
                  <a:pt x="1108433" y="90119"/>
                </a:lnTo>
                <a:lnTo>
                  <a:pt x="1108598" y="90579"/>
                </a:lnTo>
                <a:lnTo>
                  <a:pt x="1108756" y="91045"/>
                </a:lnTo>
                <a:lnTo>
                  <a:pt x="1108907" y="91517"/>
                </a:lnTo>
                <a:lnTo>
                  <a:pt x="1109051" y="91996"/>
                </a:lnTo>
                <a:lnTo>
                  <a:pt x="1109188" y="92481"/>
                </a:lnTo>
                <a:lnTo>
                  <a:pt x="1109318" y="92971"/>
                </a:lnTo>
                <a:lnTo>
                  <a:pt x="1109441" y="93469"/>
                </a:lnTo>
                <a:lnTo>
                  <a:pt x="1109557" y="93972"/>
                </a:lnTo>
                <a:lnTo>
                  <a:pt x="1109665" y="94481"/>
                </a:lnTo>
                <a:lnTo>
                  <a:pt x="1109767" y="94997"/>
                </a:lnTo>
                <a:lnTo>
                  <a:pt x="1109862" y="95519"/>
                </a:lnTo>
                <a:lnTo>
                  <a:pt x="1109950" y="96047"/>
                </a:lnTo>
                <a:lnTo>
                  <a:pt x="1110031" y="96582"/>
                </a:lnTo>
                <a:lnTo>
                  <a:pt x="1110104" y="97122"/>
                </a:lnTo>
                <a:lnTo>
                  <a:pt x="1110171" y="97669"/>
                </a:lnTo>
                <a:lnTo>
                  <a:pt x="1110231" y="98222"/>
                </a:lnTo>
                <a:lnTo>
                  <a:pt x="1110283" y="98781"/>
                </a:lnTo>
                <a:lnTo>
                  <a:pt x="1110329" y="99346"/>
                </a:lnTo>
                <a:lnTo>
                  <a:pt x="1110368" y="99918"/>
                </a:lnTo>
                <a:lnTo>
                  <a:pt x="1110399" y="100496"/>
                </a:lnTo>
                <a:lnTo>
                  <a:pt x="1110424" y="101080"/>
                </a:lnTo>
                <a:lnTo>
                  <a:pt x="1110441" y="101670"/>
                </a:lnTo>
                <a:lnTo>
                  <a:pt x="1110452" y="102266"/>
                </a:lnTo>
                <a:lnTo>
                  <a:pt x="1110455" y="102869"/>
                </a:lnTo>
                <a:lnTo>
                  <a:pt x="1110455" y="185252"/>
                </a:lnTo>
                <a:lnTo>
                  <a:pt x="1145915" y="185252"/>
                </a:lnTo>
                <a:lnTo>
                  <a:pt x="1145915" y="98512"/>
                </a:lnTo>
                <a:lnTo>
                  <a:pt x="1145896" y="96551"/>
                </a:lnTo>
                <a:lnTo>
                  <a:pt x="1145838" y="94630"/>
                </a:lnTo>
                <a:lnTo>
                  <a:pt x="1145742" y="92748"/>
                </a:lnTo>
                <a:lnTo>
                  <a:pt x="1145608" y="90906"/>
                </a:lnTo>
                <a:lnTo>
                  <a:pt x="1145435" y="89104"/>
                </a:lnTo>
                <a:lnTo>
                  <a:pt x="1145224" y="87341"/>
                </a:lnTo>
                <a:lnTo>
                  <a:pt x="1144974" y="85618"/>
                </a:lnTo>
                <a:lnTo>
                  <a:pt x="1144686" y="83934"/>
                </a:lnTo>
                <a:lnTo>
                  <a:pt x="1144360" y="82290"/>
                </a:lnTo>
                <a:lnTo>
                  <a:pt x="1143995" y="80686"/>
                </a:lnTo>
                <a:lnTo>
                  <a:pt x="1143592" y="79121"/>
                </a:lnTo>
                <a:lnTo>
                  <a:pt x="1143151" y="77596"/>
                </a:lnTo>
                <a:lnTo>
                  <a:pt x="1142671" y="76110"/>
                </a:lnTo>
                <a:lnTo>
                  <a:pt x="1142153" y="74664"/>
                </a:lnTo>
                <a:lnTo>
                  <a:pt x="1141596" y="73258"/>
                </a:lnTo>
                <a:lnTo>
                  <a:pt x="1141001" y="71891"/>
                </a:lnTo>
                <a:lnTo>
                  <a:pt x="1140368" y="70564"/>
                </a:lnTo>
                <a:lnTo>
                  <a:pt x="1139696" y="69276"/>
                </a:lnTo>
                <a:lnTo>
                  <a:pt x="1138986" y="68028"/>
                </a:lnTo>
                <a:lnTo>
                  <a:pt x="1138237" y="66820"/>
                </a:lnTo>
                <a:lnTo>
                  <a:pt x="1137450" y="65651"/>
                </a:lnTo>
                <a:lnTo>
                  <a:pt x="1136625" y="64522"/>
                </a:lnTo>
                <a:lnTo>
                  <a:pt x="1135761" y="63433"/>
                </a:lnTo>
                <a:lnTo>
                  <a:pt x="1134859" y="62383"/>
                </a:lnTo>
                <a:lnTo>
                  <a:pt x="1133922" y="61374"/>
                </a:lnTo>
                <a:lnTo>
                  <a:pt x="1132954" y="60408"/>
                </a:lnTo>
                <a:lnTo>
                  <a:pt x="1131954" y="59485"/>
                </a:lnTo>
                <a:lnTo>
                  <a:pt x="1130923" y="58605"/>
                </a:lnTo>
                <a:lnTo>
                  <a:pt x="1129860" y="57768"/>
                </a:lnTo>
                <a:lnTo>
                  <a:pt x="1128767" y="56974"/>
                </a:lnTo>
                <a:lnTo>
                  <a:pt x="1127641" y="56223"/>
                </a:lnTo>
                <a:lnTo>
                  <a:pt x="1126485" y="55515"/>
                </a:lnTo>
                <a:lnTo>
                  <a:pt x="1125297" y="54850"/>
                </a:lnTo>
                <a:lnTo>
                  <a:pt x="1124078" y="54227"/>
                </a:lnTo>
                <a:lnTo>
                  <a:pt x="1122827" y="53648"/>
                </a:lnTo>
                <a:lnTo>
                  <a:pt x="1121545" y="53111"/>
                </a:lnTo>
                <a:lnTo>
                  <a:pt x="1120231" y="52618"/>
                </a:lnTo>
                <a:lnTo>
                  <a:pt x="1118887" y="52167"/>
                </a:lnTo>
                <a:lnTo>
                  <a:pt x="1117511" y="51759"/>
                </a:lnTo>
                <a:lnTo>
                  <a:pt x="1116103" y="51394"/>
                </a:lnTo>
                <a:lnTo>
                  <a:pt x="1114664" y="51072"/>
                </a:lnTo>
                <a:lnTo>
                  <a:pt x="1113194" y="50793"/>
                </a:lnTo>
                <a:lnTo>
                  <a:pt x="1111692" y="50557"/>
                </a:lnTo>
                <a:lnTo>
                  <a:pt x="1110159" y="50364"/>
                </a:lnTo>
                <a:lnTo>
                  <a:pt x="1108595" y="50214"/>
                </a:lnTo>
                <a:lnTo>
                  <a:pt x="1106999" y="50107"/>
                </a:lnTo>
                <a:lnTo>
                  <a:pt x="1105372" y="50042"/>
                </a:lnTo>
                <a:lnTo>
                  <a:pt x="1103714" y="50021"/>
                </a:lnTo>
                <a:lnTo>
                  <a:pt x="1102287" y="50032"/>
                </a:lnTo>
                <a:lnTo>
                  <a:pt x="1100883" y="50066"/>
                </a:lnTo>
                <a:lnTo>
                  <a:pt x="1099501" y="50123"/>
                </a:lnTo>
                <a:lnTo>
                  <a:pt x="1098141" y="50202"/>
                </a:lnTo>
                <a:lnTo>
                  <a:pt x="1096804" y="50305"/>
                </a:lnTo>
                <a:lnTo>
                  <a:pt x="1095490" y="50429"/>
                </a:lnTo>
                <a:lnTo>
                  <a:pt x="1094197" y="50577"/>
                </a:lnTo>
                <a:lnTo>
                  <a:pt x="1092928" y="50747"/>
                </a:lnTo>
                <a:lnTo>
                  <a:pt x="1091681" y="50940"/>
                </a:lnTo>
                <a:lnTo>
                  <a:pt x="1090456" y="51156"/>
                </a:lnTo>
                <a:lnTo>
                  <a:pt x="1089254" y="51394"/>
                </a:lnTo>
                <a:lnTo>
                  <a:pt x="1088074" y="51656"/>
                </a:lnTo>
                <a:lnTo>
                  <a:pt x="1086917" y="51939"/>
                </a:lnTo>
                <a:lnTo>
                  <a:pt x="1085782" y="52246"/>
                </a:lnTo>
                <a:lnTo>
                  <a:pt x="1084670" y="52575"/>
                </a:lnTo>
                <a:lnTo>
                  <a:pt x="1083580" y="52927"/>
                </a:lnTo>
                <a:lnTo>
                  <a:pt x="1082513" y="53302"/>
                </a:lnTo>
                <a:lnTo>
                  <a:pt x="1081468" y="53699"/>
                </a:lnTo>
                <a:lnTo>
                  <a:pt x="1080445" y="54119"/>
                </a:lnTo>
                <a:lnTo>
                  <a:pt x="1079445" y="54562"/>
                </a:lnTo>
                <a:lnTo>
                  <a:pt x="1078468" y="55027"/>
                </a:lnTo>
                <a:lnTo>
                  <a:pt x="1077513" y="55515"/>
                </a:lnTo>
                <a:lnTo>
                  <a:pt x="1076580" y="56026"/>
                </a:lnTo>
                <a:lnTo>
                  <a:pt x="1075670" y="56560"/>
                </a:lnTo>
                <a:lnTo>
                  <a:pt x="1074778" y="57108"/>
                </a:lnTo>
                <a:lnTo>
                  <a:pt x="1073901" y="57663"/>
                </a:lnTo>
                <a:lnTo>
                  <a:pt x="1073039" y="58225"/>
                </a:lnTo>
                <a:lnTo>
                  <a:pt x="1072191" y="58794"/>
                </a:lnTo>
                <a:lnTo>
                  <a:pt x="1071357" y="59369"/>
                </a:lnTo>
                <a:lnTo>
                  <a:pt x="1070538" y="59952"/>
                </a:lnTo>
                <a:lnTo>
                  <a:pt x="1069734" y="60541"/>
                </a:lnTo>
                <a:lnTo>
                  <a:pt x="1068944" y="61136"/>
                </a:lnTo>
                <a:lnTo>
                  <a:pt x="1068168" y="61739"/>
                </a:lnTo>
                <a:lnTo>
                  <a:pt x="1067407" y="62348"/>
                </a:lnTo>
                <a:lnTo>
                  <a:pt x="1066661" y="62965"/>
                </a:lnTo>
                <a:lnTo>
                  <a:pt x="1065929" y="63588"/>
                </a:lnTo>
                <a:lnTo>
                  <a:pt x="1065211" y="64217"/>
                </a:lnTo>
                <a:lnTo>
                  <a:pt x="1064508" y="64854"/>
                </a:lnTo>
                <a:lnTo>
                  <a:pt x="1063820" y="65497"/>
                </a:lnTo>
                <a:lnTo>
                  <a:pt x="1063146" y="66148"/>
                </a:lnTo>
                <a:lnTo>
                  <a:pt x="1062487" y="66804"/>
                </a:lnTo>
                <a:lnTo>
                  <a:pt x="1061842" y="67468"/>
                </a:lnTo>
                <a:lnTo>
                  <a:pt x="1061212" y="68139"/>
                </a:lnTo>
                <a:lnTo>
                  <a:pt x="1060596" y="68816"/>
                </a:lnTo>
                <a:lnTo>
                  <a:pt x="1059994" y="69500"/>
                </a:lnTo>
                <a:lnTo>
                  <a:pt x="1059408" y="70191"/>
                </a:lnTo>
                <a:lnTo>
                  <a:pt x="1058835" y="70889"/>
                </a:lnTo>
                <a:lnTo>
                  <a:pt x="1058277" y="71593"/>
                </a:lnTo>
                <a:lnTo>
                  <a:pt x="1057603" y="52043"/>
                </a:lnTo>
                <a:lnTo>
                  <a:pt x="1023222" y="52043"/>
                </a:lnTo>
                <a:lnTo>
                  <a:pt x="1023222" y="185252"/>
                </a:lnTo>
                <a:lnTo>
                  <a:pt x="1058952" y="185252"/>
                </a:lnTo>
                <a:lnTo>
                  <a:pt x="1058952" y="96014"/>
                </a:lnTo>
                <a:lnTo>
                  <a:pt x="1059427" y="95412"/>
                </a:lnTo>
                <a:lnTo>
                  <a:pt x="1059909" y="94818"/>
                </a:lnTo>
                <a:close/>
                <a:moveTo>
                  <a:pt x="984398" y="185252"/>
                </a:moveTo>
                <a:lnTo>
                  <a:pt x="984398" y="52043"/>
                </a:lnTo>
                <a:lnTo>
                  <a:pt x="948669" y="52043"/>
                </a:lnTo>
                <a:lnTo>
                  <a:pt x="948669" y="185252"/>
                </a:lnTo>
                <a:lnTo>
                  <a:pt x="984398" y="185252"/>
                </a:lnTo>
                <a:close/>
                <a:moveTo>
                  <a:pt x="518444" y="187392"/>
                </a:moveTo>
                <a:lnTo>
                  <a:pt x="519762" y="187266"/>
                </a:lnTo>
                <a:lnTo>
                  <a:pt x="521062" y="187117"/>
                </a:lnTo>
                <a:lnTo>
                  <a:pt x="522341" y="186945"/>
                </a:lnTo>
                <a:lnTo>
                  <a:pt x="523601" y="186750"/>
                </a:lnTo>
                <a:lnTo>
                  <a:pt x="524841" y="186532"/>
                </a:lnTo>
                <a:lnTo>
                  <a:pt x="526061" y="186291"/>
                </a:lnTo>
                <a:lnTo>
                  <a:pt x="527262" y="186027"/>
                </a:lnTo>
                <a:lnTo>
                  <a:pt x="528443" y="185740"/>
                </a:lnTo>
                <a:lnTo>
                  <a:pt x="529605" y="185431"/>
                </a:lnTo>
                <a:lnTo>
                  <a:pt x="530747" y="185098"/>
                </a:lnTo>
                <a:lnTo>
                  <a:pt x="531869" y="184743"/>
                </a:lnTo>
                <a:lnTo>
                  <a:pt x="532971" y="184364"/>
                </a:lnTo>
                <a:lnTo>
                  <a:pt x="534054" y="183963"/>
                </a:lnTo>
                <a:lnTo>
                  <a:pt x="535117" y="183538"/>
                </a:lnTo>
                <a:lnTo>
                  <a:pt x="536161" y="183091"/>
                </a:lnTo>
                <a:lnTo>
                  <a:pt x="537185" y="182621"/>
                </a:lnTo>
                <a:lnTo>
                  <a:pt x="538189" y="182128"/>
                </a:lnTo>
                <a:lnTo>
                  <a:pt x="539173" y="181611"/>
                </a:lnTo>
                <a:lnTo>
                  <a:pt x="540138" y="181072"/>
                </a:lnTo>
                <a:lnTo>
                  <a:pt x="541085" y="180519"/>
                </a:lnTo>
                <a:lnTo>
                  <a:pt x="542014" y="179959"/>
                </a:lnTo>
                <a:lnTo>
                  <a:pt x="542927" y="179393"/>
                </a:lnTo>
                <a:lnTo>
                  <a:pt x="543823" y="178821"/>
                </a:lnTo>
                <a:lnTo>
                  <a:pt x="544703" y="178244"/>
                </a:lnTo>
                <a:lnTo>
                  <a:pt x="545565" y="177660"/>
                </a:lnTo>
                <a:lnTo>
                  <a:pt x="546410" y="177069"/>
                </a:lnTo>
                <a:lnTo>
                  <a:pt x="547239" y="176473"/>
                </a:lnTo>
                <a:lnTo>
                  <a:pt x="548051" y="175871"/>
                </a:lnTo>
                <a:lnTo>
                  <a:pt x="548846" y="175263"/>
                </a:lnTo>
                <a:lnTo>
                  <a:pt x="549624" y="174648"/>
                </a:lnTo>
                <a:lnTo>
                  <a:pt x="550385" y="174028"/>
                </a:lnTo>
                <a:lnTo>
                  <a:pt x="551129" y="173401"/>
                </a:lnTo>
                <a:lnTo>
                  <a:pt x="551857" y="172768"/>
                </a:lnTo>
                <a:lnTo>
                  <a:pt x="552567" y="172130"/>
                </a:lnTo>
                <a:lnTo>
                  <a:pt x="553261" y="171485"/>
                </a:lnTo>
                <a:lnTo>
                  <a:pt x="553938" y="170834"/>
                </a:lnTo>
                <a:lnTo>
                  <a:pt x="554598" y="170177"/>
                </a:lnTo>
                <a:lnTo>
                  <a:pt x="555242" y="169514"/>
                </a:lnTo>
                <a:lnTo>
                  <a:pt x="555868" y="168844"/>
                </a:lnTo>
                <a:lnTo>
                  <a:pt x="556477" y="168169"/>
                </a:lnTo>
                <a:lnTo>
                  <a:pt x="557070" y="167488"/>
                </a:lnTo>
                <a:lnTo>
                  <a:pt x="557646" y="166800"/>
                </a:lnTo>
                <a:lnTo>
                  <a:pt x="558205" y="166107"/>
                </a:lnTo>
                <a:lnTo>
                  <a:pt x="558744" y="185252"/>
                </a:lnTo>
                <a:lnTo>
                  <a:pt x="593260" y="185252"/>
                </a:lnTo>
                <a:lnTo>
                  <a:pt x="593260" y="52043"/>
                </a:lnTo>
                <a:lnTo>
                  <a:pt x="557531" y="52043"/>
                </a:lnTo>
                <a:lnTo>
                  <a:pt x="557531" y="141880"/>
                </a:lnTo>
                <a:lnTo>
                  <a:pt x="557055" y="142462"/>
                </a:lnTo>
                <a:lnTo>
                  <a:pt x="556573" y="143036"/>
                </a:lnTo>
                <a:lnTo>
                  <a:pt x="556085" y="143603"/>
                </a:lnTo>
                <a:lnTo>
                  <a:pt x="555589" y="144163"/>
                </a:lnTo>
                <a:lnTo>
                  <a:pt x="555086" y="144715"/>
                </a:lnTo>
                <a:lnTo>
                  <a:pt x="554577" y="145260"/>
                </a:lnTo>
                <a:lnTo>
                  <a:pt x="554061" y="145798"/>
                </a:lnTo>
                <a:lnTo>
                  <a:pt x="553538" y="146328"/>
                </a:lnTo>
                <a:lnTo>
                  <a:pt x="553009" y="146850"/>
                </a:lnTo>
                <a:lnTo>
                  <a:pt x="552472" y="147366"/>
                </a:lnTo>
                <a:lnTo>
                  <a:pt x="551929" y="147873"/>
                </a:lnTo>
                <a:lnTo>
                  <a:pt x="551379" y="148374"/>
                </a:lnTo>
                <a:lnTo>
                  <a:pt x="550823" y="148867"/>
                </a:lnTo>
                <a:lnTo>
                  <a:pt x="550259" y="149352"/>
                </a:lnTo>
                <a:lnTo>
                  <a:pt x="549689" y="149830"/>
                </a:lnTo>
                <a:lnTo>
                  <a:pt x="549112" y="150301"/>
                </a:lnTo>
                <a:lnTo>
                  <a:pt x="548528" y="150764"/>
                </a:lnTo>
                <a:lnTo>
                  <a:pt x="547937" y="151220"/>
                </a:lnTo>
                <a:lnTo>
                  <a:pt x="547340" y="151668"/>
                </a:lnTo>
                <a:lnTo>
                  <a:pt x="546735" y="152110"/>
                </a:lnTo>
                <a:lnTo>
                  <a:pt x="546124" y="152543"/>
                </a:lnTo>
                <a:lnTo>
                  <a:pt x="545506" y="152969"/>
                </a:lnTo>
                <a:lnTo>
                  <a:pt x="544882" y="153388"/>
                </a:lnTo>
                <a:lnTo>
                  <a:pt x="544250" y="153799"/>
                </a:lnTo>
                <a:lnTo>
                  <a:pt x="543610" y="154199"/>
                </a:lnTo>
                <a:lnTo>
                  <a:pt x="542959" y="154581"/>
                </a:lnTo>
                <a:lnTo>
                  <a:pt x="542296" y="154946"/>
                </a:lnTo>
                <a:lnTo>
                  <a:pt x="541623" y="155294"/>
                </a:lnTo>
                <a:lnTo>
                  <a:pt x="540939" y="155625"/>
                </a:lnTo>
                <a:lnTo>
                  <a:pt x="540243" y="155940"/>
                </a:lnTo>
                <a:lnTo>
                  <a:pt x="539537" y="156237"/>
                </a:lnTo>
                <a:lnTo>
                  <a:pt x="538820" y="156517"/>
                </a:lnTo>
                <a:lnTo>
                  <a:pt x="538091" y="156780"/>
                </a:lnTo>
                <a:lnTo>
                  <a:pt x="537352" y="157027"/>
                </a:lnTo>
                <a:lnTo>
                  <a:pt x="536602" y="157256"/>
                </a:lnTo>
                <a:lnTo>
                  <a:pt x="535841" y="157468"/>
                </a:lnTo>
                <a:lnTo>
                  <a:pt x="535068" y="157664"/>
                </a:lnTo>
                <a:lnTo>
                  <a:pt x="534285" y="157842"/>
                </a:lnTo>
                <a:lnTo>
                  <a:pt x="533491" y="158003"/>
                </a:lnTo>
                <a:lnTo>
                  <a:pt x="532685" y="158148"/>
                </a:lnTo>
                <a:lnTo>
                  <a:pt x="531869" y="158275"/>
                </a:lnTo>
                <a:lnTo>
                  <a:pt x="531042" y="158385"/>
                </a:lnTo>
                <a:lnTo>
                  <a:pt x="530203" y="158479"/>
                </a:lnTo>
                <a:lnTo>
                  <a:pt x="529354" y="158555"/>
                </a:lnTo>
                <a:lnTo>
                  <a:pt x="528494" y="158615"/>
                </a:lnTo>
                <a:lnTo>
                  <a:pt x="527622" y="158657"/>
                </a:lnTo>
                <a:lnTo>
                  <a:pt x="526740" y="158683"/>
                </a:lnTo>
                <a:lnTo>
                  <a:pt x="525846" y="158691"/>
                </a:lnTo>
                <a:lnTo>
                  <a:pt x="525234" y="158686"/>
                </a:lnTo>
                <a:lnTo>
                  <a:pt x="524631" y="158671"/>
                </a:lnTo>
                <a:lnTo>
                  <a:pt x="524038" y="158646"/>
                </a:lnTo>
                <a:lnTo>
                  <a:pt x="523455" y="158611"/>
                </a:lnTo>
                <a:lnTo>
                  <a:pt x="522883" y="158565"/>
                </a:lnTo>
                <a:lnTo>
                  <a:pt x="522320" y="158510"/>
                </a:lnTo>
                <a:lnTo>
                  <a:pt x="521767" y="158445"/>
                </a:lnTo>
                <a:lnTo>
                  <a:pt x="521225" y="158369"/>
                </a:lnTo>
                <a:lnTo>
                  <a:pt x="520693" y="158284"/>
                </a:lnTo>
                <a:lnTo>
                  <a:pt x="520170" y="158189"/>
                </a:lnTo>
                <a:lnTo>
                  <a:pt x="519658" y="158083"/>
                </a:lnTo>
                <a:lnTo>
                  <a:pt x="519156" y="157967"/>
                </a:lnTo>
                <a:lnTo>
                  <a:pt x="518664" y="157842"/>
                </a:lnTo>
                <a:lnTo>
                  <a:pt x="518181" y="157706"/>
                </a:lnTo>
                <a:lnTo>
                  <a:pt x="517709" y="157560"/>
                </a:lnTo>
                <a:lnTo>
                  <a:pt x="517248" y="157405"/>
                </a:lnTo>
                <a:lnTo>
                  <a:pt x="516796" y="157239"/>
                </a:lnTo>
                <a:lnTo>
                  <a:pt x="516354" y="157063"/>
                </a:lnTo>
                <a:lnTo>
                  <a:pt x="515922" y="156877"/>
                </a:lnTo>
                <a:lnTo>
                  <a:pt x="515500" y="156681"/>
                </a:lnTo>
                <a:lnTo>
                  <a:pt x="515089" y="156475"/>
                </a:lnTo>
                <a:lnTo>
                  <a:pt x="514687" y="156259"/>
                </a:lnTo>
                <a:lnTo>
                  <a:pt x="514296" y="156033"/>
                </a:lnTo>
                <a:lnTo>
                  <a:pt x="513914" y="155797"/>
                </a:lnTo>
                <a:lnTo>
                  <a:pt x="513542" y="155551"/>
                </a:lnTo>
                <a:lnTo>
                  <a:pt x="513179" y="155297"/>
                </a:lnTo>
                <a:lnTo>
                  <a:pt x="512825" y="155035"/>
                </a:lnTo>
                <a:lnTo>
                  <a:pt x="512480" y="154765"/>
                </a:lnTo>
                <a:lnTo>
                  <a:pt x="512144" y="154486"/>
                </a:lnTo>
                <a:lnTo>
                  <a:pt x="511816" y="154199"/>
                </a:lnTo>
                <a:lnTo>
                  <a:pt x="511497" y="153903"/>
                </a:lnTo>
                <a:lnTo>
                  <a:pt x="511188" y="153599"/>
                </a:lnTo>
                <a:lnTo>
                  <a:pt x="510887" y="153287"/>
                </a:lnTo>
                <a:lnTo>
                  <a:pt x="510595" y="152966"/>
                </a:lnTo>
                <a:lnTo>
                  <a:pt x="510312" y="152637"/>
                </a:lnTo>
                <a:lnTo>
                  <a:pt x="510038" y="152299"/>
                </a:lnTo>
                <a:lnTo>
                  <a:pt x="509773" y="151954"/>
                </a:lnTo>
                <a:lnTo>
                  <a:pt x="509517" y="151599"/>
                </a:lnTo>
                <a:lnTo>
                  <a:pt x="509269" y="151237"/>
                </a:lnTo>
                <a:lnTo>
                  <a:pt x="509031" y="150866"/>
                </a:lnTo>
                <a:lnTo>
                  <a:pt x="508801" y="150487"/>
                </a:lnTo>
                <a:lnTo>
                  <a:pt x="508580" y="150099"/>
                </a:lnTo>
                <a:lnTo>
                  <a:pt x="508368" y="149703"/>
                </a:lnTo>
                <a:lnTo>
                  <a:pt x="508165" y="149299"/>
                </a:lnTo>
                <a:lnTo>
                  <a:pt x="507971" y="148886"/>
                </a:lnTo>
                <a:lnTo>
                  <a:pt x="507786" y="148465"/>
                </a:lnTo>
                <a:lnTo>
                  <a:pt x="507610" y="148035"/>
                </a:lnTo>
                <a:lnTo>
                  <a:pt x="507443" y="147597"/>
                </a:lnTo>
                <a:lnTo>
                  <a:pt x="507283" y="147153"/>
                </a:lnTo>
                <a:lnTo>
                  <a:pt x="507130" y="146702"/>
                </a:lnTo>
                <a:lnTo>
                  <a:pt x="506984" y="146246"/>
                </a:lnTo>
                <a:lnTo>
                  <a:pt x="506845" y="145785"/>
                </a:lnTo>
                <a:lnTo>
                  <a:pt x="506713" y="145318"/>
                </a:lnTo>
                <a:lnTo>
                  <a:pt x="506587" y="144846"/>
                </a:lnTo>
                <a:lnTo>
                  <a:pt x="506469" y="144368"/>
                </a:lnTo>
                <a:lnTo>
                  <a:pt x="506357" y="143885"/>
                </a:lnTo>
                <a:lnTo>
                  <a:pt x="506251" y="143396"/>
                </a:lnTo>
                <a:lnTo>
                  <a:pt x="506153" y="142902"/>
                </a:lnTo>
                <a:lnTo>
                  <a:pt x="506061" y="142402"/>
                </a:lnTo>
                <a:lnTo>
                  <a:pt x="505976" y="141897"/>
                </a:lnTo>
                <a:lnTo>
                  <a:pt x="505898" y="141386"/>
                </a:lnTo>
                <a:lnTo>
                  <a:pt x="505827" y="140870"/>
                </a:lnTo>
                <a:lnTo>
                  <a:pt x="505763" y="140348"/>
                </a:lnTo>
                <a:lnTo>
                  <a:pt x="505705" y="139821"/>
                </a:lnTo>
                <a:lnTo>
                  <a:pt x="505654" y="139288"/>
                </a:lnTo>
                <a:lnTo>
                  <a:pt x="505610" y="138749"/>
                </a:lnTo>
                <a:lnTo>
                  <a:pt x="505572" y="138206"/>
                </a:lnTo>
                <a:lnTo>
                  <a:pt x="505542" y="137656"/>
                </a:lnTo>
                <a:lnTo>
                  <a:pt x="505518" y="137101"/>
                </a:lnTo>
                <a:lnTo>
                  <a:pt x="505501" y="136541"/>
                </a:lnTo>
                <a:lnTo>
                  <a:pt x="505491" y="135975"/>
                </a:lnTo>
                <a:lnTo>
                  <a:pt x="505488" y="135404"/>
                </a:lnTo>
                <a:lnTo>
                  <a:pt x="505488" y="52043"/>
                </a:lnTo>
                <a:lnTo>
                  <a:pt x="469759" y="52043"/>
                </a:lnTo>
                <a:lnTo>
                  <a:pt x="469759" y="139402"/>
                </a:lnTo>
                <a:lnTo>
                  <a:pt x="469778" y="141315"/>
                </a:lnTo>
                <a:lnTo>
                  <a:pt x="469834" y="143192"/>
                </a:lnTo>
                <a:lnTo>
                  <a:pt x="469929" y="145031"/>
                </a:lnTo>
                <a:lnTo>
                  <a:pt x="470062" y="146833"/>
                </a:lnTo>
                <a:lnTo>
                  <a:pt x="470233" y="148599"/>
                </a:lnTo>
                <a:lnTo>
                  <a:pt x="470441" y="150327"/>
                </a:lnTo>
                <a:lnTo>
                  <a:pt x="470688" y="152019"/>
                </a:lnTo>
                <a:lnTo>
                  <a:pt x="470972" y="153673"/>
                </a:lnTo>
                <a:lnTo>
                  <a:pt x="471294" y="155291"/>
                </a:lnTo>
                <a:lnTo>
                  <a:pt x="471655" y="156872"/>
                </a:lnTo>
                <a:lnTo>
                  <a:pt x="472053" y="158416"/>
                </a:lnTo>
                <a:lnTo>
                  <a:pt x="472489" y="159923"/>
                </a:lnTo>
                <a:lnTo>
                  <a:pt x="472963" y="161394"/>
                </a:lnTo>
                <a:lnTo>
                  <a:pt x="473475" y="162827"/>
                </a:lnTo>
                <a:lnTo>
                  <a:pt x="474025" y="164224"/>
                </a:lnTo>
                <a:lnTo>
                  <a:pt x="474612" y="165583"/>
                </a:lnTo>
                <a:lnTo>
                  <a:pt x="475238" y="166906"/>
                </a:lnTo>
                <a:lnTo>
                  <a:pt x="475902" y="168192"/>
                </a:lnTo>
                <a:lnTo>
                  <a:pt x="476603" y="169441"/>
                </a:lnTo>
                <a:lnTo>
                  <a:pt x="477343" y="170653"/>
                </a:lnTo>
                <a:lnTo>
                  <a:pt x="478120" y="171828"/>
                </a:lnTo>
                <a:lnTo>
                  <a:pt x="478935" y="172966"/>
                </a:lnTo>
                <a:lnTo>
                  <a:pt x="479788" y="174067"/>
                </a:lnTo>
                <a:lnTo>
                  <a:pt x="480680" y="175132"/>
                </a:lnTo>
                <a:lnTo>
                  <a:pt x="481605" y="176155"/>
                </a:lnTo>
                <a:lnTo>
                  <a:pt x="482562" y="177136"/>
                </a:lnTo>
                <a:lnTo>
                  <a:pt x="483551" y="178072"/>
                </a:lnTo>
                <a:lnTo>
                  <a:pt x="484571" y="178965"/>
                </a:lnTo>
                <a:lnTo>
                  <a:pt x="485622" y="179815"/>
                </a:lnTo>
                <a:lnTo>
                  <a:pt x="486705" y="180621"/>
                </a:lnTo>
                <a:lnTo>
                  <a:pt x="487819" y="181383"/>
                </a:lnTo>
                <a:lnTo>
                  <a:pt x="488964" y="182102"/>
                </a:lnTo>
                <a:lnTo>
                  <a:pt x="490141" y="182778"/>
                </a:lnTo>
                <a:lnTo>
                  <a:pt x="491349" y="183409"/>
                </a:lnTo>
                <a:lnTo>
                  <a:pt x="492588" y="183997"/>
                </a:lnTo>
                <a:lnTo>
                  <a:pt x="493859" y="184542"/>
                </a:lnTo>
                <a:lnTo>
                  <a:pt x="495161" y="185043"/>
                </a:lnTo>
                <a:lnTo>
                  <a:pt x="496495" y="185500"/>
                </a:lnTo>
                <a:lnTo>
                  <a:pt x="497859" y="185914"/>
                </a:lnTo>
                <a:lnTo>
                  <a:pt x="499256" y="186285"/>
                </a:lnTo>
                <a:lnTo>
                  <a:pt x="500683" y="186611"/>
                </a:lnTo>
                <a:lnTo>
                  <a:pt x="502142" y="186895"/>
                </a:lnTo>
                <a:lnTo>
                  <a:pt x="503633" y="187134"/>
                </a:lnTo>
                <a:lnTo>
                  <a:pt x="505154" y="187330"/>
                </a:lnTo>
                <a:lnTo>
                  <a:pt x="506707" y="187483"/>
                </a:lnTo>
                <a:lnTo>
                  <a:pt x="508292" y="187592"/>
                </a:lnTo>
                <a:lnTo>
                  <a:pt x="509908" y="187657"/>
                </a:lnTo>
                <a:lnTo>
                  <a:pt x="511555" y="187679"/>
                </a:lnTo>
                <a:lnTo>
                  <a:pt x="512972" y="187667"/>
                </a:lnTo>
                <a:lnTo>
                  <a:pt x="514369" y="187633"/>
                </a:lnTo>
                <a:lnTo>
                  <a:pt x="515747" y="187576"/>
                </a:lnTo>
                <a:lnTo>
                  <a:pt x="517105" y="187495"/>
                </a:lnTo>
                <a:lnTo>
                  <a:pt x="518444" y="187392"/>
                </a:lnTo>
                <a:close/>
                <a:moveTo>
                  <a:pt x="1194217" y="134124"/>
                </a:moveTo>
                <a:lnTo>
                  <a:pt x="1193284" y="134511"/>
                </a:lnTo>
                <a:lnTo>
                  <a:pt x="1192372" y="134902"/>
                </a:lnTo>
                <a:lnTo>
                  <a:pt x="1191483" y="135299"/>
                </a:lnTo>
                <a:lnTo>
                  <a:pt x="1190616" y="135700"/>
                </a:lnTo>
                <a:lnTo>
                  <a:pt x="1189771" y="136106"/>
                </a:lnTo>
                <a:lnTo>
                  <a:pt x="1188948" y="136517"/>
                </a:lnTo>
                <a:lnTo>
                  <a:pt x="1188148" y="136933"/>
                </a:lnTo>
                <a:lnTo>
                  <a:pt x="1187369" y="137354"/>
                </a:lnTo>
                <a:lnTo>
                  <a:pt x="1186613" y="137780"/>
                </a:lnTo>
                <a:lnTo>
                  <a:pt x="1185880" y="138211"/>
                </a:lnTo>
                <a:lnTo>
                  <a:pt x="1185168" y="138647"/>
                </a:lnTo>
                <a:lnTo>
                  <a:pt x="1184479" y="139087"/>
                </a:lnTo>
                <a:lnTo>
                  <a:pt x="1183812" y="139533"/>
                </a:lnTo>
                <a:lnTo>
                  <a:pt x="1183167" y="139984"/>
                </a:lnTo>
                <a:lnTo>
                  <a:pt x="1182545" y="140439"/>
                </a:lnTo>
                <a:lnTo>
                  <a:pt x="1181944" y="140899"/>
                </a:lnTo>
                <a:lnTo>
                  <a:pt x="1181366" y="141364"/>
                </a:lnTo>
                <a:lnTo>
                  <a:pt x="1180811" y="141835"/>
                </a:lnTo>
                <a:lnTo>
                  <a:pt x="1180277" y="142310"/>
                </a:lnTo>
                <a:lnTo>
                  <a:pt x="1179765" y="142791"/>
                </a:lnTo>
                <a:lnTo>
                  <a:pt x="1179276" y="143282"/>
                </a:lnTo>
                <a:lnTo>
                  <a:pt x="1178808" y="143781"/>
                </a:lnTo>
                <a:lnTo>
                  <a:pt x="1178361" y="144289"/>
                </a:lnTo>
                <a:lnTo>
                  <a:pt x="1177937" y="144805"/>
                </a:lnTo>
                <a:lnTo>
                  <a:pt x="1177534" y="145331"/>
                </a:lnTo>
                <a:lnTo>
                  <a:pt x="1177153" y="145864"/>
                </a:lnTo>
                <a:lnTo>
                  <a:pt x="1176794" y="146407"/>
                </a:lnTo>
                <a:lnTo>
                  <a:pt x="1176457" y="146958"/>
                </a:lnTo>
                <a:lnTo>
                  <a:pt x="1176141" y="147518"/>
                </a:lnTo>
                <a:lnTo>
                  <a:pt x="1175847" y="148086"/>
                </a:lnTo>
                <a:lnTo>
                  <a:pt x="1175575" y="148663"/>
                </a:lnTo>
                <a:lnTo>
                  <a:pt x="1175325" y="149249"/>
                </a:lnTo>
                <a:lnTo>
                  <a:pt x="1175096" y="149844"/>
                </a:lnTo>
                <a:lnTo>
                  <a:pt x="1174889" y="150447"/>
                </a:lnTo>
                <a:lnTo>
                  <a:pt x="1174704" y="151058"/>
                </a:lnTo>
                <a:lnTo>
                  <a:pt x="1174541" y="151679"/>
                </a:lnTo>
                <a:lnTo>
                  <a:pt x="1174399" y="152308"/>
                </a:lnTo>
                <a:lnTo>
                  <a:pt x="1174280" y="152946"/>
                </a:lnTo>
                <a:lnTo>
                  <a:pt x="1174182" y="153592"/>
                </a:lnTo>
                <a:lnTo>
                  <a:pt x="1174106" y="154247"/>
                </a:lnTo>
                <a:lnTo>
                  <a:pt x="1174051" y="154911"/>
                </a:lnTo>
                <a:lnTo>
                  <a:pt x="1174018" y="155583"/>
                </a:lnTo>
                <a:lnTo>
                  <a:pt x="1174008" y="156264"/>
                </a:lnTo>
                <a:lnTo>
                  <a:pt x="1174015" y="156703"/>
                </a:lnTo>
                <a:lnTo>
                  <a:pt x="1174036" y="157142"/>
                </a:lnTo>
                <a:lnTo>
                  <a:pt x="1174071" y="157581"/>
                </a:lnTo>
                <a:lnTo>
                  <a:pt x="1174120" y="158021"/>
                </a:lnTo>
                <a:lnTo>
                  <a:pt x="1174183" y="158461"/>
                </a:lnTo>
                <a:lnTo>
                  <a:pt x="1174260" y="158902"/>
                </a:lnTo>
                <a:lnTo>
                  <a:pt x="1174352" y="159343"/>
                </a:lnTo>
                <a:lnTo>
                  <a:pt x="1174457" y="159785"/>
                </a:lnTo>
                <a:lnTo>
                  <a:pt x="1174576" y="160227"/>
                </a:lnTo>
                <a:lnTo>
                  <a:pt x="1174710" y="160669"/>
                </a:lnTo>
                <a:lnTo>
                  <a:pt x="1174857" y="161113"/>
                </a:lnTo>
                <a:lnTo>
                  <a:pt x="1175019" y="161556"/>
                </a:lnTo>
                <a:lnTo>
                  <a:pt x="1175194" y="162000"/>
                </a:lnTo>
                <a:lnTo>
                  <a:pt x="1175384" y="162445"/>
                </a:lnTo>
                <a:lnTo>
                  <a:pt x="1175588" y="162890"/>
                </a:lnTo>
                <a:lnTo>
                  <a:pt x="1175805" y="163335"/>
                </a:lnTo>
                <a:lnTo>
                  <a:pt x="1176037" y="163781"/>
                </a:lnTo>
                <a:lnTo>
                  <a:pt x="1176283" y="164227"/>
                </a:lnTo>
                <a:lnTo>
                  <a:pt x="1176543" y="164674"/>
                </a:lnTo>
                <a:lnTo>
                  <a:pt x="1176816" y="165122"/>
                </a:lnTo>
                <a:lnTo>
                  <a:pt x="1177104" y="165569"/>
                </a:lnTo>
                <a:lnTo>
                  <a:pt x="1177406" y="166018"/>
                </a:lnTo>
                <a:lnTo>
                  <a:pt x="1177722" y="166466"/>
                </a:lnTo>
                <a:lnTo>
                  <a:pt x="1178052" y="166916"/>
                </a:lnTo>
                <a:lnTo>
                  <a:pt x="1178398" y="167363"/>
                </a:lnTo>
                <a:lnTo>
                  <a:pt x="1178759" y="167805"/>
                </a:lnTo>
                <a:lnTo>
                  <a:pt x="1179137" y="168244"/>
                </a:lnTo>
                <a:lnTo>
                  <a:pt x="1179532" y="168678"/>
                </a:lnTo>
                <a:lnTo>
                  <a:pt x="1179943" y="169107"/>
                </a:lnTo>
                <a:lnTo>
                  <a:pt x="1180370" y="169532"/>
                </a:lnTo>
                <a:lnTo>
                  <a:pt x="1180813" y="169953"/>
                </a:lnTo>
                <a:lnTo>
                  <a:pt x="1181273" y="170369"/>
                </a:lnTo>
                <a:lnTo>
                  <a:pt x="1181750" y="170780"/>
                </a:lnTo>
                <a:lnTo>
                  <a:pt x="1182242" y="171187"/>
                </a:lnTo>
                <a:lnTo>
                  <a:pt x="1182751" y="171590"/>
                </a:lnTo>
                <a:lnTo>
                  <a:pt x="1183277" y="171988"/>
                </a:lnTo>
                <a:lnTo>
                  <a:pt x="1183819" y="172382"/>
                </a:lnTo>
                <a:lnTo>
                  <a:pt x="1184377" y="172772"/>
                </a:lnTo>
                <a:lnTo>
                  <a:pt x="1184952" y="173157"/>
                </a:lnTo>
                <a:lnTo>
                  <a:pt x="1185543" y="173537"/>
                </a:lnTo>
                <a:lnTo>
                  <a:pt x="1186150" y="173913"/>
                </a:lnTo>
                <a:lnTo>
                  <a:pt x="1186774" y="174285"/>
                </a:lnTo>
                <a:lnTo>
                  <a:pt x="1187414" y="174652"/>
                </a:lnTo>
                <a:lnTo>
                  <a:pt x="1188071" y="175014"/>
                </a:lnTo>
                <a:lnTo>
                  <a:pt x="1188744" y="175373"/>
                </a:lnTo>
                <a:lnTo>
                  <a:pt x="1189433" y="175727"/>
                </a:lnTo>
                <a:lnTo>
                  <a:pt x="1189773" y="175895"/>
                </a:lnTo>
                <a:lnTo>
                  <a:pt x="1189268" y="176103"/>
                </a:lnTo>
                <a:lnTo>
                  <a:pt x="1188015" y="176657"/>
                </a:lnTo>
                <a:lnTo>
                  <a:pt x="1186804" y="177229"/>
                </a:lnTo>
                <a:lnTo>
                  <a:pt x="1185636" y="177818"/>
                </a:lnTo>
                <a:lnTo>
                  <a:pt x="1184512" y="178424"/>
                </a:lnTo>
                <a:lnTo>
                  <a:pt x="1183430" y="179049"/>
                </a:lnTo>
                <a:lnTo>
                  <a:pt x="1182392" y="179690"/>
                </a:lnTo>
                <a:lnTo>
                  <a:pt x="1181397" y="180350"/>
                </a:lnTo>
                <a:lnTo>
                  <a:pt x="1180445" y="181027"/>
                </a:lnTo>
                <a:lnTo>
                  <a:pt x="1179535" y="181721"/>
                </a:lnTo>
                <a:lnTo>
                  <a:pt x="1178666" y="182429"/>
                </a:lnTo>
                <a:lnTo>
                  <a:pt x="1177834" y="183147"/>
                </a:lnTo>
                <a:lnTo>
                  <a:pt x="1177039" y="183874"/>
                </a:lnTo>
                <a:lnTo>
                  <a:pt x="1176281" y="184611"/>
                </a:lnTo>
                <a:lnTo>
                  <a:pt x="1175560" y="185358"/>
                </a:lnTo>
                <a:lnTo>
                  <a:pt x="1174876" y="186114"/>
                </a:lnTo>
                <a:lnTo>
                  <a:pt x="1174228" y="186880"/>
                </a:lnTo>
                <a:lnTo>
                  <a:pt x="1173618" y="187655"/>
                </a:lnTo>
                <a:lnTo>
                  <a:pt x="1173045" y="188441"/>
                </a:lnTo>
                <a:lnTo>
                  <a:pt x="1172509" y="189235"/>
                </a:lnTo>
                <a:lnTo>
                  <a:pt x="1172009" y="190040"/>
                </a:lnTo>
                <a:lnTo>
                  <a:pt x="1171547" y="190854"/>
                </a:lnTo>
                <a:lnTo>
                  <a:pt x="1171122" y="191677"/>
                </a:lnTo>
                <a:lnTo>
                  <a:pt x="1170733" y="192510"/>
                </a:lnTo>
                <a:lnTo>
                  <a:pt x="1170382" y="193353"/>
                </a:lnTo>
                <a:lnTo>
                  <a:pt x="1170068" y="194206"/>
                </a:lnTo>
                <a:lnTo>
                  <a:pt x="1169790" y="195068"/>
                </a:lnTo>
                <a:lnTo>
                  <a:pt x="1169550" y="195940"/>
                </a:lnTo>
                <a:lnTo>
                  <a:pt x="1169346" y="196821"/>
                </a:lnTo>
                <a:lnTo>
                  <a:pt x="1169180" y="197712"/>
                </a:lnTo>
                <a:lnTo>
                  <a:pt x="1169051" y="198613"/>
                </a:lnTo>
                <a:lnTo>
                  <a:pt x="1168958" y="199523"/>
                </a:lnTo>
                <a:lnTo>
                  <a:pt x="1168903" y="200443"/>
                </a:lnTo>
                <a:lnTo>
                  <a:pt x="1168884" y="201372"/>
                </a:lnTo>
                <a:lnTo>
                  <a:pt x="1168895" y="202135"/>
                </a:lnTo>
                <a:lnTo>
                  <a:pt x="1168926" y="202894"/>
                </a:lnTo>
                <a:lnTo>
                  <a:pt x="1168979" y="203648"/>
                </a:lnTo>
                <a:lnTo>
                  <a:pt x="1169053" y="204398"/>
                </a:lnTo>
                <a:lnTo>
                  <a:pt x="1169148" y="205144"/>
                </a:lnTo>
                <a:lnTo>
                  <a:pt x="1169263" y="205884"/>
                </a:lnTo>
                <a:lnTo>
                  <a:pt x="1169400" y="206621"/>
                </a:lnTo>
                <a:lnTo>
                  <a:pt x="1169558" y="207353"/>
                </a:lnTo>
                <a:lnTo>
                  <a:pt x="1169737" y="208080"/>
                </a:lnTo>
                <a:lnTo>
                  <a:pt x="1169938" y="208803"/>
                </a:lnTo>
                <a:lnTo>
                  <a:pt x="1170159" y="209522"/>
                </a:lnTo>
                <a:lnTo>
                  <a:pt x="1170401" y="210236"/>
                </a:lnTo>
                <a:lnTo>
                  <a:pt x="1170664" y="210946"/>
                </a:lnTo>
                <a:lnTo>
                  <a:pt x="1170949" y="211651"/>
                </a:lnTo>
                <a:lnTo>
                  <a:pt x="1171254" y="212352"/>
                </a:lnTo>
                <a:lnTo>
                  <a:pt x="1171581" y="213048"/>
                </a:lnTo>
                <a:lnTo>
                  <a:pt x="1171928" y="213740"/>
                </a:lnTo>
                <a:lnTo>
                  <a:pt x="1172297" y="214427"/>
                </a:lnTo>
                <a:lnTo>
                  <a:pt x="1172687" y="215110"/>
                </a:lnTo>
                <a:lnTo>
                  <a:pt x="1173098" y="215788"/>
                </a:lnTo>
                <a:lnTo>
                  <a:pt x="1173529" y="216462"/>
                </a:lnTo>
                <a:lnTo>
                  <a:pt x="1173982" y="217132"/>
                </a:lnTo>
                <a:lnTo>
                  <a:pt x="1174456" y="217797"/>
                </a:lnTo>
                <a:lnTo>
                  <a:pt x="1174951" y="218457"/>
                </a:lnTo>
                <a:lnTo>
                  <a:pt x="1175471" y="219110"/>
                </a:lnTo>
                <a:lnTo>
                  <a:pt x="1176017" y="219753"/>
                </a:lnTo>
                <a:lnTo>
                  <a:pt x="1176590" y="220385"/>
                </a:lnTo>
                <a:lnTo>
                  <a:pt x="1177191" y="221006"/>
                </a:lnTo>
                <a:lnTo>
                  <a:pt x="1177819" y="221617"/>
                </a:lnTo>
                <a:lnTo>
                  <a:pt x="1178474" y="222217"/>
                </a:lnTo>
                <a:lnTo>
                  <a:pt x="1179156" y="222807"/>
                </a:lnTo>
                <a:lnTo>
                  <a:pt x="1179865" y="223386"/>
                </a:lnTo>
                <a:lnTo>
                  <a:pt x="1180601" y="223955"/>
                </a:lnTo>
                <a:lnTo>
                  <a:pt x="1181365" y="224513"/>
                </a:lnTo>
                <a:lnTo>
                  <a:pt x="1182156" y="225061"/>
                </a:lnTo>
                <a:lnTo>
                  <a:pt x="1182974" y="225598"/>
                </a:lnTo>
                <a:lnTo>
                  <a:pt x="1183819" y="226124"/>
                </a:lnTo>
                <a:lnTo>
                  <a:pt x="1184691" y="226640"/>
                </a:lnTo>
                <a:lnTo>
                  <a:pt x="1185590" y="227146"/>
                </a:lnTo>
                <a:lnTo>
                  <a:pt x="1186517" y="227640"/>
                </a:lnTo>
                <a:lnTo>
                  <a:pt x="1187470" y="228125"/>
                </a:lnTo>
                <a:lnTo>
                  <a:pt x="1188451" y="228599"/>
                </a:lnTo>
                <a:lnTo>
                  <a:pt x="1189459" y="229062"/>
                </a:lnTo>
                <a:lnTo>
                  <a:pt x="1190494" y="229514"/>
                </a:lnTo>
                <a:lnTo>
                  <a:pt x="1191556" y="229956"/>
                </a:lnTo>
                <a:lnTo>
                  <a:pt x="1192646" y="230388"/>
                </a:lnTo>
                <a:lnTo>
                  <a:pt x="1193762" y="230809"/>
                </a:lnTo>
                <a:lnTo>
                  <a:pt x="1194906" y="231219"/>
                </a:lnTo>
                <a:lnTo>
                  <a:pt x="1196080" y="231616"/>
                </a:lnTo>
                <a:lnTo>
                  <a:pt x="1197288" y="231996"/>
                </a:lnTo>
                <a:lnTo>
                  <a:pt x="1198529" y="232359"/>
                </a:lnTo>
                <a:lnTo>
                  <a:pt x="1199804" y="232705"/>
                </a:lnTo>
                <a:lnTo>
                  <a:pt x="1201113" y="233034"/>
                </a:lnTo>
                <a:lnTo>
                  <a:pt x="1202456" y="233347"/>
                </a:lnTo>
                <a:lnTo>
                  <a:pt x="1203832" y="233642"/>
                </a:lnTo>
                <a:lnTo>
                  <a:pt x="1205242" y="233921"/>
                </a:lnTo>
                <a:lnTo>
                  <a:pt x="1206686" y="234182"/>
                </a:lnTo>
                <a:lnTo>
                  <a:pt x="1208164" y="234427"/>
                </a:lnTo>
                <a:lnTo>
                  <a:pt x="1209675" y="234655"/>
                </a:lnTo>
                <a:lnTo>
                  <a:pt x="1211220" y="234866"/>
                </a:lnTo>
                <a:lnTo>
                  <a:pt x="1212798" y="235060"/>
                </a:lnTo>
                <a:lnTo>
                  <a:pt x="1214411" y="235238"/>
                </a:lnTo>
                <a:lnTo>
                  <a:pt x="1216057" y="235398"/>
                </a:lnTo>
                <a:lnTo>
                  <a:pt x="1217736" y="235541"/>
                </a:lnTo>
                <a:lnTo>
                  <a:pt x="1219450" y="235668"/>
                </a:lnTo>
                <a:lnTo>
                  <a:pt x="1221197" y="235778"/>
                </a:lnTo>
                <a:lnTo>
                  <a:pt x="1222978" y="235871"/>
                </a:lnTo>
                <a:lnTo>
                  <a:pt x="1224792" y="235947"/>
                </a:lnTo>
                <a:lnTo>
                  <a:pt x="1226641" y="236006"/>
                </a:lnTo>
                <a:lnTo>
                  <a:pt x="1228523" y="236048"/>
                </a:lnTo>
                <a:lnTo>
                  <a:pt x="1230438" y="236073"/>
                </a:lnTo>
                <a:lnTo>
                  <a:pt x="1232388" y="236082"/>
                </a:lnTo>
                <a:lnTo>
                  <a:pt x="1235102" y="236061"/>
                </a:lnTo>
                <a:lnTo>
                  <a:pt x="1237762" y="236001"/>
                </a:lnTo>
                <a:lnTo>
                  <a:pt x="1240368" y="235900"/>
                </a:lnTo>
                <a:lnTo>
                  <a:pt x="1242919" y="235759"/>
                </a:lnTo>
                <a:lnTo>
                  <a:pt x="1245416" y="235577"/>
                </a:lnTo>
                <a:lnTo>
                  <a:pt x="1247859" y="235356"/>
                </a:lnTo>
                <a:lnTo>
                  <a:pt x="1250247" y="235093"/>
                </a:lnTo>
                <a:lnTo>
                  <a:pt x="1252582" y="234791"/>
                </a:lnTo>
                <a:lnTo>
                  <a:pt x="1254862" y="234448"/>
                </a:lnTo>
                <a:lnTo>
                  <a:pt x="1257087" y="234065"/>
                </a:lnTo>
                <a:lnTo>
                  <a:pt x="1259258" y="233641"/>
                </a:lnTo>
                <a:lnTo>
                  <a:pt x="1261375" y="233178"/>
                </a:lnTo>
                <a:lnTo>
                  <a:pt x="1263438" y="232673"/>
                </a:lnTo>
                <a:lnTo>
                  <a:pt x="1265446" y="232129"/>
                </a:lnTo>
                <a:lnTo>
                  <a:pt x="1267400" y="231544"/>
                </a:lnTo>
                <a:lnTo>
                  <a:pt x="1269300" y="230919"/>
                </a:lnTo>
                <a:lnTo>
                  <a:pt x="1271146" y="230253"/>
                </a:lnTo>
                <a:lnTo>
                  <a:pt x="1272937" y="229548"/>
                </a:lnTo>
                <a:lnTo>
                  <a:pt x="1274674" y="228801"/>
                </a:lnTo>
                <a:lnTo>
                  <a:pt x="1276356" y="228015"/>
                </a:lnTo>
                <a:lnTo>
                  <a:pt x="1277984" y="227188"/>
                </a:lnTo>
                <a:lnTo>
                  <a:pt x="1279558" y="226321"/>
                </a:lnTo>
                <a:lnTo>
                  <a:pt x="1281078" y="225413"/>
                </a:lnTo>
                <a:lnTo>
                  <a:pt x="1282543" y="224465"/>
                </a:lnTo>
                <a:lnTo>
                  <a:pt x="1283951" y="223485"/>
                </a:lnTo>
                <a:lnTo>
                  <a:pt x="1285300" y="222479"/>
                </a:lnTo>
                <a:lnTo>
                  <a:pt x="1286588" y="221448"/>
                </a:lnTo>
                <a:lnTo>
                  <a:pt x="1287816" y="220392"/>
                </a:lnTo>
                <a:lnTo>
                  <a:pt x="1288985" y="219310"/>
                </a:lnTo>
                <a:lnTo>
                  <a:pt x="1290093" y="218203"/>
                </a:lnTo>
                <a:lnTo>
                  <a:pt x="1291142" y="217071"/>
                </a:lnTo>
                <a:lnTo>
                  <a:pt x="1292131" y="215913"/>
                </a:lnTo>
                <a:lnTo>
                  <a:pt x="1293060" y="214730"/>
                </a:lnTo>
                <a:lnTo>
                  <a:pt x="1293929" y="213522"/>
                </a:lnTo>
                <a:lnTo>
                  <a:pt x="1294737" y="212288"/>
                </a:lnTo>
                <a:lnTo>
                  <a:pt x="1295487" y="211029"/>
                </a:lnTo>
                <a:lnTo>
                  <a:pt x="1296176" y="209745"/>
                </a:lnTo>
                <a:lnTo>
                  <a:pt x="1296805" y="208435"/>
                </a:lnTo>
                <a:lnTo>
                  <a:pt x="1297374" y="207100"/>
                </a:lnTo>
                <a:lnTo>
                  <a:pt x="1297883" y="205740"/>
                </a:lnTo>
                <a:lnTo>
                  <a:pt x="1298333" y="204354"/>
                </a:lnTo>
                <a:lnTo>
                  <a:pt x="1298722" y="202943"/>
                </a:lnTo>
                <a:lnTo>
                  <a:pt x="1299052" y="201506"/>
                </a:lnTo>
                <a:lnTo>
                  <a:pt x="1299322" y="200045"/>
                </a:lnTo>
                <a:lnTo>
                  <a:pt x="1299531" y="198557"/>
                </a:lnTo>
                <a:lnTo>
                  <a:pt x="1299681" y="197045"/>
                </a:lnTo>
                <a:lnTo>
                  <a:pt x="1299771" y="195507"/>
                </a:lnTo>
                <a:lnTo>
                  <a:pt x="1299801" y="193944"/>
                </a:lnTo>
                <a:lnTo>
                  <a:pt x="1299775" y="192407"/>
                </a:lnTo>
                <a:lnTo>
                  <a:pt x="1299697" y="190904"/>
                </a:lnTo>
                <a:lnTo>
                  <a:pt x="1299566" y="189434"/>
                </a:lnTo>
                <a:lnTo>
                  <a:pt x="1299383" y="187997"/>
                </a:lnTo>
                <a:lnTo>
                  <a:pt x="1299148" y="186594"/>
                </a:lnTo>
                <a:lnTo>
                  <a:pt x="1298861" y="185224"/>
                </a:lnTo>
                <a:lnTo>
                  <a:pt x="1298522" y="183887"/>
                </a:lnTo>
                <a:lnTo>
                  <a:pt x="1298131" y="182584"/>
                </a:lnTo>
                <a:lnTo>
                  <a:pt x="1297687" y="181313"/>
                </a:lnTo>
                <a:lnTo>
                  <a:pt x="1297191" y="180077"/>
                </a:lnTo>
                <a:lnTo>
                  <a:pt x="1296643" y="178873"/>
                </a:lnTo>
                <a:lnTo>
                  <a:pt x="1296043" y="177703"/>
                </a:lnTo>
                <a:lnTo>
                  <a:pt x="1295390" y="176566"/>
                </a:lnTo>
                <a:lnTo>
                  <a:pt x="1294686" y="175462"/>
                </a:lnTo>
                <a:lnTo>
                  <a:pt x="1293929" y="174392"/>
                </a:lnTo>
                <a:lnTo>
                  <a:pt x="1293120" y="173355"/>
                </a:lnTo>
                <a:lnTo>
                  <a:pt x="1292258" y="172351"/>
                </a:lnTo>
                <a:lnTo>
                  <a:pt x="1291345" y="171381"/>
                </a:lnTo>
                <a:lnTo>
                  <a:pt x="1290379" y="170444"/>
                </a:lnTo>
                <a:lnTo>
                  <a:pt x="1289361" y="169540"/>
                </a:lnTo>
                <a:lnTo>
                  <a:pt x="1288291" y="168670"/>
                </a:lnTo>
                <a:lnTo>
                  <a:pt x="1287169" y="167833"/>
                </a:lnTo>
                <a:lnTo>
                  <a:pt x="1285994" y="167029"/>
                </a:lnTo>
                <a:lnTo>
                  <a:pt x="1284768" y="166258"/>
                </a:lnTo>
                <a:lnTo>
                  <a:pt x="1283484" y="165520"/>
                </a:lnTo>
                <a:lnTo>
                  <a:pt x="1282139" y="164813"/>
                </a:lnTo>
                <a:lnTo>
                  <a:pt x="1280732" y="164137"/>
                </a:lnTo>
                <a:lnTo>
                  <a:pt x="1279264" y="163493"/>
                </a:lnTo>
                <a:lnTo>
                  <a:pt x="1277734" y="162880"/>
                </a:lnTo>
                <a:lnTo>
                  <a:pt x="1276143" y="162299"/>
                </a:lnTo>
                <a:lnTo>
                  <a:pt x="1274490" y="161749"/>
                </a:lnTo>
                <a:lnTo>
                  <a:pt x="1272776" y="161230"/>
                </a:lnTo>
                <a:lnTo>
                  <a:pt x="1271000" y="160743"/>
                </a:lnTo>
                <a:lnTo>
                  <a:pt x="1269162" y="160288"/>
                </a:lnTo>
                <a:lnTo>
                  <a:pt x="1267263" y="159863"/>
                </a:lnTo>
                <a:lnTo>
                  <a:pt x="1265302" y="159471"/>
                </a:lnTo>
                <a:lnTo>
                  <a:pt x="1263280" y="159109"/>
                </a:lnTo>
                <a:lnTo>
                  <a:pt x="1261196" y="158779"/>
                </a:lnTo>
                <a:lnTo>
                  <a:pt x="1259051" y="158481"/>
                </a:lnTo>
                <a:lnTo>
                  <a:pt x="1256844" y="158214"/>
                </a:lnTo>
                <a:lnTo>
                  <a:pt x="1254575" y="157978"/>
                </a:lnTo>
                <a:lnTo>
                  <a:pt x="1252245" y="157774"/>
                </a:lnTo>
                <a:lnTo>
                  <a:pt x="1249853" y="157601"/>
                </a:lnTo>
                <a:lnTo>
                  <a:pt x="1247400" y="157459"/>
                </a:lnTo>
                <a:lnTo>
                  <a:pt x="1244885" y="157349"/>
                </a:lnTo>
                <a:lnTo>
                  <a:pt x="1242309" y="157271"/>
                </a:lnTo>
                <a:lnTo>
                  <a:pt x="1239671" y="157224"/>
                </a:lnTo>
                <a:lnTo>
                  <a:pt x="1236972" y="157208"/>
                </a:lnTo>
                <a:lnTo>
                  <a:pt x="1233736" y="157208"/>
                </a:lnTo>
                <a:lnTo>
                  <a:pt x="1232689" y="157206"/>
                </a:lnTo>
                <a:lnTo>
                  <a:pt x="1231661" y="157202"/>
                </a:lnTo>
                <a:lnTo>
                  <a:pt x="1230653" y="157194"/>
                </a:lnTo>
                <a:lnTo>
                  <a:pt x="1229663" y="157184"/>
                </a:lnTo>
                <a:lnTo>
                  <a:pt x="1228692" y="157170"/>
                </a:lnTo>
                <a:lnTo>
                  <a:pt x="1227740" y="157153"/>
                </a:lnTo>
                <a:lnTo>
                  <a:pt x="1226807" y="157133"/>
                </a:lnTo>
                <a:lnTo>
                  <a:pt x="1225893" y="157111"/>
                </a:lnTo>
                <a:lnTo>
                  <a:pt x="1224998" y="157085"/>
                </a:lnTo>
                <a:lnTo>
                  <a:pt x="1224122" y="157056"/>
                </a:lnTo>
                <a:lnTo>
                  <a:pt x="1223265" y="157024"/>
                </a:lnTo>
                <a:lnTo>
                  <a:pt x="1222427" y="156989"/>
                </a:lnTo>
                <a:lnTo>
                  <a:pt x="1221608" y="156951"/>
                </a:lnTo>
                <a:lnTo>
                  <a:pt x="1220808" y="156910"/>
                </a:lnTo>
                <a:lnTo>
                  <a:pt x="1220027" y="156866"/>
                </a:lnTo>
                <a:lnTo>
                  <a:pt x="1219264" y="156819"/>
                </a:lnTo>
                <a:lnTo>
                  <a:pt x="1218521" y="156768"/>
                </a:lnTo>
                <a:lnTo>
                  <a:pt x="1217797" y="156715"/>
                </a:lnTo>
                <a:lnTo>
                  <a:pt x="1217091" y="156659"/>
                </a:lnTo>
                <a:lnTo>
                  <a:pt x="1216405" y="156599"/>
                </a:lnTo>
                <a:lnTo>
                  <a:pt x="1215738" y="156537"/>
                </a:lnTo>
                <a:lnTo>
                  <a:pt x="1215089" y="156472"/>
                </a:lnTo>
                <a:lnTo>
                  <a:pt x="1214459" y="156403"/>
                </a:lnTo>
                <a:lnTo>
                  <a:pt x="1213849" y="156332"/>
                </a:lnTo>
                <a:lnTo>
                  <a:pt x="1213255" y="156257"/>
                </a:lnTo>
                <a:lnTo>
                  <a:pt x="1212677" y="156179"/>
                </a:lnTo>
                <a:lnTo>
                  <a:pt x="1212113" y="156099"/>
                </a:lnTo>
                <a:lnTo>
                  <a:pt x="1211564" y="156015"/>
                </a:lnTo>
                <a:lnTo>
                  <a:pt x="1211031" y="155928"/>
                </a:lnTo>
                <a:lnTo>
                  <a:pt x="1210512" y="155839"/>
                </a:lnTo>
                <a:lnTo>
                  <a:pt x="1210008" y="155746"/>
                </a:lnTo>
                <a:lnTo>
                  <a:pt x="1209519" y="155650"/>
                </a:lnTo>
                <a:lnTo>
                  <a:pt x="1209046" y="155551"/>
                </a:lnTo>
                <a:lnTo>
                  <a:pt x="1208587" y="155449"/>
                </a:lnTo>
                <a:lnTo>
                  <a:pt x="1208143" y="155344"/>
                </a:lnTo>
                <a:lnTo>
                  <a:pt x="1207714" y="155236"/>
                </a:lnTo>
                <a:lnTo>
                  <a:pt x="1207300" y="155125"/>
                </a:lnTo>
                <a:lnTo>
                  <a:pt x="1206902" y="155011"/>
                </a:lnTo>
                <a:lnTo>
                  <a:pt x="1206518" y="154894"/>
                </a:lnTo>
                <a:lnTo>
                  <a:pt x="1206149" y="154774"/>
                </a:lnTo>
                <a:lnTo>
                  <a:pt x="1205795" y="154650"/>
                </a:lnTo>
                <a:lnTo>
                  <a:pt x="1205456" y="154524"/>
                </a:lnTo>
                <a:lnTo>
                  <a:pt x="1205132" y="154395"/>
                </a:lnTo>
                <a:lnTo>
                  <a:pt x="1204823" y="154262"/>
                </a:lnTo>
                <a:lnTo>
                  <a:pt x="1204529" y="154127"/>
                </a:lnTo>
                <a:lnTo>
                  <a:pt x="1204250" y="153989"/>
                </a:lnTo>
                <a:lnTo>
                  <a:pt x="1203986" y="153847"/>
                </a:lnTo>
                <a:lnTo>
                  <a:pt x="1203737" y="153703"/>
                </a:lnTo>
                <a:lnTo>
                  <a:pt x="1203500" y="153555"/>
                </a:lnTo>
                <a:lnTo>
                  <a:pt x="1203274" y="153405"/>
                </a:lnTo>
                <a:lnTo>
                  <a:pt x="1203057" y="153252"/>
                </a:lnTo>
                <a:lnTo>
                  <a:pt x="1202851" y="153096"/>
                </a:lnTo>
                <a:lnTo>
                  <a:pt x="1202655" y="152937"/>
                </a:lnTo>
                <a:lnTo>
                  <a:pt x="1202469" y="152776"/>
                </a:lnTo>
                <a:lnTo>
                  <a:pt x="1202293" y="152611"/>
                </a:lnTo>
                <a:lnTo>
                  <a:pt x="1202126" y="152444"/>
                </a:lnTo>
                <a:lnTo>
                  <a:pt x="1201970" y="152274"/>
                </a:lnTo>
                <a:lnTo>
                  <a:pt x="1201825" y="152101"/>
                </a:lnTo>
                <a:lnTo>
                  <a:pt x="1201689" y="151926"/>
                </a:lnTo>
                <a:lnTo>
                  <a:pt x="1201563" y="151748"/>
                </a:lnTo>
                <a:lnTo>
                  <a:pt x="1201447" y="151566"/>
                </a:lnTo>
                <a:lnTo>
                  <a:pt x="1201341" y="151382"/>
                </a:lnTo>
                <a:lnTo>
                  <a:pt x="1201246" y="151196"/>
                </a:lnTo>
                <a:lnTo>
                  <a:pt x="1201160" y="151006"/>
                </a:lnTo>
                <a:lnTo>
                  <a:pt x="1201085" y="150814"/>
                </a:lnTo>
                <a:lnTo>
                  <a:pt x="1201019" y="150618"/>
                </a:lnTo>
                <a:lnTo>
                  <a:pt x="1200964" y="150420"/>
                </a:lnTo>
                <a:lnTo>
                  <a:pt x="1200919" y="150219"/>
                </a:lnTo>
                <a:lnTo>
                  <a:pt x="1200883" y="150016"/>
                </a:lnTo>
                <a:lnTo>
                  <a:pt x="1200858" y="149809"/>
                </a:lnTo>
                <a:lnTo>
                  <a:pt x="1200843" y="149600"/>
                </a:lnTo>
                <a:lnTo>
                  <a:pt x="1200838" y="149388"/>
                </a:lnTo>
                <a:lnTo>
                  <a:pt x="1200847" y="149087"/>
                </a:lnTo>
                <a:lnTo>
                  <a:pt x="1200872" y="148789"/>
                </a:lnTo>
                <a:lnTo>
                  <a:pt x="1200914" y="148496"/>
                </a:lnTo>
                <a:lnTo>
                  <a:pt x="1200973" y="148206"/>
                </a:lnTo>
                <a:lnTo>
                  <a:pt x="1201049" y="147921"/>
                </a:lnTo>
                <a:lnTo>
                  <a:pt x="1201141" y="147640"/>
                </a:lnTo>
                <a:lnTo>
                  <a:pt x="1201251" y="147362"/>
                </a:lnTo>
                <a:lnTo>
                  <a:pt x="1201377" y="147089"/>
                </a:lnTo>
                <a:lnTo>
                  <a:pt x="1201521" y="146819"/>
                </a:lnTo>
                <a:lnTo>
                  <a:pt x="1201681" y="146553"/>
                </a:lnTo>
                <a:lnTo>
                  <a:pt x="1201858" y="146292"/>
                </a:lnTo>
                <a:lnTo>
                  <a:pt x="1202052" y="146034"/>
                </a:lnTo>
                <a:lnTo>
                  <a:pt x="1202262" y="145781"/>
                </a:lnTo>
                <a:lnTo>
                  <a:pt x="1202490" y="145531"/>
                </a:lnTo>
                <a:lnTo>
                  <a:pt x="1202734" y="145285"/>
                </a:lnTo>
                <a:lnTo>
                  <a:pt x="1202995" y="145044"/>
                </a:lnTo>
                <a:lnTo>
                  <a:pt x="1203273" y="144806"/>
                </a:lnTo>
                <a:lnTo>
                  <a:pt x="1203568" y="144572"/>
                </a:lnTo>
                <a:lnTo>
                  <a:pt x="1203880" y="144342"/>
                </a:lnTo>
                <a:lnTo>
                  <a:pt x="1204209" y="144117"/>
                </a:lnTo>
                <a:lnTo>
                  <a:pt x="1204554" y="143895"/>
                </a:lnTo>
                <a:lnTo>
                  <a:pt x="1204917" y="143677"/>
                </a:lnTo>
                <a:lnTo>
                  <a:pt x="1205296" y="143463"/>
                </a:lnTo>
                <a:lnTo>
                  <a:pt x="1205692" y="143253"/>
                </a:lnTo>
                <a:lnTo>
                  <a:pt x="1206101" y="143047"/>
                </a:lnTo>
                <a:lnTo>
                  <a:pt x="1206518" y="142843"/>
                </a:lnTo>
                <a:lnTo>
                  <a:pt x="1206943" y="142641"/>
                </a:lnTo>
                <a:lnTo>
                  <a:pt x="1207377" y="142443"/>
                </a:lnTo>
                <a:lnTo>
                  <a:pt x="1207820" y="142246"/>
                </a:lnTo>
                <a:lnTo>
                  <a:pt x="1208270" y="142053"/>
                </a:lnTo>
                <a:lnTo>
                  <a:pt x="1208730" y="141862"/>
                </a:lnTo>
                <a:lnTo>
                  <a:pt x="1209197" y="141673"/>
                </a:lnTo>
                <a:lnTo>
                  <a:pt x="1209673" y="141487"/>
                </a:lnTo>
                <a:lnTo>
                  <a:pt x="1210158" y="141304"/>
                </a:lnTo>
                <a:lnTo>
                  <a:pt x="1210651" y="141123"/>
                </a:lnTo>
                <a:lnTo>
                  <a:pt x="1210939" y="141020"/>
                </a:lnTo>
                <a:lnTo>
                  <a:pt x="1210987" y="141033"/>
                </a:lnTo>
                <a:lnTo>
                  <a:pt x="1212223" y="141329"/>
                </a:lnTo>
                <a:lnTo>
                  <a:pt x="1213478" y="141604"/>
                </a:lnTo>
                <a:lnTo>
                  <a:pt x="1214751" y="141857"/>
                </a:lnTo>
                <a:lnTo>
                  <a:pt x="1216043" y="142087"/>
                </a:lnTo>
                <a:lnTo>
                  <a:pt x="1217352" y="142296"/>
                </a:lnTo>
                <a:lnTo>
                  <a:pt x="1218680" y="142483"/>
                </a:lnTo>
                <a:lnTo>
                  <a:pt x="1220026" y="142648"/>
                </a:lnTo>
                <a:lnTo>
                  <a:pt x="1221391" y="142790"/>
                </a:lnTo>
                <a:lnTo>
                  <a:pt x="1222773" y="142911"/>
                </a:lnTo>
                <a:lnTo>
                  <a:pt x="1224174" y="143010"/>
                </a:lnTo>
                <a:lnTo>
                  <a:pt x="1225594" y="143087"/>
                </a:lnTo>
                <a:lnTo>
                  <a:pt x="1227031" y="143142"/>
                </a:lnTo>
                <a:lnTo>
                  <a:pt x="1228487" y="143175"/>
                </a:lnTo>
                <a:lnTo>
                  <a:pt x="1229961" y="143186"/>
                </a:lnTo>
                <a:lnTo>
                  <a:pt x="1231534" y="143175"/>
                </a:lnTo>
                <a:lnTo>
                  <a:pt x="1233084" y="143143"/>
                </a:lnTo>
                <a:lnTo>
                  <a:pt x="1234611" y="143089"/>
                </a:lnTo>
                <a:lnTo>
                  <a:pt x="1236116" y="143014"/>
                </a:lnTo>
                <a:lnTo>
                  <a:pt x="1237598" y="142917"/>
                </a:lnTo>
                <a:lnTo>
                  <a:pt x="1239057" y="142799"/>
                </a:lnTo>
                <a:lnTo>
                  <a:pt x="1240494" y="142659"/>
                </a:lnTo>
                <a:lnTo>
                  <a:pt x="1241908" y="142498"/>
                </a:lnTo>
                <a:lnTo>
                  <a:pt x="1243299" y="142315"/>
                </a:lnTo>
                <a:lnTo>
                  <a:pt x="1244668" y="142111"/>
                </a:lnTo>
                <a:lnTo>
                  <a:pt x="1246013" y="141885"/>
                </a:lnTo>
                <a:lnTo>
                  <a:pt x="1247336" y="141638"/>
                </a:lnTo>
                <a:lnTo>
                  <a:pt x="1248637" y="141369"/>
                </a:lnTo>
                <a:lnTo>
                  <a:pt x="1249915" y="141078"/>
                </a:lnTo>
                <a:lnTo>
                  <a:pt x="1251170" y="140767"/>
                </a:lnTo>
                <a:lnTo>
                  <a:pt x="1252402" y="140433"/>
                </a:lnTo>
                <a:lnTo>
                  <a:pt x="1253611" y="140078"/>
                </a:lnTo>
                <a:lnTo>
                  <a:pt x="1254798" y="139702"/>
                </a:lnTo>
                <a:lnTo>
                  <a:pt x="1255962" y="139304"/>
                </a:lnTo>
                <a:lnTo>
                  <a:pt x="1257104" y="138885"/>
                </a:lnTo>
                <a:lnTo>
                  <a:pt x="1258223" y="138444"/>
                </a:lnTo>
                <a:lnTo>
                  <a:pt x="1259319" y="137982"/>
                </a:lnTo>
                <a:lnTo>
                  <a:pt x="1260392" y="137498"/>
                </a:lnTo>
                <a:lnTo>
                  <a:pt x="1261443" y="136992"/>
                </a:lnTo>
                <a:lnTo>
                  <a:pt x="1262471" y="136469"/>
                </a:lnTo>
                <a:lnTo>
                  <a:pt x="1263478" y="135931"/>
                </a:lnTo>
                <a:lnTo>
                  <a:pt x="1264464" y="135379"/>
                </a:lnTo>
                <a:lnTo>
                  <a:pt x="1265428" y="134812"/>
                </a:lnTo>
                <a:lnTo>
                  <a:pt x="1266370" y="134231"/>
                </a:lnTo>
                <a:lnTo>
                  <a:pt x="1267291" y="133635"/>
                </a:lnTo>
                <a:lnTo>
                  <a:pt x="1268190" y="133025"/>
                </a:lnTo>
                <a:lnTo>
                  <a:pt x="1269068" y="132400"/>
                </a:lnTo>
                <a:lnTo>
                  <a:pt x="1269924" y="131761"/>
                </a:lnTo>
                <a:lnTo>
                  <a:pt x="1270759" y="131107"/>
                </a:lnTo>
                <a:lnTo>
                  <a:pt x="1271572" y="130439"/>
                </a:lnTo>
                <a:lnTo>
                  <a:pt x="1272364" y="129756"/>
                </a:lnTo>
                <a:lnTo>
                  <a:pt x="1273134" y="129059"/>
                </a:lnTo>
                <a:lnTo>
                  <a:pt x="1273882" y="128347"/>
                </a:lnTo>
                <a:lnTo>
                  <a:pt x="1274609" y="127621"/>
                </a:lnTo>
                <a:lnTo>
                  <a:pt x="1275315" y="126880"/>
                </a:lnTo>
                <a:lnTo>
                  <a:pt x="1275999" y="126125"/>
                </a:lnTo>
                <a:lnTo>
                  <a:pt x="1276661" y="125356"/>
                </a:lnTo>
                <a:lnTo>
                  <a:pt x="1277302" y="124572"/>
                </a:lnTo>
                <a:lnTo>
                  <a:pt x="1277922" y="123773"/>
                </a:lnTo>
                <a:lnTo>
                  <a:pt x="1278519" y="122960"/>
                </a:lnTo>
                <a:lnTo>
                  <a:pt x="1279096" y="122133"/>
                </a:lnTo>
                <a:lnTo>
                  <a:pt x="1279650" y="121290"/>
                </a:lnTo>
                <a:lnTo>
                  <a:pt x="1280184" y="120434"/>
                </a:lnTo>
                <a:lnTo>
                  <a:pt x="1280695" y="119567"/>
                </a:lnTo>
                <a:lnTo>
                  <a:pt x="1281185" y="118693"/>
                </a:lnTo>
                <a:lnTo>
                  <a:pt x="1281653" y="117813"/>
                </a:lnTo>
                <a:lnTo>
                  <a:pt x="1282099" y="116927"/>
                </a:lnTo>
                <a:lnTo>
                  <a:pt x="1282524" y="116033"/>
                </a:lnTo>
                <a:lnTo>
                  <a:pt x="1282927" y="115134"/>
                </a:lnTo>
                <a:lnTo>
                  <a:pt x="1283308" y="114227"/>
                </a:lnTo>
                <a:lnTo>
                  <a:pt x="1283667" y="113314"/>
                </a:lnTo>
                <a:lnTo>
                  <a:pt x="1284004" y="112395"/>
                </a:lnTo>
                <a:lnTo>
                  <a:pt x="1284320" y="111469"/>
                </a:lnTo>
                <a:lnTo>
                  <a:pt x="1284614" y="110536"/>
                </a:lnTo>
                <a:lnTo>
                  <a:pt x="1284886" y="109597"/>
                </a:lnTo>
                <a:lnTo>
                  <a:pt x="1285136" y="108652"/>
                </a:lnTo>
                <a:lnTo>
                  <a:pt x="1285365" y="107699"/>
                </a:lnTo>
                <a:lnTo>
                  <a:pt x="1285571" y="106741"/>
                </a:lnTo>
                <a:lnTo>
                  <a:pt x="1285757" y="105775"/>
                </a:lnTo>
                <a:lnTo>
                  <a:pt x="1285920" y="104803"/>
                </a:lnTo>
                <a:lnTo>
                  <a:pt x="1286061" y="103825"/>
                </a:lnTo>
                <a:lnTo>
                  <a:pt x="1286181" y="102840"/>
                </a:lnTo>
                <a:lnTo>
                  <a:pt x="1286279" y="101849"/>
                </a:lnTo>
                <a:lnTo>
                  <a:pt x="1286355" y="100850"/>
                </a:lnTo>
                <a:lnTo>
                  <a:pt x="1286410" y="99846"/>
                </a:lnTo>
                <a:lnTo>
                  <a:pt x="1286442" y="98835"/>
                </a:lnTo>
                <a:lnTo>
                  <a:pt x="1286453" y="97817"/>
                </a:lnTo>
                <a:lnTo>
                  <a:pt x="1286442" y="96755"/>
                </a:lnTo>
                <a:lnTo>
                  <a:pt x="1286411" y="95702"/>
                </a:lnTo>
                <a:lnTo>
                  <a:pt x="1286357" y="94658"/>
                </a:lnTo>
                <a:lnTo>
                  <a:pt x="1286283" y="93622"/>
                </a:lnTo>
                <a:lnTo>
                  <a:pt x="1286187" y="92595"/>
                </a:lnTo>
                <a:lnTo>
                  <a:pt x="1286070" y="91577"/>
                </a:lnTo>
                <a:lnTo>
                  <a:pt x="1285931" y="90567"/>
                </a:lnTo>
                <a:lnTo>
                  <a:pt x="1285771" y="89566"/>
                </a:lnTo>
                <a:lnTo>
                  <a:pt x="1285590" y="88574"/>
                </a:lnTo>
                <a:lnTo>
                  <a:pt x="1285388" y="87590"/>
                </a:lnTo>
                <a:lnTo>
                  <a:pt x="1285164" y="86615"/>
                </a:lnTo>
                <a:lnTo>
                  <a:pt x="1284919" y="85649"/>
                </a:lnTo>
                <a:lnTo>
                  <a:pt x="1284653" y="84691"/>
                </a:lnTo>
                <a:lnTo>
                  <a:pt x="1284366" y="83742"/>
                </a:lnTo>
                <a:lnTo>
                  <a:pt x="1284057" y="82802"/>
                </a:lnTo>
                <a:lnTo>
                  <a:pt x="1283727" y="81870"/>
                </a:lnTo>
                <a:lnTo>
                  <a:pt x="1283375" y="80947"/>
                </a:lnTo>
                <a:lnTo>
                  <a:pt x="1283002" y="80032"/>
                </a:lnTo>
                <a:lnTo>
                  <a:pt x="1282608" y="79127"/>
                </a:lnTo>
                <a:lnTo>
                  <a:pt x="1282193" y="78229"/>
                </a:lnTo>
                <a:lnTo>
                  <a:pt x="1281756" y="77341"/>
                </a:lnTo>
                <a:lnTo>
                  <a:pt x="1281298" y="76461"/>
                </a:lnTo>
                <a:lnTo>
                  <a:pt x="1280819" y="75590"/>
                </a:lnTo>
                <a:lnTo>
                  <a:pt x="1280318" y="74728"/>
                </a:lnTo>
                <a:lnTo>
                  <a:pt x="1279797" y="73877"/>
                </a:lnTo>
                <a:lnTo>
                  <a:pt x="1279253" y="73040"/>
                </a:lnTo>
                <a:lnTo>
                  <a:pt x="1278688" y="72218"/>
                </a:lnTo>
                <a:lnTo>
                  <a:pt x="1278101" y="71409"/>
                </a:lnTo>
                <a:lnTo>
                  <a:pt x="1277493" y="70615"/>
                </a:lnTo>
                <a:lnTo>
                  <a:pt x="1276864" y="69836"/>
                </a:lnTo>
                <a:lnTo>
                  <a:pt x="1276212" y="69070"/>
                </a:lnTo>
                <a:lnTo>
                  <a:pt x="1275540" y="68319"/>
                </a:lnTo>
                <a:lnTo>
                  <a:pt x="1274845" y="67582"/>
                </a:lnTo>
                <a:lnTo>
                  <a:pt x="1274130" y="66859"/>
                </a:lnTo>
                <a:lnTo>
                  <a:pt x="1273392" y="66151"/>
                </a:lnTo>
                <a:lnTo>
                  <a:pt x="1272907" y="65707"/>
                </a:lnTo>
                <a:lnTo>
                  <a:pt x="1272987" y="65644"/>
                </a:lnTo>
                <a:lnTo>
                  <a:pt x="1273537" y="65247"/>
                </a:lnTo>
                <a:lnTo>
                  <a:pt x="1274102" y="64870"/>
                </a:lnTo>
                <a:lnTo>
                  <a:pt x="1274682" y="64514"/>
                </a:lnTo>
                <a:lnTo>
                  <a:pt x="1275277" y="64178"/>
                </a:lnTo>
                <a:lnTo>
                  <a:pt x="1275888" y="63862"/>
                </a:lnTo>
                <a:lnTo>
                  <a:pt x="1276514" y="63567"/>
                </a:lnTo>
                <a:lnTo>
                  <a:pt x="1277155" y="63292"/>
                </a:lnTo>
                <a:lnTo>
                  <a:pt x="1277811" y="63037"/>
                </a:lnTo>
                <a:lnTo>
                  <a:pt x="1278483" y="62803"/>
                </a:lnTo>
                <a:lnTo>
                  <a:pt x="1279169" y="62589"/>
                </a:lnTo>
                <a:lnTo>
                  <a:pt x="1279871" y="62396"/>
                </a:lnTo>
                <a:lnTo>
                  <a:pt x="1280588" y="62223"/>
                </a:lnTo>
                <a:lnTo>
                  <a:pt x="1281316" y="62063"/>
                </a:lnTo>
                <a:lnTo>
                  <a:pt x="1282050" y="61910"/>
                </a:lnTo>
                <a:lnTo>
                  <a:pt x="1282791" y="61764"/>
                </a:lnTo>
                <a:lnTo>
                  <a:pt x="1283537" y="61625"/>
                </a:lnTo>
                <a:lnTo>
                  <a:pt x="1284291" y="61493"/>
                </a:lnTo>
                <a:lnTo>
                  <a:pt x="1285050" y="61367"/>
                </a:lnTo>
                <a:lnTo>
                  <a:pt x="1285816" y="61248"/>
                </a:lnTo>
                <a:lnTo>
                  <a:pt x="1286588" y="61136"/>
                </a:lnTo>
                <a:lnTo>
                  <a:pt x="1287366" y="61031"/>
                </a:lnTo>
                <a:lnTo>
                  <a:pt x="1288151" y="60933"/>
                </a:lnTo>
                <a:lnTo>
                  <a:pt x="1288942" y="60841"/>
                </a:lnTo>
                <a:lnTo>
                  <a:pt x="1289740" y="60756"/>
                </a:lnTo>
                <a:lnTo>
                  <a:pt x="1290543" y="60678"/>
                </a:lnTo>
                <a:lnTo>
                  <a:pt x="1291353" y="60607"/>
                </a:lnTo>
                <a:lnTo>
                  <a:pt x="1292170" y="60542"/>
                </a:lnTo>
                <a:lnTo>
                  <a:pt x="1292992" y="60485"/>
                </a:lnTo>
                <a:lnTo>
                  <a:pt x="1293821" y="60434"/>
                </a:lnTo>
                <a:lnTo>
                  <a:pt x="1294656" y="60390"/>
                </a:lnTo>
                <a:lnTo>
                  <a:pt x="1295498" y="60352"/>
                </a:lnTo>
                <a:lnTo>
                  <a:pt x="1296346" y="60322"/>
                </a:lnTo>
                <a:lnTo>
                  <a:pt x="1297200" y="60298"/>
                </a:lnTo>
                <a:lnTo>
                  <a:pt x="1298061" y="60281"/>
                </a:lnTo>
                <a:lnTo>
                  <a:pt x="1298928" y="60271"/>
                </a:lnTo>
                <a:lnTo>
                  <a:pt x="1299801" y="60268"/>
                </a:lnTo>
                <a:lnTo>
                  <a:pt x="1299801" y="34246"/>
                </a:lnTo>
                <a:lnTo>
                  <a:pt x="1298517" y="34266"/>
                </a:lnTo>
                <a:lnTo>
                  <a:pt x="1297248" y="34303"/>
                </a:lnTo>
                <a:lnTo>
                  <a:pt x="1295995" y="34358"/>
                </a:lnTo>
                <a:lnTo>
                  <a:pt x="1294758" y="34430"/>
                </a:lnTo>
                <a:lnTo>
                  <a:pt x="1293537" y="34519"/>
                </a:lnTo>
                <a:lnTo>
                  <a:pt x="1292331" y="34625"/>
                </a:lnTo>
                <a:lnTo>
                  <a:pt x="1291141" y="34749"/>
                </a:lnTo>
                <a:lnTo>
                  <a:pt x="1289966" y="34890"/>
                </a:lnTo>
                <a:lnTo>
                  <a:pt x="1288807" y="35049"/>
                </a:lnTo>
                <a:lnTo>
                  <a:pt x="1287664" y="35224"/>
                </a:lnTo>
                <a:lnTo>
                  <a:pt x="1286537" y="35418"/>
                </a:lnTo>
                <a:lnTo>
                  <a:pt x="1285425" y="35628"/>
                </a:lnTo>
                <a:lnTo>
                  <a:pt x="1284329" y="35856"/>
                </a:lnTo>
                <a:lnTo>
                  <a:pt x="1283249" y="36101"/>
                </a:lnTo>
                <a:lnTo>
                  <a:pt x="1282184" y="36363"/>
                </a:lnTo>
                <a:lnTo>
                  <a:pt x="1281135" y="36643"/>
                </a:lnTo>
                <a:lnTo>
                  <a:pt x="1280102" y="36940"/>
                </a:lnTo>
                <a:lnTo>
                  <a:pt x="1279084" y="37254"/>
                </a:lnTo>
                <a:lnTo>
                  <a:pt x="1278082" y="37586"/>
                </a:lnTo>
                <a:lnTo>
                  <a:pt x="1277096" y="37935"/>
                </a:lnTo>
                <a:lnTo>
                  <a:pt x="1276125" y="38301"/>
                </a:lnTo>
                <a:lnTo>
                  <a:pt x="1275170" y="38685"/>
                </a:lnTo>
                <a:lnTo>
                  <a:pt x="1274231" y="39086"/>
                </a:lnTo>
                <a:lnTo>
                  <a:pt x="1273308" y="39504"/>
                </a:lnTo>
                <a:lnTo>
                  <a:pt x="1272402" y="39947"/>
                </a:lnTo>
                <a:lnTo>
                  <a:pt x="1271516" y="40420"/>
                </a:lnTo>
                <a:lnTo>
                  <a:pt x="1270650" y="40924"/>
                </a:lnTo>
                <a:lnTo>
                  <a:pt x="1269804" y="41459"/>
                </a:lnTo>
                <a:lnTo>
                  <a:pt x="1268978" y="42025"/>
                </a:lnTo>
                <a:lnTo>
                  <a:pt x="1268171" y="42622"/>
                </a:lnTo>
                <a:lnTo>
                  <a:pt x="1267385" y="43250"/>
                </a:lnTo>
                <a:lnTo>
                  <a:pt x="1266619" y="43909"/>
                </a:lnTo>
                <a:lnTo>
                  <a:pt x="1265872" y="44598"/>
                </a:lnTo>
                <a:lnTo>
                  <a:pt x="1265145" y="45319"/>
                </a:lnTo>
                <a:lnTo>
                  <a:pt x="1264439" y="46070"/>
                </a:lnTo>
                <a:lnTo>
                  <a:pt x="1263752" y="46852"/>
                </a:lnTo>
                <a:lnTo>
                  <a:pt x="1263085" y="47665"/>
                </a:lnTo>
                <a:lnTo>
                  <a:pt x="1262438" y="48510"/>
                </a:lnTo>
                <a:lnTo>
                  <a:pt x="1261810" y="49385"/>
                </a:lnTo>
                <a:lnTo>
                  <a:pt x="1261203" y="50290"/>
                </a:lnTo>
                <a:lnTo>
                  <a:pt x="1260616" y="51227"/>
                </a:lnTo>
                <a:lnTo>
                  <a:pt x="1260048" y="52195"/>
                </a:lnTo>
                <a:lnTo>
                  <a:pt x="1259501" y="53193"/>
                </a:lnTo>
                <a:lnTo>
                  <a:pt x="1258973" y="54223"/>
                </a:lnTo>
                <a:lnTo>
                  <a:pt x="1258465" y="55283"/>
                </a:lnTo>
                <a:lnTo>
                  <a:pt x="1257977" y="56374"/>
                </a:lnTo>
                <a:lnTo>
                  <a:pt x="1257928" y="56492"/>
                </a:lnTo>
                <a:lnTo>
                  <a:pt x="1257557" y="56344"/>
                </a:lnTo>
                <a:lnTo>
                  <a:pt x="1256429" y="55925"/>
                </a:lnTo>
                <a:lnTo>
                  <a:pt x="1255279" y="55527"/>
                </a:lnTo>
                <a:lnTo>
                  <a:pt x="1254106" y="55151"/>
                </a:lnTo>
                <a:lnTo>
                  <a:pt x="1252911" y="54796"/>
                </a:lnTo>
                <a:lnTo>
                  <a:pt x="1251694" y="54463"/>
                </a:lnTo>
                <a:lnTo>
                  <a:pt x="1250455" y="54151"/>
                </a:lnTo>
                <a:lnTo>
                  <a:pt x="1249193" y="53860"/>
                </a:lnTo>
                <a:lnTo>
                  <a:pt x="1247910" y="53592"/>
                </a:lnTo>
                <a:lnTo>
                  <a:pt x="1246604" y="53344"/>
                </a:lnTo>
                <a:lnTo>
                  <a:pt x="1245275" y="53118"/>
                </a:lnTo>
                <a:lnTo>
                  <a:pt x="1243925" y="52914"/>
                </a:lnTo>
                <a:lnTo>
                  <a:pt x="1242552" y="52731"/>
                </a:lnTo>
                <a:lnTo>
                  <a:pt x="1241157" y="52570"/>
                </a:lnTo>
                <a:lnTo>
                  <a:pt x="1239740" y="52430"/>
                </a:lnTo>
                <a:lnTo>
                  <a:pt x="1238300" y="52312"/>
                </a:lnTo>
                <a:lnTo>
                  <a:pt x="1236839" y="52215"/>
                </a:lnTo>
                <a:lnTo>
                  <a:pt x="1235355" y="52140"/>
                </a:lnTo>
                <a:lnTo>
                  <a:pt x="1233849" y="52086"/>
                </a:lnTo>
                <a:lnTo>
                  <a:pt x="1232320" y="52054"/>
                </a:lnTo>
                <a:lnTo>
                  <a:pt x="1230770" y="52043"/>
                </a:lnTo>
                <a:lnTo>
                  <a:pt x="1229262" y="52054"/>
                </a:lnTo>
                <a:lnTo>
                  <a:pt x="1227774" y="52086"/>
                </a:lnTo>
                <a:lnTo>
                  <a:pt x="1226306" y="52140"/>
                </a:lnTo>
                <a:lnTo>
                  <a:pt x="1224856" y="52215"/>
                </a:lnTo>
                <a:lnTo>
                  <a:pt x="1223426" y="52312"/>
                </a:lnTo>
                <a:lnTo>
                  <a:pt x="1222014" y="52430"/>
                </a:lnTo>
                <a:lnTo>
                  <a:pt x="1220622" y="52570"/>
                </a:lnTo>
                <a:lnTo>
                  <a:pt x="1219249" y="52731"/>
                </a:lnTo>
                <a:lnTo>
                  <a:pt x="1217896" y="52914"/>
                </a:lnTo>
                <a:lnTo>
                  <a:pt x="1216561" y="53118"/>
                </a:lnTo>
                <a:lnTo>
                  <a:pt x="1215246" y="53344"/>
                </a:lnTo>
                <a:lnTo>
                  <a:pt x="1213950" y="53592"/>
                </a:lnTo>
                <a:lnTo>
                  <a:pt x="1212673" y="53860"/>
                </a:lnTo>
                <a:lnTo>
                  <a:pt x="1211415" y="54151"/>
                </a:lnTo>
                <a:lnTo>
                  <a:pt x="1210177" y="54463"/>
                </a:lnTo>
                <a:lnTo>
                  <a:pt x="1208958" y="54796"/>
                </a:lnTo>
                <a:lnTo>
                  <a:pt x="1207758" y="55151"/>
                </a:lnTo>
                <a:lnTo>
                  <a:pt x="1206577" y="55527"/>
                </a:lnTo>
                <a:lnTo>
                  <a:pt x="1205415" y="55925"/>
                </a:lnTo>
                <a:lnTo>
                  <a:pt x="1204272" y="56344"/>
                </a:lnTo>
                <a:lnTo>
                  <a:pt x="1203149" y="56785"/>
                </a:lnTo>
                <a:lnTo>
                  <a:pt x="1202045" y="57247"/>
                </a:lnTo>
                <a:lnTo>
                  <a:pt x="1200960" y="57731"/>
                </a:lnTo>
                <a:lnTo>
                  <a:pt x="1199894" y="58237"/>
                </a:lnTo>
                <a:lnTo>
                  <a:pt x="1198849" y="58760"/>
                </a:lnTo>
                <a:lnTo>
                  <a:pt x="1197825" y="59298"/>
                </a:lnTo>
                <a:lnTo>
                  <a:pt x="1196822" y="59849"/>
                </a:lnTo>
                <a:lnTo>
                  <a:pt x="1195840" y="60415"/>
                </a:lnTo>
                <a:lnTo>
                  <a:pt x="1194880" y="60996"/>
                </a:lnTo>
                <a:lnTo>
                  <a:pt x="1193941" y="61590"/>
                </a:lnTo>
                <a:lnTo>
                  <a:pt x="1193023" y="62199"/>
                </a:lnTo>
                <a:lnTo>
                  <a:pt x="1192127" y="62822"/>
                </a:lnTo>
                <a:lnTo>
                  <a:pt x="1191252" y="63459"/>
                </a:lnTo>
                <a:lnTo>
                  <a:pt x="1190398" y="64111"/>
                </a:lnTo>
                <a:lnTo>
                  <a:pt x="1189565" y="64776"/>
                </a:lnTo>
                <a:lnTo>
                  <a:pt x="1188754" y="65456"/>
                </a:lnTo>
                <a:lnTo>
                  <a:pt x="1187964" y="66151"/>
                </a:lnTo>
                <a:lnTo>
                  <a:pt x="1187196" y="66859"/>
                </a:lnTo>
                <a:lnTo>
                  <a:pt x="1186449" y="67582"/>
                </a:lnTo>
                <a:lnTo>
                  <a:pt x="1185723" y="68319"/>
                </a:lnTo>
                <a:lnTo>
                  <a:pt x="1185018" y="69070"/>
                </a:lnTo>
                <a:lnTo>
                  <a:pt x="1184334" y="69836"/>
                </a:lnTo>
                <a:lnTo>
                  <a:pt x="1183672" y="70615"/>
                </a:lnTo>
                <a:lnTo>
                  <a:pt x="1183032" y="71409"/>
                </a:lnTo>
                <a:lnTo>
                  <a:pt x="1182412" y="72218"/>
                </a:lnTo>
                <a:lnTo>
                  <a:pt x="1181814" y="73040"/>
                </a:lnTo>
                <a:lnTo>
                  <a:pt x="1181237" y="73877"/>
                </a:lnTo>
                <a:lnTo>
                  <a:pt x="1180682" y="74728"/>
                </a:lnTo>
                <a:lnTo>
                  <a:pt x="1180148" y="75590"/>
                </a:lnTo>
                <a:lnTo>
                  <a:pt x="1179637" y="76461"/>
                </a:lnTo>
                <a:lnTo>
                  <a:pt x="1179149" y="77341"/>
                </a:lnTo>
                <a:lnTo>
                  <a:pt x="1178683" y="78229"/>
                </a:lnTo>
                <a:lnTo>
                  <a:pt x="1178241" y="79127"/>
                </a:lnTo>
                <a:lnTo>
                  <a:pt x="1177821" y="80032"/>
                </a:lnTo>
                <a:lnTo>
                  <a:pt x="1177423" y="80947"/>
                </a:lnTo>
                <a:lnTo>
                  <a:pt x="1177049" y="81870"/>
                </a:lnTo>
                <a:lnTo>
                  <a:pt x="1176697" y="82802"/>
                </a:lnTo>
                <a:lnTo>
                  <a:pt x="1176368" y="83742"/>
                </a:lnTo>
                <a:lnTo>
                  <a:pt x="1176061" y="84691"/>
                </a:lnTo>
                <a:lnTo>
                  <a:pt x="1175777" y="85649"/>
                </a:lnTo>
                <a:lnTo>
                  <a:pt x="1175516" y="86615"/>
                </a:lnTo>
                <a:lnTo>
                  <a:pt x="1175278" y="87590"/>
                </a:lnTo>
                <a:lnTo>
                  <a:pt x="1175062" y="88574"/>
                </a:lnTo>
                <a:lnTo>
                  <a:pt x="1174869" y="89566"/>
                </a:lnTo>
                <a:lnTo>
                  <a:pt x="1174699" y="90567"/>
                </a:lnTo>
                <a:lnTo>
                  <a:pt x="1174551" y="91577"/>
                </a:lnTo>
                <a:lnTo>
                  <a:pt x="1174426" y="92595"/>
                </a:lnTo>
                <a:lnTo>
                  <a:pt x="1174324" y="93622"/>
                </a:lnTo>
                <a:lnTo>
                  <a:pt x="1174245" y="94658"/>
                </a:lnTo>
                <a:lnTo>
                  <a:pt x="1174188" y="95702"/>
                </a:lnTo>
                <a:lnTo>
                  <a:pt x="1174154" y="96755"/>
                </a:lnTo>
                <a:lnTo>
                  <a:pt x="1174142" y="97817"/>
                </a:lnTo>
                <a:lnTo>
                  <a:pt x="1174154" y="98813"/>
                </a:lnTo>
                <a:lnTo>
                  <a:pt x="1174187" y="99803"/>
                </a:lnTo>
                <a:lnTo>
                  <a:pt x="1174244" y="100787"/>
                </a:lnTo>
                <a:lnTo>
                  <a:pt x="1174322" y="101766"/>
                </a:lnTo>
                <a:lnTo>
                  <a:pt x="1174423" y="102739"/>
                </a:lnTo>
                <a:lnTo>
                  <a:pt x="1174547" y="103707"/>
                </a:lnTo>
                <a:lnTo>
                  <a:pt x="1174693" y="104669"/>
                </a:lnTo>
                <a:lnTo>
                  <a:pt x="1174862" y="105626"/>
                </a:lnTo>
                <a:lnTo>
                  <a:pt x="1175053" y="106576"/>
                </a:lnTo>
                <a:lnTo>
                  <a:pt x="1175266" y="107522"/>
                </a:lnTo>
                <a:lnTo>
                  <a:pt x="1175502" y="108461"/>
                </a:lnTo>
                <a:lnTo>
                  <a:pt x="1175760" y="109395"/>
                </a:lnTo>
                <a:lnTo>
                  <a:pt x="1176041" y="110323"/>
                </a:lnTo>
                <a:lnTo>
                  <a:pt x="1176345" y="111246"/>
                </a:lnTo>
                <a:lnTo>
                  <a:pt x="1176670" y="112163"/>
                </a:lnTo>
                <a:lnTo>
                  <a:pt x="1177019" y="113075"/>
                </a:lnTo>
                <a:lnTo>
                  <a:pt x="1177390" y="113981"/>
                </a:lnTo>
                <a:lnTo>
                  <a:pt x="1177783" y="114881"/>
                </a:lnTo>
                <a:lnTo>
                  <a:pt x="1178198" y="115775"/>
                </a:lnTo>
                <a:lnTo>
                  <a:pt x="1178637" y="116664"/>
                </a:lnTo>
                <a:lnTo>
                  <a:pt x="1179097" y="117548"/>
                </a:lnTo>
                <a:lnTo>
                  <a:pt x="1179580" y="118426"/>
                </a:lnTo>
                <a:lnTo>
                  <a:pt x="1180086" y="119298"/>
                </a:lnTo>
                <a:lnTo>
                  <a:pt x="1180614" y="120164"/>
                </a:lnTo>
                <a:lnTo>
                  <a:pt x="1181164" y="121021"/>
                </a:lnTo>
                <a:lnTo>
                  <a:pt x="1181735" y="121864"/>
                </a:lnTo>
                <a:lnTo>
                  <a:pt x="1182327" y="122692"/>
                </a:lnTo>
                <a:lnTo>
                  <a:pt x="1182940" y="123507"/>
                </a:lnTo>
                <a:lnTo>
                  <a:pt x="1183574" y="124308"/>
                </a:lnTo>
                <a:lnTo>
                  <a:pt x="1184229" y="125094"/>
                </a:lnTo>
                <a:lnTo>
                  <a:pt x="1184905" y="125867"/>
                </a:lnTo>
                <a:lnTo>
                  <a:pt x="1185603" y="126626"/>
                </a:lnTo>
                <a:lnTo>
                  <a:pt x="1186321" y="127370"/>
                </a:lnTo>
                <a:lnTo>
                  <a:pt x="1187061" y="128101"/>
                </a:lnTo>
                <a:lnTo>
                  <a:pt x="1187821" y="128818"/>
                </a:lnTo>
                <a:lnTo>
                  <a:pt x="1188603" y="129520"/>
                </a:lnTo>
                <a:lnTo>
                  <a:pt x="1189405" y="130209"/>
                </a:lnTo>
                <a:lnTo>
                  <a:pt x="1190229" y="130883"/>
                </a:lnTo>
                <a:lnTo>
                  <a:pt x="1191074" y="131544"/>
                </a:lnTo>
                <a:lnTo>
                  <a:pt x="1191940" y="132190"/>
                </a:lnTo>
                <a:lnTo>
                  <a:pt x="1192826" y="132823"/>
                </a:lnTo>
                <a:lnTo>
                  <a:pt x="1193734" y="133441"/>
                </a:lnTo>
                <a:lnTo>
                  <a:pt x="1194569" y="133984"/>
                </a:lnTo>
                <a:lnTo>
                  <a:pt x="1194217" y="134124"/>
                </a:lnTo>
                <a:close/>
                <a:moveTo>
                  <a:pt x="1225656" y="213489"/>
                </a:moveTo>
                <a:lnTo>
                  <a:pt x="1224509" y="213396"/>
                </a:lnTo>
                <a:lnTo>
                  <a:pt x="1223392" y="213286"/>
                </a:lnTo>
                <a:lnTo>
                  <a:pt x="1222306" y="213159"/>
                </a:lnTo>
                <a:lnTo>
                  <a:pt x="1221250" y="213015"/>
                </a:lnTo>
                <a:lnTo>
                  <a:pt x="1220224" y="212854"/>
                </a:lnTo>
                <a:lnTo>
                  <a:pt x="1219229" y="212676"/>
                </a:lnTo>
                <a:lnTo>
                  <a:pt x="1218264" y="212482"/>
                </a:lnTo>
                <a:lnTo>
                  <a:pt x="1217330" y="212270"/>
                </a:lnTo>
                <a:lnTo>
                  <a:pt x="1216427" y="212042"/>
                </a:lnTo>
                <a:lnTo>
                  <a:pt x="1215553" y="211796"/>
                </a:lnTo>
                <a:lnTo>
                  <a:pt x="1214710" y="211534"/>
                </a:lnTo>
                <a:lnTo>
                  <a:pt x="1213898" y="211255"/>
                </a:lnTo>
                <a:lnTo>
                  <a:pt x="1213116" y="210958"/>
                </a:lnTo>
                <a:lnTo>
                  <a:pt x="1212364" y="210645"/>
                </a:lnTo>
                <a:lnTo>
                  <a:pt x="1211643" y="210315"/>
                </a:lnTo>
                <a:lnTo>
                  <a:pt x="1210952" y="209968"/>
                </a:lnTo>
                <a:lnTo>
                  <a:pt x="1210292" y="209604"/>
                </a:lnTo>
                <a:lnTo>
                  <a:pt x="1209662" y="209223"/>
                </a:lnTo>
                <a:lnTo>
                  <a:pt x="1209063" y="208826"/>
                </a:lnTo>
                <a:lnTo>
                  <a:pt x="1208490" y="208418"/>
                </a:lnTo>
                <a:lnTo>
                  <a:pt x="1207943" y="208007"/>
                </a:lnTo>
                <a:lnTo>
                  <a:pt x="1207419" y="207594"/>
                </a:lnTo>
                <a:lnTo>
                  <a:pt x="1206920" y="207178"/>
                </a:lnTo>
                <a:lnTo>
                  <a:pt x="1206446" y="206759"/>
                </a:lnTo>
                <a:lnTo>
                  <a:pt x="1205995" y="206337"/>
                </a:lnTo>
                <a:lnTo>
                  <a:pt x="1205569" y="205912"/>
                </a:lnTo>
                <a:lnTo>
                  <a:pt x="1205168" y="205485"/>
                </a:lnTo>
                <a:lnTo>
                  <a:pt x="1204790" y="205055"/>
                </a:lnTo>
                <a:lnTo>
                  <a:pt x="1204437" y="204621"/>
                </a:lnTo>
                <a:lnTo>
                  <a:pt x="1204109" y="204185"/>
                </a:lnTo>
                <a:lnTo>
                  <a:pt x="1203804" y="203746"/>
                </a:lnTo>
                <a:lnTo>
                  <a:pt x="1203524" y="203305"/>
                </a:lnTo>
                <a:lnTo>
                  <a:pt x="1203269" y="202860"/>
                </a:lnTo>
                <a:lnTo>
                  <a:pt x="1203037" y="202413"/>
                </a:lnTo>
                <a:lnTo>
                  <a:pt x="1202831" y="201963"/>
                </a:lnTo>
                <a:lnTo>
                  <a:pt x="1202648" y="201509"/>
                </a:lnTo>
                <a:lnTo>
                  <a:pt x="1202490" y="201054"/>
                </a:lnTo>
                <a:lnTo>
                  <a:pt x="1202356" y="200595"/>
                </a:lnTo>
                <a:lnTo>
                  <a:pt x="1202246" y="200133"/>
                </a:lnTo>
                <a:lnTo>
                  <a:pt x="1202161" y="199669"/>
                </a:lnTo>
                <a:lnTo>
                  <a:pt x="1202100" y="199202"/>
                </a:lnTo>
                <a:lnTo>
                  <a:pt x="1202064" y="198731"/>
                </a:lnTo>
                <a:lnTo>
                  <a:pt x="1202052" y="198259"/>
                </a:lnTo>
                <a:lnTo>
                  <a:pt x="1202057" y="197854"/>
                </a:lnTo>
                <a:lnTo>
                  <a:pt x="1202075" y="197454"/>
                </a:lnTo>
                <a:lnTo>
                  <a:pt x="1202103" y="197058"/>
                </a:lnTo>
                <a:lnTo>
                  <a:pt x="1202143" y="196666"/>
                </a:lnTo>
                <a:lnTo>
                  <a:pt x="1202195" y="196277"/>
                </a:lnTo>
                <a:lnTo>
                  <a:pt x="1202258" y="195893"/>
                </a:lnTo>
                <a:lnTo>
                  <a:pt x="1202333" y="195513"/>
                </a:lnTo>
                <a:lnTo>
                  <a:pt x="1202419" y="195136"/>
                </a:lnTo>
                <a:lnTo>
                  <a:pt x="1202516" y="194764"/>
                </a:lnTo>
                <a:lnTo>
                  <a:pt x="1202625" y="194396"/>
                </a:lnTo>
                <a:lnTo>
                  <a:pt x="1202745" y="194032"/>
                </a:lnTo>
                <a:lnTo>
                  <a:pt x="1202877" y="193671"/>
                </a:lnTo>
                <a:lnTo>
                  <a:pt x="1203021" y="193315"/>
                </a:lnTo>
                <a:lnTo>
                  <a:pt x="1203176" y="192963"/>
                </a:lnTo>
                <a:lnTo>
                  <a:pt x="1203342" y="192614"/>
                </a:lnTo>
                <a:lnTo>
                  <a:pt x="1203520" y="192270"/>
                </a:lnTo>
                <a:lnTo>
                  <a:pt x="1203709" y="191930"/>
                </a:lnTo>
                <a:lnTo>
                  <a:pt x="1203910" y="191593"/>
                </a:lnTo>
                <a:lnTo>
                  <a:pt x="1204122" y="191261"/>
                </a:lnTo>
                <a:lnTo>
                  <a:pt x="1204345" y="190933"/>
                </a:lnTo>
                <a:lnTo>
                  <a:pt x="1204581" y="190608"/>
                </a:lnTo>
                <a:lnTo>
                  <a:pt x="1204827" y="190288"/>
                </a:lnTo>
                <a:lnTo>
                  <a:pt x="1205085" y="189971"/>
                </a:lnTo>
                <a:lnTo>
                  <a:pt x="1205355" y="189659"/>
                </a:lnTo>
                <a:lnTo>
                  <a:pt x="1205633" y="189352"/>
                </a:lnTo>
                <a:lnTo>
                  <a:pt x="1205919" y="189050"/>
                </a:lnTo>
                <a:lnTo>
                  <a:pt x="1206211" y="188754"/>
                </a:lnTo>
                <a:lnTo>
                  <a:pt x="1206510" y="188465"/>
                </a:lnTo>
                <a:lnTo>
                  <a:pt x="1206816" y="188181"/>
                </a:lnTo>
                <a:lnTo>
                  <a:pt x="1207129" y="187903"/>
                </a:lnTo>
                <a:lnTo>
                  <a:pt x="1207448" y="187631"/>
                </a:lnTo>
                <a:lnTo>
                  <a:pt x="1207774" y="187364"/>
                </a:lnTo>
                <a:lnTo>
                  <a:pt x="1208107" y="187104"/>
                </a:lnTo>
                <a:lnTo>
                  <a:pt x="1208447" y="186849"/>
                </a:lnTo>
                <a:lnTo>
                  <a:pt x="1208793" y="186601"/>
                </a:lnTo>
                <a:lnTo>
                  <a:pt x="1209147" y="186358"/>
                </a:lnTo>
                <a:lnTo>
                  <a:pt x="1209507" y="186121"/>
                </a:lnTo>
                <a:lnTo>
                  <a:pt x="1209874" y="185890"/>
                </a:lnTo>
                <a:lnTo>
                  <a:pt x="1210248" y="185665"/>
                </a:lnTo>
                <a:lnTo>
                  <a:pt x="1210628" y="185446"/>
                </a:lnTo>
                <a:lnTo>
                  <a:pt x="1211015" y="185232"/>
                </a:lnTo>
                <a:lnTo>
                  <a:pt x="1211409" y="185025"/>
                </a:lnTo>
                <a:lnTo>
                  <a:pt x="1211810" y="184823"/>
                </a:lnTo>
                <a:lnTo>
                  <a:pt x="1212218" y="184628"/>
                </a:lnTo>
                <a:lnTo>
                  <a:pt x="1212632" y="184438"/>
                </a:lnTo>
                <a:lnTo>
                  <a:pt x="1213054" y="184254"/>
                </a:lnTo>
                <a:lnTo>
                  <a:pt x="1213482" y="184076"/>
                </a:lnTo>
                <a:lnTo>
                  <a:pt x="1213916" y="183904"/>
                </a:lnTo>
                <a:lnTo>
                  <a:pt x="1237915" y="183904"/>
                </a:lnTo>
                <a:lnTo>
                  <a:pt x="1238729" y="183907"/>
                </a:lnTo>
                <a:lnTo>
                  <a:pt x="1239529" y="183915"/>
                </a:lnTo>
                <a:lnTo>
                  <a:pt x="1240315" y="183929"/>
                </a:lnTo>
                <a:lnTo>
                  <a:pt x="1241088" y="183949"/>
                </a:lnTo>
                <a:lnTo>
                  <a:pt x="1241847" y="183974"/>
                </a:lnTo>
                <a:lnTo>
                  <a:pt x="1242592" y="184005"/>
                </a:lnTo>
                <a:lnTo>
                  <a:pt x="1243324" y="184042"/>
                </a:lnTo>
                <a:lnTo>
                  <a:pt x="1244043" y="184084"/>
                </a:lnTo>
                <a:lnTo>
                  <a:pt x="1244747" y="184132"/>
                </a:lnTo>
                <a:lnTo>
                  <a:pt x="1245439" y="184185"/>
                </a:lnTo>
                <a:lnTo>
                  <a:pt x="1246116" y="184244"/>
                </a:lnTo>
                <a:lnTo>
                  <a:pt x="1246780" y="184309"/>
                </a:lnTo>
                <a:lnTo>
                  <a:pt x="1247431" y="184380"/>
                </a:lnTo>
                <a:lnTo>
                  <a:pt x="1248068" y="184456"/>
                </a:lnTo>
                <a:lnTo>
                  <a:pt x="1248691" y="184537"/>
                </a:lnTo>
                <a:lnTo>
                  <a:pt x="1249301" y="184625"/>
                </a:lnTo>
                <a:lnTo>
                  <a:pt x="1249897" y="184718"/>
                </a:lnTo>
                <a:lnTo>
                  <a:pt x="1250480" y="184816"/>
                </a:lnTo>
                <a:lnTo>
                  <a:pt x="1251049" y="184920"/>
                </a:lnTo>
                <a:lnTo>
                  <a:pt x="1251604" y="185030"/>
                </a:lnTo>
                <a:lnTo>
                  <a:pt x="1252146" y="185146"/>
                </a:lnTo>
                <a:lnTo>
                  <a:pt x="1252674" y="185267"/>
                </a:lnTo>
                <a:lnTo>
                  <a:pt x="1253189" y="185393"/>
                </a:lnTo>
                <a:lnTo>
                  <a:pt x="1253690" y="185526"/>
                </a:lnTo>
                <a:lnTo>
                  <a:pt x="1254179" y="185664"/>
                </a:lnTo>
                <a:lnTo>
                  <a:pt x="1254656" y="185806"/>
                </a:lnTo>
                <a:lnTo>
                  <a:pt x="1255121" y="185954"/>
                </a:lnTo>
                <a:lnTo>
                  <a:pt x="1255574" y="186106"/>
                </a:lnTo>
                <a:lnTo>
                  <a:pt x="1256016" y="186262"/>
                </a:lnTo>
                <a:lnTo>
                  <a:pt x="1256446" y="186424"/>
                </a:lnTo>
                <a:lnTo>
                  <a:pt x="1256864" y="186590"/>
                </a:lnTo>
                <a:lnTo>
                  <a:pt x="1257271" y="186760"/>
                </a:lnTo>
                <a:lnTo>
                  <a:pt x="1257665" y="186936"/>
                </a:lnTo>
                <a:lnTo>
                  <a:pt x="1258049" y="187116"/>
                </a:lnTo>
                <a:lnTo>
                  <a:pt x="1258420" y="187301"/>
                </a:lnTo>
                <a:lnTo>
                  <a:pt x="1258780" y="187490"/>
                </a:lnTo>
                <a:lnTo>
                  <a:pt x="1259128" y="187685"/>
                </a:lnTo>
                <a:lnTo>
                  <a:pt x="1259464" y="187883"/>
                </a:lnTo>
                <a:lnTo>
                  <a:pt x="1259789" y="188087"/>
                </a:lnTo>
                <a:lnTo>
                  <a:pt x="1260102" y="188295"/>
                </a:lnTo>
                <a:lnTo>
                  <a:pt x="1260403" y="188508"/>
                </a:lnTo>
                <a:lnTo>
                  <a:pt x="1260693" y="188726"/>
                </a:lnTo>
                <a:lnTo>
                  <a:pt x="1260971" y="188949"/>
                </a:lnTo>
                <a:lnTo>
                  <a:pt x="1261237" y="189176"/>
                </a:lnTo>
                <a:lnTo>
                  <a:pt x="1261491" y="189407"/>
                </a:lnTo>
                <a:lnTo>
                  <a:pt x="1261734" y="189644"/>
                </a:lnTo>
                <a:lnTo>
                  <a:pt x="1261965" y="189885"/>
                </a:lnTo>
                <a:lnTo>
                  <a:pt x="1262184" y="190131"/>
                </a:lnTo>
                <a:lnTo>
                  <a:pt x="1262393" y="190382"/>
                </a:lnTo>
                <a:lnTo>
                  <a:pt x="1262593" y="190638"/>
                </a:lnTo>
                <a:lnTo>
                  <a:pt x="1262785" y="190898"/>
                </a:lnTo>
                <a:lnTo>
                  <a:pt x="1262967" y="191163"/>
                </a:lnTo>
                <a:lnTo>
                  <a:pt x="1263140" y="191433"/>
                </a:lnTo>
                <a:lnTo>
                  <a:pt x="1263305" y="191707"/>
                </a:lnTo>
                <a:lnTo>
                  <a:pt x="1263461" y="191986"/>
                </a:lnTo>
                <a:lnTo>
                  <a:pt x="1263607" y="192270"/>
                </a:lnTo>
                <a:lnTo>
                  <a:pt x="1263745" y="192558"/>
                </a:lnTo>
                <a:lnTo>
                  <a:pt x="1263874" y="192852"/>
                </a:lnTo>
                <a:lnTo>
                  <a:pt x="1263994" y="193150"/>
                </a:lnTo>
                <a:lnTo>
                  <a:pt x="1264106" y="193452"/>
                </a:lnTo>
                <a:lnTo>
                  <a:pt x="1264208" y="193759"/>
                </a:lnTo>
                <a:lnTo>
                  <a:pt x="1264301" y="194071"/>
                </a:lnTo>
                <a:lnTo>
                  <a:pt x="1264386" y="194388"/>
                </a:lnTo>
                <a:lnTo>
                  <a:pt x="1264461" y="194710"/>
                </a:lnTo>
                <a:lnTo>
                  <a:pt x="1264528" y="195036"/>
                </a:lnTo>
                <a:lnTo>
                  <a:pt x="1264586" y="195366"/>
                </a:lnTo>
                <a:lnTo>
                  <a:pt x="1264635" y="195702"/>
                </a:lnTo>
                <a:lnTo>
                  <a:pt x="1264675" y="196042"/>
                </a:lnTo>
                <a:lnTo>
                  <a:pt x="1264706" y="196387"/>
                </a:lnTo>
                <a:lnTo>
                  <a:pt x="1264728" y="196736"/>
                </a:lnTo>
                <a:lnTo>
                  <a:pt x="1264742" y="197091"/>
                </a:lnTo>
                <a:lnTo>
                  <a:pt x="1264746" y="197450"/>
                </a:lnTo>
                <a:lnTo>
                  <a:pt x="1264733" y="198010"/>
                </a:lnTo>
                <a:lnTo>
                  <a:pt x="1264695" y="198564"/>
                </a:lnTo>
                <a:lnTo>
                  <a:pt x="1264630" y="199111"/>
                </a:lnTo>
                <a:lnTo>
                  <a:pt x="1264540" y="199650"/>
                </a:lnTo>
                <a:lnTo>
                  <a:pt x="1264424" y="200183"/>
                </a:lnTo>
                <a:lnTo>
                  <a:pt x="1264283" y="200708"/>
                </a:lnTo>
                <a:lnTo>
                  <a:pt x="1264115" y="201226"/>
                </a:lnTo>
                <a:lnTo>
                  <a:pt x="1263922" y="201738"/>
                </a:lnTo>
                <a:lnTo>
                  <a:pt x="1263703" y="202242"/>
                </a:lnTo>
                <a:lnTo>
                  <a:pt x="1263459" y="202739"/>
                </a:lnTo>
                <a:lnTo>
                  <a:pt x="1263188" y="203230"/>
                </a:lnTo>
                <a:lnTo>
                  <a:pt x="1262892" y="203713"/>
                </a:lnTo>
                <a:lnTo>
                  <a:pt x="1262570" y="204189"/>
                </a:lnTo>
                <a:lnTo>
                  <a:pt x="1262223" y="204658"/>
                </a:lnTo>
                <a:lnTo>
                  <a:pt x="1261849" y="205120"/>
                </a:lnTo>
                <a:lnTo>
                  <a:pt x="1261450" y="205575"/>
                </a:lnTo>
                <a:lnTo>
                  <a:pt x="1261025" y="206023"/>
                </a:lnTo>
                <a:lnTo>
                  <a:pt x="1260575" y="206463"/>
                </a:lnTo>
                <a:lnTo>
                  <a:pt x="1260098" y="206897"/>
                </a:lnTo>
                <a:lnTo>
                  <a:pt x="1259596" y="207324"/>
                </a:lnTo>
                <a:lnTo>
                  <a:pt x="1259069" y="207744"/>
                </a:lnTo>
                <a:lnTo>
                  <a:pt x="1258515" y="208156"/>
                </a:lnTo>
                <a:lnTo>
                  <a:pt x="1257936" y="208562"/>
                </a:lnTo>
                <a:lnTo>
                  <a:pt x="1257331" y="208960"/>
                </a:lnTo>
                <a:lnTo>
                  <a:pt x="1256694" y="209347"/>
                </a:lnTo>
                <a:lnTo>
                  <a:pt x="1256021" y="209717"/>
                </a:lnTo>
                <a:lnTo>
                  <a:pt x="1255310" y="210071"/>
                </a:lnTo>
                <a:lnTo>
                  <a:pt x="1254563" y="210409"/>
                </a:lnTo>
                <a:lnTo>
                  <a:pt x="1253778" y="210730"/>
                </a:lnTo>
                <a:lnTo>
                  <a:pt x="1252957" y="211034"/>
                </a:lnTo>
                <a:lnTo>
                  <a:pt x="1252099" y="211322"/>
                </a:lnTo>
                <a:lnTo>
                  <a:pt x="1251203" y="211594"/>
                </a:lnTo>
                <a:lnTo>
                  <a:pt x="1250271" y="211849"/>
                </a:lnTo>
                <a:lnTo>
                  <a:pt x="1249302" y="212087"/>
                </a:lnTo>
                <a:lnTo>
                  <a:pt x="1248295" y="212310"/>
                </a:lnTo>
                <a:lnTo>
                  <a:pt x="1247252" y="212515"/>
                </a:lnTo>
                <a:lnTo>
                  <a:pt x="1246172" y="212705"/>
                </a:lnTo>
                <a:lnTo>
                  <a:pt x="1245055" y="212877"/>
                </a:lnTo>
                <a:lnTo>
                  <a:pt x="1243901" y="213034"/>
                </a:lnTo>
                <a:lnTo>
                  <a:pt x="1242709" y="213174"/>
                </a:lnTo>
                <a:lnTo>
                  <a:pt x="1241481" y="213297"/>
                </a:lnTo>
                <a:lnTo>
                  <a:pt x="1240216" y="213404"/>
                </a:lnTo>
                <a:lnTo>
                  <a:pt x="1238914" y="213495"/>
                </a:lnTo>
                <a:lnTo>
                  <a:pt x="1237575" y="213569"/>
                </a:lnTo>
                <a:lnTo>
                  <a:pt x="1236199" y="213626"/>
                </a:lnTo>
                <a:lnTo>
                  <a:pt x="1234785" y="213667"/>
                </a:lnTo>
                <a:lnTo>
                  <a:pt x="1233335" y="213692"/>
                </a:lnTo>
                <a:lnTo>
                  <a:pt x="1231848" y="213700"/>
                </a:lnTo>
                <a:lnTo>
                  <a:pt x="1230549" y="213692"/>
                </a:lnTo>
                <a:lnTo>
                  <a:pt x="1229280" y="213667"/>
                </a:lnTo>
                <a:lnTo>
                  <a:pt x="1228042" y="213624"/>
                </a:lnTo>
                <a:lnTo>
                  <a:pt x="1226833" y="213565"/>
                </a:lnTo>
                <a:lnTo>
                  <a:pt x="1225656" y="213489"/>
                </a:lnTo>
                <a:close/>
                <a:moveTo>
                  <a:pt x="1226394" y="121486"/>
                </a:moveTo>
                <a:lnTo>
                  <a:pt x="1225701" y="121370"/>
                </a:lnTo>
                <a:lnTo>
                  <a:pt x="1225015" y="121234"/>
                </a:lnTo>
                <a:lnTo>
                  <a:pt x="1224335" y="121076"/>
                </a:lnTo>
                <a:lnTo>
                  <a:pt x="1223663" y="120898"/>
                </a:lnTo>
                <a:lnTo>
                  <a:pt x="1222997" y="120698"/>
                </a:lnTo>
                <a:lnTo>
                  <a:pt x="1222338" y="120478"/>
                </a:lnTo>
                <a:lnTo>
                  <a:pt x="1221686" y="120236"/>
                </a:lnTo>
                <a:lnTo>
                  <a:pt x="1221040" y="119973"/>
                </a:lnTo>
                <a:lnTo>
                  <a:pt x="1220402" y="119690"/>
                </a:lnTo>
                <a:lnTo>
                  <a:pt x="1219770" y="119385"/>
                </a:lnTo>
                <a:lnTo>
                  <a:pt x="1219145" y="119060"/>
                </a:lnTo>
                <a:lnTo>
                  <a:pt x="1218526" y="118713"/>
                </a:lnTo>
                <a:lnTo>
                  <a:pt x="1217915" y="118345"/>
                </a:lnTo>
                <a:lnTo>
                  <a:pt x="1217310" y="117957"/>
                </a:lnTo>
                <a:lnTo>
                  <a:pt x="1216712" y="117547"/>
                </a:lnTo>
                <a:lnTo>
                  <a:pt x="1216121" y="117116"/>
                </a:lnTo>
                <a:lnTo>
                  <a:pt x="1215537" y="116665"/>
                </a:lnTo>
                <a:lnTo>
                  <a:pt x="1214959" y="116192"/>
                </a:lnTo>
                <a:lnTo>
                  <a:pt x="1214388" y="115698"/>
                </a:lnTo>
                <a:lnTo>
                  <a:pt x="1213833" y="115184"/>
                </a:lnTo>
                <a:lnTo>
                  <a:pt x="1213301" y="114650"/>
                </a:lnTo>
                <a:lnTo>
                  <a:pt x="1212792" y="114095"/>
                </a:lnTo>
                <a:lnTo>
                  <a:pt x="1212308" y="113521"/>
                </a:lnTo>
                <a:lnTo>
                  <a:pt x="1211847" y="112926"/>
                </a:lnTo>
                <a:lnTo>
                  <a:pt x="1211409" y="112312"/>
                </a:lnTo>
                <a:lnTo>
                  <a:pt x="1210996" y="111677"/>
                </a:lnTo>
                <a:lnTo>
                  <a:pt x="1210606" y="111022"/>
                </a:lnTo>
                <a:lnTo>
                  <a:pt x="1210239" y="110348"/>
                </a:lnTo>
                <a:lnTo>
                  <a:pt x="1209896" y="109653"/>
                </a:lnTo>
                <a:lnTo>
                  <a:pt x="1209577" y="108938"/>
                </a:lnTo>
                <a:lnTo>
                  <a:pt x="1209282" y="108203"/>
                </a:lnTo>
                <a:lnTo>
                  <a:pt x="1209010" y="107448"/>
                </a:lnTo>
                <a:lnTo>
                  <a:pt x="1208762" y="106672"/>
                </a:lnTo>
                <a:lnTo>
                  <a:pt x="1208537" y="105877"/>
                </a:lnTo>
                <a:lnTo>
                  <a:pt x="1208336" y="105062"/>
                </a:lnTo>
                <a:lnTo>
                  <a:pt x="1208159" y="104226"/>
                </a:lnTo>
                <a:lnTo>
                  <a:pt x="1208005" y="103371"/>
                </a:lnTo>
                <a:lnTo>
                  <a:pt x="1207875" y="102496"/>
                </a:lnTo>
                <a:lnTo>
                  <a:pt x="1207769" y="101600"/>
                </a:lnTo>
                <a:lnTo>
                  <a:pt x="1207686" y="100684"/>
                </a:lnTo>
                <a:lnTo>
                  <a:pt x="1207627" y="99749"/>
                </a:lnTo>
                <a:lnTo>
                  <a:pt x="1207591" y="98793"/>
                </a:lnTo>
                <a:lnTo>
                  <a:pt x="1207579" y="97817"/>
                </a:lnTo>
                <a:lnTo>
                  <a:pt x="1207591" y="96830"/>
                </a:lnTo>
                <a:lnTo>
                  <a:pt x="1207625" y="95862"/>
                </a:lnTo>
                <a:lnTo>
                  <a:pt x="1207683" y="94915"/>
                </a:lnTo>
                <a:lnTo>
                  <a:pt x="1207763" y="93987"/>
                </a:lnTo>
                <a:lnTo>
                  <a:pt x="1207866" y="93079"/>
                </a:lnTo>
                <a:lnTo>
                  <a:pt x="1207992" y="92191"/>
                </a:lnTo>
                <a:lnTo>
                  <a:pt x="1208141" y="91323"/>
                </a:lnTo>
                <a:lnTo>
                  <a:pt x="1208314" y="90474"/>
                </a:lnTo>
                <a:lnTo>
                  <a:pt x="1208509" y="89646"/>
                </a:lnTo>
                <a:lnTo>
                  <a:pt x="1208726" y="88837"/>
                </a:lnTo>
                <a:lnTo>
                  <a:pt x="1208967" y="88048"/>
                </a:lnTo>
                <a:lnTo>
                  <a:pt x="1209231" y="87279"/>
                </a:lnTo>
                <a:lnTo>
                  <a:pt x="1209518" y="86530"/>
                </a:lnTo>
                <a:lnTo>
                  <a:pt x="1209828" y="85801"/>
                </a:lnTo>
                <a:lnTo>
                  <a:pt x="1210160" y="85091"/>
                </a:lnTo>
                <a:lnTo>
                  <a:pt x="1210516" y="84402"/>
                </a:lnTo>
                <a:lnTo>
                  <a:pt x="1210894" y="83732"/>
                </a:lnTo>
                <a:lnTo>
                  <a:pt x="1211296" y="83082"/>
                </a:lnTo>
                <a:lnTo>
                  <a:pt x="1211720" y="82452"/>
                </a:lnTo>
                <a:lnTo>
                  <a:pt x="1212167" y="81841"/>
                </a:lnTo>
                <a:lnTo>
                  <a:pt x="1212638" y="81251"/>
                </a:lnTo>
                <a:lnTo>
                  <a:pt x="1213131" y="80680"/>
                </a:lnTo>
                <a:lnTo>
                  <a:pt x="1213647" y="80129"/>
                </a:lnTo>
                <a:lnTo>
                  <a:pt x="1214186" y="79598"/>
                </a:lnTo>
                <a:lnTo>
                  <a:pt x="1214743" y="79088"/>
                </a:lnTo>
                <a:lnTo>
                  <a:pt x="1215311" y="78600"/>
                </a:lnTo>
                <a:lnTo>
                  <a:pt x="1215892" y="78133"/>
                </a:lnTo>
                <a:lnTo>
                  <a:pt x="1216486" y="77688"/>
                </a:lnTo>
                <a:lnTo>
                  <a:pt x="1217091" y="77264"/>
                </a:lnTo>
                <a:lnTo>
                  <a:pt x="1217708" y="76863"/>
                </a:lnTo>
                <a:lnTo>
                  <a:pt x="1218338" y="76483"/>
                </a:lnTo>
                <a:lnTo>
                  <a:pt x="1218980" y="76125"/>
                </a:lnTo>
                <a:lnTo>
                  <a:pt x="1219634" y="75788"/>
                </a:lnTo>
                <a:lnTo>
                  <a:pt x="1220300" y="75473"/>
                </a:lnTo>
                <a:lnTo>
                  <a:pt x="1220978" y="75180"/>
                </a:lnTo>
                <a:lnTo>
                  <a:pt x="1221669" y="74909"/>
                </a:lnTo>
                <a:lnTo>
                  <a:pt x="1222372" y="74659"/>
                </a:lnTo>
                <a:lnTo>
                  <a:pt x="1223086" y="74431"/>
                </a:lnTo>
                <a:lnTo>
                  <a:pt x="1223813" y="74225"/>
                </a:lnTo>
                <a:lnTo>
                  <a:pt x="1224553" y="74040"/>
                </a:lnTo>
                <a:lnTo>
                  <a:pt x="1225304" y="73878"/>
                </a:lnTo>
                <a:lnTo>
                  <a:pt x="1226068" y="73737"/>
                </a:lnTo>
                <a:lnTo>
                  <a:pt x="1226843" y="73617"/>
                </a:lnTo>
                <a:lnTo>
                  <a:pt x="1227631" y="73519"/>
                </a:lnTo>
                <a:lnTo>
                  <a:pt x="1228431" y="73443"/>
                </a:lnTo>
                <a:lnTo>
                  <a:pt x="1229244" y="73389"/>
                </a:lnTo>
                <a:lnTo>
                  <a:pt x="1230068" y="73357"/>
                </a:lnTo>
                <a:lnTo>
                  <a:pt x="1230904" y="73346"/>
                </a:lnTo>
                <a:lnTo>
                  <a:pt x="1231729" y="73356"/>
                </a:lnTo>
                <a:lnTo>
                  <a:pt x="1232541" y="73388"/>
                </a:lnTo>
                <a:lnTo>
                  <a:pt x="1233340" y="73440"/>
                </a:lnTo>
                <a:lnTo>
                  <a:pt x="1234125" y="73514"/>
                </a:lnTo>
                <a:lnTo>
                  <a:pt x="1234898" y="73608"/>
                </a:lnTo>
                <a:lnTo>
                  <a:pt x="1235657" y="73724"/>
                </a:lnTo>
                <a:lnTo>
                  <a:pt x="1236403" y="73860"/>
                </a:lnTo>
                <a:lnTo>
                  <a:pt x="1237136" y="74018"/>
                </a:lnTo>
                <a:lnTo>
                  <a:pt x="1237856" y="74197"/>
                </a:lnTo>
                <a:lnTo>
                  <a:pt x="1238563" y="74396"/>
                </a:lnTo>
                <a:lnTo>
                  <a:pt x="1239257" y="74617"/>
                </a:lnTo>
                <a:lnTo>
                  <a:pt x="1239938" y="74858"/>
                </a:lnTo>
                <a:lnTo>
                  <a:pt x="1240605" y="75121"/>
                </a:lnTo>
                <a:lnTo>
                  <a:pt x="1241260" y="75405"/>
                </a:lnTo>
                <a:lnTo>
                  <a:pt x="1241901" y="75709"/>
                </a:lnTo>
                <a:lnTo>
                  <a:pt x="1242530" y="76035"/>
                </a:lnTo>
                <a:lnTo>
                  <a:pt x="1243145" y="76381"/>
                </a:lnTo>
                <a:lnTo>
                  <a:pt x="1243747" y="76749"/>
                </a:lnTo>
                <a:lnTo>
                  <a:pt x="1244336" y="77138"/>
                </a:lnTo>
                <a:lnTo>
                  <a:pt x="1244911" y="77547"/>
                </a:lnTo>
                <a:lnTo>
                  <a:pt x="1245474" y="77978"/>
                </a:lnTo>
                <a:lnTo>
                  <a:pt x="1246024" y="78430"/>
                </a:lnTo>
                <a:lnTo>
                  <a:pt x="1246560" y="78902"/>
                </a:lnTo>
                <a:lnTo>
                  <a:pt x="1247084" y="79396"/>
                </a:lnTo>
                <a:lnTo>
                  <a:pt x="1247590" y="79911"/>
                </a:lnTo>
                <a:lnTo>
                  <a:pt x="1248074" y="80448"/>
                </a:lnTo>
                <a:lnTo>
                  <a:pt x="1248537" y="81007"/>
                </a:lnTo>
                <a:lnTo>
                  <a:pt x="1248979" y="81588"/>
                </a:lnTo>
                <a:lnTo>
                  <a:pt x="1249399" y="82191"/>
                </a:lnTo>
                <a:lnTo>
                  <a:pt x="1249797" y="82816"/>
                </a:lnTo>
                <a:lnTo>
                  <a:pt x="1250174" y="83463"/>
                </a:lnTo>
                <a:lnTo>
                  <a:pt x="1250529" y="84132"/>
                </a:lnTo>
                <a:lnTo>
                  <a:pt x="1250863" y="84823"/>
                </a:lnTo>
                <a:lnTo>
                  <a:pt x="1251175" y="85535"/>
                </a:lnTo>
                <a:lnTo>
                  <a:pt x="1251466" y="86270"/>
                </a:lnTo>
                <a:lnTo>
                  <a:pt x="1251735" y="87026"/>
                </a:lnTo>
                <a:lnTo>
                  <a:pt x="1251983" y="87805"/>
                </a:lnTo>
                <a:lnTo>
                  <a:pt x="1252209" y="88605"/>
                </a:lnTo>
                <a:lnTo>
                  <a:pt x="1252414" y="89428"/>
                </a:lnTo>
                <a:lnTo>
                  <a:pt x="1252597" y="90272"/>
                </a:lnTo>
                <a:lnTo>
                  <a:pt x="1252758" y="91138"/>
                </a:lnTo>
                <a:lnTo>
                  <a:pt x="1252898" y="92027"/>
                </a:lnTo>
                <a:lnTo>
                  <a:pt x="1253017" y="92937"/>
                </a:lnTo>
                <a:lnTo>
                  <a:pt x="1253113" y="93869"/>
                </a:lnTo>
                <a:lnTo>
                  <a:pt x="1253189" y="94823"/>
                </a:lnTo>
                <a:lnTo>
                  <a:pt x="1253243" y="95799"/>
                </a:lnTo>
                <a:lnTo>
                  <a:pt x="1253275" y="96797"/>
                </a:lnTo>
                <a:lnTo>
                  <a:pt x="1253286" y="97817"/>
                </a:lnTo>
                <a:lnTo>
                  <a:pt x="1253274" y="98782"/>
                </a:lnTo>
                <a:lnTo>
                  <a:pt x="1253239" y="99727"/>
                </a:lnTo>
                <a:lnTo>
                  <a:pt x="1253181" y="100654"/>
                </a:lnTo>
                <a:lnTo>
                  <a:pt x="1253100" y="101561"/>
                </a:lnTo>
                <a:lnTo>
                  <a:pt x="1252996" y="102448"/>
                </a:lnTo>
                <a:lnTo>
                  <a:pt x="1252869" y="103316"/>
                </a:lnTo>
                <a:lnTo>
                  <a:pt x="1252718" y="104165"/>
                </a:lnTo>
                <a:lnTo>
                  <a:pt x="1252544" y="104994"/>
                </a:lnTo>
                <a:lnTo>
                  <a:pt x="1252347" y="105805"/>
                </a:lnTo>
                <a:lnTo>
                  <a:pt x="1252127" y="106595"/>
                </a:lnTo>
                <a:lnTo>
                  <a:pt x="1251884" y="107366"/>
                </a:lnTo>
                <a:lnTo>
                  <a:pt x="1251617" y="108118"/>
                </a:lnTo>
                <a:lnTo>
                  <a:pt x="1251328" y="108851"/>
                </a:lnTo>
                <a:lnTo>
                  <a:pt x="1251015" y="109564"/>
                </a:lnTo>
                <a:lnTo>
                  <a:pt x="1250679" y="110258"/>
                </a:lnTo>
                <a:lnTo>
                  <a:pt x="1250320" y="110932"/>
                </a:lnTo>
                <a:lnTo>
                  <a:pt x="1249937" y="111588"/>
                </a:lnTo>
                <a:lnTo>
                  <a:pt x="1249532" y="112223"/>
                </a:lnTo>
                <a:lnTo>
                  <a:pt x="1249103" y="112840"/>
                </a:lnTo>
                <a:lnTo>
                  <a:pt x="1248651" y="113437"/>
                </a:lnTo>
                <a:lnTo>
                  <a:pt x="1248176" y="114014"/>
                </a:lnTo>
                <a:lnTo>
                  <a:pt x="1247678" y="114572"/>
                </a:lnTo>
                <a:lnTo>
                  <a:pt x="1247156" y="115111"/>
                </a:lnTo>
                <a:lnTo>
                  <a:pt x="1246612" y="115631"/>
                </a:lnTo>
                <a:lnTo>
                  <a:pt x="1246050" y="116130"/>
                </a:lnTo>
                <a:lnTo>
                  <a:pt x="1245477" y="116608"/>
                </a:lnTo>
                <a:lnTo>
                  <a:pt x="1244892" y="117065"/>
                </a:lnTo>
                <a:lnTo>
                  <a:pt x="1244295" y="117500"/>
                </a:lnTo>
                <a:lnTo>
                  <a:pt x="1243688" y="117914"/>
                </a:lnTo>
                <a:lnTo>
                  <a:pt x="1243068" y="118307"/>
                </a:lnTo>
                <a:lnTo>
                  <a:pt x="1242438" y="118679"/>
                </a:lnTo>
                <a:lnTo>
                  <a:pt x="1241795" y="119030"/>
                </a:lnTo>
                <a:lnTo>
                  <a:pt x="1241142" y="119359"/>
                </a:lnTo>
                <a:lnTo>
                  <a:pt x="1240477" y="119667"/>
                </a:lnTo>
                <a:lnTo>
                  <a:pt x="1239800" y="119954"/>
                </a:lnTo>
                <a:lnTo>
                  <a:pt x="1239112" y="120219"/>
                </a:lnTo>
                <a:lnTo>
                  <a:pt x="1238413" y="120463"/>
                </a:lnTo>
                <a:lnTo>
                  <a:pt x="1237702" y="120686"/>
                </a:lnTo>
                <a:lnTo>
                  <a:pt x="1236979" y="120888"/>
                </a:lnTo>
                <a:lnTo>
                  <a:pt x="1236245" y="121069"/>
                </a:lnTo>
                <a:lnTo>
                  <a:pt x="1235500" y="121228"/>
                </a:lnTo>
                <a:lnTo>
                  <a:pt x="1234743" y="121366"/>
                </a:lnTo>
                <a:lnTo>
                  <a:pt x="1233974" y="121483"/>
                </a:lnTo>
                <a:lnTo>
                  <a:pt x="1233195" y="121579"/>
                </a:lnTo>
                <a:lnTo>
                  <a:pt x="1232403" y="121653"/>
                </a:lnTo>
                <a:lnTo>
                  <a:pt x="1231601" y="121706"/>
                </a:lnTo>
                <a:lnTo>
                  <a:pt x="1230786" y="121738"/>
                </a:lnTo>
                <a:lnTo>
                  <a:pt x="1229961" y="121749"/>
                </a:lnTo>
                <a:lnTo>
                  <a:pt x="1229234" y="121738"/>
                </a:lnTo>
                <a:lnTo>
                  <a:pt x="1228514" y="121707"/>
                </a:lnTo>
                <a:lnTo>
                  <a:pt x="1227800" y="121654"/>
                </a:lnTo>
                <a:lnTo>
                  <a:pt x="1227094" y="121581"/>
                </a:lnTo>
                <a:lnTo>
                  <a:pt x="1226394" y="121486"/>
                </a:lnTo>
                <a:close/>
                <a:moveTo>
                  <a:pt x="185512" y="184974"/>
                </a:moveTo>
                <a:lnTo>
                  <a:pt x="186282" y="184852"/>
                </a:lnTo>
                <a:lnTo>
                  <a:pt x="187038" y="184707"/>
                </a:lnTo>
                <a:lnTo>
                  <a:pt x="187780" y="184540"/>
                </a:lnTo>
                <a:lnTo>
                  <a:pt x="188510" y="184351"/>
                </a:lnTo>
                <a:lnTo>
                  <a:pt x="189225" y="184140"/>
                </a:lnTo>
                <a:lnTo>
                  <a:pt x="189928" y="183907"/>
                </a:lnTo>
                <a:lnTo>
                  <a:pt x="190617" y="183651"/>
                </a:lnTo>
                <a:lnTo>
                  <a:pt x="191293" y="183373"/>
                </a:lnTo>
                <a:lnTo>
                  <a:pt x="191956" y="183073"/>
                </a:lnTo>
                <a:lnTo>
                  <a:pt x="192605" y="182750"/>
                </a:lnTo>
                <a:lnTo>
                  <a:pt x="193241" y="182406"/>
                </a:lnTo>
                <a:lnTo>
                  <a:pt x="193863" y="182039"/>
                </a:lnTo>
                <a:lnTo>
                  <a:pt x="194472" y="181650"/>
                </a:lnTo>
                <a:lnTo>
                  <a:pt x="195068" y="181238"/>
                </a:lnTo>
                <a:lnTo>
                  <a:pt x="195651" y="180805"/>
                </a:lnTo>
                <a:lnTo>
                  <a:pt x="196220" y="180349"/>
                </a:lnTo>
                <a:lnTo>
                  <a:pt x="196776" y="179871"/>
                </a:lnTo>
                <a:lnTo>
                  <a:pt x="197318" y="179370"/>
                </a:lnTo>
                <a:lnTo>
                  <a:pt x="197847" y="178848"/>
                </a:lnTo>
                <a:lnTo>
                  <a:pt x="198359" y="178309"/>
                </a:lnTo>
                <a:lnTo>
                  <a:pt x="198849" y="177761"/>
                </a:lnTo>
                <a:lnTo>
                  <a:pt x="199317" y="177203"/>
                </a:lnTo>
                <a:lnTo>
                  <a:pt x="199763" y="176636"/>
                </a:lnTo>
                <a:lnTo>
                  <a:pt x="200188" y="176059"/>
                </a:lnTo>
                <a:lnTo>
                  <a:pt x="200590" y="175473"/>
                </a:lnTo>
                <a:lnTo>
                  <a:pt x="200971" y="174877"/>
                </a:lnTo>
                <a:lnTo>
                  <a:pt x="201330" y="174271"/>
                </a:lnTo>
                <a:lnTo>
                  <a:pt x="201668" y="173656"/>
                </a:lnTo>
                <a:lnTo>
                  <a:pt x="201983" y="173031"/>
                </a:lnTo>
                <a:lnTo>
                  <a:pt x="202277" y="172396"/>
                </a:lnTo>
                <a:lnTo>
                  <a:pt x="202549" y="171752"/>
                </a:lnTo>
                <a:lnTo>
                  <a:pt x="202800" y="171099"/>
                </a:lnTo>
                <a:lnTo>
                  <a:pt x="203028" y="170436"/>
                </a:lnTo>
                <a:lnTo>
                  <a:pt x="203235" y="169763"/>
                </a:lnTo>
                <a:lnTo>
                  <a:pt x="203420" y="169080"/>
                </a:lnTo>
                <a:lnTo>
                  <a:pt x="203583" y="168388"/>
                </a:lnTo>
                <a:lnTo>
                  <a:pt x="203725" y="167687"/>
                </a:lnTo>
                <a:lnTo>
                  <a:pt x="203845" y="166975"/>
                </a:lnTo>
                <a:lnTo>
                  <a:pt x="203943" y="166255"/>
                </a:lnTo>
                <a:lnTo>
                  <a:pt x="204019" y="165524"/>
                </a:lnTo>
                <a:lnTo>
                  <a:pt x="204073" y="164784"/>
                </a:lnTo>
                <a:lnTo>
                  <a:pt x="204106" y="164034"/>
                </a:lnTo>
                <a:lnTo>
                  <a:pt x="204117" y="163275"/>
                </a:lnTo>
                <a:lnTo>
                  <a:pt x="204106" y="162451"/>
                </a:lnTo>
                <a:lnTo>
                  <a:pt x="204073" y="161640"/>
                </a:lnTo>
                <a:lnTo>
                  <a:pt x="204019" y="160844"/>
                </a:lnTo>
                <a:lnTo>
                  <a:pt x="203943" y="160062"/>
                </a:lnTo>
                <a:lnTo>
                  <a:pt x="203845" y="159294"/>
                </a:lnTo>
                <a:lnTo>
                  <a:pt x="203725" y="158539"/>
                </a:lnTo>
                <a:lnTo>
                  <a:pt x="203583" y="157799"/>
                </a:lnTo>
                <a:lnTo>
                  <a:pt x="203420" y="157073"/>
                </a:lnTo>
                <a:lnTo>
                  <a:pt x="203235" y="156361"/>
                </a:lnTo>
                <a:lnTo>
                  <a:pt x="203028" y="155663"/>
                </a:lnTo>
                <a:lnTo>
                  <a:pt x="202800" y="154979"/>
                </a:lnTo>
                <a:lnTo>
                  <a:pt x="202549" y="154309"/>
                </a:lnTo>
                <a:lnTo>
                  <a:pt x="202277" y="153653"/>
                </a:lnTo>
                <a:lnTo>
                  <a:pt x="201983" y="153012"/>
                </a:lnTo>
                <a:lnTo>
                  <a:pt x="201668" y="152384"/>
                </a:lnTo>
                <a:lnTo>
                  <a:pt x="201330" y="151770"/>
                </a:lnTo>
                <a:lnTo>
                  <a:pt x="200971" y="151170"/>
                </a:lnTo>
                <a:lnTo>
                  <a:pt x="200590" y="150585"/>
                </a:lnTo>
                <a:lnTo>
                  <a:pt x="200188" y="150013"/>
                </a:lnTo>
                <a:lnTo>
                  <a:pt x="199763" y="149455"/>
                </a:lnTo>
                <a:lnTo>
                  <a:pt x="199317" y="148912"/>
                </a:lnTo>
                <a:lnTo>
                  <a:pt x="198849" y="148382"/>
                </a:lnTo>
                <a:lnTo>
                  <a:pt x="198359" y="147867"/>
                </a:lnTo>
                <a:lnTo>
                  <a:pt x="197847" y="147366"/>
                </a:lnTo>
                <a:lnTo>
                  <a:pt x="197318" y="146882"/>
                </a:lnTo>
                <a:lnTo>
                  <a:pt x="196776" y="146418"/>
                </a:lnTo>
                <a:lnTo>
                  <a:pt x="196220" y="145975"/>
                </a:lnTo>
                <a:lnTo>
                  <a:pt x="195651" y="145553"/>
                </a:lnTo>
                <a:lnTo>
                  <a:pt x="195068" y="145151"/>
                </a:lnTo>
                <a:lnTo>
                  <a:pt x="194472" y="144770"/>
                </a:lnTo>
                <a:lnTo>
                  <a:pt x="193863" y="144410"/>
                </a:lnTo>
                <a:lnTo>
                  <a:pt x="193241" y="144070"/>
                </a:lnTo>
                <a:lnTo>
                  <a:pt x="192605" y="143751"/>
                </a:lnTo>
                <a:lnTo>
                  <a:pt x="191956" y="143452"/>
                </a:lnTo>
                <a:lnTo>
                  <a:pt x="191293" y="143174"/>
                </a:lnTo>
                <a:lnTo>
                  <a:pt x="190617" y="142916"/>
                </a:lnTo>
                <a:lnTo>
                  <a:pt x="189928" y="142679"/>
                </a:lnTo>
                <a:lnTo>
                  <a:pt x="189225" y="142463"/>
                </a:lnTo>
                <a:lnTo>
                  <a:pt x="188510" y="142268"/>
                </a:lnTo>
                <a:lnTo>
                  <a:pt x="187780" y="142092"/>
                </a:lnTo>
                <a:lnTo>
                  <a:pt x="187038" y="141938"/>
                </a:lnTo>
                <a:lnTo>
                  <a:pt x="186282" y="141804"/>
                </a:lnTo>
                <a:lnTo>
                  <a:pt x="185512" y="141691"/>
                </a:lnTo>
                <a:lnTo>
                  <a:pt x="184730" y="141598"/>
                </a:lnTo>
                <a:lnTo>
                  <a:pt x="183934" y="141526"/>
                </a:lnTo>
                <a:lnTo>
                  <a:pt x="183125" y="141474"/>
                </a:lnTo>
                <a:lnTo>
                  <a:pt x="182302" y="141444"/>
                </a:lnTo>
                <a:lnTo>
                  <a:pt x="181466" y="141433"/>
                </a:lnTo>
                <a:lnTo>
                  <a:pt x="180608" y="141444"/>
                </a:lnTo>
                <a:lnTo>
                  <a:pt x="179763" y="141474"/>
                </a:lnTo>
                <a:lnTo>
                  <a:pt x="178933" y="141526"/>
                </a:lnTo>
                <a:lnTo>
                  <a:pt x="178116" y="141598"/>
                </a:lnTo>
                <a:lnTo>
                  <a:pt x="177313" y="141691"/>
                </a:lnTo>
                <a:lnTo>
                  <a:pt x="176524" y="141804"/>
                </a:lnTo>
                <a:lnTo>
                  <a:pt x="175748" y="141938"/>
                </a:lnTo>
                <a:lnTo>
                  <a:pt x="174987" y="142092"/>
                </a:lnTo>
                <a:lnTo>
                  <a:pt x="174239" y="142268"/>
                </a:lnTo>
                <a:lnTo>
                  <a:pt x="173505" y="142463"/>
                </a:lnTo>
                <a:lnTo>
                  <a:pt x="172785" y="142679"/>
                </a:lnTo>
                <a:lnTo>
                  <a:pt x="172079" y="142916"/>
                </a:lnTo>
                <a:lnTo>
                  <a:pt x="171386" y="143174"/>
                </a:lnTo>
                <a:lnTo>
                  <a:pt x="170707" y="143452"/>
                </a:lnTo>
                <a:lnTo>
                  <a:pt x="170043" y="143751"/>
                </a:lnTo>
                <a:lnTo>
                  <a:pt x="169391" y="144070"/>
                </a:lnTo>
                <a:lnTo>
                  <a:pt x="168754" y="144410"/>
                </a:lnTo>
                <a:lnTo>
                  <a:pt x="168131" y="144770"/>
                </a:lnTo>
                <a:lnTo>
                  <a:pt x="167521" y="145151"/>
                </a:lnTo>
                <a:lnTo>
                  <a:pt x="166925" y="145553"/>
                </a:lnTo>
                <a:lnTo>
                  <a:pt x="166343" y="145975"/>
                </a:lnTo>
                <a:lnTo>
                  <a:pt x="165775" y="146418"/>
                </a:lnTo>
                <a:lnTo>
                  <a:pt x="165221" y="146882"/>
                </a:lnTo>
                <a:lnTo>
                  <a:pt x="164680" y="147366"/>
                </a:lnTo>
                <a:lnTo>
                  <a:pt x="164157" y="147867"/>
                </a:lnTo>
                <a:lnTo>
                  <a:pt x="163657" y="148382"/>
                </a:lnTo>
                <a:lnTo>
                  <a:pt x="163179" y="148912"/>
                </a:lnTo>
                <a:lnTo>
                  <a:pt x="162723" y="149455"/>
                </a:lnTo>
                <a:lnTo>
                  <a:pt x="162289" y="150013"/>
                </a:lnTo>
                <a:lnTo>
                  <a:pt x="161878" y="150585"/>
                </a:lnTo>
                <a:lnTo>
                  <a:pt x="161489" y="151170"/>
                </a:lnTo>
                <a:lnTo>
                  <a:pt x="161122" y="151770"/>
                </a:lnTo>
                <a:lnTo>
                  <a:pt x="160777" y="152384"/>
                </a:lnTo>
                <a:lnTo>
                  <a:pt x="160455" y="153012"/>
                </a:lnTo>
                <a:lnTo>
                  <a:pt x="160155" y="153653"/>
                </a:lnTo>
                <a:lnTo>
                  <a:pt x="159877" y="154309"/>
                </a:lnTo>
                <a:lnTo>
                  <a:pt x="159621" y="154979"/>
                </a:lnTo>
                <a:lnTo>
                  <a:pt x="159388" y="155663"/>
                </a:lnTo>
                <a:lnTo>
                  <a:pt x="159176" y="156361"/>
                </a:lnTo>
                <a:lnTo>
                  <a:pt x="158987" y="157073"/>
                </a:lnTo>
                <a:lnTo>
                  <a:pt x="158821" y="157799"/>
                </a:lnTo>
                <a:lnTo>
                  <a:pt x="158676" y="158539"/>
                </a:lnTo>
                <a:lnTo>
                  <a:pt x="158554" y="159294"/>
                </a:lnTo>
                <a:lnTo>
                  <a:pt x="158454" y="160062"/>
                </a:lnTo>
                <a:lnTo>
                  <a:pt x="158376" y="160844"/>
                </a:lnTo>
                <a:lnTo>
                  <a:pt x="158320" y="161640"/>
                </a:lnTo>
                <a:lnTo>
                  <a:pt x="158287" y="162451"/>
                </a:lnTo>
                <a:lnTo>
                  <a:pt x="158276" y="163275"/>
                </a:lnTo>
                <a:lnTo>
                  <a:pt x="158287" y="164034"/>
                </a:lnTo>
                <a:lnTo>
                  <a:pt x="158320" y="164784"/>
                </a:lnTo>
                <a:lnTo>
                  <a:pt x="158376" y="165524"/>
                </a:lnTo>
                <a:lnTo>
                  <a:pt x="158454" y="166255"/>
                </a:lnTo>
                <a:lnTo>
                  <a:pt x="158554" y="166975"/>
                </a:lnTo>
                <a:lnTo>
                  <a:pt x="158676" y="167687"/>
                </a:lnTo>
                <a:lnTo>
                  <a:pt x="158821" y="168388"/>
                </a:lnTo>
                <a:lnTo>
                  <a:pt x="158987" y="169080"/>
                </a:lnTo>
                <a:lnTo>
                  <a:pt x="159176" y="169763"/>
                </a:lnTo>
                <a:lnTo>
                  <a:pt x="159388" y="170436"/>
                </a:lnTo>
                <a:lnTo>
                  <a:pt x="159621" y="171099"/>
                </a:lnTo>
                <a:lnTo>
                  <a:pt x="159877" y="171752"/>
                </a:lnTo>
                <a:lnTo>
                  <a:pt x="160155" y="172396"/>
                </a:lnTo>
                <a:lnTo>
                  <a:pt x="160455" y="173031"/>
                </a:lnTo>
                <a:lnTo>
                  <a:pt x="160777" y="173656"/>
                </a:lnTo>
                <a:lnTo>
                  <a:pt x="161122" y="174271"/>
                </a:lnTo>
                <a:lnTo>
                  <a:pt x="161489" y="174877"/>
                </a:lnTo>
                <a:lnTo>
                  <a:pt x="161878" y="175473"/>
                </a:lnTo>
                <a:lnTo>
                  <a:pt x="162289" y="176059"/>
                </a:lnTo>
                <a:lnTo>
                  <a:pt x="162723" y="176636"/>
                </a:lnTo>
                <a:lnTo>
                  <a:pt x="163179" y="177203"/>
                </a:lnTo>
                <a:lnTo>
                  <a:pt x="163657" y="177761"/>
                </a:lnTo>
                <a:lnTo>
                  <a:pt x="164157" y="178309"/>
                </a:lnTo>
                <a:lnTo>
                  <a:pt x="164680" y="178848"/>
                </a:lnTo>
                <a:lnTo>
                  <a:pt x="165221" y="179370"/>
                </a:lnTo>
                <a:lnTo>
                  <a:pt x="165775" y="179871"/>
                </a:lnTo>
                <a:lnTo>
                  <a:pt x="166343" y="180349"/>
                </a:lnTo>
                <a:lnTo>
                  <a:pt x="166925" y="180805"/>
                </a:lnTo>
                <a:lnTo>
                  <a:pt x="167521" y="181238"/>
                </a:lnTo>
                <a:lnTo>
                  <a:pt x="168131" y="181650"/>
                </a:lnTo>
                <a:lnTo>
                  <a:pt x="168754" y="182039"/>
                </a:lnTo>
                <a:lnTo>
                  <a:pt x="169391" y="182406"/>
                </a:lnTo>
                <a:lnTo>
                  <a:pt x="170043" y="182750"/>
                </a:lnTo>
                <a:lnTo>
                  <a:pt x="170707" y="183073"/>
                </a:lnTo>
                <a:lnTo>
                  <a:pt x="171386" y="183373"/>
                </a:lnTo>
                <a:lnTo>
                  <a:pt x="172079" y="183651"/>
                </a:lnTo>
                <a:lnTo>
                  <a:pt x="172785" y="183907"/>
                </a:lnTo>
                <a:lnTo>
                  <a:pt x="173505" y="184140"/>
                </a:lnTo>
                <a:lnTo>
                  <a:pt x="174239" y="184351"/>
                </a:lnTo>
                <a:lnTo>
                  <a:pt x="174987" y="184540"/>
                </a:lnTo>
                <a:lnTo>
                  <a:pt x="175748" y="184707"/>
                </a:lnTo>
                <a:lnTo>
                  <a:pt x="176524" y="184852"/>
                </a:lnTo>
                <a:lnTo>
                  <a:pt x="177313" y="184974"/>
                </a:lnTo>
                <a:lnTo>
                  <a:pt x="178116" y="185074"/>
                </a:lnTo>
                <a:lnTo>
                  <a:pt x="178933" y="185152"/>
                </a:lnTo>
                <a:lnTo>
                  <a:pt x="179763" y="185207"/>
                </a:lnTo>
                <a:lnTo>
                  <a:pt x="180608" y="185241"/>
                </a:lnTo>
                <a:lnTo>
                  <a:pt x="181466" y="185252"/>
                </a:lnTo>
                <a:lnTo>
                  <a:pt x="182302" y="185241"/>
                </a:lnTo>
                <a:lnTo>
                  <a:pt x="183125" y="185207"/>
                </a:lnTo>
                <a:lnTo>
                  <a:pt x="183934" y="185152"/>
                </a:lnTo>
                <a:lnTo>
                  <a:pt x="184730" y="185074"/>
                </a:lnTo>
                <a:lnTo>
                  <a:pt x="185512" y="184974"/>
                </a:lnTo>
                <a:close/>
                <a:moveTo>
                  <a:pt x="1776915" y="157334"/>
                </a:moveTo>
                <a:lnTo>
                  <a:pt x="1776090" y="157309"/>
                </a:lnTo>
                <a:lnTo>
                  <a:pt x="1775290" y="157267"/>
                </a:lnTo>
                <a:lnTo>
                  <a:pt x="1774517" y="157208"/>
                </a:lnTo>
                <a:lnTo>
                  <a:pt x="1773769" y="157132"/>
                </a:lnTo>
                <a:lnTo>
                  <a:pt x="1773048" y="157039"/>
                </a:lnTo>
                <a:lnTo>
                  <a:pt x="1772354" y="156930"/>
                </a:lnTo>
                <a:lnTo>
                  <a:pt x="1771685" y="156804"/>
                </a:lnTo>
                <a:lnTo>
                  <a:pt x="1771043" y="156660"/>
                </a:lnTo>
                <a:lnTo>
                  <a:pt x="1770427" y="156500"/>
                </a:lnTo>
                <a:lnTo>
                  <a:pt x="1769837" y="156323"/>
                </a:lnTo>
                <a:lnTo>
                  <a:pt x="1769273" y="156129"/>
                </a:lnTo>
                <a:lnTo>
                  <a:pt x="1768736" y="155919"/>
                </a:lnTo>
                <a:lnTo>
                  <a:pt x="1768225" y="155691"/>
                </a:lnTo>
                <a:lnTo>
                  <a:pt x="1767740" y="155447"/>
                </a:lnTo>
                <a:lnTo>
                  <a:pt x="1767281" y="155186"/>
                </a:lnTo>
                <a:lnTo>
                  <a:pt x="1766848" y="154908"/>
                </a:lnTo>
                <a:lnTo>
                  <a:pt x="1766442" y="154613"/>
                </a:lnTo>
                <a:lnTo>
                  <a:pt x="1766062" y="154301"/>
                </a:lnTo>
                <a:lnTo>
                  <a:pt x="1765708" y="153972"/>
                </a:lnTo>
                <a:lnTo>
                  <a:pt x="1765380" y="153627"/>
                </a:lnTo>
                <a:lnTo>
                  <a:pt x="1765079" y="153264"/>
                </a:lnTo>
                <a:lnTo>
                  <a:pt x="1764803" y="152885"/>
                </a:lnTo>
                <a:lnTo>
                  <a:pt x="1764554" y="152489"/>
                </a:lnTo>
                <a:lnTo>
                  <a:pt x="1764323" y="152075"/>
                </a:lnTo>
                <a:lnTo>
                  <a:pt x="1764102" y="151642"/>
                </a:lnTo>
                <a:lnTo>
                  <a:pt x="1763891" y="151189"/>
                </a:lnTo>
                <a:lnTo>
                  <a:pt x="1763689" y="150718"/>
                </a:lnTo>
                <a:lnTo>
                  <a:pt x="1763497" y="150227"/>
                </a:lnTo>
                <a:lnTo>
                  <a:pt x="1763316" y="149717"/>
                </a:lnTo>
                <a:lnTo>
                  <a:pt x="1763144" y="149187"/>
                </a:lnTo>
                <a:lnTo>
                  <a:pt x="1762981" y="148639"/>
                </a:lnTo>
                <a:lnTo>
                  <a:pt x="1762829" y="148071"/>
                </a:lnTo>
                <a:lnTo>
                  <a:pt x="1762686" y="147485"/>
                </a:lnTo>
                <a:lnTo>
                  <a:pt x="1762554" y="146879"/>
                </a:lnTo>
                <a:lnTo>
                  <a:pt x="1762431" y="146253"/>
                </a:lnTo>
                <a:lnTo>
                  <a:pt x="1762318" y="145609"/>
                </a:lnTo>
                <a:lnTo>
                  <a:pt x="1762215" y="144945"/>
                </a:lnTo>
                <a:lnTo>
                  <a:pt x="1762121" y="144263"/>
                </a:lnTo>
                <a:lnTo>
                  <a:pt x="1762038" y="143561"/>
                </a:lnTo>
                <a:lnTo>
                  <a:pt x="1761964" y="142839"/>
                </a:lnTo>
                <a:lnTo>
                  <a:pt x="1761900" y="142099"/>
                </a:lnTo>
                <a:lnTo>
                  <a:pt x="1761846" y="141339"/>
                </a:lnTo>
                <a:lnTo>
                  <a:pt x="1761802" y="140561"/>
                </a:lnTo>
                <a:lnTo>
                  <a:pt x="1761767" y="139763"/>
                </a:lnTo>
                <a:lnTo>
                  <a:pt x="1761743" y="138946"/>
                </a:lnTo>
                <a:lnTo>
                  <a:pt x="1761728" y="138109"/>
                </a:lnTo>
                <a:lnTo>
                  <a:pt x="1761723" y="137254"/>
                </a:lnTo>
                <a:lnTo>
                  <a:pt x="1761723" y="3775"/>
                </a:lnTo>
                <a:lnTo>
                  <a:pt x="1726129" y="3775"/>
                </a:lnTo>
                <a:lnTo>
                  <a:pt x="1726129" y="139411"/>
                </a:lnTo>
                <a:lnTo>
                  <a:pt x="1726136" y="140748"/>
                </a:lnTo>
                <a:lnTo>
                  <a:pt x="1726159" y="142065"/>
                </a:lnTo>
                <a:lnTo>
                  <a:pt x="1726196" y="143360"/>
                </a:lnTo>
                <a:lnTo>
                  <a:pt x="1726249" y="144634"/>
                </a:lnTo>
                <a:lnTo>
                  <a:pt x="1726316" y="145886"/>
                </a:lnTo>
                <a:lnTo>
                  <a:pt x="1726398" y="147117"/>
                </a:lnTo>
                <a:lnTo>
                  <a:pt x="1726496" y="148327"/>
                </a:lnTo>
                <a:lnTo>
                  <a:pt x="1726608" y="149515"/>
                </a:lnTo>
                <a:lnTo>
                  <a:pt x="1726735" y="150683"/>
                </a:lnTo>
                <a:lnTo>
                  <a:pt x="1726878" y="151829"/>
                </a:lnTo>
                <a:lnTo>
                  <a:pt x="1727035" y="152953"/>
                </a:lnTo>
                <a:lnTo>
                  <a:pt x="1727207" y="154056"/>
                </a:lnTo>
                <a:lnTo>
                  <a:pt x="1727395" y="155138"/>
                </a:lnTo>
                <a:lnTo>
                  <a:pt x="1727597" y="156199"/>
                </a:lnTo>
                <a:lnTo>
                  <a:pt x="1727814" y="157239"/>
                </a:lnTo>
                <a:lnTo>
                  <a:pt x="1728046" y="158257"/>
                </a:lnTo>
                <a:lnTo>
                  <a:pt x="1728293" y="159253"/>
                </a:lnTo>
                <a:lnTo>
                  <a:pt x="1728556" y="160229"/>
                </a:lnTo>
                <a:lnTo>
                  <a:pt x="1728833" y="161183"/>
                </a:lnTo>
                <a:lnTo>
                  <a:pt x="1729125" y="162116"/>
                </a:lnTo>
                <a:lnTo>
                  <a:pt x="1729432" y="163028"/>
                </a:lnTo>
                <a:lnTo>
                  <a:pt x="1729754" y="163918"/>
                </a:lnTo>
                <a:lnTo>
                  <a:pt x="1730091" y="164787"/>
                </a:lnTo>
                <a:lnTo>
                  <a:pt x="1730443" y="165635"/>
                </a:lnTo>
                <a:lnTo>
                  <a:pt x="1730814" y="166463"/>
                </a:lnTo>
                <a:lnTo>
                  <a:pt x="1731208" y="167272"/>
                </a:lnTo>
                <a:lnTo>
                  <a:pt x="1731625" y="168064"/>
                </a:lnTo>
                <a:lnTo>
                  <a:pt x="1732065" y="168837"/>
                </a:lnTo>
                <a:lnTo>
                  <a:pt x="1732528" y="169592"/>
                </a:lnTo>
                <a:lnTo>
                  <a:pt x="1733013" y="170328"/>
                </a:lnTo>
                <a:lnTo>
                  <a:pt x="1733522" y="171047"/>
                </a:lnTo>
                <a:lnTo>
                  <a:pt x="1734054" y="171747"/>
                </a:lnTo>
                <a:lnTo>
                  <a:pt x="1734608" y="172429"/>
                </a:lnTo>
                <a:lnTo>
                  <a:pt x="1735186" y="173092"/>
                </a:lnTo>
                <a:lnTo>
                  <a:pt x="1735786" y="173738"/>
                </a:lnTo>
                <a:lnTo>
                  <a:pt x="1736409" y="174365"/>
                </a:lnTo>
                <a:lnTo>
                  <a:pt x="1737056" y="174974"/>
                </a:lnTo>
                <a:lnTo>
                  <a:pt x="1737725" y="175564"/>
                </a:lnTo>
                <a:lnTo>
                  <a:pt x="1738417" y="176136"/>
                </a:lnTo>
                <a:lnTo>
                  <a:pt x="1739132" y="176690"/>
                </a:lnTo>
                <a:lnTo>
                  <a:pt x="1739870" y="177226"/>
                </a:lnTo>
                <a:lnTo>
                  <a:pt x="1740631" y="177744"/>
                </a:lnTo>
                <a:lnTo>
                  <a:pt x="1741415" y="178243"/>
                </a:lnTo>
                <a:lnTo>
                  <a:pt x="1742222" y="178724"/>
                </a:lnTo>
                <a:lnTo>
                  <a:pt x="1743052" y="179187"/>
                </a:lnTo>
                <a:lnTo>
                  <a:pt x="1743904" y="179631"/>
                </a:lnTo>
                <a:lnTo>
                  <a:pt x="1744780" y="180058"/>
                </a:lnTo>
                <a:lnTo>
                  <a:pt x="1745679" y="180466"/>
                </a:lnTo>
                <a:lnTo>
                  <a:pt x="1746605" y="180856"/>
                </a:lnTo>
                <a:lnTo>
                  <a:pt x="1747562" y="181230"/>
                </a:lnTo>
                <a:lnTo>
                  <a:pt x="1748552" y="181587"/>
                </a:lnTo>
                <a:lnTo>
                  <a:pt x="1749574" y="181928"/>
                </a:lnTo>
                <a:lnTo>
                  <a:pt x="1750627" y="182252"/>
                </a:lnTo>
                <a:lnTo>
                  <a:pt x="1751712" y="182560"/>
                </a:lnTo>
                <a:lnTo>
                  <a:pt x="1752829" y="182850"/>
                </a:lnTo>
                <a:lnTo>
                  <a:pt x="1753978" y="183125"/>
                </a:lnTo>
                <a:lnTo>
                  <a:pt x="1755159" y="183382"/>
                </a:lnTo>
                <a:lnTo>
                  <a:pt x="1756371" y="183623"/>
                </a:lnTo>
                <a:lnTo>
                  <a:pt x="1757615" y="183848"/>
                </a:lnTo>
                <a:lnTo>
                  <a:pt x="1758892" y="184055"/>
                </a:lnTo>
                <a:lnTo>
                  <a:pt x="1760200" y="184247"/>
                </a:lnTo>
                <a:lnTo>
                  <a:pt x="1761539" y="184421"/>
                </a:lnTo>
                <a:lnTo>
                  <a:pt x="1762911" y="184579"/>
                </a:lnTo>
                <a:lnTo>
                  <a:pt x="1764315" y="184720"/>
                </a:lnTo>
                <a:lnTo>
                  <a:pt x="1765750" y="184845"/>
                </a:lnTo>
                <a:lnTo>
                  <a:pt x="1767217" y="184953"/>
                </a:lnTo>
                <a:lnTo>
                  <a:pt x="1768716" y="185044"/>
                </a:lnTo>
                <a:lnTo>
                  <a:pt x="1770247" y="185119"/>
                </a:lnTo>
                <a:lnTo>
                  <a:pt x="1771810" y="185177"/>
                </a:lnTo>
                <a:lnTo>
                  <a:pt x="1773404" y="185219"/>
                </a:lnTo>
                <a:lnTo>
                  <a:pt x="1775031" y="185244"/>
                </a:lnTo>
                <a:lnTo>
                  <a:pt x="1776689" y="185252"/>
                </a:lnTo>
                <a:lnTo>
                  <a:pt x="1785992" y="185252"/>
                </a:lnTo>
                <a:lnTo>
                  <a:pt x="1785992" y="157343"/>
                </a:lnTo>
                <a:lnTo>
                  <a:pt x="1777767" y="157343"/>
                </a:lnTo>
                <a:lnTo>
                  <a:pt x="1776915" y="157334"/>
                </a:lnTo>
                <a:close/>
                <a:moveTo>
                  <a:pt x="2193325" y="113326"/>
                </a:moveTo>
                <a:lnTo>
                  <a:pt x="2245368" y="52043"/>
                </a:lnTo>
                <a:lnTo>
                  <a:pt x="2206538" y="52043"/>
                </a:lnTo>
                <a:lnTo>
                  <a:pt x="2155169" y="113461"/>
                </a:lnTo>
                <a:lnTo>
                  <a:pt x="2155169" y="3775"/>
                </a:lnTo>
                <a:lnTo>
                  <a:pt x="2119440" y="3775"/>
                </a:lnTo>
                <a:lnTo>
                  <a:pt x="2119440" y="185252"/>
                </a:lnTo>
                <a:lnTo>
                  <a:pt x="2155169" y="185252"/>
                </a:lnTo>
                <a:lnTo>
                  <a:pt x="2155169" y="114961"/>
                </a:lnTo>
                <a:lnTo>
                  <a:pt x="2208426" y="185252"/>
                </a:lnTo>
                <a:lnTo>
                  <a:pt x="2249143" y="185252"/>
                </a:lnTo>
                <a:lnTo>
                  <a:pt x="2193325" y="113326"/>
                </a:lnTo>
                <a:close/>
                <a:moveTo>
                  <a:pt x="1464448" y="187307"/>
                </a:moveTo>
                <a:lnTo>
                  <a:pt x="1466503" y="187144"/>
                </a:lnTo>
                <a:lnTo>
                  <a:pt x="1468524" y="186951"/>
                </a:lnTo>
                <a:lnTo>
                  <a:pt x="1470509" y="186728"/>
                </a:lnTo>
                <a:lnTo>
                  <a:pt x="1472460" y="186475"/>
                </a:lnTo>
                <a:lnTo>
                  <a:pt x="1474376" y="186192"/>
                </a:lnTo>
                <a:lnTo>
                  <a:pt x="1476257" y="185880"/>
                </a:lnTo>
                <a:lnTo>
                  <a:pt x="1478103" y="185538"/>
                </a:lnTo>
                <a:lnTo>
                  <a:pt x="1479914" y="185167"/>
                </a:lnTo>
                <a:lnTo>
                  <a:pt x="1481690" y="184766"/>
                </a:lnTo>
                <a:lnTo>
                  <a:pt x="1483431" y="184335"/>
                </a:lnTo>
                <a:lnTo>
                  <a:pt x="1485138" y="183874"/>
                </a:lnTo>
                <a:lnTo>
                  <a:pt x="1486810" y="183383"/>
                </a:lnTo>
                <a:lnTo>
                  <a:pt x="1488446" y="182863"/>
                </a:lnTo>
                <a:lnTo>
                  <a:pt x="1490048" y="182313"/>
                </a:lnTo>
                <a:lnTo>
                  <a:pt x="1491615" y="181733"/>
                </a:lnTo>
                <a:lnTo>
                  <a:pt x="1493147" y="181124"/>
                </a:lnTo>
                <a:lnTo>
                  <a:pt x="1494645" y="180485"/>
                </a:lnTo>
                <a:lnTo>
                  <a:pt x="1496107" y="179816"/>
                </a:lnTo>
                <a:lnTo>
                  <a:pt x="1497535" y="179117"/>
                </a:lnTo>
                <a:lnTo>
                  <a:pt x="1498929" y="178390"/>
                </a:lnTo>
                <a:lnTo>
                  <a:pt x="1500292" y="177634"/>
                </a:lnTo>
                <a:lnTo>
                  <a:pt x="1501625" y="176850"/>
                </a:lnTo>
                <a:lnTo>
                  <a:pt x="1502926" y="176037"/>
                </a:lnTo>
                <a:lnTo>
                  <a:pt x="1504196" y="175196"/>
                </a:lnTo>
                <a:lnTo>
                  <a:pt x="1505435" y="174327"/>
                </a:lnTo>
                <a:lnTo>
                  <a:pt x="1506642" y="173429"/>
                </a:lnTo>
                <a:lnTo>
                  <a:pt x="1507819" y="172503"/>
                </a:lnTo>
                <a:lnTo>
                  <a:pt x="1508964" y="171549"/>
                </a:lnTo>
                <a:lnTo>
                  <a:pt x="1510079" y="170567"/>
                </a:lnTo>
                <a:lnTo>
                  <a:pt x="1511162" y="169556"/>
                </a:lnTo>
                <a:lnTo>
                  <a:pt x="1512214" y="168517"/>
                </a:lnTo>
                <a:lnTo>
                  <a:pt x="1513235" y="167449"/>
                </a:lnTo>
                <a:lnTo>
                  <a:pt x="1514224" y="166353"/>
                </a:lnTo>
                <a:lnTo>
                  <a:pt x="1515183" y="165229"/>
                </a:lnTo>
                <a:lnTo>
                  <a:pt x="1516111" y="164077"/>
                </a:lnTo>
                <a:lnTo>
                  <a:pt x="1517007" y="162896"/>
                </a:lnTo>
                <a:lnTo>
                  <a:pt x="1517872" y="161687"/>
                </a:lnTo>
                <a:lnTo>
                  <a:pt x="1518706" y="160449"/>
                </a:lnTo>
                <a:lnTo>
                  <a:pt x="1519509" y="159184"/>
                </a:lnTo>
                <a:lnTo>
                  <a:pt x="1520281" y="157890"/>
                </a:lnTo>
                <a:lnTo>
                  <a:pt x="1521022" y="156567"/>
                </a:lnTo>
                <a:lnTo>
                  <a:pt x="1521732" y="155216"/>
                </a:lnTo>
                <a:lnTo>
                  <a:pt x="1522410" y="153837"/>
                </a:lnTo>
                <a:lnTo>
                  <a:pt x="1523059" y="152431"/>
                </a:lnTo>
                <a:lnTo>
                  <a:pt x="1523681" y="151000"/>
                </a:lnTo>
                <a:lnTo>
                  <a:pt x="1524274" y="149544"/>
                </a:lnTo>
                <a:lnTo>
                  <a:pt x="1524841" y="148062"/>
                </a:lnTo>
                <a:lnTo>
                  <a:pt x="1525379" y="146555"/>
                </a:lnTo>
                <a:lnTo>
                  <a:pt x="1525890" y="145023"/>
                </a:lnTo>
                <a:lnTo>
                  <a:pt x="1526374" y="143466"/>
                </a:lnTo>
                <a:lnTo>
                  <a:pt x="1526829" y="141883"/>
                </a:lnTo>
                <a:lnTo>
                  <a:pt x="1527257" y="140275"/>
                </a:lnTo>
                <a:lnTo>
                  <a:pt x="1527658" y="138641"/>
                </a:lnTo>
                <a:lnTo>
                  <a:pt x="1528031" y="136983"/>
                </a:lnTo>
                <a:lnTo>
                  <a:pt x="1528376" y="135299"/>
                </a:lnTo>
                <a:lnTo>
                  <a:pt x="1528694" y="133589"/>
                </a:lnTo>
                <a:lnTo>
                  <a:pt x="1528984" y="131855"/>
                </a:lnTo>
                <a:lnTo>
                  <a:pt x="1529246" y="130095"/>
                </a:lnTo>
                <a:lnTo>
                  <a:pt x="1529481" y="128310"/>
                </a:lnTo>
                <a:lnTo>
                  <a:pt x="1529688" y="126500"/>
                </a:lnTo>
                <a:lnTo>
                  <a:pt x="1529868" y="124664"/>
                </a:lnTo>
                <a:lnTo>
                  <a:pt x="1530020" y="122803"/>
                </a:lnTo>
                <a:lnTo>
                  <a:pt x="1530144" y="120917"/>
                </a:lnTo>
                <a:lnTo>
                  <a:pt x="1530241" y="119006"/>
                </a:lnTo>
                <a:lnTo>
                  <a:pt x="1530310" y="117069"/>
                </a:lnTo>
                <a:lnTo>
                  <a:pt x="1530351" y="115107"/>
                </a:lnTo>
                <a:lnTo>
                  <a:pt x="1530365" y="113120"/>
                </a:lnTo>
                <a:lnTo>
                  <a:pt x="1530365" y="3775"/>
                </a:lnTo>
                <a:lnTo>
                  <a:pt x="1491400" y="3775"/>
                </a:lnTo>
                <a:lnTo>
                  <a:pt x="1491400" y="112176"/>
                </a:lnTo>
                <a:lnTo>
                  <a:pt x="1491385" y="114021"/>
                </a:lnTo>
                <a:lnTo>
                  <a:pt x="1491339" y="115826"/>
                </a:lnTo>
                <a:lnTo>
                  <a:pt x="1491262" y="117592"/>
                </a:lnTo>
                <a:lnTo>
                  <a:pt x="1491155" y="119318"/>
                </a:lnTo>
                <a:lnTo>
                  <a:pt x="1491017" y="121004"/>
                </a:lnTo>
                <a:lnTo>
                  <a:pt x="1490848" y="122650"/>
                </a:lnTo>
                <a:lnTo>
                  <a:pt x="1490649" y="124257"/>
                </a:lnTo>
                <a:lnTo>
                  <a:pt x="1490419" y="125823"/>
                </a:lnTo>
                <a:lnTo>
                  <a:pt x="1490158" y="127350"/>
                </a:lnTo>
                <a:lnTo>
                  <a:pt x="1489867" y="128837"/>
                </a:lnTo>
                <a:lnTo>
                  <a:pt x="1489545" y="130285"/>
                </a:lnTo>
                <a:lnTo>
                  <a:pt x="1489192" y="131692"/>
                </a:lnTo>
                <a:lnTo>
                  <a:pt x="1488809" y="133060"/>
                </a:lnTo>
                <a:lnTo>
                  <a:pt x="1488395" y="134388"/>
                </a:lnTo>
                <a:lnTo>
                  <a:pt x="1487950" y="135676"/>
                </a:lnTo>
                <a:lnTo>
                  <a:pt x="1487475" y="136924"/>
                </a:lnTo>
                <a:lnTo>
                  <a:pt x="1486969" y="138133"/>
                </a:lnTo>
                <a:lnTo>
                  <a:pt x="1486432" y="139301"/>
                </a:lnTo>
                <a:lnTo>
                  <a:pt x="1485865" y="140430"/>
                </a:lnTo>
                <a:lnTo>
                  <a:pt x="1485267" y="141519"/>
                </a:lnTo>
                <a:lnTo>
                  <a:pt x="1484639" y="142569"/>
                </a:lnTo>
                <a:lnTo>
                  <a:pt x="1483979" y="143578"/>
                </a:lnTo>
                <a:lnTo>
                  <a:pt x="1483289" y="144548"/>
                </a:lnTo>
                <a:lnTo>
                  <a:pt x="1482569" y="145478"/>
                </a:lnTo>
                <a:lnTo>
                  <a:pt x="1481814" y="146369"/>
                </a:lnTo>
                <a:lnTo>
                  <a:pt x="1481021" y="147222"/>
                </a:lnTo>
                <a:lnTo>
                  <a:pt x="1480189" y="148038"/>
                </a:lnTo>
                <a:lnTo>
                  <a:pt x="1479320" y="148815"/>
                </a:lnTo>
                <a:lnTo>
                  <a:pt x="1478412" y="149554"/>
                </a:lnTo>
                <a:lnTo>
                  <a:pt x="1477466" y="150256"/>
                </a:lnTo>
                <a:lnTo>
                  <a:pt x="1476482" y="150920"/>
                </a:lnTo>
                <a:lnTo>
                  <a:pt x="1475460" y="151545"/>
                </a:lnTo>
                <a:lnTo>
                  <a:pt x="1474400" y="152133"/>
                </a:lnTo>
                <a:lnTo>
                  <a:pt x="1473302" y="152683"/>
                </a:lnTo>
                <a:lnTo>
                  <a:pt x="1472165" y="153195"/>
                </a:lnTo>
                <a:lnTo>
                  <a:pt x="1470990" y="153669"/>
                </a:lnTo>
                <a:lnTo>
                  <a:pt x="1469778" y="154105"/>
                </a:lnTo>
                <a:lnTo>
                  <a:pt x="1468527" y="154503"/>
                </a:lnTo>
                <a:lnTo>
                  <a:pt x="1467237" y="154863"/>
                </a:lnTo>
                <a:lnTo>
                  <a:pt x="1465910" y="155186"/>
                </a:lnTo>
                <a:lnTo>
                  <a:pt x="1464545" y="155470"/>
                </a:lnTo>
                <a:lnTo>
                  <a:pt x="1463141" y="155716"/>
                </a:lnTo>
                <a:lnTo>
                  <a:pt x="1461699" y="155925"/>
                </a:lnTo>
                <a:lnTo>
                  <a:pt x="1460219" y="156096"/>
                </a:lnTo>
                <a:lnTo>
                  <a:pt x="1458701" y="156228"/>
                </a:lnTo>
                <a:lnTo>
                  <a:pt x="1457145" y="156323"/>
                </a:lnTo>
                <a:lnTo>
                  <a:pt x="1455551" y="156380"/>
                </a:lnTo>
                <a:lnTo>
                  <a:pt x="1453918" y="156399"/>
                </a:lnTo>
                <a:lnTo>
                  <a:pt x="1452296" y="156380"/>
                </a:lnTo>
                <a:lnTo>
                  <a:pt x="1450710" y="156323"/>
                </a:lnTo>
                <a:lnTo>
                  <a:pt x="1449161" y="156228"/>
                </a:lnTo>
                <a:lnTo>
                  <a:pt x="1447649" y="156096"/>
                </a:lnTo>
                <a:lnTo>
                  <a:pt x="1446173" y="155925"/>
                </a:lnTo>
                <a:lnTo>
                  <a:pt x="1444733" y="155716"/>
                </a:lnTo>
                <a:lnTo>
                  <a:pt x="1443330" y="155470"/>
                </a:lnTo>
                <a:lnTo>
                  <a:pt x="1441963" y="155186"/>
                </a:lnTo>
                <a:lnTo>
                  <a:pt x="1440633" y="154863"/>
                </a:lnTo>
                <a:lnTo>
                  <a:pt x="1439340" y="154503"/>
                </a:lnTo>
                <a:lnTo>
                  <a:pt x="1438083" y="154105"/>
                </a:lnTo>
                <a:lnTo>
                  <a:pt x="1436862" y="153669"/>
                </a:lnTo>
                <a:lnTo>
                  <a:pt x="1435679" y="153195"/>
                </a:lnTo>
                <a:lnTo>
                  <a:pt x="1434531" y="152683"/>
                </a:lnTo>
                <a:lnTo>
                  <a:pt x="1433420" y="152133"/>
                </a:lnTo>
                <a:lnTo>
                  <a:pt x="1432346" y="151545"/>
                </a:lnTo>
                <a:lnTo>
                  <a:pt x="1431308" y="150920"/>
                </a:lnTo>
                <a:lnTo>
                  <a:pt x="1430307" y="150256"/>
                </a:lnTo>
                <a:lnTo>
                  <a:pt x="1429342" y="149554"/>
                </a:lnTo>
                <a:lnTo>
                  <a:pt x="1428413" y="148815"/>
                </a:lnTo>
                <a:lnTo>
                  <a:pt x="1427522" y="148038"/>
                </a:lnTo>
                <a:lnTo>
                  <a:pt x="1426666" y="147222"/>
                </a:lnTo>
                <a:lnTo>
                  <a:pt x="1425847" y="146369"/>
                </a:lnTo>
                <a:lnTo>
                  <a:pt x="1425065" y="145478"/>
                </a:lnTo>
                <a:lnTo>
                  <a:pt x="1424317" y="144548"/>
                </a:lnTo>
                <a:lnTo>
                  <a:pt x="1423601" y="143578"/>
                </a:lnTo>
                <a:lnTo>
                  <a:pt x="1422916" y="142569"/>
                </a:lnTo>
                <a:lnTo>
                  <a:pt x="1422264" y="141519"/>
                </a:lnTo>
                <a:lnTo>
                  <a:pt x="1421643" y="140430"/>
                </a:lnTo>
                <a:lnTo>
                  <a:pt x="1421054" y="139301"/>
                </a:lnTo>
                <a:lnTo>
                  <a:pt x="1420497" y="138133"/>
                </a:lnTo>
                <a:lnTo>
                  <a:pt x="1419972" y="136924"/>
                </a:lnTo>
                <a:lnTo>
                  <a:pt x="1419478" y="135676"/>
                </a:lnTo>
                <a:lnTo>
                  <a:pt x="1419017" y="134388"/>
                </a:lnTo>
                <a:lnTo>
                  <a:pt x="1418587" y="133060"/>
                </a:lnTo>
                <a:lnTo>
                  <a:pt x="1418189" y="131692"/>
                </a:lnTo>
                <a:lnTo>
                  <a:pt x="1417823" y="130285"/>
                </a:lnTo>
                <a:lnTo>
                  <a:pt x="1417489" y="128837"/>
                </a:lnTo>
                <a:lnTo>
                  <a:pt x="1417186" y="127350"/>
                </a:lnTo>
                <a:lnTo>
                  <a:pt x="1416916" y="125823"/>
                </a:lnTo>
                <a:lnTo>
                  <a:pt x="1416677" y="124257"/>
                </a:lnTo>
                <a:lnTo>
                  <a:pt x="1416470" y="122650"/>
                </a:lnTo>
                <a:lnTo>
                  <a:pt x="1416295" y="121004"/>
                </a:lnTo>
                <a:lnTo>
                  <a:pt x="1416152" y="119318"/>
                </a:lnTo>
                <a:lnTo>
                  <a:pt x="1416040" y="117592"/>
                </a:lnTo>
                <a:lnTo>
                  <a:pt x="1415961" y="115826"/>
                </a:lnTo>
                <a:lnTo>
                  <a:pt x="1415913" y="114021"/>
                </a:lnTo>
                <a:lnTo>
                  <a:pt x="1415897" y="112176"/>
                </a:lnTo>
                <a:lnTo>
                  <a:pt x="1415897" y="3775"/>
                </a:lnTo>
                <a:lnTo>
                  <a:pt x="1377067" y="3775"/>
                </a:lnTo>
                <a:lnTo>
                  <a:pt x="1377067" y="113120"/>
                </a:lnTo>
                <a:lnTo>
                  <a:pt x="1377081" y="115107"/>
                </a:lnTo>
                <a:lnTo>
                  <a:pt x="1377122" y="117069"/>
                </a:lnTo>
                <a:lnTo>
                  <a:pt x="1377191" y="119006"/>
                </a:lnTo>
                <a:lnTo>
                  <a:pt x="1377288" y="120917"/>
                </a:lnTo>
                <a:lnTo>
                  <a:pt x="1377412" y="122803"/>
                </a:lnTo>
                <a:lnTo>
                  <a:pt x="1377564" y="124664"/>
                </a:lnTo>
                <a:lnTo>
                  <a:pt x="1377744" y="126500"/>
                </a:lnTo>
                <a:lnTo>
                  <a:pt x="1377951" y="128310"/>
                </a:lnTo>
                <a:lnTo>
                  <a:pt x="1378185" y="130095"/>
                </a:lnTo>
                <a:lnTo>
                  <a:pt x="1378448" y="131855"/>
                </a:lnTo>
                <a:lnTo>
                  <a:pt x="1378738" y="133589"/>
                </a:lnTo>
                <a:lnTo>
                  <a:pt x="1379056" y="135299"/>
                </a:lnTo>
                <a:lnTo>
                  <a:pt x="1379401" y="136983"/>
                </a:lnTo>
                <a:lnTo>
                  <a:pt x="1379774" y="138641"/>
                </a:lnTo>
                <a:lnTo>
                  <a:pt x="1380174" y="140275"/>
                </a:lnTo>
                <a:lnTo>
                  <a:pt x="1380602" y="141883"/>
                </a:lnTo>
                <a:lnTo>
                  <a:pt x="1381058" y="143466"/>
                </a:lnTo>
                <a:lnTo>
                  <a:pt x="1381541" y="145023"/>
                </a:lnTo>
                <a:lnTo>
                  <a:pt x="1382052" y="146555"/>
                </a:lnTo>
                <a:lnTo>
                  <a:pt x="1382591" y="148062"/>
                </a:lnTo>
                <a:lnTo>
                  <a:pt x="1383157" y="149544"/>
                </a:lnTo>
                <a:lnTo>
                  <a:pt x="1383751" y="151000"/>
                </a:lnTo>
                <a:lnTo>
                  <a:pt x="1384372" y="152431"/>
                </a:lnTo>
                <a:lnTo>
                  <a:pt x="1385022" y="153837"/>
                </a:lnTo>
                <a:lnTo>
                  <a:pt x="1385700" y="155216"/>
                </a:lnTo>
                <a:lnTo>
                  <a:pt x="1386410" y="156567"/>
                </a:lnTo>
                <a:lnTo>
                  <a:pt x="1387151" y="157890"/>
                </a:lnTo>
                <a:lnTo>
                  <a:pt x="1387924" y="159184"/>
                </a:lnTo>
                <a:lnTo>
                  <a:pt x="1388728" y="160449"/>
                </a:lnTo>
                <a:lnTo>
                  <a:pt x="1389564" y="161687"/>
                </a:lnTo>
                <a:lnTo>
                  <a:pt x="1390430" y="162896"/>
                </a:lnTo>
                <a:lnTo>
                  <a:pt x="1391328" y="164077"/>
                </a:lnTo>
                <a:lnTo>
                  <a:pt x="1392258" y="165229"/>
                </a:lnTo>
                <a:lnTo>
                  <a:pt x="1393219" y="166353"/>
                </a:lnTo>
                <a:lnTo>
                  <a:pt x="1394211" y="167449"/>
                </a:lnTo>
                <a:lnTo>
                  <a:pt x="1395235" y="168517"/>
                </a:lnTo>
                <a:lnTo>
                  <a:pt x="1396290" y="169556"/>
                </a:lnTo>
                <a:lnTo>
                  <a:pt x="1397376" y="170567"/>
                </a:lnTo>
                <a:lnTo>
                  <a:pt x="1398494" y="171549"/>
                </a:lnTo>
                <a:lnTo>
                  <a:pt x="1399643" y="172503"/>
                </a:lnTo>
                <a:lnTo>
                  <a:pt x="1400823" y="173429"/>
                </a:lnTo>
                <a:lnTo>
                  <a:pt x="1402035" y="174327"/>
                </a:lnTo>
                <a:lnTo>
                  <a:pt x="1403278" y="175196"/>
                </a:lnTo>
                <a:lnTo>
                  <a:pt x="1404553" y="176037"/>
                </a:lnTo>
                <a:lnTo>
                  <a:pt x="1405859" y="176850"/>
                </a:lnTo>
                <a:lnTo>
                  <a:pt x="1407196" y="177634"/>
                </a:lnTo>
                <a:lnTo>
                  <a:pt x="1408565" y="178390"/>
                </a:lnTo>
                <a:lnTo>
                  <a:pt x="1409965" y="179117"/>
                </a:lnTo>
                <a:lnTo>
                  <a:pt x="1411397" y="179816"/>
                </a:lnTo>
                <a:lnTo>
                  <a:pt x="1412863" y="180485"/>
                </a:lnTo>
                <a:lnTo>
                  <a:pt x="1414363" y="181124"/>
                </a:lnTo>
                <a:lnTo>
                  <a:pt x="1415897" y="181733"/>
                </a:lnTo>
                <a:lnTo>
                  <a:pt x="1417464" y="182313"/>
                </a:lnTo>
                <a:lnTo>
                  <a:pt x="1419065" y="182863"/>
                </a:lnTo>
                <a:lnTo>
                  <a:pt x="1420700" y="183383"/>
                </a:lnTo>
                <a:lnTo>
                  <a:pt x="1422369" y="183874"/>
                </a:lnTo>
                <a:lnTo>
                  <a:pt x="1424071" y="184335"/>
                </a:lnTo>
                <a:lnTo>
                  <a:pt x="1425807" y="184766"/>
                </a:lnTo>
                <a:lnTo>
                  <a:pt x="1427576" y="185167"/>
                </a:lnTo>
                <a:lnTo>
                  <a:pt x="1429380" y="185538"/>
                </a:lnTo>
                <a:lnTo>
                  <a:pt x="1431217" y="185880"/>
                </a:lnTo>
                <a:lnTo>
                  <a:pt x="1433087" y="186192"/>
                </a:lnTo>
                <a:lnTo>
                  <a:pt x="1434992" y="186475"/>
                </a:lnTo>
                <a:lnTo>
                  <a:pt x="1436930" y="186728"/>
                </a:lnTo>
                <a:lnTo>
                  <a:pt x="1438902" y="186951"/>
                </a:lnTo>
                <a:lnTo>
                  <a:pt x="1440907" y="187144"/>
                </a:lnTo>
                <a:lnTo>
                  <a:pt x="1442947" y="187307"/>
                </a:lnTo>
                <a:lnTo>
                  <a:pt x="1445019" y="187441"/>
                </a:lnTo>
                <a:lnTo>
                  <a:pt x="1447126" y="187545"/>
                </a:lnTo>
                <a:lnTo>
                  <a:pt x="1449267" y="187619"/>
                </a:lnTo>
                <a:lnTo>
                  <a:pt x="1451441" y="187664"/>
                </a:lnTo>
                <a:lnTo>
                  <a:pt x="1453648" y="187679"/>
                </a:lnTo>
                <a:lnTo>
                  <a:pt x="1455878" y="187664"/>
                </a:lnTo>
                <a:lnTo>
                  <a:pt x="1458073" y="187619"/>
                </a:lnTo>
                <a:lnTo>
                  <a:pt x="1460233" y="187545"/>
                </a:lnTo>
                <a:lnTo>
                  <a:pt x="1462358" y="187441"/>
                </a:lnTo>
                <a:lnTo>
                  <a:pt x="1464448" y="187307"/>
                </a:lnTo>
                <a:close/>
                <a:moveTo>
                  <a:pt x="2462255" y="187522"/>
                </a:moveTo>
                <a:lnTo>
                  <a:pt x="2463421" y="187433"/>
                </a:lnTo>
                <a:lnTo>
                  <a:pt x="2464572" y="187325"/>
                </a:lnTo>
                <a:lnTo>
                  <a:pt x="2465708" y="187197"/>
                </a:lnTo>
                <a:lnTo>
                  <a:pt x="2466828" y="187050"/>
                </a:lnTo>
                <a:lnTo>
                  <a:pt x="2467932" y="186883"/>
                </a:lnTo>
                <a:lnTo>
                  <a:pt x="2469022" y="186696"/>
                </a:lnTo>
                <a:lnTo>
                  <a:pt x="2470095" y="186489"/>
                </a:lnTo>
                <a:lnTo>
                  <a:pt x="2471154" y="186263"/>
                </a:lnTo>
                <a:lnTo>
                  <a:pt x="2472196" y="186017"/>
                </a:lnTo>
                <a:lnTo>
                  <a:pt x="2473224" y="185752"/>
                </a:lnTo>
                <a:lnTo>
                  <a:pt x="2474236" y="185467"/>
                </a:lnTo>
                <a:lnTo>
                  <a:pt x="2475232" y="185162"/>
                </a:lnTo>
                <a:lnTo>
                  <a:pt x="2476213" y="184838"/>
                </a:lnTo>
                <a:lnTo>
                  <a:pt x="2477179" y="184494"/>
                </a:lnTo>
                <a:lnTo>
                  <a:pt x="2478129" y="184130"/>
                </a:lnTo>
                <a:lnTo>
                  <a:pt x="2479063" y="183746"/>
                </a:lnTo>
                <a:lnTo>
                  <a:pt x="2479983" y="183343"/>
                </a:lnTo>
                <a:lnTo>
                  <a:pt x="2480886" y="182921"/>
                </a:lnTo>
                <a:lnTo>
                  <a:pt x="2481775" y="182478"/>
                </a:lnTo>
                <a:lnTo>
                  <a:pt x="2482648" y="182016"/>
                </a:lnTo>
                <a:lnTo>
                  <a:pt x="2483507" y="181537"/>
                </a:lnTo>
                <a:lnTo>
                  <a:pt x="2484354" y="181044"/>
                </a:lnTo>
                <a:lnTo>
                  <a:pt x="2485190" y="180537"/>
                </a:lnTo>
                <a:lnTo>
                  <a:pt x="2486014" y="180016"/>
                </a:lnTo>
                <a:lnTo>
                  <a:pt x="2486827" y="179481"/>
                </a:lnTo>
                <a:lnTo>
                  <a:pt x="2487628" y="178932"/>
                </a:lnTo>
                <a:lnTo>
                  <a:pt x="2488417" y="178369"/>
                </a:lnTo>
                <a:lnTo>
                  <a:pt x="2489194" y="177792"/>
                </a:lnTo>
                <a:lnTo>
                  <a:pt x="2489960" y="177200"/>
                </a:lnTo>
                <a:lnTo>
                  <a:pt x="2490714" y="176595"/>
                </a:lnTo>
                <a:lnTo>
                  <a:pt x="2491456" y="175976"/>
                </a:lnTo>
                <a:lnTo>
                  <a:pt x="2492187" y="175342"/>
                </a:lnTo>
                <a:lnTo>
                  <a:pt x="2492905" y="174695"/>
                </a:lnTo>
                <a:lnTo>
                  <a:pt x="2493613" y="174033"/>
                </a:lnTo>
                <a:lnTo>
                  <a:pt x="2494308" y="173358"/>
                </a:lnTo>
                <a:lnTo>
                  <a:pt x="2494992" y="172668"/>
                </a:lnTo>
                <a:lnTo>
                  <a:pt x="2495664" y="171965"/>
                </a:lnTo>
                <a:lnTo>
                  <a:pt x="2496324" y="171247"/>
                </a:lnTo>
                <a:lnTo>
                  <a:pt x="2496973" y="170515"/>
                </a:lnTo>
                <a:lnTo>
                  <a:pt x="2497610" y="169769"/>
                </a:lnTo>
                <a:lnTo>
                  <a:pt x="2498235" y="169010"/>
                </a:lnTo>
                <a:lnTo>
                  <a:pt x="2498848" y="168236"/>
                </a:lnTo>
                <a:lnTo>
                  <a:pt x="2499450" y="167448"/>
                </a:lnTo>
                <a:lnTo>
                  <a:pt x="2500040" y="166646"/>
                </a:lnTo>
                <a:lnTo>
                  <a:pt x="2501523" y="185252"/>
                </a:lnTo>
                <a:lnTo>
                  <a:pt x="2535769" y="185252"/>
                </a:lnTo>
                <a:lnTo>
                  <a:pt x="2535769" y="3775"/>
                </a:lnTo>
                <a:lnTo>
                  <a:pt x="2500040" y="3775"/>
                </a:lnTo>
                <a:lnTo>
                  <a:pt x="2500040" y="70514"/>
                </a:lnTo>
                <a:lnTo>
                  <a:pt x="2499550" y="69756"/>
                </a:lnTo>
                <a:lnTo>
                  <a:pt x="2499046" y="69011"/>
                </a:lnTo>
                <a:lnTo>
                  <a:pt x="2498528" y="68277"/>
                </a:lnTo>
                <a:lnTo>
                  <a:pt x="2497995" y="67556"/>
                </a:lnTo>
                <a:lnTo>
                  <a:pt x="2497449" y="66846"/>
                </a:lnTo>
                <a:lnTo>
                  <a:pt x="2496889" y="66149"/>
                </a:lnTo>
                <a:lnTo>
                  <a:pt x="2496314" y="65464"/>
                </a:lnTo>
                <a:lnTo>
                  <a:pt x="2495726" y="64792"/>
                </a:lnTo>
                <a:lnTo>
                  <a:pt x="2495123" y="64131"/>
                </a:lnTo>
                <a:lnTo>
                  <a:pt x="2494507" y="63483"/>
                </a:lnTo>
                <a:lnTo>
                  <a:pt x="2493876" y="62847"/>
                </a:lnTo>
                <a:lnTo>
                  <a:pt x="2493231" y="62223"/>
                </a:lnTo>
                <a:lnTo>
                  <a:pt x="2492573" y="61611"/>
                </a:lnTo>
                <a:lnTo>
                  <a:pt x="2491900" y="61011"/>
                </a:lnTo>
                <a:lnTo>
                  <a:pt x="2491213" y="60423"/>
                </a:lnTo>
                <a:lnTo>
                  <a:pt x="2490512" y="59848"/>
                </a:lnTo>
                <a:lnTo>
                  <a:pt x="2489798" y="59285"/>
                </a:lnTo>
                <a:lnTo>
                  <a:pt x="2489069" y="58734"/>
                </a:lnTo>
                <a:lnTo>
                  <a:pt x="2488326" y="58195"/>
                </a:lnTo>
                <a:lnTo>
                  <a:pt x="2487569" y="57668"/>
                </a:lnTo>
                <a:lnTo>
                  <a:pt x="2486798" y="57154"/>
                </a:lnTo>
                <a:lnTo>
                  <a:pt x="2486013" y="56652"/>
                </a:lnTo>
                <a:lnTo>
                  <a:pt x="2485213" y="56161"/>
                </a:lnTo>
                <a:lnTo>
                  <a:pt x="2484400" y="55683"/>
                </a:lnTo>
                <a:lnTo>
                  <a:pt x="2483573" y="55221"/>
                </a:lnTo>
                <a:lnTo>
                  <a:pt x="2482733" y="54779"/>
                </a:lnTo>
                <a:lnTo>
                  <a:pt x="2481879" y="54356"/>
                </a:lnTo>
                <a:lnTo>
                  <a:pt x="2481011" y="53953"/>
                </a:lnTo>
                <a:lnTo>
                  <a:pt x="2480130" y="53570"/>
                </a:lnTo>
                <a:lnTo>
                  <a:pt x="2479235" y="53206"/>
                </a:lnTo>
                <a:lnTo>
                  <a:pt x="2478326" y="52862"/>
                </a:lnTo>
                <a:lnTo>
                  <a:pt x="2477404" y="52537"/>
                </a:lnTo>
                <a:lnTo>
                  <a:pt x="2476469" y="52233"/>
                </a:lnTo>
                <a:lnTo>
                  <a:pt x="2475520" y="51948"/>
                </a:lnTo>
                <a:lnTo>
                  <a:pt x="2474557" y="51682"/>
                </a:lnTo>
                <a:lnTo>
                  <a:pt x="2473580" y="51436"/>
                </a:lnTo>
                <a:lnTo>
                  <a:pt x="2472591" y="51210"/>
                </a:lnTo>
                <a:lnTo>
                  <a:pt x="2471587" y="51004"/>
                </a:lnTo>
                <a:lnTo>
                  <a:pt x="2470570" y="50817"/>
                </a:lnTo>
                <a:lnTo>
                  <a:pt x="2469539" y="50650"/>
                </a:lnTo>
                <a:lnTo>
                  <a:pt x="2468495" y="50502"/>
                </a:lnTo>
                <a:lnTo>
                  <a:pt x="2467437" y="50375"/>
                </a:lnTo>
                <a:lnTo>
                  <a:pt x="2466366" y="50267"/>
                </a:lnTo>
                <a:lnTo>
                  <a:pt x="2465281" y="50178"/>
                </a:lnTo>
                <a:lnTo>
                  <a:pt x="2464183" y="50109"/>
                </a:lnTo>
                <a:lnTo>
                  <a:pt x="2463071" y="50060"/>
                </a:lnTo>
                <a:lnTo>
                  <a:pt x="2461945" y="50031"/>
                </a:lnTo>
                <a:lnTo>
                  <a:pt x="2460806" y="50021"/>
                </a:lnTo>
                <a:lnTo>
                  <a:pt x="2459508" y="50034"/>
                </a:lnTo>
                <a:lnTo>
                  <a:pt x="2458221" y="50072"/>
                </a:lnTo>
                <a:lnTo>
                  <a:pt x="2456944" y="50136"/>
                </a:lnTo>
                <a:lnTo>
                  <a:pt x="2455678" y="50225"/>
                </a:lnTo>
                <a:lnTo>
                  <a:pt x="2454424" y="50341"/>
                </a:lnTo>
                <a:lnTo>
                  <a:pt x="2453179" y="50481"/>
                </a:lnTo>
                <a:lnTo>
                  <a:pt x="2451946" y="50648"/>
                </a:lnTo>
                <a:lnTo>
                  <a:pt x="2450724" y="50840"/>
                </a:lnTo>
                <a:lnTo>
                  <a:pt x="2449512" y="51057"/>
                </a:lnTo>
                <a:lnTo>
                  <a:pt x="2448311" y="51300"/>
                </a:lnTo>
                <a:lnTo>
                  <a:pt x="2447120" y="51569"/>
                </a:lnTo>
                <a:lnTo>
                  <a:pt x="2445941" y="51863"/>
                </a:lnTo>
                <a:lnTo>
                  <a:pt x="2444772" y="52183"/>
                </a:lnTo>
                <a:lnTo>
                  <a:pt x="2443614" y="52528"/>
                </a:lnTo>
                <a:lnTo>
                  <a:pt x="2442467" y="52899"/>
                </a:lnTo>
                <a:lnTo>
                  <a:pt x="2441331" y="53296"/>
                </a:lnTo>
                <a:lnTo>
                  <a:pt x="2440205" y="53718"/>
                </a:lnTo>
                <a:lnTo>
                  <a:pt x="2439090" y="54166"/>
                </a:lnTo>
                <a:lnTo>
                  <a:pt x="2437986" y="54639"/>
                </a:lnTo>
                <a:lnTo>
                  <a:pt x="2436893" y="55138"/>
                </a:lnTo>
                <a:lnTo>
                  <a:pt x="2435810" y="55663"/>
                </a:lnTo>
                <a:lnTo>
                  <a:pt x="2434738" y="56213"/>
                </a:lnTo>
                <a:lnTo>
                  <a:pt x="2433677" y="56789"/>
                </a:lnTo>
                <a:lnTo>
                  <a:pt x="2432627" y="57390"/>
                </a:lnTo>
                <a:lnTo>
                  <a:pt x="2431591" y="58017"/>
                </a:lnTo>
                <a:lnTo>
                  <a:pt x="2430573" y="58670"/>
                </a:lnTo>
                <a:lnTo>
                  <a:pt x="2429573" y="59351"/>
                </a:lnTo>
                <a:lnTo>
                  <a:pt x="2428591" y="60057"/>
                </a:lnTo>
                <a:lnTo>
                  <a:pt x="2427628" y="60790"/>
                </a:lnTo>
                <a:lnTo>
                  <a:pt x="2426682" y="61550"/>
                </a:lnTo>
                <a:lnTo>
                  <a:pt x="2425754" y="62336"/>
                </a:lnTo>
                <a:lnTo>
                  <a:pt x="2424844" y="63149"/>
                </a:lnTo>
                <a:lnTo>
                  <a:pt x="2423953" y="63988"/>
                </a:lnTo>
                <a:lnTo>
                  <a:pt x="2423079" y="64854"/>
                </a:lnTo>
                <a:lnTo>
                  <a:pt x="2422223" y="65747"/>
                </a:lnTo>
                <a:lnTo>
                  <a:pt x="2421386" y="66666"/>
                </a:lnTo>
                <a:lnTo>
                  <a:pt x="2420566" y="67611"/>
                </a:lnTo>
                <a:lnTo>
                  <a:pt x="2419764" y="68583"/>
                </a:lnTo>
                <a:lnTo>
                  <a:pt x="2418981" y="69582"/>
                </a:lnTo>
                <a:lnTo>
                  <a:pt x="2418215" y="70607"/>
                </a:lnTo>
                <a:lnTo>
                  <a:pt x="2417468" y="71658"/>
                </a:lnTo>
                <a:lnTo>
                  <a:pt x="2416738" y="72736"/>
                </a:lnTo>
                <a:lnTo>
                  <a:pt x="2416027" y="73841"/>
                </a:lnTo>
                <a:lnTo>
                  <a:pt x="2415333" y="74972"/>
                </a:lnTo>
                <a:lnTo>
                  <a:pt x="2414658" y="76130"/>
                </a:lnTo>
                <a:lnTo>
                  <a:pt x="2414001" y="77314"/>
                </a:lnTo>
                <a:lnTo>
                  <a:pt x="2413361" y="78525"/>
                </a:lnTo>
                <a:lnTo>
                  <a:pt x="2412740" y="79763"/>
                </a:lnTo>
                <a:lnTo>
                  <a:pt x="2412140" y="81027"/>
                </a:lnTo>
                <a:lnTo>
                  <a:pt x="2411566" y="82320"/>
                </a:lnTo>
                <a:lnTo>
                  <a:pt x="2411018" y="83640"/>
                </a:lnTo>
                <a:lnTo>
                  <a:pt x="2410495" y="84989"/>
                </a:lnTo>
                <a:lnTo>
                  <a:pt x="2409997" y="86365"/>
                </a:lnTo>
                <a:lnTo>
                  <a:pt x="2409525" y="87770"/>
                </a:lnTo>
                <a:lnTo>
                  <a:pt x="2409079" y="89202"/>
                </a:lnTo>
                <a:lnTo>
                  <a:pt x="2408658" y="90662"/>
                </a:lnTo>
                <a:lnTo>
                  <a:pt x="2408262" y="92150"/>
                </a:lnTo>
                <a:lnTo>
                  <a:pt x="2407892" y="93666"/>
                </a:lnTo>
                <a:lnTo>
                  <a:pt x="2407548" y="95210"/>
                </a:lnTo>
                <a:lnTo>
                  <a:pt x="2407229" y="96782"/>
                </a:lnTo>
                <a:lnTo>
                  <a:pt x="2406935" y="98382"/>
                </a:lnTo>
                <a:lnTo>
                  <a:pt x="2406668" y="100010"/>
                </a:lnTo>
                <a:lnTo>
                  <a:pt x="2406425" y="101666"/>
                </a:lnTo>
                <a:lnTo>
                  <a:pt x="2406208" y="103350"/>
                </a:lnTo>
                <a:lnTo>
                  <a:pt x="2406017" y="105062"/>
                </a:lnTo>
                <a:lnTo>
                  <a:pt x="2405851" y="106801"/>
                </a:lnTo>
                <a:lnTo>
                  <a:pt x="2405711" y="108569"/>
                </a:lnTo>
                <a:lnTo>
                  <a:pt x="2405596" y="110364"/>
                </a:lnTo>
                <a:lnTo>
                  <a:pt x="2405507" y="112188"/>
                </a:lnTo>
                <a:lnTo>
                  <a:pt x="2405443" y="114039"/>
                </a:lnTo>
                <a:lnTo>
                  <a:pt x="2405405" y="115919"/>
                </a:lnTo>
                <a:lnTo>
                  <a:pt x="2405392" y="117826"/>
                </a:lnTo>
                <a:lnTo>
                  <a:pt x="2405404" y="119801"/>
                </a:lnTo>
                <a:lnTo>
                  <a:pt x="2405439" y="121747"/>
                </a:lnTo>
                <a:lnTo>
                  <a:pt x="2405498" y="123664"/>
                </a:lnTo>
                <a:lnTo>
                  <a:pt x="2405581" y="125552"/>
                </a:lnTo>
                <a:lnTo>
                  <a:pt x="2405687" y="127410"/>
                </a:lnTo>
                <a:lnTo>
                  <a:pt x="2405817" y="129240"/>
                </a:lnTo>
                <a:lnTo>
                  <a:pt x="2405971" y="131040"/>
                </a:lnTo>
                <a:lnTo>
                  <a:pt x="2406148" y="132811"/>
                </a:lnTo>
                <a:lnTo>
                  <a:pt x="2406349" y="134553"/>
                </a:lnTo>
                <a:lnTo>
                  <a:pt x="2406574" y="136266"/>
                </a:lnTo>
                <a:lnTo>
                  <a:pt x="2406822" y="137950"/>
                </a:lnTo>
                <a:lnTo>
                  <a:pt x="2407094" y="139605"/>
                </a:lnTo>
                <a:lnTo>
                  <a:pt x="2407390" y="141230"/>
                </a:lnTo>
                <a:lnTo>
                  <a:pt x="2407709" y="142826"/>
                </a:lnTo>
                <a:lnTo>
                  <a:pt x="2408052" y="144394"/>
                </a:lnTo>
                <a:lnTo>
                  <a:pt x="2408418" y="145932"/>
                </a:lnTo>
                <a:lnTo>
                  <a:pt x="2408808" y="147441"/>
                </a:lnTo>
                <a:lnTo>
                  <a:pt x="2409222" y="148920"/>
                </a:lnTo>
                <a:lnTo>
                  <a:pt x="2409659" y="150371"/>
                </a:lnTo>
                <a:lnTo>
                  <a:pt x="2410120" y="151792"/>
                </a:lnTo>
                <a:lnTo>
                  <a:pt x="2410605" y="153185"/>
                </a:lnTo>
                <a:lnTo>
                  <a:pt x="2411113" y="154548"/>
                </a:lnTo>
                <a:lnTo>
                  <a:pt x="2411645" y="155882"/>
                </a:lnTo>
                <a:lnTo>
                  <a:pt x="2412201" y="157187"/>
                </a:lnTo>
                <a:lnTo>
                  <a:pt x="2412777" y="158463"/>
                </a:lnTo>
                <a:lnTo>
                  <a:pt x="2413370" y="159712"/>
                </a:lnTo>
                <a:lnTo>
                  <a:pt x="2413981" y="160933"/>
                </a:lnTo>
                <a:lnTo>
                  <a:pt x="2414609" y="162127"/>
                </a:lnTo>
                <a:lnTo>
                  <a:pt x="2415254" y="163292"/>
                </a:lnTo>
                <a:lnTo>
                  <a:pt x="2415917" y="164430"/>
                </a:lnTo>
                <a:lnTo>
                  <a:pt x="2416597" y="165540"/>
                </a:lnTo>
                <a:lnTo>
                  <a:pt x="2417294" y="166623"/>
                </a:lnTo>
                <a:lnTo>
                  <a:pt x="2418009" y="167678"/>
                </a:lnTo>
                <a:lnTo>
                  <a:pt x="2418741" y="168705"/>
                </a:lnTo>
                <a:lnTo>
                  <a:pt x="2419490" y="169704"/>
                </a:lnTo>
                <a:lnTo>
                  <a:pt x="2420256" y="170676"/>
                </a:lnTo>
                <a:lnTo>
                  <a:pt x="2421040" y="171620"/>
                </a:lnTo>
                <a:lnTo>
                  <a:pt x="2421842" y="172536"/>
                </a:lnTo>
                <a:lnTo>
                  <a:pt x="2422660" y="173425"/>
                </a:lnTo>
                <a:lnTo>
                  <a:pt x="2423496" y="174286"/>
                </a:lnTo>
                <a:lnTo>
                  <a:pt x="2424349" y="175119"/>
                </a:lnTo>
                <a:lnTo>
                  <a:pt x="2425220" y="175924"/>
                </a:lnTo>
                <a:lnTo>
                  <a:pt x="2426108" y="176702"/>
                </a:lnTo>
                <a:lnTo>
                  <a:pt x="2427013" y="177452"/>
                </a:lnTo>
                <a:lnTo>
                  <a:pt x="2427935" y="178174"/>
                </a:lnTo>
                <a:lnTo>
                  <a:pt x="2428875" y="178869"/>
                </a:lnTo>
                <a:lnTo>
                  <a:pt x="2429832" y="179536"/>
                </a:lnTo>
                <a:lnTo>
                  <a:pt x="2430807" y="180175"/>
                </a:lnTo>
                <a:lnTo>
                  <a:pt x="2431795" y="180787"/>
                </a:lnTo>
                <a:lnTo>
                  <a:pt x="2432794" y="181373"/>
                </a:lnTo>
                <a:lnTo>
                  <a:pt x="2433803" y="181934"/>
                </a:lnTo>
                <a:lnTo>
                  <a:pt x="2434823" y="182468"/>
                </a:lnTo>
                <a:lnTo>
                  <a:pt x="2435854" y="182976"/>
                </a:lnTo>
                <a:lnTo>
                  <a:pt x="2436895" y="183458"/>
                </a:lnTo>
                <a:lnTo>
                  <a:pt x="2437947" y="183914"/>
                </a:lnTo>
                <a:lnTo>
                  <a:pt x="2439009" y="184344"/>
                </a:lnTo>
                <a:lnTo>
                  <a:pt x="2440081" y="184748"/>
                </a:lnTo>
                <a:lnTo>
                  <a:pt x="2441164" y="185125"/>
                </a:lnTo>
                <a:lnTo>
                  <a:pt x="2442258" y="185477"/>
                </a:lnTo>
                <a:lnTo>
                  <a:pt x="2443362" y="185803"/>
                </a:lnTo>
                <a:lnTo>
                  <a:pt x="2444477" y="186103"/>
                </a:lnTo>
                <a:lnTo>
                  <a:pt x="2445603" y="186376"/>
                </a:lnTo>
                <a:lnTo>
                  <a:pt x="2446738" y="186624"/>
                </a:lnTo>
                <a:lnTo>
                  <a:pt x="2447885" y="186845"/>
                </a:lnTo>
                <a:lnTo>
                  <a:pt x="2449042" y="187040"/>
                </a:lnTo>
                <a:lnTo>
                  <a:pt x="2450209" y="187210"/>
                </a:lnTo>
                <a:lnTo>
                  <a:pt x="2451387" y="187353"/>
                </a:lnTo>
                <a:lnTo>
                  <a:pt x="2452576" y="187470"/>
                </a:lnTo>
                <a:lnTo>
                  <a:pt x="2453775" y="187562"/>
                </a:lnTo>
                <a:lnTo>
                  <a:pt x="2454984" y="187627"/>
                </a:lnTo>
                <a:lnTo>
                  <a:pt x="2456204" y="187666"/>
                </a:lnTo>
                <a:lnTo>
                  <a:pt x="2457435" y="187679"/>
                </a:lnTo>
                <a:lnTo>
                  <a:pt x="2458663" y="187669"/>
                </a:lnTo>
                <a:lnTo>
                  <a:pt x="2459876" y="187640"/>
                </a:lnTo>
                <a:lnTo>
                  <a:pt x="2461073" y="187590"/>
                </a:lnTo>
                <a:lnTo>
                  <a:pt x="2462255" y="187522"/>
                </a:lnTo>
                <a:close/>
                <a:moveTo>
                  <a:pt x="2464051" y="160154"/>
                </a:moveTo>
                <a:lnTo>
                  <a:pt x="2463121" y="159990"/>
                </a:lnTo>
                <a:lnTo>
                  <a:pt x="2462209" y="159791"/>
                </a:lnTo>
                <a:lnTo>
                  <a:pt x="2461315" y="159555"/>
                </a:lnTo>
                <a:lnTo>
                  <a:pt x="2460439" y="159283"/>
                </a:lnTo>
                <a:lnTo>
                  <a:pt x="2459581" y="158974"/>
                </a:lnTo>
                <a:lnTo>
                  <a:pt x="2458741" y="158630"/>
                </a:lnTo>
                <a:lnTo>
                  <a:pt x="2457919" y="158249"/>
                </a:lnTo>
                <a:lnTo>
                  <a:pt x="2457115" y="157832"/>
                </a:lnTo>
                <a:lnTo>
                  <a:pt x="2456329" y="157378"/>
                </a:lnTo>
                <a:lnTo>
                  <a:pt x="2455561" y="156888"/>
                </a:lnTo>
                <a:lnTo>
                  <a:pt x="2454811" y="156362"/>
                </a:lnTo>
                <a:lnTo>
                  <a:pt x="2454079" y="155800"/>
                </a:lnTo>
                <a:lnTo>
                  <a:pt x="2453365" y="155201"/>
                </a:lnTo>
                <a:lnTo>
                  <a:pt x="2452670" y="154566"/>
                </a:lnTo>
                <a:lnTo>
                  <a:pt x="2451992" y="153895"/>
                </a:lnTo>
                <a:lnTo>
                  <a:pt x="2451332" y="153188"/>
                </a:lnTo>
                <a:lnTo>
                  <a:pt x="2450690" y="152444"/>
                </a:lnTo>
                <a:lnTo>
                  <a:pt x="2450067" y="151664"/>
                </a:lnTo>
                <a:lnTo>
                  <a:pt x="2449461" y="150847"/>
                </a:lnTo>
                <a:lnTo>
                  <a:pt x="2448873" y="149995"/>
                </a:lnTo>
                <a:lnTo>
                  <a:pt x="2448307" y="149104"/>
                </a:lnTo>
                <a:lnTo>
                  <a:pt x="2447764" y="148175"/>
                </a:lnTo>
                <a:lnTo>
                  <a:pt x="2447246" y="147206"/>
                </a:lnTo>
                <a:lnTo>
                  <a:pt x="2446752" y="146199"/>
                </a:lnTo>
                <a:lnTo>
                  <a:pt x="2446282" y="145152"/>
                </a:lnTo>
                <a:lnTo>
                  <a:pt x="2445836" y="144066"/>
                </a:lnTo>
                <a:lnTo>
                  <a:pt x="2445414" y="142940"/>
                </a:lnTo>
                <a:lnTo>
                  <a:pt x="2445016" y="141776"/>
                </a:lnTo>
                <a:lnTo>
                  <a:pt x="2444642" y="140572"/>
                </a:lnTo>
                <a:lnTo>
                  <a:pt x="2444293" y="139330"/>
                </a:lnTo>
                <a:lnTo>
                  <a:pt x="2443967" y="138048"/>
                </a:lnTo>
                <a:lnTo>
                  <a:pt x="2443666" y="136727"/>
                </a:lnTo>
                <a:lnTo>
                  <a:pt x="2443389" y="135367"/>
                </a:lnTo>
                <a:lnTo>
                  <a:pt x="2443135" y="133968"/>
                </a:lnTo>
                <a:lnTo>
                  <a:pt x="2442906" y="132529"/>
                </a:lnTo>
                <a:lnTo>
                  <a:pt x="2442701" y="131052"/>
                </a:lnTo>
                <a:lnTo>
                  <a:pt x="2442521" y="129535"/>
                </a:lnTo>
                <a:lnTo>
                  <a:pt x="2442364" y="127979"/>
                </a:lnTo>
                <a:lnTo>
                  <a:pt x="2442231" y="126384"/>
                </a:lnTo>
                <a:lnTo>
                  <a:pt x="2442123" y="124750"/>
                </a:lnTo>
                <a:lnTo>
                  <a:pt x="2442038" y="123077"/>
                </a:lnTo>
                <a:lnTo>
                  <a:pt x="2441978" y="121364"/>
                </a:lnTo>
                <a:lnTo>
                  <a:pt x="2441942" y="119612"/>
                </a:lnTo>
                <a:lnTo>
                  <a:pt x="2441930" y="117822"/>
                </a:lnTo>
                <a:lnTo>
                  <a:pt x="2441943" y="116188"/>
                </a:lnTo>
                <a:lnTo>
                  <a:pt x="2441980" y="114586"/>
                </a:lnTo>
                <a:lnTo>
                  <a:pt x="2442044" y="113017"/>
                </a:lnTo>
                <a:lnTo>
                  <a:pt x="2442132" y="111481"/>
                </a:lnTo>
                <a:lnTo>
                  <a:pt x="2442246" y="109977"/>
                </a:lnTo>
                <a:lnTo>
                  <a:pt x="2442385" y="108505"/>
                </a:lnTo>
                <a:lnTo>
                  <a:pt x="2442549" y="107066"/>
                </a:lnTo>
                <a:lnTo>
                  <a:pt x="2442739" y="105659"/>
                </a:lnTo>
                <a:lnTo>
                  <a:pt x="2442954" y="104285"/>
                </a:lnTo>
                <a:lnTo>
                  <a:pt x="2443194" y="102943"/>
                </a:lnTo>
                <a:lnTo>
                  <a:pt x="2443459" y="101634"/>
                </a:lnTo>
                <a:lnTo>
                  <a:pt x="2443750" y="100357"/>
                </a:lnTo>
                <a:lnTo>
                  <a:pt x="2444066" y="99113"/>
                </a:lnTo>
                <a:lnTo>
                  <a:pt x="2444407" y="97901"/>
                </a:lnTo>
                <a:lnTo>
                  <a:pt x="2444774" y="96722"/>
                </a:lnTo>
                <a:lnTo>
                  <a:pt x="2445166" y="95575"/>
                </a:lnTo>
                <a:lnTo>
                  <a:pt x="2445583" y="94461"/>
                </a:lnTo>
                <a:lnTo>
                  <a:pt x="2446025" y="93379"/>
                </a:lnTo>
                <a:lnTo>
                  <a:pt x="2446493" y="92330"/>
                </a:lnTo>
                <a:lnTo>
                  <a:pt x="2446986" y="91313"/>
                </a:lnTo>
                <a:lnTo>
                  <a:pt x="2447504" y="90328"/>
                </a:lnTo>
                <a:lnTo>
                  <a:pt x="2448048" y="89376"/>
                </a:lnTo>
                <a:lnTo>
                  <a:pt x="2448616" y="88457"/>
                </a:lnTo>
                <a:lnTo>
                  <a:pt x="2449211" y="87570"/>
                </a:lnTo>
                <a:lnTo>
                  <a:pt x="2449828" y="86717"/>
                </a:lnTo>
                <a:lnTo>
                  <a:pt x="2450465" y="85901"/>
                </a:lnTo>
                <a:lnTo>
                  <a:pt x="2451123" y="85121"/>
                </a:lnTo>
                <a:lnTo>
                  <a:pt x="2451802" y="84377"/>
                </a:lnTo>
                <a:lnTo>
                  <a:pt x="2452502" y="83670"/>
                </a:lnTo>
                <a:lnTo>
                  <a:pt x="2453222" y="82999"/>
                </a:lnTo>
                <a:lnTo>
                  <a:pt x="2453962" y="82364"/>
                </a:lnTo>
                <a:lnTo>
                  <a:pt x="2454723" y="81765"/>
                </a:lnTo>
                <a:lnTo>
                  <a:pt x="2455505" y="81203"/>
                </a:lnTo>
                <a:lnTo>
                  <a:pt x="2456308" y="80676"/>
                </a:lnTo>
                <a:lnTo>
                  <a:pt x="2457131" y="80187"/>
                </a:lnTo>
                <a:lnTo>
                  <a:pt x="2457974" y="79733"/>
                </a:lnTo>
                <a:lnTo>
                  <a:pt x="2458838" y="79316"/>
                </a:lnTo>
                <a:lnTo>
                  <a:pt x="2459723" y="78935"/>
                </a:lnTo>
                <a:lnTo>
                  <a:pt x="2460629" y="78590"/>
                </a:lnTo>
                <a:lnTo>
                  <a:pt x="2461555" y="78282"/>
                </a:lnTo>
                <a:lnTo>
                  <a:pt x="2462501" y="78010"/>
                </a:lnTo>
                <a:lnTo>
                  <a:pt x="2463468" y="77774"/>
                </a:lnTo>
                <a:lnTo>
                  <a:pt x="2464456" y="77574"/>
                </a:lnTo>
                <a:lnTo>
                  <a:pt x="2465465" y="77411"/>
                </a:lnTo>
                <a:lnTo>
                  <a:pt x="2466494" y="77284"/>
                </a:lnTo>
                <a:lnTo>
                  <a:pt x="2467543" y="77193"/>
                </a:lnTo>
                <a:lnTo>
                  <a:pt x="2468613" y="77139"/>
                </a:lnTo>
                <a:lnTo>
                  <a:pt x="2469704" y="77121"/>
                </a:lnTo>
                <a:lnTo>
                  <a:pt x="2470619" y="77133"/>
                </a:lnTo>
                <a:lnTo>
                  <a:pt x="2471522" y="77168"/>
                </a:lnTo>
                <a:lnTo>
                  <a:pt x="2472413" y="77226"/>
                </a:lnTo>
                <a:lnTo>
                  <a:pt x="2473292" y="77308"/>
                </a:lnTo>
                <a:lnTo>
                  <a:pt x="2474159" y="77413"/>
                </a:lnTo>
                <a:lnTo>
                  <a:pt x="2475013" y="77542"/>
                </a:lnTo>
                <a:lnTo>
                  <a:pt x="2475855" y="77694"/>
                </a:lnTo>
                <a:lnTo>
                  <a:pt x="2476685" y="77869"/>
                </a:lnTo>
                <a:lnTo>
                  <a:pt x="2477503" y="78068"/>
                </a:lnTo>
                <a:lnTo>
                  <a:pt x="2478309" y="78291"/>
                </a:lnTo>
                <a:lnTo>
                  <a:pt x="2479102" y="78536"/>
                </a:lnTo>
                <a:lnTo>
                  <a:pt x="2479884" y="78805"/>
                </a:lnTo>
                <a:lnTo>
                  <a:pt x="2480653" y="79098"/>
                </a:lnTo>
                <a:lnTo>
                  <a:pt x="2481410" y="79413"/>
                </a:lnTo>
                <a:lnTo>
                  <a:pt x="2482155" y="79753"/>
                </a:lnTo>
                <a:lnTo>
                  <a:pt x="2482887" y="80115"/>
                </a:lnTo>
                <a:lnTo>
                  <a:pt x="2483608" y="80501"/>
                </a:lnTo>
                <a:lnTo>
                  <a:pt x="2484316" y="80911"/>
                </a:lnTo>
                <a:lnTo>
                  <a:pt x="2485012" y="81343"/>
                </a:lnTo>
                <a:lnTo>
                  <a:pt x="2485696" y="81799"/>
                </a:lnTo>
                <a:lnTo>
                  <a:pt x="2486368" y="82279"/>
                </a:lnTo>
                <a:lnTo>
                  <a:pt x="2487028" y="82782"/>
                </a:lnTo>
                <a:lnTo>
                  <a:pt x="2487675" y="83308"/>
                </a:lnTo>
                <a:lnTo>
                  <a:pt x="2488310" y="83858"/>
                </a:lnTo>
                <a:lnTo>
                  <a:pt x="2488934" y="84424"/>
                </a:lnTo>
                <a:lnTo>
                  <a:pt x="2489545" y="84997"/>
                </a:lnTo>
                <a:lnTo>
                  <a:pt x="2490145" y="85579"/>
                </a:lnTo>
                <a:lnTo>
                  <a:pt x="2490733" y="86169"/>
                </a:lnTo>
                <a:lnTo>
                  <a:pt x="2491310" y="86767"/>
                </a:lnTo>
                <a:lnTo>
                  <a:pt x="2491875" y="87373"/>
                </a:lnTo>
                <a:lnTo>
                  <a:pt x="2492428" y="87987"/>
                </a:lnTo>
                <a:lnTo>
                  <a:pt x="2492969" y="88609"/>
                </a:lnTo>
                <a:lnTo>
                  <a:pt x="2493499" y="89240"/>
                </a:lnTo>
                <a:lnTo>
                  <a:pt x="2494017" y="89878"/>
                </a:lnTo>
                <a:lnTo>
                  <a:pt x="2494523" y="90525"/>
                </a:lnTo>
                <a:lnTo>
                  <a:pt x="2495018" y="91180"/>
                </a:lnTo>
                <a:lnTo>
                  <a:pt x="2495501" y="91843"/>
                </a:lnTo>
                <a:lnTo>
                  <a:pt x="2495972" y="92514"/>
                </a:lnTo>
                <a:lnTo>
                  <a:pt x="2496431" y="93193"/>
                </a:lnTo>
                <a:lnTo>
                  <a:pt x="2496879" y="93880"/>
                </a:lnTo>
                <a:lnTo>
                  <a:pt x="2497315" y="94576"/>
                </a:lnTo>
                <a:lnTo>
                  <a:pt x="2497740" y="95279"/>
                </a:lnTo>
                <a:lnTo>
                  <a:pt x="2498152" y="95991"/>
                </a:lnTo>
                <a:lnTo>
                  <a:pt x="2498553" y="96710"/>
                </a:lnTo>
                <a:lnTo>
                  <a:pt x="2498943" y="97438"/>
                </a:lnTo>
                <a:lnTo>
                  <a:pt x="2499320" y="98174"/>
                </a:lnTo>
                <a:lnTo>
                  <a:pt x="2499686" y="98918"/>
                </a:lnTo>
                <a:lnTo>
                  <a:pt x="2500040" y="99671"/>
                </a:lnTo>
                <a:lnTo>
                  <a:pt x="2500040" y="138859"/>
                </a:lnTo>
                <a:lnTo>
                  <a:pt x="2499674" y="139577"/>
                </a:lnTo>
                <a:lnTo>
                  <a:pt x="2499294" y="140287"/>
                </a:lnTo>
                <a:lnTo>
                  <a:pt x="2498901" y="140989"/>
                </a:lnTo>
                <a:lnTo>
                  <a:pt x="2498493" y="141684"/>
                </a:lnTo>
                <a:lnTo>
                  <a:pt x="2498073" y="142371"/>
                </a:lnTo>
                <a:lnTo>
                  <a:pt x="2497639" y="143051"/>
                </a:lnTo>
                <a:lnTo>
                  <a:pt x="2497191" y="143723"/>
                </a:lnTo>
                <a:lnTo>
                  <a:pt x="2496729" y="144387"/>
                </a:lnTo>
                <a:lnTo>
                  <a:pt x="2496255" y="145044"/>
                </a:lnTo>
                <a:lnTo>
                  <a:pt x="2495766" y="145693"/>
                </a:lnTo>
                <a:lnTo>
                  <a:pt x="2495264" y="146335"/>
                </a:lnTo>
                <a:lnTo>
                  <a:pt x="2494748" y="146969"/>
                </a:lnTo>
                <a:lnTo>
                  <a:pt x="2494219" y="147595"/>
                </a:lnTo>
                <a:lnTo>
                  <a:pt x="2493676" y="148213"/>
                </a:lnTo>
                <a:lnTo>
                  <a:pt x="2493120" y="148824"/>
                </a:lnTo>
                <a:lnTo>
                  <a:pt x="2492550" y="149428"/>
                </a:lnTo>
                <a:lnTo>
                  <a:pt x="2491966" y="150024"/>
                </a:lnTo>
                <a:lnTo>
                  <a:pt x="2491369" y="150612"/>
                </a:lnTo>
                <a:lnTo>
                  <a:pt x="2490758" y="151192"/>
                </a:lnTo>
                <a:lnTo>
                  <a:pt x="2490134" y="151765"/>
                </a:lnTo>
                <a:lnTo>
                  <a:pt x="2489496" y="152330"/>
                </a:lnTo>
                <a:lnTo>
                  <a:pt x="2488845" y="152888"/>
                </a:lnTo>
                <a:lnTo>
                  <a:pt x="2488180" y="153438"/>
                </a:lnTo>
                <a:lnTo>
                  <a:pt x="2487501" y="153981"/>
                </a:lnTo>
                <a:lnTo>
                  <a:pt x="2486811" y="154508"/>
                </a:lnTo>
                <a:lnTo>
                  <a:pt x="2486109" y="155013"/>
                </a:lnTo>
                <a:lnTo>
                  <a:pt x="2485397" y="155495"/>
                </a:lnTo>
                <a:lnTo>
                  <a:pt x="2484674" y="155955"/>
                </a:lnTo>
                <a:lnTo>
                  <a:pt x="2483940" y="156393"/>
                </a:lnTo>
                <a:lnTo>
                  <a:pt x="2483195" y="156808"/>
                </a:lnTo>
                <a:lnTo>
                  <a:pt x="2482440" y="157201"/>
                </a:lnTo>
                <a:lnTo>
                  <a:pt x="2481674" y="157571"/>
                </a:lnTo>
                <a:lnTo>
                  <a:pt x="2480897" y="157919"/>
                </a:lnTo>
                <a:lnTo>
                  <a:pt x="2480109" y="158245"/>
                </a:lnTo>
                <a:lnTo>
                  <a:pt x="2479311" y="158548"/>
                </a:lnTo>
                <a:lnTo>
                  <a:pt x="2478502" y="158828"/>
                </a:lnTo>
                <a:lnTo>
                  <a:pt x="2477682" y="159086"/>
                </a:lnTo>
                <a:lnTo>
                  <a:pt x="2476851" y="159322"/>
                </a:lnTo>
                <a:lnTo>
                  <a:pt x="2476009" y="159535"/>
                </a:lnTo>
                <a:lnTo>
                  <a:pt x="2475157" y="159726"/>
                </a:lnTo>
                <a:lnTo>
                  <a:pt x="2474294" y="159894"/>
                </a:lnTo>
                <a:lnTo>
                  <a:pt x="2473420" y="160040"/>
                </a:lnTo>
                <a:lnTo>
                  <a:pt x="2472536" y="160163"/>
                </a:lnTo>
                <a:lnTo>
                  <a:pt x="2471640" y="160264"/>
                </a:lnTo>
                <a:lnTo>
                  <a:pt x="2470734" y="160343"/>
                </a:lnTo>
                <a:lnTo>
                  <a:pt x="2469817" y="160399"/>
                </a:lnTo>
                <a:lnTo>
                  <a:pt x="2468890" y="160433"/>
                </a:lnTo>
                <a:lnTo>
                  <a:pt x="2467951" y="160444"/>
                </a:lnTo>
                <a:lnTo>
                  <a:pt x="2466949" y="160426"/>
                </a:lnTo>
                <a:lnTo>
                  <a:pt x="2465965" y="160371"/>
                </a:lnTo>
                <a:lnTo>
                  <a:pt x="2464999" y="160281"/>
                </a:lnTo>
                <a:lnTo>
                  <a:pt x="2464051" y="160154"/>
                </a:lnTo>
                <a:close/>
                <a:moveTo>
                  <a:pt x="1604364" y="94232"/>
                </a:moveTo>
                <a:lnTo>
                  <a:pt x="1604860" y="93653"/>
                </a:lnTo>
                <a:lnTo>
                  <a:pt x="1605362" y="93082"/>
                </a:lnTo>
                <a:lnTo>
                  <a:pt x="1605871" y="92519"/>
                </a:lnTo>
                <a:lnTo>
                  <a:pt x="1606387" y="91963"/>
                </a:lnTo>
                <a:lnTo>
                  <a:pt x="1606910" y="91414"/>
                </a:lnTo>
                <a:lnTo>
                  <a:pt x="1607440" y="90874"/>
                </a:lnTo>
                <a:lnTo>
                  <a:pt x="1607976" y="90341"/>
                </a:lnTo>
                <a:lnTo>
                  <a:pt x="1608519" y="89815"/>
                </a:lnTo>
                <a:lnTo>
                  <a:pt x="1609069" y="89297"/>
                </a:lnTo>
                <a:lnTo>
                  <a:pt x="1609626" y="88787"/>
                </a:lnTo>
                <a:lnTo>
                  <a:pt x="1610190" y="88285"/>
                </a:lnTo>
                <a:lnTo>
                  <a:pt x="1610760" y="87790"/>
                </a:lnTo>
                <a:lnTo>
                  <a:pt x="1611337" y="87302"/>
                </a:lnTo>
                <a:lnTo>
                  <a:pt x="1611921" y="86822"/>
                </a:lnTo>
                <a:lnTo>
                  <a:pt x="1612512" y="86350"/>
                </a:lnTo>
                <a:lnTo>
                  <a:pt x="1613109" y="85886"/>
                </a:lnTo>
                <a:lnTo>
                  <a:pt x="1613713" y="85429"/>
                </a:lnTo>
                <a:lnTo>
                  <a:pt x="1614324" y="84979"/>
                </a:lnTo>
                <a:lnTo>
                  <a:pt x="1614942" y="84538"/>
                </a:lnTo>
                <a:lnTo>
                  <a:pt x="1615567" y="84103"/>
                </a:lnTo>
                <a:lnTo>
                  <a:pt x="1616198" y="83677"/>
                </a:lnTo>
                <a:lnTo>
                  <a:pt x="1616838" y="83263"/>
                </a:lnTo>
                <a:lnTo>
                  <a:pt x="1617489" y="82867"/>
                </a:lnTo>
                <a:lnTo>
                  <a:pt x="1618150" y="82488"/>
                </a:lnTo>
                <a:lnTo>
                  <a:pt x="1618822" y="82127"/>
                </a:lnTo>
                <a:lnTo>
                  <a:pt x="1619504" y="81783"/>
                </a:lnTo>
                <a:lnTo>
                  <a:pt x="1620197" y="81457"/>
                </a:lnTo>
                <a:lnTo>
                  <a:pt x="1620900" y="81149"/>
                </a:lnTo>
                <a:lnTo>
                  <a:pt x="1621614" y="80859"/>
                </a:lnTo>
                <a:lnTo>
                  <a:pt x="1622338" y="80586"/>
                </a:lnTo>
                <a:lnTo>
                  <a:pt x="1623073" y="80330"/>
                </a:lnTo>
                <a:lnTo>
                  <a:pt x="1623818" y="80092"/>
                </a:lnTo>
                <a:lnTo>
                  <a:pt x="1624574" y="79872"/>
                </a:lnTo>
                <a:lnTo>
                  <a:pt x="1625341" y="79670"/>
                </a:lnTo>
                <a:lnTo>
                  <a:pt x="1626118" y="79485"/>
                </a:lnTo>
                <a:lnTo>
                  <a:pt x="1626905" y="79317"/>
                </a:lnTo>
                <a:lnTo>
                  <a:pt x="1627703" y="79168"/>
                </a:lnTo>
                <a:lnTo>
                  <a:pt x="1628512" y="79036"/>
                </a:lnTo>
                <a:lnTo>
                  <a:pt x="1629331" y="78921"/>
                </a:lnTo>
                <a:lnTo>
                  <a:pt x="1630161" y="78824"/>
                </a:lnTo>
                <a:lnTo>
                  <a:pt x="1631001" y="78745"/>
                </a:lnTo>
                <a:lnTo>
                  <a:pt x="1631852" y="78683"/>
                </a:lnTo>
                <a:lnTo>
                  <a:pt x="1632713" y="78639"/>
                </a:lnTo>
                <a:lnTo>
                  <a:pt x="1633585" y="78613"/>
                </a:lnTo>
                <a:lnTo>
                  <a:pt x="1634467" y="78604"/>
                </a:lnTo>
                <a:lnTo>
                  <a:pt x="1635058" y="78609"/>
                </a:lnTo>
                <a:lnTo>
                  <a:pt x="1635639" y="78625"/>
                </a:lnTo>
                <a:lnTo>
                  <a:pt x="1636211" y="78651"/>
                </a:lnTo>
                <a:lnTo>
                  <a:pt x="1636772" y="78688"/>
                </a:lnTo>
                <a:lnTo>
                  <a:pt x="1637325" y="78735"/>
                </a:lnTo>
                <a:lnTo>
                  <a:pt x="1637867" y="78793"/>
                </a:lnTo>
                <a:lnTo>
                  <a:pt x="1638401" y="78861"/>
                </a:lnTo>
                <a:lnTo>
                  <a:pt x="1638924" y="78939"/>
                </a:lnTo>
                <a:lnTo>
                  <a:pt x="1639438" y="79028"/>
                </a:lnTo>
                <a:lnTo>
                  <a:pt x="1639942" y="79128"/>
                </a:lnTo>
                <a:lnTo>
                  <a:pt x="1640437" y="79238"/>
                </a:lnTo>
                <a:lnTo>
                  <a:pt x="1640922" y="79358"/>
                </a:lnTo>
                <a:lnTo>
                  <a:pt x="1641398" y="79489"/>
                </a:lnTo>
                <a:lnTo>
                  <a:pt x="1641864" y="79631"/>
                </a:lnTo>
                <a:lnTo>
                  <a:pt x="1642320" y="79782"/>
                </a:lnTo>
                <a:lnTo>
                  <a:pt x="1642767" y="79945"/>
                </a:lnTo>
                <a:lnTo>
                  <a:pt x="1643204" y="80118"/>
                </a:lnTo>
                <a:lnTo>
                  <a:pt x="1643631" y="80301"/>
                </a:lnTo>
                <a:lnTo>
                  <a:pt x="1644049" y="80495"/>
                </a:lnTo>
                <a:lnTo>
                  <a:pt x="1644458" y="80699"/>
                </a:lnTo>
                <a:lnTo>
                  <a:pt x="1644856" y="80914"/>
                </a:lnTo>
                <a:lnTo>
                  <a:pt x="1645245" y="81139"/>
                </a:lnTo>
                <a:lnTo>
                  <a:pt x="1645625" y="81375"/>
                </a:lnTo>
                <a:lnTo>
                  <a:pt x="1645995" y="81621"/>
                </a:lnTo>
                <a:lnTo>
                  <a:pt x="1646356" y="81876"/>
                </a:lnTo>
                <a:lnTo>
                  <a:pt x="1646709" y="82141"/>
                </a:lnTo>
                <a:lnTo>
                  <a:pt x="1647054" y="82413"/>
                </a:lnTo>
                <a:lnTo>
                  <a:pt x="1647390" y="82695"/>
                </a:lnTo>
                <a:lnTo>
                  <a:pt x="1647718" y="82985"/>
                </a:lnTo>
                <a:lnTo>
                  <a:pt x="1648038" y="83283"/>
                </a:lnTo>
                <a:lnTo>
                  <a:pt x="1648350" y="83590"/>
                </a:lnTo>
                <a:lnTo>
                  <a:pt x="1648654" y="83906"/>
                </a:lnTo>
                <a:lnTo>
                  <a:pt x="1648950" y="84230"/>
                </a:lnTo>
                <a:lnTo>
                  <a:pt x="1649237" y="84563"/>
                </a:lnTo>
                <a:lnTo>
                  <a:pt x="1649516" y="84904"/>
                </a:lnTo>
                <a:lnTo>
                  <a:pt x="1649787" y="85254"/>
                </a:lnTo>
                <a:lnTo>
                  <a:pt x="1650050" y="85612"/>
                </a:lnTo>
                <a:lnTo>
                  <a:pt x="1650304" y="85979"/>
                </a:lnTo>
                <a:lnTo>
                  <a:pt x="1650551" y="86355"/>
                </a:lnTo>
                <a:lnTo>
                  <a:pt x="1650789" y="86739"/>
                </a:lnTo>
                <a:lnTo>
                  <a:pt x="1651019" y="87131"/>
                </a:lnTo>
                <a:lnTo>
                  <a:pt x="1651241" y="87532"/>
                </a:lnTo>
                <a:lnTo>
                  <a:pt x="1651454" y="87942"/>
                </a:lnTo>
                <a:lnTo>
                  <a:pt x="1651660" y="88360"/>
                </a:lnTo>
                <a:lnTo>
                  <a:pt x="1651857" y="88787"/>
                </a:lnTo>
                <a:lnTo>
                  <a:pt x="1652046" y="89223"/>
                </a:lnTo>
                <a:lnTo>
                  <a:pt x="1652227" y="89667"/>
                </a:lnTo>
                <a:lnTo>
                  <a:pt x="1652399" y="90119"/>
                </a:lnTo>
                <a:lnTo>
                  <a:pt x="1652564" y="90579"/>
                </a:lnTo>
                <a:lnTo>
                  <a:pt x="1652722" y="91045"/>
                </a:lnTo>
                <a:lnTo>
                  <a:pt x="1652873" y="91517"/>
                </a:lnTo>
                <a:lnTo>
                  <a:pt x="1653017" y="91996"/>
                </a:lnTo>
                <a:lnTo>
                  <a:pt x="1653154" y="92481"/>
                </a:lnTo>
                <a:lnTo>
                  <a:pt x="1653284" y="92971"/>
                </a:lnTo>
                <a:lnTo>
                  <a:pt x="1653407" y="93469"/>
                </a:lnTo>
                <a:lnTo>
                  <a:pt x="1653523" y="93972"/>
                </a:lnTo>
                <a:lnTo>
                  <a:pt x="1653632" y="94481"/>
                </a:lnTo>
                <a:lnTo>
                  <a:pt x="1653733" y="94997"/>
                </a:lnTo>
                <a:lnTo>
                  <a:pt x="1653828" y="95519"/>
                </a:lnTo>
                <a:lnTo>
                  <a:pt x="1653916" y="96047"/>
                </a:lnTo>
                <a:lnTo>
                  <a:pt x="1653997" y="96582"/>
                </a:lnTo>
                <a:lnTo>
                  <a:pt x="1654071" y="97122"/>
                </a:lnTo>
                <a:lnTo>
                  <a:pt x="1654137" y="97669"/>
                </a:lnTo>
                <a:lnTo>
                  <a:pt x="1654197" y="98222"/>
                </a:lnTo>
                <a:lnTo>
                  <a:pt x="1654250" y="98781"/>
                </a:lnTo>
                <a:lnTo>
                  <a:pt x="1654295" y="99346"/>
                </a:lnTo>
                <a:lnTo>
                  <a:pt x="1654334" y="99918"/>
                </a:lnTo>
                <a:lnTo>
                  <a:pt x="1654365" y="100496"/>
                </a:lnTo>
                <a:lnTo>
                  <a:pt x="1654390" y="101080"/>
                </a:lnTo>
                <a:lnTo>
                  <a:pt x="1654408" y="101670"/>
                </a:lnTo>
                <a:lnTo>
                  <a:pt x="1654418" y="102266"/>
                </a:lnTo>
                <a:lnTo>
                  <a:pt x="1654422" y="102869"/>
                </a:lnTo>
                <a:lnTo>
                  <a:pt x="1654422" y="185252"/>
                </a:lnTo>
                <a:lnTo>
                  <a:pt x="1689881" y="185252"/>
                </a:lnTo>
                <a:lnTo>
                  <a:pt x="1689881" y="98512"/>
                </a:lnTo>
                <a:lnTo>
                  <a:pt x="1689862" y="96551"/>
                </a:lnTo>
                <a:lnTo>
                  <a:pt x="1689804" y="94630"/>
                </a:lnTo>
                <a:lnTo>
                  <a:pt x="1689708" y="92748"/>
                </a:lnTo>
                <a:lnTo>
                  <a:pt x="1689574" y="90906"/>
                </a:lnTo>
                <a:lnTo>
                  <a:pt x="1689401" y="89104"/>
                </a:lnTo>
                <a:lnTo>
                  <a:pt x="1689190" y="87341"/>
                </a:lnTo>
                <a:lnTo>
                  <a:pt x="1688941" y="85618"/>
                </a:lnTo>
                <a:lnTo>
                  <a:pt x="1688653" y="83934"/>
                </a:lnTo>
                <a:lnTo>
                  <a:pt x="1688326" y="82290"/>
                </a:lnTo>
                <a:lnTo>
                  <a:pt x="1687962" y="80686"/>
                </a:lnTo>
                <a:lnTo>
                  <a:pt x="1687559" y="79121"/>
                </a:lnTo>
                <a:lnTo>
                  <a:pt x="1687117" y="77596"/>
                </a:lnTo>
                <a:lnTo>
                  <a:pt x="1686637" y="76110"/>
                </a:lnTo>
                <a:lnTo>
                  <a:pt x="1686119" y="74664"/>
                </a:lnTo>
                <a:lnTo>
                  <a:pt x="1685562" y="73258"/>
                </a:lnTo>
                <a:lnTo>
                  <a:pt x="1684967" y="71891"/>
                </a:lnTo>
                <a:lnTo>
                  <a:pt x="1684334" y="70564"/>
                </a:lnTo>
                <a:lnTo>
                  <a:pt x="1683662" y="69276"/>
                </a:lnTo>
                <a:lnTo>
                  <a:pt x="1682952" y="68028"/>
                </a:lnTo>
                <a:lnTo>
                  <a:pt x="1682203" y="66820"/>
                </a:lnTo>
                <a:lnTo>
                  <a:pt x="1681416" y="65651"/>
                </a:lnTo>
                <a:lnTo>
                  <a:pt x="1680591" y="64522"/>
                </a:lnTo>
                <a:lnTo>
                  <a:pt x="1679727" y="63433"/>
                </a:lnTo>
                <a:lnTo>
                  <a:pt x="1678825" y="62383"/>
                </a:lnTo>
                <a:lnTo>
                  <a:pt x="1677888" y="61374"/>
                </a:lnTo>
                <a:lnTo>
                  <a:pt x="1676920" y="60408"/>
                </a:lnTo>
                <a:lnTo>
                  <a:pt x="1675920" y="59485"/>
                </a:lnTo>
                <a:lnTo>
                  <a:pt x="1674889" y="58605"/>
                </a:lnTo>
                <a:lnTo>
                  <a:pt x="1673827" y="57768"/>
                </a:lnTo>
                <a:lnTo>
                  <a:pt x="1672733" y="56974"/>
                </a:lnTo>
                <a:lnTo>
                  <a:pt x="1671608" y="56223"/>
                </a:lnTo>
                <a:lnTo>
                  <a:pt x="1670451" y="55515"/>
                </a:lnTo>
                <a:lnTo>
                  <a:pt x="1669263" y="54850"/>
                </a:lnTo>
                <a:lnTo>
                  <a:pt x="1668044" y="54227"/>
                </a:lnTo>
                <a:lnTo>
                  <a:pt x="1666793" y="53648"/>
                </a:lnTo>
                <a:lnTo>
                  <a:pt x="1665511" y="53111"/>
                </a:lnTo>
                <a:lnTo>
                  <a:pt x="1664198" y="52618"/>
                </a:lnTo>
                <a:lnTo>
                  <a:pt x="1662853" y="52167"/>
                </a:lnTo>
                <a:lnTo>
                  <a:pt x="1661477" y="51759"/>
                </a:lnTo>
                <a:lnTo>
                  <a:pt x="1660069" y="51394"/>
                </a:lnTo>
                <a:lnTo>
                  <a:pt x="1658631" y="51072"/>
                </a:lnTo>
                <a:lnTo>
                  <a:pt x="1657160" y="50793"/>
                </a:lnTo>
                <a:lnTo>
                  <a:pt x="1655659" y="50557"/>
                </a:lnTo>
                <a:lnTo>
                  <a:pt x="1654126" y="50364"/>
                </a:lnTo>
                <a:lnTo>
                  <a:pt x="1652561" y="50214"/>
                </a:lnTo>
                <a:lnTo>
                  <a:pt x="1650966" y="50107"/>
                </a:lnTo>
                <a:lnTo>
                  <a:pt x="1649339" y="50042"/>
                </a:lnTo>
                <a:lnTo>
                  <a:pt x="1647680" y="50021"/>
                </a:lnTo>
                <a:lnTo>
                  <a:pt x="1646253" y="50032"/>
                </a:lnTo>
                <a:lnTo>
                  <a:pt x="1644849" y="50066"/>
                </a:lnTo>
                <a:lnTo>
                  <a:pt x="1643467" y="50123"/>
                </a:lnTo>
                <a:lnTo>
                  <a:pt x="1642107" y="50202"/>
                </a:lnTo>
                <a:lnTo>
                  <a:pt x="1640770" y="50305"/>
                </a:lnTo>
                <a:lnTo>
                  <a:pt x="1639456" y="50429"/>
                </a:lnTo>
                <a:lnTo>
                  <a:pt x="1638164" y="50577"/>
                </a:lnTo>
                <a:lnTo>
                  <a:pt x="1636894" y="50747"/>
                </a:lnTo>
                <a:lnTo>
                  <a:pt x="1635647" y="50940"/>
                </a:lnTo>
                <a:lnTo>
                  <a:pt x="1634422" y="51156"/>
                </a:lnTo>
                <a:lnTo>
                  <a:pt x="1633220" y="51394"/>
                </a:lnTo>
                <a:lnTo>
                  <a:pt x="1632040" y="51656"/>
                </a:lnTo>
                <a:lnTo>
                  <a:pt x="1630883" y="51939"/>
                </a:lnTo>
                <a:lnTo>
                  <a:pt x="1629748" y="52246"/>
                </a:lnTo>
                <a:lnTo>
                  <a:pt x="1628636" y="52575"/>
                </a:lnTo>
                <a:lnTo>
                  <a:pt x="1627546" y="52927"/>
                </a:lnTo>
                <a:lnTo>
                  <a:pt x="1626479" y="53302"/>
                </a:lnTo>
                <a:lnTo>
                  <a:pt x="1625434" y="53699"/>
                </a:lnTo>
                <a:lnTo>
                  <a:pt x="1624411" y="54119"/>
                </a:lnTo>
                <a:lnTo>
                  <a:pt x="1623411" y="54562"/>
                </a:lnTo>
                <a:lnTo>
                  <a:pt x="1622434" y="55027"/>
                </a:lnTo>
                <a:lnTo>
                  <a:pt x="1621479" y="55515"/>
                </a:lnTo>
                <a:lnTo>
                  <a:pt x="1620546" y="56026"/>
                </a:lnTo>
                <a:lnTo>
                  <a:pt x="1619636" y="56560"/>
                </a:lnTo>
                <a:lnTo>
                  <a:pt x="1618745" y="57108"/>
                </a:lnTo>
                <a:lnTo>
                  <a:pt x="1617868" y="57663"/>
                </a:lnTo>
                <a:lnTo>
                  <a:pt x="1617005" y="58225"/>
                </a:lnTo>
                <a:lnTo>
                  <a:pt x="1616157" y="58794"/>
                </a:lnTo>
                <a:lnTo>
                  <a:pt x="1615324" y="59369"/>
                </a:lnTo>
                <a:lnTo>
                  <a:pt x="1614504" y="59952"/>
                </a:lnTo>
                <a:lnTo>
                  <a:pt x="1613700" y="60541"/>
                </a:lnTo>
                <a:lnTo>
                  <a:pt x="1612910" y="61136"/>
                </a:lnTo>
                <a:lnTo>
                  <a:pt x="1612134" y="61739"/>
                </a:lnTo>
                <a:lnTo>
                  <a:pt x="1611373" y="62348"/>
                </a:lnTo>
                <a:lnTo>
                  <a:pt x="1610627" y="62965"/>
                </a:lnTo>
                <a:lnTo>
                  <a:pt x="1609895" y="63588"/>
                </a:lnTo>
                <a:lnTo>
                  <a:pt x="1609178" y="64217"/>
                </a:lnTo>
                <a:lnTo>
                  <a:pt x="1608475" y="64854"/>
                </a:lnTo>
                <a:lnTo>
                  <a:pt x="1607786" y="65497"/>
                </a:lnTo>
                <a:lnTo>
                  <a:pt x="1607112" y="66148"/>
                </a:lnTo>
                <a:lnTo>
                  <a:pt x="1606453" y="66804"/>
                </a:lnTo>
                <a:lnTo>
                  <a:pt x="1605808" y="67468"/>
                </a:lnTo>
                <a:lnTo>
                  <a:pt x="1605178" y="68139"/>
                </a:lnTo>
                <a:lnTo>
                  <a:pt x="1604562" y="68816"/>
                </a:lnTo>
                <a:lnTo>
                  <a:pt x="1603961" y="69500"/>
                </a:lnTo>
                <a:lnTo>
                  <a:pt x="1603374" y="70191"/>
                </a:lnTo>
                <a:lnTo>
                  <a:pt x="1602801" y="70889"/>
                </a:lnTo>
                <a:lnTo>
                  <a:pt x="1602244" y="71593"/>
                </a:lnTo>
                <a:lnTo>
                  <a:pt x="1601570" y="52043"/>
                </a:lnTo>
                <a:lnTo>
                  <a:pt x="1567189" y="52043"/>
                </a:lnTo>
                <a:lnTo>
                  <a:pt x="1567189" y="185252"/>
                </a:lnTo>
                <a:lnTo>
                  <a:pt x="1602918" y="185252"/>
                </a:lnTo>
                <a:lnTo>
                  <a:pt x="1602918" y="96014"/>
                </a:lnTo>
                <a:lnTo>
                  <a:pt x="1603393" y="95412"/>
                </a:lnTo>
                <a:lnTo>
                  <a:pt x="1603875" y="94818"/>
                </a:lnTo>
                <a:lnTo>
                  <a:pt x="1604364" y="94232"/>
                </a:lnTo>
                <a:close/>
                <a:moveTo>
                  <a:pt x="1878109" y="187330"/>
                </a:moveTo>
                <a:lnTo>
                  <a:pt x="1879695" y="187176"/>
                </a:lnTo>
                <a:lnTo>
                  <a:pt x="1881263" y="186994"/>
                </a:lnTo>
                <a:lnTo>
                  <a:pt x="1882814" y="186785"/>
                </a:lnTo>
                <a:lnTo>
                  <a:pt x="1884346" y="186547"/>
                </a:lnTo>
                <a:lnTo>
                  <a:pt x="1885860" y="186282"/>
                </a:lnTo>
                <a:lnTo>
                  <a:pt x="1887356" y="185988"/>
                </a:lnTo>
                <a:lnTo>
                  <a:pt x="1888834" y="185667"/>
                </a:lnTo>
                <a:lnTo>
                  <a:pt x="1890294" y="185318"/>
                </a:lnTo>
                <a:lnTo>
                  <a:pt x="1891736" y="184940"/>
                </a:lnTo>
                <a:lnTo>
                  <a:pt x="1893160" y="184535"/>
                </a:lnTo>
                <a:lnTo>
                  <a:pt x="1894566" y="184102"/>
                </a:lnTo>
                <a:lnTo>
                  <a:pt x="1895954" y="183641"/>
                </a:lnTo>
                <a:lnTo>
                  <a:pt x="1897324" y="183152"/>
                </a:lnTo>
                <a:lnTo>
                  <a:pt x="1898676" y="182635"/>
                </a:lnTo>
                <a:lnTo>
                  <a:pt x="1900010" y="182090"/>
                </a:lnTo>
                <a:lnTo>
                  <a:pt x="1901325" y="181518"/>
                </a:lnTo>
                <a:lnTo>
                  <a:pt x="1902623" y="180917"/>
                </a:lnTo>
                <a:lnTo>
                  <a:pt x="1903903" y="180288"/>
                </a:lnTo>
                <a:lnTo>
                  <a:pt x="1905165" y="179631"/>
                </a:lnTo>
                <a:lnTo>
                  <a:pt x="1906406" y="178948"/>
                </a:lnTo>
                <a:lnTo>
                  <a:pt x="1907624" y="178239"/>
                </a:lnTo>
                <a:lnTo>
                  <a:pt x="1908819" y="177506"/>
                </a:lnTo>
                <a:lnTo>
                  <a:pt x="1909990" y="176747"/>
                </a:lnTo>
                <a:lnTo>
                  <a:pt x="1911139" y="175963"/>
                </a:lnTo>
                <a:lnTo>
                  <a:pt x="1912264" y="175154"/>
                </a:lnTo>
                <a:lnTo>
                  <a:pt x="1913366" y="174320"/>
                </a:lnTo>
                <a:lnTo>
                  <a:pt x="1914445" y="173461"/>
                </a:lnTo>
                <a:lnTo>
                  <a:pt x="1915501" y="172576"/>
                </a:lnTo>
                <a:lnTo>
                  <a:pt x="1916534" y="171667"/>
                </a:lnTo>
                <a:lnTo>
                  <a:pt x="1917543" y="170733"/>
                </a:lnTo>
                <a:lnTo>
                  <a:pt x="1918530" y="169773"/>
                </a:lnTo>
                <a:lnTo>
                  <a:pt x="1919493" y="168789"/>
                </a:lnTo>
                <a:lnTo>
                  <a:pt x="1920433" y="167779"/>
                </a:lnTo>
                <a:lnTo>
                  <a:pt x="1921349" y="166744"/>
                </a:lnTo>
                <a:lnTo>
                  <a:pt x="1922243" y="165684"/>
                </a:lnTo>
                <a:lnTo>
                  <a:pt x="1923113" y="164599"/>
                </a:lnTo>
                <a:lnTo>
                  <a:pt x="1923961" y="163489"/>
                </a:lnTo>
                <a:lnTo>
                  <a:pt x="1924785" y="162354"/>
                </a:lnTo>
                <a:lnTo>
                  <a:pt x="1925585" y="161194"/>
                </a:lnTo>
                <a:lnTo>
                  <a:pt x="1926363" y="160009"/>
                </a:lnTo>
                <a:lnTo>
                  <a:pt x="1927118" y="158798"/>
                </a:lnTo>
                <a:lnTo>
                  <a:pt x="1927849" y="157563"/>
                </a:lnTo>
                <a:lnTo>
                  <a:pt x="1928557" y="156302"/>
                </a:lnTo>
                <a:lnTo>
                  <a:pt x="1929239" y="155018"/>
                </a:lnTo>
                <a:lnTo>
                  <a:pt x="1929892" y="153711"/>
                </a:lnTo>
                <a:lnTo>
                  <a:pt x="1930516" y="152381"/>
                </a:lnTo>
                <a:lnTo>
                  <a:pt x="1931111" y="151030"/>
                </a:lnTo>
                <a:lnTo>
                  <a:pt x="1931677" y="149656"/>
                </a:lnTo>
                <a:lnTo>
                  <a:pt x="1932214" y="148260"/>
                </a:lnTo>
                <a:lnTo>
                  <a:pt x="1932722" y="146842"/>
                </a:lnTo>
                <a:lnTo>
                  <a:pt x="1933201" y="145402"/>
                </a:lnTo>
                <a:lnTo>
                  <a:pt x="1933651" y="143939"/>
                </a:lnTo>
                <a:lnTo>
                  <a:pt x="1934072" y="142454"/>
                </a:lnTo>
                <a:lnTo>
                  <a:pt x="1934464" y="140947"/>
                </a:lnTo>
                <a:lnTo>
                  <a:pt x="1934827" y="139417"/>
                </a:lnTo>
                <a:lnTo>
                  <a:pt x="1935160" y="137865"/>
                </a:lnTo>
                <a:lnTo>
                  <a:pt x="1935465" y="136291"/>
                </a:lnTo>
                <a:lnTo>
                  <a:pt x="1935741" y="134695"/>
                </a:lnTo>
                <a:lnTo>
                  <a:pt x="1935988" y="133076"/>
                </a:lnTo>
                <a:lnTo>
                  <a:pt x="1936205" y="131435"/>
                </a:lnTo>
                <a:lnTo>
                  <a:pt x="1936394" y="129772"/>
                </a:lnTo>
                <a:lnTo>
                  <a:pt x="1936554" y="128087"/>
                </a:lnTo>
                <a:lnTo>
                  <a:pt x="1936684" y="126379"/>
                </a:lnTo>
                <a:lnTo>
                  <a:pt x="1936786" y="124649"/>
                </a:lnTo>
                <a:lnTo>
                  <a:pt x="1936858" y="122897"/>
                </a:lnTo>
                <a:lnTo>
                  <a:pt x="1936902" y="121123"/>
                </a:lnTo>
                <a:lnTo>
                  <a:pt x="1936917" y="119326"/>
                </a:lnTo>
                <a:lnTo>
                  <a:pt x="1936902" y="117496"/>
                </a:lnTo>
                <a:lnTo>
                  <a:pt x="1936858" y="115689"/>
                </a:lnTo>
                <a:lnTo>
                  <a:pt x="1936786" y="113905"/>
                </a:lnTo>
                <a:lnTo>
                  <a:pt x="1936684" y="112143"/>
                </a:lnTo>
                <a:lnTo>
                  <a:pt x="1936554" y="110405"/>
                </a:lnTo>
                <a:lnTo>
                  <a:pt x="1936394" y="108690"/>
                </a:lnTo>
                <a:lnTo>
                  <a:pt x="1936205" y="106998"/>
                </a:lnTo>
                <a:lnTo>
                  <a:pt x="1935988" y="105328"/>
                </a:lnTo>
                <a:lnTo>
                  <a:pt x="1935741" y="103682"/>
                </a:lnTo>
                <a:lnTo>
                  <a:pt x="1935465" y="102059"/>
                </a:lnTo>
                <a:lnTo>
                  <a:pt x="1935160" y="100458"/>
                </a:lnTo>
                <a:lnTo>
                  <a:pt x="1934827" y="98881"/>
                </a:lnTo>
                <a:lnTo>
                  <a:pt x="1934464" y="97326"/>
                </a:lnTo>
                <a:lnTo>
                  <a:pt x="1934072" y="95795"/>
                </a:lnTo>
                <a:lnTo>
                  <a:pt x="1933651" y="94286"/>
                </a:lnTo>
                <a:lnTo>
                  <a:pt x="1933201" y="92801"/>
                </a:lnTo>
                <a:lnTo>
                  <a:pt x="1932722" y="91338"/>
                </a:lnTo>
                <a:lnTo>
                  <a:pt x="1932214" y="89898"/>
                </a:lnTo>
                <a:lnTo>
                  <a:pt x="1931677" y="88482"/>
                </a:lnTo>
                <a:lnTo>
                  <a:pt x="1931111" y="87088"/>
                </a:lnTo>
                <a:lnTo>
                  <a:pt x="1930516" y="85717"/>
                </a:lnTo>
                <a:lnTo>
                  <a:pt x="1929892" y="84370"/>
                </a:lnTo>
                <a:lnTo>
                  <a:pt x="1929239" y="83045"/>
                </a:lnTo>
                <a:lnTo>
                  <a:pt x="1928557" y="81743"/>
                </a:lnTo>
                <a:lnTo>
                  <a:pt x="1927849" y="80465"/>
                </a:lnTo>
                <a:lnTo>
                  <a:pt x="1927118" y="79213"/>
                </a:lnTo>
                <a:lnTo>
                  <a:pt x="1926363" y="77986"/>
                </a:lnTo>
                <a:lnTo>
                  <a:pt x="1925585" y="76785"/>
                </a:lnTo>
                <a:lnTo>
                  <a:pt x="1924785" y="75610"/>
                </a:lnTo>
                <a:lnTo>
                  <a:pt x="1923961" y="74460"/>
                </a:lnTo>
                <a:lnTo>
                  <a:pt x="1923113" y="73335"/>
                </a:lnTo>
                <a:lnTo>
                  <a:pt x="1922243" y="72237"/>
                </a:lnTo>
                <a:lnTo>
                  <a:pt x="1921349" y="71164"/>
                </a:lnTo>
                <a:lnTo>
                  <a:pt x="1920433" y="70116"/>
                </a:lnTo>
                <a:lnTo>
                  <a:pt x="1919493" y="69094"/>
                </a:lnTo>
                <a:lnTo>
                  <a:pt x="1918530" y="68098"/>
                </a:lnTo>
                <a:lnTo>
                  <a:pt x="1917543" y="67127"/>
                </a:lnTo>
                <a:lnTo>
                  <a:pt x="1916534" y="66182"/>
                </a:lnTo>
                <a:lnTo>
                  <a:pt x="1915501" y="65263"/>
                </a:lnTo>
                <a:lnTo>
                  <a:pt x="1914445" y="64369"/>
                </a:lnTo>
                <a:lnTo>
                  <a:pt x="1913366" y="63501"/>
                </a:lnTo>
                <a:lnTo>
                  <a:pt x="1912264" y="62658"/>
                </a:lnTo>
                <a:lnTo>
                  <a:pt x="1911139" y="61841"/>
                </a:lnTo>
                <a:lnTo>
                  <a:pt x="1909990" y="61050"/>
                </a:lnTo>
                <a:lnTo>
                  <a:pt x="1908819" y="60284"/>
                </a:lnTo>
                <a:lnTo>
                  <a:pt x="1907624" y="59544"/>
                </a:lnTo>
                <a:lnTo>
                  <a:pt x="1906406" y="58829"/>
                </a:lnTo>
                <a:lnTo>
                  <a:pt x="1905165" y="58140"/>
                </a:lnTo>
                <a:lnTo>
                  <a:pt x="1903903" y="57477"/>
                </a:lnTo>
                <a:lnTo>
                  <a:pt x="1902623" y="56843"/>
                </a:lnTo>
                <a:lnTo>
                  <a:pt x="1901325" y="56237"/>
                </a:lnTo>
                <a:lnTo>
                  <a:pt x="1900010" y="55659"/>
                </a:lnTo>
                <a:lnTo>
                  <a:pt x="1898676" y="55109"/>
                </a:lnTo>
                <a:lnTo>
                  <a:pt x="1897324" y="54588"/>
                </a:lnTo>
                <a:lnTo>
                  <a:pt x="1895954" y="54094"/>
                </a:lnTo>
                <a:lnTo>
                  <a:pt x="1894566" y="53629"/>
                </a:lnTo>
                <a:lnTo>
                  <a:pt x="1893160" y="53192"/>
                </a:lnTo>
                <a:lnTo>
                  <a:pt x="1891736" y="52783"/>
                </a:lnTo>
                <a:lnTo>
                  <a:pt x="1890294" y="52403"/>
                </a:lnTo>
                <a:lnTo>
                  <a:pt x="1888834" y="52051"/>
                </a:lnTo>
                <a:lnTo>
                  <a:pt x="1887356" y="51726"/>
                </a:lnTo>
                <a:lnTo>
                  <a:pt x="1885860" y="51430"/>
                </a:lnTo>
                <a:lnTo>
                  <a:pt x="1884346" y="51162"/>
                </a:lnTo>
                <a:lnTo>
                  <a:pt x="1882814" y="50923"/>
                </a:lnTo>
                <a:lnTo>
                  <a:pt x="1881263" y="50711"/>
                </a:lnTo>
                <a:lnTo>
                  <a:pt x="1879695" y="50528"/>
                </a:lnTo>
                <a:lnTo>
                  <a:pt x="1878109" y="50373"/>
                </a:lnTo>
                <a:lnTo>
                  <a:pt x="1876505" y="50246"/>
                </a:lnTo>
                <a:lnTo>
                  <a:pt x="1874883" y="50148"/>
                </a:lnTo>
                <a:lnTo>
                  <a:pt x="1873242" y="50077"/>
                </a:lnTo>
                <a:lnTo>
                  <a:pt x="1871584" y="50035"/>
                </a:lnTo>
                <a:lnTo>
                  <a:pt x="1869908" y="50021"/>
                </a:lnTo>
                <a:lnTo>
                  <a:pt x="1868253" y="50035"/>
                </a:lnTo>
                <a:lnTo>
                  <a:pt x="1866616" y="50077"/>
                </a:lnTo>
                <a:lnTo>
                  <a:pt x="1864996" y="50148"/>
                </a:lnTo>
                <a:lnTo>
                  <a:pt x="1863393" y="50246"/>
                </a:lnTo>
                <a:lnTo>
                  <a:pt x="1861807" y="50373"/>
                </a:lnTo>
                <a:lnTo>
                  <a:pt x="1860238" y="50528"/>
                </a:lnTo>
                <a:lnTo>
                  <a:pt x="1858686" y="50711"/>
                </a:lnTo>
                <a:lnTo>
                  <a:pt x="1857152" y="50923"/>
                </a:lnTo>
                <a:lnTo>
                  <a:pt x="1855634" y="51162"/>
                </a:lnTo>
                <a:lnTo>
                  <a:pt x="1854133" y="51430"/>
                </a:lnTo>
                <a:lnTo>
                  <a:pt x="1852650" y="51726"/>
                </a:lnTo>
                <a:lnTo>
                  <a:pt x="1851184" y="52051"/>
                </a:lnTo>
                <a:lnTo>
                  <a:pt x="1849734" y="52403"/>
                </a:lnTo>
                <a:lnTo>
                  <a:pt x="1848302" y="52783"/>
                </a:lnTo>
                <a:lnTo>
                  <a:pt x="1846887" y="53192"/>
                </a:lnTo>
                <a:lnTo>
                  <a:pt x="1845489" y="53629"/>
                </a:lnTo>
                <a:lnTo>
                  <a:pt x="1844108" y="54094"/>
                </a:lnTo>
                <a:lnTo>
                  <a:pt x="1842744" y="54588"/>
                </a:lnTo>
                <a:lnTo>
                  <a:pt x="1841397" y="55109"/>
                </a:lnTo>
                <a:lnTo>
                  <a:pt x="1840068" y="55659"/>
                </a:lnTo>
                <a:lnTo>
                  <a:pt x="1838755" y="56237"/>
                </a:lnTo>
                <a:lnTo>
                  <a:pt x="1837460" y="56843"/>
                </a:lnTo>
                <a:lnTo>
                  <a:pt x="1836181" y="57477"/>
                </a:lnTo>
                <a:lnTo>
                  <a:pt x="1834920" y="58140"/>
                </a:lnTo>
                <a:lnTo>
                  <a:pt x="1833679" y="58829"/>
                </a:lnTo>
                <a:lnTo>
                  <a:pt x="1832462" y="59544"/>
                </a:lnTo>
                <a:lnTo>
                  <a:pt x="1831268" y="60284"/>
                </a:lnTo>
                <a:lnTo>
                  <a:pt x="1830098" y="61050"/>
                </a:lnTo>
                <a:lnTo>
                  <a:pt x="1828952" y="61841"/>
                </a:lnTo>
                <a:lnTo>
                  <a:pt x="1827829" y="62658"/>
                </a:lnTo>
                <a:lnTo>
                  <a:pt x="1826730" y="63501"/>
                </a:lnTo>
                <a:lnTo>
                  <a:pt x="1825654" y="64369"/>
                </a:lnTo>
                <a:lnTo>
                  <a:pt x="1824603" y="65263"/>
                </a:lnTo>
                <a:lnTo>
                  <a:pt x="1823574" y="66182"/>
                </a:lnTo>
                <a:lnTo>
                  <a:pt x="1822570" y="67127"/>
                </a:lnTo>
                <a:lnTo>
                  <a:pt x="1821589" y="68098"/>
                </a:lnTo>
                <a:lnTo>
                  <a:pt x="1820632" y="69094"/>
                </a:lnTo>
                <a:lnTo>
                  <a:pt x="1819698" y="70116"/>
                </a:lnTo>
                <a:lnTo>
                  <a:pt x="1818788" y="71164"/>
                </a:lnTo>
                <a:lnTo>
                  <a:pt x="1817902" y="72237"/>
                </a:lnTo>
                <a:lnTo>
                  <a:pt x="1817039" y="73335"/>
                </a:lnTo>
                <a:lnTo>
                  <a:pt x="1816200" y="74460"/>
                </a:lnTo>
                <a:lnTo>
                  <a:pt x="1815385" y="75610"/>
                </a:lnTo>
                <a:lnTo>
                  <a:pt x="1814593" y="76785"/>
                </a:lnTo>
                <a:lnTo>
                  <a:pt x="1813825" y="77986"/>
                </a:lnTo>
                <a:lnTo>
                  <a:pt x="1813080" y="79213"/>
                </a:lnTo>
                <a:lnTo>
                  <a:pt x="1812360" y="80465"/>
                </a:lnTo>
                <a:lnTo>
                  <a:pt x="1811662" y="81743"/>
                </a:lnTo>
                <a:lnTo>
                  <a:pt x="1810991" y="83045"/>
                </a:lnTo>
                <a:lnTo>
                  <a:pt x="1810349" y="84370"/>
                </a:lnTo>
                <a:lnTo>
                  <a:pt x="1809735" y="85717"/>
                </a:lnTo>
                <a:lnTo>
                  <a:pt x="1809149" y="87088"/>
                </a:lnTo>
                <a:lnTo>
                  <a:pt x="1808593" y="88482"/>
                </a:lnTo>
                <a:lnTo>
                  <a:pt x="1808064" y="89898"/>
                </a:lnTo>
                <a:lnTo>
                  <a:pt x="1807565" y="91338"/>
                </a:lnTo>
                <a:lnTo>
                  <a:pt x="1807093" y="92801"/>
                </a:lnTo>
                <a:lnTo>
                  <a:pt x="1806651" y="94286"/>
                </a:lnTo>
                <a:lnTo>
                  <a:pt x="1806237" y="95795"/>
                </a:lnTo>
                <a:lnTo>
                  <a:pt x="1805851" y="97326"/>
                </a:lnTo>
                <a:lnTo>
                  <a:pt x="1805494" y="98881"/>
                </a:lnTo>
                <a:lnTo>
                  <a:pt x="1805166" y="100458"/>
                </a:lnTo>
                <a:lnTo>
                  <a:pt x="1804866" y="102059"/>
                </a:lnTo>
                <a:lnTo>
                  <a:pt x="1804595" y="103682"/>
                </a:lnTo>
                <a:lnTo>
                  <a:pt x="1804352" y="105328"/>
                </a:lnTo>
                <a:lnTo>
                  <a:pt x="1804138" y="106998"/>
                </a:lnTo>
                <a:lnTo>
                  <a:pt x="1803952" y="108690"/>
                </a:lnTo>
                <a:lnTo>
                  <a:pt x="1803795" y="110405"/>
                </a:lnTo>
                <a:lnTo>
                  <a:pt x="1803666" y="112143"/>
                </a:lnTo>
                <a:lnTo>
                  <a:pt x="1803567" y="113905"/>
                </a:lnTo>
                <a:lnTo>
                  <a:pt x="1803495" y="115689"/>
                </a:lnTo>
                <a:lnTo>
                  <a:pt x="1803452" y="117496"/>
                </a:lnTo>
                <a:lnTo>
                  <a:pt x="1803438" y="119326"/>
                </a:lnTo>
                <a:lnTo>
                  <a:pt x="1803452" y="121123"/>
                </a:lnTo>
                <a:lnTo>
                  <a:pt x="1803495" y="122897"/>
                </a:lnTo>
                <a:lnTo>
                  <a:pt x="1803567" y="124649"/>
                </a:lnTo>
                <a:lnTo>
                  <a:pt x="1803666" y="126379"/>
                </a:lnTo>
                <a:lnTo>
                  <a:pt x="1803795" y="128087"/>
                </a:lnTo>
                <a:lnTo>
                  <a:pt x="1803952" y="129772"/>
                </a:lnTo>
                <a:lnTo>
                  <a:pt x="1804138" y="131435"/>
                </a:lnTo>
                <a:lnTo>
                  <a:pt x="1804352" y="133076"/>
                </a:lnTo>
                <a:lnTo>
                  <a:pt x="1804595" y="134695"/>
                </a:lnTo>
                <a:lnTo>
                  <a:pt x="1804866" y="136291"/>
                </a:lnTo>
                <a:lnTo>
                  <a:pt x="1805166" y="137865"/>
                </a:lnTo>
                <a:lnTo>
                  <a:pt x="1805494" y="139417"/>
                </a:lnTo>
                <a:lnTo>
                  <a:pt x="1805851" y="140947"/>
                </a:lnTo>
                <a:lnTo>
                  <a:pt x="1806237" y="142454"/>
                </a:lnTo>
                <a:lnTo>
                  <a:pt x="1806651" y="143939"/>
                </a:lnTo>
                <a:lnTo>
                  <a:pt x="1807093" y="145402"/>
                </a:lnTo>
                <a:lnTo>
                  <a:pt x="1807565" y="146842"/>
                </a:lnTo>
                <a:lnTo>
                  <a:pt x="1808064" y="148260"/>
                </a:lnTo>
                <a:lnTo>
                  <a:pt x="1808593" y="149656"/>
                </a:lnTo>
                <a:lnTo>
                  <a:pt x="1809149" y="151030"/>
                </a:lnTo>
                <a:lnTo>
                  <a:pt x="1809735" y="152381"/>
                </a:lnTo>
                <a:lnTo>
                  <a:pt x="1810349" y="153711"/>
                </a:lnTo>
                <a:lnTo>
                  <a:pt x="1810991" y="155018"/>
                </a:lnTo>
                <a:lnTo>
                  <a:pt x="1811662" y="156302"/>
                </a:lnTo>
                <a:lnTo>
                  <a:pt x="1812360" y="157563"/>
                </a:lnTo>
                <a:lnTo>
                  <a:pt x="1813080" y="158798"/>
                </a:lnTo>
                <a:lnTo>
                  <a:pt x="1813825" y="160009"/>
                </a:lnTo>
                <a:lnTo>
                  <a:pt x="1814593" y="161194"/>
                </a:lnTo>
                <a:lnTo>
                  <a:pt x="1815385" y="162354"/>
                </a:lnTo>
                <a:lnTo>
                  <a:pt x="1816200" y="163489"/>
                </a:lnTo>
                <a:lnTo>
                  <a:pt x="1817039" y="164599"/>
                </a:lnTo>
                <a:lnTo>
                  <a:pt x="1817902" y="165684"/>
                </a:lnTo>
                <a:lnTo>
                  <a:pt x="1818788" y="166744"/>
                </a:lnTo>
                <a:lnTo>
                  <a:pt x="1819698" y="167779"/>
                </a:lnTo>
                <a:lnTo>
                  <a:pt x="1820632" y="168789"/>
                </a:lnTo>
                <a:lnTo>
                  <a:pt x="1821589" y="169773"/>
                </a:lnTo>
                <a:lnTo>
                  <a:pt x="1822570" y="170733"/>
                </a:lnTo>
                <a:lnTo>
                  <a:pt x="1823574" y="171667"/>
                </a:lnTo>
                <a:lnTo>
                  <a:pt x="1824603" y="172576"/>
                </a:lnTo>
                <a:lnTo>
                  <a:pt x="1825654" y="173461"/>
                </a:lnTo>
                <a:lnTo>
                  <a:pt x="1826730" y="174320"/>
                </a:lnTo>
                <a:lnTo>
                  <a:pt x="1827829" y="175154"/>
                </a:lnTo>
                <a:lnTo>
                  <a:pt x="1828952" y="175963"/>
                </a:lnTo>
                <a:lnTo>
                  <a:pt x="1830098" y="176747"/>
                </a:lnTo>
                <a:lnTo>
                  <a:pt x="1831268" y="177506"/>
                </a:lnTo>
                <a:lnTo>
                  <a:pt x="1832462" y="178239"/>
                </a:lnTo>
                <a:lnTo>
                  <a:pt x="1833679" y="178948"/>
                </a:lnTo>
                <a:lnTo>
                  <a:pt x="1834920" y="179631"/>
                </a:lnTo>
                <a:lnTo>
                  <a:pt x="1836181" y="180288"/>
                </a:lnTo>
                <a:lnTo>
                  <a:pt x="1837460" y="180917"/>
                </a:lnTo>
                <a:lnTo>
                  <a:pt x="1838755" y="181518"/>
                </a:lnTo>
                <a:lnTo>
                  <a:pt x="1840068" y="182090"/>
                </a:lnTo>
                <a:lnTo>
                  <a:pt x="1841397" y="182635"/>
                </a:lnTo>
                <a:lnTo>
                  <a:pt x="1842744" y="183152"/>
                </a:lnTo>
                <a:lnTo>
                  <a:pt x="1844108" y="183641"/>
                </a:lnTo>
                <a:lnTo>
                  <a:pt x="1845489" y="184102"/>
                </a:lnTo>
                <a:lnTo>
                  <a:pt x="1846887" y="184535"/>
                </a:lnTo>
                <a:lnTo>
                  <a:pt x="1848302" y="184940"/>
                </a:lnTo>
                <a:lnTo>
                  <a:pt x="1849734" y="185318"/>
                </a:lnTo>
                <a:lnTo>
                  <a:pt x="1851184" y="185667"/>
                </a:lnTo>
                <a:lnTo>
                  <a:pt x="1852650" y="185988"/>
                </a:lnTo>
                <a:lnTo>
                  <a:pt x="1854133" y="186282"/>
                </a:lnTo>
                <a:lnTo>
                  <a:pt x="1855634" y="186547"/>
                </a:lnTo>
                <a:lnTo>
                  <a:pt x="1857152" y="186785"/>
                </a:lnTo>
                <a:lnTo>
                  <a:pt x="1858686" y="186994"/>
                </a:lnTo>
                <a:lnTo>
                  <a:pt x="1860238" y="187176"/>
                </a:lnTo>
                <a:lnTo>
                  <a:pt x="1861807" y="187330"/>
                </a:lnTo>
                <a:lnTo>
                  <a:pt x="1863393" y="187455"/>
                </a:lnTo>
                <a:lnTo>
                  <a:pt x="1864996" y="187553"/>
                </a:lnTo>
                <a:lnTo>
                  <a:pt x="1866616" y="187623"/>
                </a:lnTo>
                <a:lnTo>
                  <a:pt x="1868253" y="187665"/>
                </a:lnTo>
                <a:lnTo>
                  <a:pt x="1869908" y="187679"/>
                </a:lnTo>
                <a:lnTo>
                  <a:pt x="1871584" y="187665"/>
                </a:lnTo>
                <a:lnTo>
                  <a:pt x="1873242" y="187623"/>
                </a:lnTo>
                <a:lnTo>
                  <a:pt x="1874883" y="187553"/>
                </a:lnTo>
                <a:lnTo>
                  <a:pt x="1876505" y="187455"/>
                </a:lnTo>
                <a:lnTo>
                  <a:pt x="1878109" y="187330"/>
                </a:lnTo>
                <a:close/>
                <a:moveTo>
                  <a:pt x="1865346" y="160202"/>
                </a:moveTo>
                <a:lnTo>
                  <a:pt x="1864485" y="160096"/>
                </a:lnTo>
                <a:lnTo>
                  <a:pt x="1863641" y="159970"/>
                </a:lnTo>
                <a:lnTo>
                  <a:pt x="1862814" y="159825"/>
                </a:lnTo>
                <a:lnTo>
                  <a:pt x="1862004" y="159661"/>
                </a:lnTo>
                <a:lnTo>
                  <a:pt x="1861212" y="159477"/>
                </a:lnTo>
                <a:lnTo>
                  <a:pt x="1860436" y="159274"/>
                </a:lnTo>
                <a:lnTo>
                  <a:pt x="1859678" y="159051"/>
                </a:lnTo>
                <a:lnTo>
                  <a:pt x="1858936" y="158810"/>
                </a:lnTo>
                <a:lnTo>
                  <a:pt x="1858212" y="158548"/>
                </a:lnTo>
                <a:lnTo>
                  <a:pt x="1857505" y="158268"/>
                </a:lnTo>
                <a:lnTo>
                  <a:pt x="1856814" y="157968"/>
                </a:lnTo>
                <a:lnTo>
                  <a:pt x="1856141" y="157649"/>
                </a:lnTo>
                <a:lnTo>
                  <a:pt x="1855485" y="157311"/>
                </a:lnTo>
                <a:lnTo>
                  <a:pt x="1854846" y="156953"/>
                </a:lnTo>
                <a:lnTo>
                  <a:pt x="1854225" y="156576"/>
                </a:lnTo>
                <a:lnTo>
                  <a:pt x="1853620" y="156179"/>
                </a:lnTo>
                <a:lnTo>
                  <a:pt x="1853032" y="155763"/>
                </a:lnTo>
                <a:lnTo>
                  <a:pt x="1852462" y="155328"/>
                </a:lnTo>
                <a:lnTo>
                  <a:pt x="1851908" y="154874"/>
                </a:lnTo>
                <a:lnTo>
                  <a:pt x="1851370" y="154403"/>
                </a:lnTo>
                <a:lnTo>
                  <a:pt x="1850845" y="153919"/>
                </a:lnTo>
                <a:lnTo>
                  <a:pt x="1850334" y="153422"/>
                </a:lnTo>
                <a:lnTo>
                  <a:pt x="1849835" y="152912"/>
                </a:lnTo>
                <a:lnTo>
                  <a:pt x="1849350" y="152389"/>
                </a:lnTo>
                <a:lnTo>
                  <a:pt x="1848879" y="151853"/>
                </a:lnTo>
                <a:lnTo>
                  <a:pt x="1848421" y="151303"/>
                </a:lnTo>
                <a:lnTo>
                  <a:pt x="1847976" y="150741"/>
                </a:lnTo>
                <a:lnTo>
                  <a:pt x="1847544" y="150165"/>
                </a:lnTo>
                <a:lnTo>
                  <a:pt x="1847126" y="149576"/>
                </a:lnTo>
                <a:lnTo>
                  <a:pt x="1846721" y="148974"/>
                </a:lnTo>
                <a:lnTo>
                  <a:pt x="1846330" y="148359"/>
                </a:lnTo>
                <a:lnTo>
                  <a:pt x="1845952" y="147731"/>
                </a:lnTo>
                <a:lnTo>
                  <a:pt x="1845587" y="147089"/>
                </a:lnTo>
                <a:lnTo>
                  <a:pt x="1845235" y="146435"/>
                </a:lnTo>
                <a:lnTo>
                  <a:pt x="1844897" y="145767"/>
                </a:lnTo>
                <a:lnTo>
                  <a:pt x="1844572" y="145087"/>
                </a:lnTo>
                <a:lnTo>
                  <a:pt x="1844261" y="144393"/>
                </a:lnTo>
                <a:lnTo>
                  <a:pt x="1843963" y="143686"/>
                </a:lnTo>
                <a:lnTo>
                  <a:pt x="1843678" y="142966"/>
                </a:lnTo>
                <a:lnTo>
                  <a:pt x="1843407" y="142233"/>
                </a:lnTo>
                <a:lnTo>
                  <a:pt x="1843149" y="141486"/>
                </a:lnTo>
                <a:lnTo>
                  <a:pt x="1842904" y="140727"/>
                </a:lnTo>
                <a:lnTo>
                  <a:pt x="1842673" y="139954"/>
                </a:lnTo>
                <a:lnTo>
                  <a:pt x="1842453" y="139172"/>
                </a:lnTo>
                <a:lnTo>
                  <a:pt x="1842242" y="138383"/>
                </a:lnTo>
                <a:lnTo>
                  <a:pt x="1842041" y="137587"/>
                </a:lnTo>
                <a:lnTo>
                  <a:pt x="1841849" y="136784"/>
                </a:lnTo>
                <a:lnTo>
                  <a:pt x="1841666" y="135975"/>
                </a:lnTo>
                <a:lnTo>
                  <a:pt x="1841493" y="135159"/>
                </a:lnTo>
                <a:lnTo>
                  <a:pt x="1841329" y="134337"/>
                </a:lnTo>
                <a:lnTo>
                  <a:pt x="1841175" y="133508"/>
                </a:lnTo>
                <a:lnTo>
                  <a:pt x="1841029" y="132672"/>
                </a:lnTo>
                <a:lnTo>
                  <a:pt x="1840894" y="131829"/>
                </a:lnTo>
                <a:lnTo>
                  <a:pt x="1840767" y="130980"/>
                </a:lnTo>
                <a:lnTo>
                  <a:pt x="1840650" y="130124"/>
                </a:lnTo>
                <a:lnTo>
                  <a:pt x="1840543" y="129261"/>
                </a:lnTo>
                <a:lnTo>
                  <a:pt x="1840444" y="128392"/>
                </a:lnTo>
                <a:lnTo>
                  <a:pt x="1840355" y="127516"/>
                </a:lnTo>
                <a:lnTo>
                  <a:pt x="1840276" y="126633"/>
                </a:lnTo>
                <a:lnTo>
                  <a:pt x="1840205" y="125743"/>
                </a:lnTo>
                <a:lnTo>
                  <a:pt x="1840145" y="124847"/>
                </a:lnTo>
                <a:lnTo>
                  <a:pt x="1840093" y="123944"/>
                </a:lnTo>
                <a:lnTo>
                  <a:pt x="1840051" y="123035"/>
                </a:lnTo>
                <a:lnTo>
                  <a:pt x="1840018" y="122119"/>
                </a:lnTo>
                <a:lnTo>
                  <a:pt x="1839995" y="121196"/>
                </a:lnTo>
                <a:lnTo>
                  <a:pt x="1839981" y="120266"/>
                </a:lnTo>
                <a:lnTo>
                  <a:pt x="1839976" y="119330"/>
                </a:lnTo>
                <a:lnTo>
                  <a:pt x="1839981" y="118371"/>
                </a:lnTo>
                <a:lnTo>
                  <a:pt x="1839995" y="117419"/>
                </a:lnTo>
                <a:lnTo>
                  <a:pt x="1840018" y="116474"/>
                </a:lnTo>
                <a:lnTo>
                  <a:pt x="1840051" y="115536"/>
                </a:lnTo>
                <a:lnTo>
                  <a:pt x="1840093" y="114606"/>
                </a:lnTo>
                <a:lnTo>
                  <a:pt x="1840145" y="113683"/>
                </a:lnTo>
                <a:lnTo>
                  <a:pt x="1840205" y="112767"/>
                </a:lnTo>
                <a:lnTo>
                  <a:pt x="1840276" y="111858"/>
                </a:lnTo>
                <a:lnTo>
                  <a:pt x="1840355" y="110956"/>
                </a:lnTo>
                <a:lnTo>
                  <a:pt x="1840444" y="110061"/>
                </a:lnTo>
                <a:lnTo>
                  <a:pt x="1840543" y="109174"/>
                </a:lnTo>
                <a:lnTo>
                  <a:pt x="1840650" y="108293"/>
                </a:lnTo>
                <a:lnTo>
                  <a:pt x="1840767" y="107420"/>
                </a:lnTo>
                <a:lnTo>
                  <a:pt x="1840894" y="106554"/>
                </a:lnTo>
                <a:lnTo>
                  <a:pt x="1841029" y="105695"/>
                </a:lnTo>
                <a:lnTo>
                  <a:pt x="1841175" y="104844"/>
                </a:lnTo>
                <a:lnTo>
                  <a:pt x="1841329" y="103999"/>
                </a:lnTo>
                <a:lnTo>
                  <a:pt x="1841493" y="103162"/>
                </a:lnTo>
                <a:lnTo>
                  <a:pt x="1841666" y="102332"/>
                </a:lnTo>
                <a:lnTo>
                  <a:pt x="1841849" y="101509"/>
                </a:lnTo>
                <a:lnTo>
                  <a:pt x="1842041" y="100693"/>
                </a:lnTo>
                <a:lnTo>
                  <a:pt x="1842242" y="99884"/>
                </a:lnTo>
                <a:lnTo>
                  <a:pt x="1842453" y="99083"/>
                </a:lnTo>
                <a:lnTo>
                  <a:pt x="1842673" y="98289"/>
                </a:lnTo>
                <a:lnTo>
                  <a:pt x="1842904" y="97505"/>
                </a:lnTo>
                <a:lnTo>
                  <a:pt x="1843149" y="96734"/>
                </a:lnTo>
                <a:lnTo>
                  <a:pt x="1843407" y="95977"/>
                </a:lnTo>
                <a:lnTo>
                  <a:pt x="1843678" y="95233"/>
                </a:lnTo>
                <a:lnTo>
                  <a:pt x="1843963" y="94502"/>
                </a:lnTo>
                <a:lnTo>
                  <a:pt x="1844261" y="93785"/>
                </a:lnTo>
                <a:lnTo>
                  <a:pt x="1844572" y="93081"/>
                </a:lnTo>
                <a:lnTo>
                  <a:pt x="1844897" y="92391"/>
                </a:lnTo>
                <a:lnTo>
                  <a:pt x="1845235" y="91714"/>
                </a:lnTo>
                <a:lnTo>
                  <a:pt x="1845587" y="91050"/>
                </a:lnTo>
                <a:lnTo>
                  <a:pt x="1845952" y="90400"/>
                </a:lnTo>
                <a:lnTo>
                  <a:pt x="1846330" y="89763"/>
                </a:lnTo>
                <a:lnTo>
                  <a:pt x="1846721" y="89139"/>
                </a:lnTo>
                <a:lnTo>
                  <a:pt x="1847126" y="88529"/>
                </a:lnTo>
                <a:lnTo>
                  <a:pt x="1847544" y="87932"/>
                </a:lnTo>
                <a:lnTo>
                  <a:pt x="1847976" y="87349"/>
                </a:lnTo>
                <a:lnTo>
                  <a:pt x="1848421" y="86779"/>
                </a:lnTo>
                <a:lnTo>
                  <a:pt x="1848879" y="86222"/>
                </a:lnTo>
                <a:lnTo>
                  <a:pt x="1849350" y="85679"/>
                </a:lnTo>
                <a:lnTo>
                  <a:pt x="1849835" y="85149"/>
                </a:lnTo>
                <a:lnTo>
                  <a:pt x="1850334" y="84632"/>
                </a:lnTo>
                <a:lnTo>
                  <a:pt x="1850845" y="84129"/>
                </a:lnTo>
                <a:lnTo>
                  <a:pt x="1851370" y="83639"/>
                </a:lnTo>
                <a:lnTo>
                  <a:pt x="1851908" y="83163"/>
                </a:lnTo>
                <a:lnTo>
                  <a:pt x="1852462" y="82703"/>
                </a:lnTo>
                <a:lnTo>
                  <a:pt x="1853032" y="82262"/>
                </a:lnTo>
                <a:lnTo>
                  <a:pt x="1853620" y="81842"/>
                </a:lnTo>
                <a:lnTo>
                  <a:pt x="1854225" y="81440"/>
                </a:lnTo>
                <a:lnTo>
                  <a:pt x="1854846" y="81059"/>
                </a:lnTo>
                <a:lnTo>
                  <a:pt x="1855485" y="80696"/>
                </a:lnTo>
                <a:lnTo>
                  <a:pt x="1856141" y="80354"/>
                </a:lnTo>
                <a:lnTo>
                  <a:pt x="1856814" y="80031"/>
                </a:lnTo>
                <a:lnTo>
                  <a:pt x="1857505" y="79728"/>
                </a:lnTo>
                <a:lnTo>
                  <a:pt x="1858212" y="79444"/>
                </a:lnTo>
                <a:lnTo>
                  <a:pt x="1858936" y="79179"/>
                </a:lnTo>
                <a:lnTo>
                  <a:pt x="1859678" y="78935"/>
                </a:lnTo>
                <a:lnTo>
                  <a:pt x="1860436" y="78710"/>
                </a:lnTo>
                <a:lnTo>
                  <a:pt x="1861212" y="78504"/>
                </a:lnTo>
                <a:lnTo>
                  <a:pt x="1862004" y="78318"/>
                </a:lnTo>
                <a:lnTo>
                  <a:pt x="1862814" y="78152"/>
                </a:lnTo>
                <a:lnTo>
                  <a:pt x="1863641" y="78005"/>
                </a:lnTo>
                <a:lnTo>
                  <a:pt x="1864485" y="77878"/>
                </a:lnTo>
                <a:lnTo>
                  <a:pt x="1865346" y="77770"/>
                </a:lnTo>
                <a:lnTo>
                  <a:pt x="1866224" y="77682"/>
                </a:lnTo>
                <a:lnTo>
                  <a:pt x="1867119" y="77613"/>
                </a:lnTo>
                <a:lnTo>
                  <a:pt x="1868032" y="77565"/>
                </a:lnTo>
                <a:lnTo>
                  <a:pt x="1868961" y="77535"/>
                </a:lnTo>
                <a:lnTo>
                  <a:pt x="1869908" y="77525"/>
                </a:lnTo>
                <a:lnTo>
                  <a:pt x="1870876" y="77535"/>
                </a:lnTo>
                <a:lnTo>
                  <a:pt x="1871827" y="77565"/>
                </a:lnTo>
                <a:lnTo>
                  <a:pt x="1872761" y="77613"/>
                </a:lnTo>
                <a:lnTo>
                  <a:pt x="1873677" y="77682"/>
                </a:lnTo>
                <a:lnTo>
                  <a:pt x="1874576" y="77770"/>
                </a:lnTo>
                <a:lnTo>
                  <a:pt x="1875457" y="77878"/>
                </a:lnTo>
                <a:lnTo>
                  <a:pt x="1876320" y="78005"/>
                </a:lnTo>
                <a:lnTo>
                  <a:pt x="1877166" y="78152"/>
                </a:lnTo>
                <a:lnTo>
                  <a:pt x="1877994" y="78318"/>
                </a:lnTo>
                <a:lnTo>
                  <a:pt x="1878805" y="78504"/>
                </a:lnTo>
                <a:lnTo>
                  <a:pt x="1879598" y="78710"/>
                </a:lnTo>
                <a:lnTo>
                  <a:pt x="1880374" y="78935"/>
                </a:lnTo>
                <a:lnTo>
                  <a:pt x="1881132" y="79179"/>
                </a:lnTo>
                <a:lnTo>
                  <a:pt x="1881872" y="79444"/>
                </a:lnTo>
                <a:lnTo>
                  <a:pt x="1882595" y="79728"/>
                </a:lnTo>
                <a:lnTo>
                  <a:pt x="1883300" y="80031"/>
                </a:lnTo>
                <a:lnTo>
                  <a:pt x="1883988" y="80354"/>
                </a:lnTo>
                <a:lnTo>
                  <a:pt x="1884659" y="80696"/>
                </a:lnTo>
                <a:lnTo>
                  <a:pt x="1885311" y="81059"/>
                </a:lnTo>
                <a:lnTo>
                  <a:pt x="1885946" y="81440"/>
                </a:lnTo>
                <a:lnTo>
                  <a:pt x="1886564" y="81842"/>
                </a:lnTo>
                <a:lnTo>
                  <a:pt x="1887164" y="82262"/>
                </a:lnTo>
                <a:lnTo>
                  <a:pt x="1887747" y="82703"/>
                </a:lnTo>
                <a:lnTo>
                  <a:pt x="1888311" y="83163"/>
                </a:lnTo>
                <a:lnTo>
                  <a:pt x="1888861" y="83639"/>
                </a:lnTo>
                <a:lnTo>
                  <a:pt x="1889397" y="84129"/>
                </a:lnTo>
                <a:lnTo>
                  <a:pt x="1889919" y="84632"/>
                </a:lnTo>
                <a:lnTo>
                  <a:pt x="1890428" y="85149"/>
                </a:lnTo>
                <a:lnTo>
                  <a:pt x="1890923" y="85679"/>
                </a:lnTo>
                <a:lnTo>
                  <a:pt x="1891404" y="86222"/>
                </a:lnTo>
                <a:lnTo>
                  <a:pt x="1891872" y="86779"/>
                </a:lnTo>
                <a:lnTo>
                  <a:pt x="1892326" y="87349"/>
                </a:lnTo>
                <a:lnTo>
                  <a:pt x="1892767" y="87932"/>
                </a:lnTo>
                <a:lnTo>
                  <a:pt x="1893194" y="88529"/>
                </a:lnTo>
                <a:lnTo>
                  <a:pt x="1893608" y="89139"/>
                </a:lnTo>
                <a:lnTo>
                  <a:pt x="1894008" y="89763"/>
                </a:lnTo>
                <a:lnTo>
                  <a:pt x="1894394" y="90400"/>
                </a:lnTo>
                <a:lnTo>
                  <a:pt x="1894767" y="91050"/>
                </a:lnTo>
                <a:lnTo>
                  <a:pt x="1895127" y="91714"/>
                </a:lnTo>
                <a:lnTo>
                  <a:pt x="1895472" y="92391"/>
                </a:lnTo>
                <a:lnTo>
                  <a:pt x="1895804" y="93081"/>
                </a:lnTo>
                <a:lnTo>
                  <a:pt x="1896123" y="93785"/>
                </a:lnTo>
                <a:lnTo>
                  <a:pt x="1896428" y="94502"/>
                </a:lnTo>
                <a:lnTo>
                  <a:pt x="1896719" y="95233"/>
                </a:lnTo>
                <a:lnTo>
                  <a:pt x="1896997" y="95977"/>
                </a:lnTo>
                <a:lnTo>
                  <a:pt x="1897262" y="96734"/>
                </a:lnTo>
                <a:lnTo>
                  <a:pt x="1897512" y="97505"/>
                </a:lnTo>
                <a:lnTo>
                  <a:pt x="1897749" y="98289"/>
                </a:lnTo>
                <a:lnTo>
                  <a:pt x="1897975" y="99083"/>
                </a:lnTo>
                <a:lnTo>
                  <a:pt x="1898191" y="99884"/>
                </a:lnTo>
                <a:lnTo>
                  <a:pt x="1898397" y="100693"/>
                </a:lnTo>
                <a:lnTo>
                  <a:pt x="1898594" y="101509"/>
                </a:lnTo>
                <a:lnTo>
                  <a:pt x="1898781" y="102332"/>
                </a:lnTo>
                <a:lnTo>
                  <a:pt x="1898959" y="103162"/>
                </a:lnTo>
                <a:lnTo>
                  <a:pt x="1899127" y="103999"/>
                </a:lnTo>
                <a:lnTo>
                  <a:pt x="1899285" y="104844"/>
                </a:lnTo>
                <a:lnTo>
                  <a:pt x="1899434" y="105695"/>
                </a:lnTo>
                <a:lnTo>
                  <a:pt x="1899573" y="106554"/>
                </a:lnTo>
                <a:lnTo>
                  <a:pt x="1899702" y="107420"/>
                </a:lnTo>
                <a:lnTo>
                  <a:pt x="1899822" y="108293"/>
                </a:lnTo>
                <a:lnTo>
                  <a:pt x="1899933" y="109174"/>
                </a:lnTo>
                <a:lnTo>
                  <a:pt x="1900033" y="110061"/>
                </a:lnTo>
                <a:lnTo>
                  <a:pt x="1900125" y="110956"/>
                </a:lnTo>
                <a:lnTo>
                  <a:pt x="1900206" y="111858"/>
                </a:lnTo>
                <a:lnTo>
                  <a:pt x="1900278" y="112767"/>
                </a:lnTo>
                <a:lnTo>
                  <a:pt x="1900341" y="113683"/>
                </a:lnTo>
                <a:lnTo>
                  <a:pt x="1900393" y="114606"/>
                </a:lnTo>
                <a:lnTo>
                  <a:pt x="1900437" y="115536"/>
                </a:lnTo>
                <a:lnTo>
                  <a:pt x="1900470" y="116474"/>
                </a:lnTo>
                <a:lnTo>
                  <a:pt x="1900494" y="117419"/>
                </a:lnTo>
                <a:lnTo>
                  <a:pt x="1900508" y="118371"/>
                </a:lnTo>
                <a:lnTo>
                  <a:pt x="1900513" y="119330"/>
                </a:lnTo>
                <a:lnTo>
                  <a:pt x="1900508" y="120266"/>
                </a:lnTo>
                <a:lnTo>
                  <a:pt x="1900494" y="121196"/>
                </a:lnTo>
                <a:lnTo>
                  <a:pt x="1900470" y="122119"/>
                </a:lnTo>
                <a:lnTo>
                  <a:pt x="1900437" y="123035"/>
                </a:lnTo>
                <a:lnTo>
                  <a:pt x="1900393" y="123944"/>
                </a:lnTo>
                <a:lnTo>
                  <a:pt x="1900341" y="124847"/>
                </a:lnTo>
                <a:lnTo>
                  <a:pt x="1900278" y="125743"/>
                </a:lnTo>
                <a:lnTo>
                  <a:pt x="1900206" y="126633"/>
                </a:lnTo>
                <a:lnTo>
                  <a:pt x="1900125" y="127516"/>
                </a:lnTo>
                <a:lnTo>
                  <a:pt x="1900033" y="128392"/>
                </a:lnTo>
                <a:lnTo>
                  <a:pt x="1899933" y="129261"/>
                </a:lnTo>
                <a:lnTo>
                  <a:pt x="1899822" y="130124"/>
                </a:lnTo>
                <a:lnTo>
                  <a:pt x="1899702" y="130980"/>
                </a:lnTo>
                <a:lnTo>
                  <a:pt x="1899573" y="131829"/>
                </a:lnTo>
                <a:lnTo>
                  <a:pt x="1899434" y="132672"/>
                </a:lnTo>
                <a:lnTo>
                  <a:pt x="1899285" y="133508"/>
                </a:lnTo>
                <a:lnTo>
                  <a:pt x="1899127" y="134337"/>
                </a:lnTo>
                <a:lnTo>
                  <a:pt x="1898959" y="135159"/>
                </a:lnTo>
                <a:lnTo>
                  <a:pt x="1898781" y="135975"/>
                </a:lnTo>
                <a:lnTo>
                  <a:pt x="1898594" y="136784"/>
                </a:lnTo>
                <a:lnTo>
                  <a:pt x="1898397" y="137587"/>
                </a:lnTo>
                <a:lnTo>
                  <a:pt x="1898191" y="138383"/>
                </a:lnTo>
                <a:lnTo>
                  <a:pt x="1897975" y="139172"/>
                </a:lnTo>
                <a:lnTo>
                  <a:pt x="1897749" y="139954"/>
                </a:lnTo>
                <a:lnTo>
                  <a:pt x="1897512" y="140727"/>
                </a:lnTo>
                <a:lnTo>
                  <a:pt x="1897262" y="141486"/>
                </a:lnTo>
                <a:lnTo>
                  <a:pt x="1896997" y="142233"/>
                </a:lnTo>
                <a:lnTo>
                  <a:pt x="1896719" y="142966"/>
                </a:lnTo>
                <a:lnTo>
                  <a:pt x="1896428" y="143686"/>
                </a:lnTo>
                <a:lnTo>
                  <a:pt x="1896123" y="144393"/>
                </a:lnTo>
                <a:lnTo>
                  <a:pt x="1895804" y="145087"/>
                </a:lnTo>
                <a:lnTo>
                  <a:pt x="1895472" y="145767"/>
                </a:lnTo>
                <a:lnTo>
                  <a:pt x="1895127" y="146435"/>
                </a:lnTo>
                <a:lnTo>
                  <a:pt x="1894767" y="147089"/>
                </a:lnTo>
                <a:lnTo>
                  <a:pt x="1894394" y="147731"/>
                </a:lnTo>
                <a:lnTo>
                  <a:pt x="1894008" y="148359"/>
                </a:lnTo>
                <a:lnTo>
                  <a:pt x="1893608" y="148974"/>
                </a:lnTo>
                <a:lnTo>
                  <a:pt x="1893194" y="149576"/>
                </a:lnTo>
                <a:lnTo>
                  <a:pt x="1892767" y="150165"/>
                </a:lnTo>
                <a:lnTo>
                  <a:pt x="1892326" y="150741"/>
                </a:lnTo>
                <a:lnTo>
                  <a:pt x="1891872" y="151303"/>
                </a:lnTo>
                <a:lnTo>
                  <a:pt x="1891404" y="151853"/>
                </a:lnTo>
                <a:lnTo>
                  <a:pt x="1890923" y="152389"/>
                </a:lnTo>
                <a:lnTo>
                  <a:pt x="1890428" y="152912"/>
                </a:lnTo>
                <a:lnTo>
                  <a:pt x="1889919" y="153422"/>
                </a:lnTo>
                <a:lnTo>
                  <a:pt x="1889397" y="153919"/>
                </a:lnTo>
                <a:lnTo>
                  <a:pt x="1888861" y="154403"/>
                </a:lnTo>
                <a:lnTo>
                  <a:pt x="1888311" y="154874"/>
                </a:lnTo>
                <a:lnTo>
                  <a:pt x="1887747" y="155328"/>
                </a:lnTo>
                <a:lnTo>
                  <a:pt x="1887164" y="155763"/>
                </a:lnTo>
                <a:lnTo>
                  <a:pt x="1886564" y="156179"/>
                </a:lnTo>
                <a:lnTo>
                  <a:pt x="1885946" y="156576"/>
                </a:lnTo>
                <a:lnTo>
                  <a:pt x="1885311" y="156953"/>
                </a:lnTo>
                <a:lnTo>
                  <a:pt x="1884659" y="157311"/>
                </a:lnTo>
                <a:lnTo>
                  <a:pt x="1883988" y="157649"/>
                </a:lnTo>
                <a:lnTo>
                  <a:pt x="1883300" y="157968"/>
                </a:lnTo>
                <a:lnTo>
                  <a:pt x="1882595" y="158268"/>
                </a:lnTo>
                <a:lnTo>
                  <a:pt x="1881872" y="158548"/>
                </a:lnTo>
                <a:lnTo>
                  <a:pt x="1881132" y="158810"/>
                </a:lnTo>
                <a:lnTo>
                  <a:pt x="1880374" y="159051"/>
                </a:lnTo>
                <a:lnTo>
                  <a:pt x="1879598" y="159274"/>
                </a:lnTo>
                <a:lnTo>
                  <a:pt x="1878805" y="159477"/>
                </a:lnTo>
                <a:lnTo>
                  <a:pt x="1877994" y="159661"/>
                </a:lnTo>
                <a:lnTo>
                  <a:pt x="1877166" y="159825"/>
                </a:lnTo>
                <a:lnTo>
                  <a:pt x="1876320" y="159970"/>
                </a:lnTo>
                <a:lnTo>
                  <a:pt x="1875457" y="160096"/>
                </a:lnTo>
                <a:lnTo>
                  <a:pt x="1874576" y="160202"/>
                </a:lnTo>
                <a:lnTo>
                  <a:pt x="1873677" y="160289"/>
                </a:lnTo>
                <a:lnTo>
                  <a:pt x="1872761" y="160357"/>
                </a:lnTo>
                <a:lnTo>
                  <a:pt x="1871827" y="160405"/>
                </a:lnTo>
                <a:lnTo>
                  <a:pt x="1870876" y="160434"/>
                </a:lnTo>
                <a:lnTo>
                  <a:pt x="1869908" y="160444"/>
                </a:lnTo>
                <a:lnTo>
                  <a:pt x="1868961" y="160434"/>
                </a:lnTo>
                <a:lnTo>
                  <a:pt x="1868032" y="160405"/>
                </a:lnTo>
                <a:lnTo>
                  <a:pt x="1867119" y="160357"/>
                </a:lnTo>
                <a:lnTo>
                  <a:pt x="1866224" y="160289"/>
                </a:lnTo>
                <a:lnTo>
                  <a:pt x="1865346" y="160202"/>
                </a:lnTo>
                <a:close/>
                <a:moveTo>
                  <a:pt x="2033758" y="187411"/>
                </a:moveTo>
                <a:lnTo>
                  <a:pt x="2035144" y="187293"/>
                </a:lnTo>
                <a:lnTo>
                  <a:pt x="2036516" y="187153"/>
                </a:lnTo>
                <a:lnTo>
                  <a:pt x="2037875" y="186993"/>
                </a:lnTo>
                <a:lnTo>
                  <a:pt x="2039220" y="186810"/>
                </a:lnTo>
                <a:lnTo>
                  <a:pt x="2040552" y="186606"/>
                </a:lnTo>
                <a:lnTo>
                  <a:pt x="2041870" y="186381"/>
                </a:lnTo>
                <a:lnTo>
                  <a:pt x="2043175" y="186135"/>
                </a:lnTo>
                <a:lnTo>
                  <a:pt x="2044465" y="185867"/>
                </a:lnTo>
                <a:lnTo>
                  <a:pt x="2045743" y="185577"/>
                </a:lnTo>
                <a:lnTo>
                  <a:pt x="2047007" y="185266"/>
                </a:lnTo>
                <a:lnTo>
                  <a:pt x="2048257" y="184934"/>
                </a:lnTo>
                <a:lnTo>
                  <a:pt x="2049493" y="184580"/>
                </a:lnTo>
                <a:lnTo>
                  <a:pt x="2050716" y="184204"/>
                </a:lnTo>
                <a:lnTo>
                  <a:pt x="2051926" y="183808"/>
                </a:lnTo>
                <a:lnTo>
                  <a:pt x="2053122" y="183389"/>
                </a:lnTo>
                <a:lnTo>
                  <a:pt x="2054304" y="182950"/>
                </a:lnTo>
                <a:lnTo>
                  <a:pt x="2055473" y="182489"/>
                </a:lnTo>
                <a:lnTo>
                  <a:pt x="2056628" y="182006"/>
                </a:lnTo>
                <a:lnTo>
                  <a:pt x="2057770" y="181502"/>
                </a:lnTo>
                <a:lnTo>
                  <a:pt x="2058894" y="180977"/>
                </a:lnTo>
                <a:lnTo>
                  <a:pt x="2059999" y="180433"/>
                </a:lnTo>
                <a:lnTo>
                  <a:pt x="2061084" y="179868"/>
                </a:lnTo>
                <a:lnTo>
                  <a:pt x="2062150" y="179283"/>
                </a:lnTo>
                <a:lnTo>
                  <a:pt x="2063195" y="178678"/>
                </a:lnTo>
                <a:lnTo>
                  <a:pt x="2064220" y="178054"/>
                </a:lnTo>
                <a:lnTo>
                  <a:pt x="2065226" y="177409"/>
                </a:lnTo>
                <a:lnTo>
                  <a:pt x="2066211" y="176744"/>
                </a:lnTo>
                <a:lnTo>
                  <a:pt x="2067177" y="176060"/>
                </a:lnTo>
                <a:lnTo>
                  <a:pt x="2068123" y="175355"/>
                </a:lnTo>
                <a:lnTo>
                  <a:pt x="2069049" y="174630"/>
                </a:lnTo>
                <a:lnTo>
                  <a:pt x="2069955" y="173885"/>
                </a:lnTo>
                <a:lnTo>
                  <a:pt x="2070841" y="173121"/>
                </a:lnTo>
                <a:lnTo>
                  <a:pt x="2071707" y="172336"/>
                </a:lnTo>
                <a:lnTo>
                  <a:pt x="2072553" y="171531"/>
                </a:lnTo>
                <a:lnTo>
                  <a:pt x="2073380" y="170707"/>
                </a:lnTo>
                <a:lnTo>
                  <a:pt x="2074186" y="169862"/>
                </a:lnTo>
                <a:lnTo>
                  <a:pt x="2074973" y="168997"/>
                </a:lnTo>
                <a:lnTo>
                  <a:pt x="2075739" y="168112"/>
                </a:lnTo>
                <a:lnTo>
                  <a:pt x="2076486" y="167208"/>
                </a:lnTo>
                <a:lnTo>
                  <a:pt x="2077213" y="166283"/>
                </a:lnTo>
                <a:lnTo>
                  <a:pt x="2077920" y="165338"/>
                </a:lnTo>
                <a:lnTo>
                  <a:pt x="2078607" y="164374"/>
                </a:lnTo>
                <a:lnTo>
                  <a:pt x="2079274" y="163389"/>
                </a:lnTo>
                <a:lnTo>
                  <a:pt x="2079919" y="162384"/>
                </a:lnTo>
                <a:lnTo>
                  <a:pt x="2080537" y="161361"/>
                </a:lnTo>
                <a:lnTo>
                  <a:pt x="2081129" y="160318"/>
                </a:lnTo>
                <a:lnTo>
                  <a:pt x="2081696" y="159256"/>
                </a:lnTo>
                <a:lnTo>
                  <a:pt x="2082236" y="158175"/>
                </a:lnTo>
                <a:lnTo>
                  <a:pt x="2082750" y="157076"/>
                </a:lnTo>
                <a:lnTo>
                  <a:pt x="2083239" y="155957"/>
                </a:lnTo>
                <a:lnTo>
                  <a:pt x="2083701" y="154819"/>
                </a:lnTo>
                <a:lnTo>
                  <a:pt x="2084138" y="153661"/>
                </a:lnTo>
                <a:lnTo>
                  <a:pt x="2084548" y="152485"/>
                </a:lnTo>
                <a:lnTo>
                  <a:pt x="2084933" y="151290"/>
                </a:lnTo>
                <a:lnTo>
                  <a:pt x="2085291" y="150076"/>
                </a:lnTo>
                <a:lnTo>
                  <a:pt x="2085624" y="148843"/>
                </a:lnTo>
                <a:lnTo>
                  <a:pt x="2085930" y="147590"/>
                </a:lnTo>
                <a:lnTo>
                  <a:pt x="2086211" y="146319"/>
                </a:lnTo>
                <a:lnTo>
                  <a:pt x="2086465" y="145028"/>
                </a:lnTo>
                <a:lnTo>
                  <a:pt x="2086694" y="143719"/>
                </a:lnTo>
                <a:lnTo>
                  <a:pt x="2086896" y="142390"/>
                </a:lnTo>
                <a:lnTo>
                  <a:pt x="2087073" y="141042"/>
                </a:lnTo>
                <a:lnTo>
                  <a:pt x="2087224" y="139675"/>
                </a:lnTo>
                <a:lnTo>
                  <a:pt x="2087348" y="138290"/>
                </a:lnTo>
                <a:lnTo>
                  <a:pt x="2087447" y="136885"/>
                </a:lnTo>
                <a:lnTo>
                  <a:pt x="2087520" y="135461"/>
                </a:lnTo>
                <a:lnTo>
                  <a:pt x="2087566" y="134018"/>
                </a:lnTo>
                <a:lnTo>
                  <a:pt x="2052916" y="134018"/>
                </a:lnTo>
                <a:lnTo>
                  <a:pt x="2052882" y="135046"/>
                </a:lnTo>
                <a:lnTo>
                  <a:pt x="2052825" y="136054"/>
                </a:lnTo>
                <a:lnTo>
                  <a:pt x="2052744" y="137042"/>
                </a:lnTo>
                <a:lnTo>
                  <a:pt x="2052641" y="138011"/>
                </a:lnTo>
                <a:lnTo>
                  <a:pt x="2052514" y="138960"/>
                </a:lnTo>
                <a:lnTo>
                  <a:pt x="2052364" y="139889"/>
                </a:lnTo>
                <a:lnTo>
                  <a:pt x="2052191" y="140799"/>
                </a:lnTo>
                <a:lnTo>
                  <a:pt x="2051994" y="141689"/>
                </a:lnTo>
                <a:lnTo>
                  <a:pt x="2051775" y="142559"/>
                </a:lnTo>
                <a:lnTo>
                  <a:pt x="2051532" y="143410"/>
                </a:lnTo>
                <a:lnTo>
                  <a:pt x="2051267" y="144241"/>
                </a:lnTo>
                <a:lnTo>
                  <a:pt x="2050978" y="145053"/>
                </a:lnTo>
                <a:lnTo>
                  <a:pt x="2050666" y="145844"/>
                </a:lnTo>
                <a:lnTo>
                  <a:pt x="2050330" y="146616"/>
                </a:lnTo>
                <a:lnTo>
                  <a:pt x="2049972" y="147369"/>
                </a:lnTo>
                <a:lnTo>
                  <a:pt x="2049590" y="148102"/>
                </a:lnTo>
                <a:lnTo>
                  <a:pt x="2049185" y="148815"/>
                </a:lnTo>
                <a:lnTo>
                  <a:pt x="2048757" y="149508"/>
                </a:lnTo>
                <a:lnTo>
                  <a:pt x="2048306" y="150182"/>
                </a:lnTo>
                <a:lnTo>
                  <a:pt x="2047832" y="150836"/>
                </a:lnTo>
                <a:lnTo>
                  <a:pt x="2047334" y="151470"/>
                </a:lnTo>
                <a:lnTo>
                  <a:pt x="2046813" y="152085"/>
                </a:lnTo>
                <a:lnTo>
                  <a:pt x="2046270" y="152680"/>
                </a:lnTo>
                <a:lnTo>
                  <a:pt x="2045703" y="153256"/>
                </a:lnTo>
                <a:lnTo>
                  <a:pt x="2045115" y="153809"/>
                </a:lnTo>
                <a:lnTo>
                  <a:pt x="2044510" y="154339"/>
                </a:lnTo>
                <a:lnTo>
                  <a:pt x="2043888" y="154846"/>
                </a:lnTo>
                <a:lnTo>
                  <a:pt x="2043248" y="155329"/>
                </a:lnTo>
                <a:lnTo>
                  <a:pt x="2042590" y="155788"/>
                </a:lnTo>
                <a:lnTo>
                  <a:pt x="2041915" y="156224"/>
                </a:lnTo>
                <a:lnTo>
                  <a:pt x="2041222" y="156636"/>
                </a:lnTo>
                <a:lnTo>
                  <a:pt x="2040512" y="157024"/>
                </a:lnTo>
                <a:lnTo>
                  <a:pt x="2039784" y="157390"/>
                </a:lnTo>
                <a:lnTo>
                  <a:pt x="2039038" y="157731"/>
                </a:lnTo>
                <a:lnTo>
                  <a:pt x="2038276" y="158049"/>
                </a:lnTo>
                <a:lnTo>
                  <a:pt x="2037495" y="158343"/>
                </a:lnTo>
                <a:lnTo>
                  <a:pt x="2036697" y="158614"/>
                </a:lnTo>
                <a:lnTo>
                  <a:pt x="2035881" y="158862"/>
                </a:lnTo>
                <a:lnTo>
                  <a:pt x="2035048" y="159085"/>
                </a:lnTo>
                <a:lnTo>
                  <a:pt x="2034197" y="159286"/>
                </a:lnTo>
                <a:lnTo>
                  <a:pt x="2033329" y="159462"/>
                </a:lnTo>
                <a:lnTo>
                  <a:pt x="2032443" y="159615"/>
                </a:lnTo>
                <a:lnTo>
                  <a:pt x="2031540" y="159745"/>
                </a:lnTo>
                <a:lnTo>
                  <a:pt x="2030619" y="159851"/>
                </a:lnTo>
                <a:lnTo>
                  <a:pt x="2029680" y="159933"/>
                </a:lnTo>
                <a:lnTo>
                  <a:pt x="2028724" y="159992"/>
                </a:lnTo>
                <a:lnTo>
                  <a:pt x="2027751" y="160028"/>
                </a:lnTo>
                <a:lnTo>
                  <a:pt x="2026759" y="160039"/>
                </a:lnTo>
                <a:lnTo>
                  <a:pt x="2025912" y="160031"/>
                </a:lnTo>
                <a:lnTo>
                  <a:pt x="2025077" y="160006"/>
                </a:lnTo>
                <a:lnTo>
                  <a:pt x="2024256" y="159965"/>
                </a:lnTo>
                <a:lnTo>
                  <a:pt x="2023447" y="159907"/>
                </a:lnTo>
                <a:lnTo>
                  <a:pt x="2022651" y="159832"/>
                </a:lnTo>
                <a:lnTo>
                  <a:pt x="2021868" y="159741"/>
                </a:lnTo>
                <a:lnTo>
                  <a:pt x="2021098" y="159633"/>
                </a:lnTo>
                <a:lnTo>
                  <a:pt x="2020340" y="159509"/>
                </a:lnTo>
                <a:lnTo>
                  <a:pt x="2019596" y="159368"/>
                </a:lnTo>
                <a:lnTo>
                  <a:pt x="2018864" y="159211"/>
                </a:lnTo>
                <a:lnTo>
                  <a:pt x="2018145" y="159037"/>
                </a:lnTo>
                <a:lnTo>
                  <a:pt x="2017440" y="158846"/>
                </a:lnTo>
                <a:lnTo>
                  <a:pt x="2016747" y="158639"/>
                </a:lnTo>
                <a:lnTo>
                  <a:pt x="2016066" y="158415"/>
                </a:lnTo>
                <a:lnTo>
                  <a:pt x="2015399" y="158175"/>
                </a:lnTo>
                <a:lnTo>
                  <a:pt x="2014745" y="157918"/>
                </a:lnTo>
                <a:lnTo>
                  <a:pt x="2014103" y="157644"/>
                </a:lnTo>
                <a:lnTo>
                  <a:pt x="2013475" y="157354"/>
                </a:lnTo>
                <a:lnTo>
                  <a:pt x="2012859" y="157048"/>
                </a:lnTo>
                <a:lnTo>
                  <a:pt x="2012256" y="156724"/>
                </a:lnTo>
                <a:lnTo>
                  <a:pt x="2011666" y="156384"/>
                </a:lnTo>
                <a:lnTo>
                  <a:pt x="2011089" y="156028"/>
                </a:lnTo>
                <a:lnTo>
                  <a:pt x="2010525" y="155655"/>
                </a:lnTo>
                <a:lnTo>
                  <a:pt x="2009973" y="155266"/>
                </a:lnTo>
                <a:lnTo>
                  <a:pt x="2009435" y="154860"/>
                </a:lnTo>
                <a:lnTo>
                  <a:pt x="2008908" y="154440"/>
                </a:lnTo>
                <a:lnTo>
                  <a:pt x="2008393" y="154004"/>
                </a:lnTo>
                <a:lnTo>
                  <a:pt x="2007891" y="153554"/>
                </a:lnTo>
                <a:lnTo>
                  <a:pt x="2007401" y="153089"/>
                </a:lnTo>
                <a:lnTo>
                  <a:pt x="2006923" y="152609"/>
                </a:lnTo>
                <a:lnTo>
                  <a:pt x="2006457" y="152114"/>
                </a:lnTo>
                <a:lnTo>
                  <a:pt x="2006004" y="151604"/>
                </a:lnTo>
                <a:lnTo>
                  <a:pt x="2005562" y="151079"/>
                </a:lnTo>
                <a:lnTo>
                  <a:pt x="2005133" y="150539"/>
                </a:lnTo>
                <a:lnTo>
                  <a:pt x="2004716" y="149985"/>
                </a:lnTo>
                <a:lnTo>
                  <a:pt x="2004311" y="149415"/>
                </a:lnTo>
                <a:lnTo>
                  <a:pt x="2003918" y="148831"/>
                </a:lnTo>
                <a:lnTo>
                  <a:pt x="2003537" y="148232"/>
                </a:lnTo>
                <a:lnTo>
                  <a:pt x="2003169" y="147618"/>
                </a:lnTo>
                <a:lnTo>
                  <a:pt x="2002813" y="146989"/>
                </a:lnTo>
                <a:lnTo>
                  <a:pt x="2002469" y="146345"/>
                </a:lnTo>
                <a:lnTo>
                  <a:pt x="2002137" y="145686"/>
                </a:lnTo>
                <a:lnTo>
                  <a:pt x="2001817" y="145012"/>
                </a:lnTo>
                <a:lnTo>
                  <a:pt x="2001509" y="144324"/>
                </a:lnTo>
                <a:lnTo>
                  <a:pt x="2001214" y="143620"/>
                </a:lnTo>
                <a:lnTo>
                  <a:pt x="2000931" y="142902"/>
                </a:lnTo>
                <a:lnTo>
                  <a:pt x="2000660" y="142169"/>
                </a:lnTo>
                <a:lnTo>
                  <a:pt x="2000401" y="141421"/>
                </a:lnTo>
                <a:lnTo>
                  <a:pt x="2000153" y="140658"/>
                </a:lnTo>
                <a:lnTo>
                  <a:pt x="1999916" y="139882"/>
                </a:lnTo>
                <a:lnTo>
                  <a:pt x="1999690" y="139093"/>
                </a:lnTo>
                <a:lnTo>
                  <a:pt x="1999474" y="138291"/>
                </a:lnTo>
                <a:lnTo>
                  <a:pt x="1999268" y="137476"/>
                </a:lnTo>
                <a:lnTo>
                  <a:pt x="1999074" y="136647"/>
                </a:lnTo>
                <a:lnTo>
                  <a:pt x="1998889" y="135805"/>
                </a:lnTo>
                <a:lnTo>
                  <a:pt x="1998715" y="134950"/>
                </a:lnTo>
                <a:lnTo>
                  <a:pt x="1998552" y="134082"/>
                </a:lnTo>
                <a:lnTo>
                  <a:pt x="1998399" y="133201"/>
                </a:lnTo>
                <a:lnTo>
                  <a:pt x="1998257" y="132306"/>
                </a:lnTo>
                <a:lnTo>
                  <a:pt x="1998126" y="131398"/>
                </a:lnTo>
                <a:lnTo>
                  <a:pt x="1998004" y="130477"/>
                </a:lnTo>
                <a:lnTo>
                  <a:pt x="1997894" y="129543"/>
                </a:lnTo>
                <a:lnTo>
                  <a:pt x="1997794" y="128595"/>
                </a:lnTo>
                <a:lnTo>
                  <a:pt x="1997704" y="127635"/>
                </a:lnTo>
                <a:lnTo>
                  <a:pt x="1997625" y="126661"/>
                </a:lnTo>
                <a:lnTo>
                  <a:pt x="1997557" y="125674"/>
                </a:lnTo>
                <a:lnTo>
                  <a:pt x="1997499" y="124673"/>
                </a:lnTo>
                <a:lnTo>
                  <a:pt x="1997451" y="123660"/>
                </a:lnTo>
                <a:lnTo>
                  <a:pt x="1997415" y="122633"/>
                </a:lnTo>
                <a:lnTo>
                  <a:pt x="1997388" y="121593"/>
                </a:lnTo>
                <a:lnTo>
                  <a:pt x="1997372" y="120540"/>
                </a:lnTo>
                <a:lnTo>
                  <a:pt x="1997367" y="119473"/>
                </a:lnTo>
                <a:lnTo>
                  <a:pt x="1997379" y="117828"/>
                </a:lnTo>
                <a:lnTo>
                  <a:pt x="1997415" y="116213"/>
                </a:lnTo>
                <a:lnTo>
                  <a:pt x="1997476" y="114630"/>
                </a:lnTo>
                <a:lnTo>
                  <a:pt x="1997560" y="113078"/>
                </a:lnTo>
                <a:lnTo>
                  <a:pt x="1997669" y="111557"/>
                </a:lnTo>
                <a:lnTo>
                  <a:pt x="1997801" y="110067"/>
                </a:lnTo>
                <a:lnTo>
                  <a:pt x="1997958" y="108609"/>
                </a:lnTo>
                <a:lnTo>
                  <a:pt x="1998139" y="107182"/>
                </a:lnTo>
                <a:lnTo>
                  <a:pt x="1998344" y="105786"/>
                </a:lnTo>
                <a:lnTo>
                  <a:pt x="1998573" y="104421"/>
                </a:lnTo>
                <a:lnTo>
                  <a:pt x="1998826" y="103088"/>
                </a:lnTo>
                <a:lnTo>
                  <a:pt x="1999103" y="101786"/>
                </a:lnTo>
                <a:lnTo>
                  <a:pt x="1999404" y="100515"/>
                </a:lnTo>
                <a:lnTo>
                  <a:pt x="1999730" y="99275"/>
                </a:lnTo>
                <a:lnTo>
                  <a:pt x="2000080" y="98067"/>
                </a:lnTo>
                <a:lnTo>
                  <a:pt x="2000453" y="96890"/>
                </a:lnTo>
                <a:lnTo>
                  <a:pt x="2000851" y="95744"/>
                </a:lnTo>
                <a:lnTo>
                  <a:pt x="2001273" y="94629"/>
                </a:lnTo>
                <a:lnTo>
                  <a:pt x="2001719" y="93546"/>
                </a:lnTo>
                <a:lnTo>
                  <a:pt x="2002189" y="92494"/>
                </a:lnTo>
                <a:lnTo>
                  <a:pt x="2002683" y="91473"/>
                </a:lnTo>
                <a:lnTo>
                  <a:pt x="2003202" y="90484"/>
                </a:lnTo>
                <a:lnTo>
                  <a:pt x="2003744" y="89525"/>
                </a:lnTo>
                <a:lnTo>
                  <a:pt x="2004311" y="88598"/>
                </a:lnTo>
                <a:lnTo>
                  <a:pt x="2004904" y="87706"/>
                </a:lnTo>
                <a:lnTo>
                  <a:pt x="2005527" y="86851"/>
                </a:lnTo>
                <a:lnTo>
                  <a:pt x="2006180" y="86034"/>
                </a:lnTo>
                <a:lnTo>
                  <a:pt x="2006863" y="85256"/>
                </a:lnTo>
                <a:lnTo>
                  <a:pt x="2007576" y="84515"/>
                </a:lnTo>
                <a:lnTo>
                  <a:pt x="2008318" y="83813"/>
                </a:lnTo>
                <a:lnTo>
                  <a:pt x="2009090" y="83148"/>
                </a:lnTo>
                <a:lnTo>
                  <a:pt x="2009891" y="82521"/>
                </a:lnTo>
                <a:lnTo>
                  <a:pt x="2010722" y="81933"/>
                </a:lnTo>
                <a:lnTo>
                  <a:pt x="2011583" y="81382"/>
                </a:lnTo>
                <a:lnTo>
                  <a:pt x="2012474" y="80869"/>
                </a:lnTo>
                <a:lnTo>
                  <a:pt x="2013395" y="80395"/>
                </a:lnTo>
                <a:lnTo>
                  <a:pt x="2014345" y="79958"/>
                </a:lnTo>
                <a:lnTo>
                  <a:pt x="2015325" y="79559"/>
                </a:lnTo>
                <a:lnTo>
                  <a:pt x="2016335" y="79198"/>
                </a:lnTo>
                <a:lnTo>
                  <a:pt x="2017374" y="78876"/>
                </a:lnTo>
                <a:lnTo>
                  <a:pt x="2018443" y="78591"/>
                </a:lnTo>
                <a:lnTo>
                  <a:pt x="2019542" y="78344"/>
                </a:lnTo>
                <a:lnTo>
                  <a:pt x="2020671" y="78135"/>
                </a:lnTo>
                <a:lnTo>
                  <a:pt x="2021829" y="77964"/>
                </a:lnTo>
                <a:lnTo>
                  <a:pt x="2023017" y="77831"/>
                </a:lnTo>
                <a:lnTo>
                  <a:pt x="2024235" y="77736"/>
                </a:lnTo>
                <a:lnTo>
                  <a:pt x="2025482" y="77679"/>
                </a:lnTo>
                <a:lnTo>
                  <a:pt x="2026759" y="77660"/>
                </a:lnTo>
                <a:lnTo>
                  <a:pt x="2027728" y="77671"/>
                </a:lnTo>
                <a:lnTo>
                  <a:pt x="2028678" y="77703"/>
                </a:lnTo>
                <a:lnTo>
                  <a:pt x="2029610" y="77757"/>
                </a:lnTo>
                <a:lnTo>
                  <a:pt x="2030523" y="77833"/>
                </a:lnTo>
                <a:lnTo>
                  <a:pt x="2031419" y="77930"/>
                </a:lnTo>
                <a:lnTo>
                  <a:pt x="2032296" y="78049"/>
                </a:lnTo>
                <a:lnTo>
                  <a:pt x="2033155" y="78189"/>
                </a:lnTo>
                <a:lnTo>
                  <a:pt x="2033995" y="78351"/>
                </a:lnTo>
                <a:lnTo>
                  <a:pt x="2034817" y="78535"/>
                </a:lnTo>
                <a:lnTo>
                  <a:pt x="2035621" y="78740"/>
                </a:lnTo>
                <a:lnTo>
                  <a:pt x="2036407" y="78967"/>
                </a:lnTo>
                <a:lnTo>
                  <a:pt x="2037175" y="79215"/>
                </a:lnTo>
                <a:lnTo>
                  <a:pt x="2037924" y="79485"/>
                </a:lnTo>
                <a:lnTo>
                  <a:pt x="2038655" y="79776"/>
                </a:lnTo>
                <a:lnTo>
                  <a:pt x="2039368" y="80089"/>
                </a:lnTo>
                <a:lnTo>
                  <a:pt x="2040062" y="80424"/>
                </a:lnTo>
                <a:lnTo>
                  <a:pt x="2040739" y="80780"/>
                </a:lnTo>
                <a:lnTo>
                  <a:pt x="2041397" y="81158"/>
                </a:lnTo>
                <a:lnTo>
                  <a:pt x="2042036" y="81558"/>
                </a:lnTo>
                <a:lnTo>
                  <a:pt x="2042658" y="81979"/>
                </a:lnTo>
                <a:lnTo>
                  <a:pt x="2043261" y="82422"/>
                </a:lnTo>
                <a:lnTo>
                  <a:pt x="2043846" y="82886"/>
                </a:lnTo>
                <a:lnTo>
                  <a:pt x="2044413" y="83372"/>
                </a:lnTo>
                <a:lnTo>
                  <a:pt x="2044961" y="83879"/>
                </a:lnTo>
                <a:lnTo>
                  <a:pt x="2045490" y="84405"/>
                </a:lnTo>
                <a:lnTo>
                  <a:pt x="2045997" y="84945"/>
                </a:lnTo>
                <a:lnTo>
                  <a:pt x="2046482" y="85500"/>
                </a:lnTo>
                <a:lnTo>
                  <a:pt x="2046946" y="86071"/>
                </a:lnTo>
                <a:lnTo>
                  <a:pt x="2047388" y="86655"/>
                </a:lnTo>
                <a:lnTo>
                  <a:pt x="2047809" y="87255"/>
                </a:lnTo>
                <a:lnTo>
                  <a:pt x="2048209" y="87870"/>
                </a:lnTo>
                <a:lnTo>
                  <a:pt x="2048586" y="88499"/>
                </a:lnTo>
                <a:lnTo>
                  <a:pt x="2048943" y="89143"/>
                </a:lnTo>
                <a:lnTo>
                  <a:pt x="2049277" y="89802"/>
                </a:lnTo>
                <a:lnTo>
                  <a:pt x="2049591" y="90475"/>
                </a:lnTo>
                <a:lnTo>
                  <a:pt x="2049882" y="91164"/>
                </a:lnTo>
                <a:lnTo>
                  <a:pt x="2050152" y="91867"/>
                </a:lnTo>
                <a:lnTo>
                  <a:pt x="2050401" y="92585"/>
                </a:lnTo>
                <a:lnTo>
                  <a:pt x="2050628" y="93318"/>
                </a:lnTo>
                <a:lnTo>
                  <a:pt x="2050833" y="94066"/>
                </a:lnTo>
                <a:lnTo>
                  <a:pt x="2051017" y="94829"/>
                </a:lnTo>
                <a:lnTo>
                  <a:pt x="2051180" y="95606"/>
                </a:lnTo>
                <a:lnTo>
                  <a:pt x="2051321" y="96398"/>
                </a:lnTo>
                <a:lnTo>
                  <a:pt x="2051440" y="97205"/>
                </a:lnTo>
                <a:lnTo>
                  <a:pt x="2051538" y="98027"/>
                </a:lnTo>
                <a:lnTo>
                  <a:pt x="2051614" y="98863"/>
                </a:lnTo>
                <a:lnTo>
                  <a:pt x="2051669" y="99715"/>
                </a:lnTo>
                <a:lnTo>
                  <a:pt x="2051702" y="100581"/>
                </a:lnTo>
                <a:lnTo>
                  <a:pt x="2086353" y="100581"/>
                </a:lnTo>
                <a:lnTo>
                  <a:pt x="2086328" y="99175"/>
                </a:lnTo>
                <a:lnTo>
                  <a:pt x="2086276" y="97789"/>
                </a:lnTo>
                <a:lnTo>
                  <a:pt x="2086197" y="96424"/>
                </a:lnTo>
                <a:lnTo>
                  <a:pt x="2086091" y="95079"/>
                </a:lnTo>
                <a:lnTo>
                  <a:pt x="2085957" y="93754"/>
                </a:lnTo>
                <a:lnTo>
                  <a:pt x="2085797" y="92449"/>
                </a:lnTo>
                <a:lnTo>
                  <a:pt x="2085609" y="91164"/>
                </a:lnTo>
                <a:lnTo>
                  <a:pt x="2085394" y="89900"/>
                </a:lnTo>
                <a:lnTo>
                  <a:pt x="2085152" y="88656"/>
                </a:lnTo>
                <a:lnTo>
                  <a:pt x="2084883" y="87432"/>
                </a:lnTo>
                <a:lnTo>
                  <a:pt x="2084587" y="86228"/>
                </a:lnTo>
                <a:lnTo>
                  <a:pt x="2084263" y="85045"/>
                </a:lnTo>
                <a:lnTo>
                  <a:pt x="2083912" y="83882"/>
                </a:lnTo>
                <a:lnTo>
                  <a:pt x="2083535" y="82739"/>
                </a:lnTo>
                <a:lnTo>
                  <a:pt x="2083130" y="81616"/>
                </a:lnTo>
                <a:lnTo>
                  <a:pt x="2082698" y="80514"/>
                </a:lnTo>
                <a:lnTo>
                  <a:pt x="2082238" y="79432"/>
                </a:lnTo>
                <a:lnTo>
                  <a:pt x="2081752" y="78370"/>
                </a:lnTo>
                <a:lnTo>
                  <a:pt x="2081238" y="77328"/>
                </a:lnTo>
                <a:lnTo>
                  <a:pt x="2080698" y="76307"/>
                </a:lnTo>
                <a:lnTo>
                  <a:pt x="2080130" y="75305"/>
                </a:lnTo>
                <a:lnTo>
                  <a:pt x="2079535" y="74324"/>
                </a:lnTo>
                <a:lnTo>
                  <a:pt x="2078913" y="73364"/>
                </a:lnTo>
                <a:lnTo>
                  <a:pt x="2078263" y="72423"/>
                </a:lnTo>
                <a:lnTo>
                  <a:pt x="2077591" y="71502"/>
                </a:lnTo>
                <a:lnTo>
                  <a:pt x="2076899" y="70601"/>
                </a:lnTo>
                <a:lnTo>
                  <a:pt x="2076188" y="69718"/>
                </a:lnTo>
                <a:lnTo>
                  <a:pt x="2075458" y="68855"/>
                </a:lnTo>
                <a:lnTo>
                  <a:pt x="2074709" y="68012"/>
                </a:lnTo>
                <a:lnTo>
                  <a:pt x="2073940" y="67187"/>
                </a:lnTo>
                <a:lnTo>
                  <a:pt x="2073153" y="66382"/>
                </a:lnTo>
                <a:lnTo>
                  <a:pt x="2072346" y="65596"/>
                </a:lnTo>
                <a:lnTo>
                  <a:pt x="2071520" y="64829"/>
                </a:lnTo>
                <a:lnTo>
                  <a:pt x="2070675" y="64082"/>
                </a:lnTo>
                <a:lnTo>
                  <a:pt x="2069810" y="63354"/>
                </a:lnTo>
                <a:lnTo>
                  <a:pt x="2068926" y="62645"/>
                </a:lnTo>
                <a:lnTo>
                  <a:pt x="2068024" y="61955"/>
                </a:lnTo>
                <a:lnTo>
                  <a:pt x="2067102" y="61285"/>
                </a:lnTo>
                <a:lnTo>
                  <a:pt x="2066160" y="60634"/>
                </a:lnTo>
                <a:lnTo>
                  <a:pt x="2065200" y="60002"/>
                </a:lnTo>
                <a:lnTo>
                  <a:pt x="2064220" y="59390"/>
                </a:lnTo>
                <a:lnTo>
                  <a:pt x="2063222" y="58796"/>
                </a:lnTo>
                <a:lnTo>
                  <a:pt x="2062204" y="58222"/>
                </a:lnTo>
                <a:lnTo>
                  <a:pt x="2061166" y="57668"/>
                </a:lnTo>
                <a:lnTo>
                  <a:pt x="2060110" y="57132"/>
                </a:lnTo>
                <a:lnTo>
                  <a:pt x="2059035" y="56616"/>
                </a:lnTo>
                <a:lnTo>
                  <a:pt x="2057940" y="56119"/>
                </a:lnTo>
                <a:lnTo>
                  <a:pt x="2056826" y="55641"/>
                </a:lnTo>
                <a:lnTo>
                  <a:pt x="2055697" y="55183"/>
                </a:lnTo>
                <a:lnTo>
                  <a:pt x="2054556" y="54744"/>
                </a:lnTo>
                <a:lnTo>
                  <a:pt x="2053405" y="54324"/>
                </a:lnTo>
                <a:lnTo>
                  <a:pt x="2052242" y="53924"/>
                </a:lnTo>
                <a:lnTo>
                  <a:pt x="2051068" y="53543"/>
                </a:lnTo>
                <a:lnTo>
                  <a:pt x="2049882" y="53182"/>
                </a:lnTo>
                <a:lnTo>
                  <a:pt x="2048686" y="52841"/>
                </a:lnTo>
                <a:lnTo>
                  <a:pt x="2047478" y="52519"/>
                </a:lnTo>
                <a:lnTo>
                  <a:pt x="2046259" y="52216"/>
                </a:lnTo>
                <a:lnTo>
                  <a:pt x="2045028" y="51933"/>
                </a:lnTo>
                <a:lnTo>
                  <a:pt x="2043787" y="51670"/>
                </a:lnTo>
                <a:lnTo>
                  <a:pt x="2042534" y="51426"/>
                </a:lnTo>
                <a:lnTo>
                  <a:pt x="2041270" y="51201"/>
                </a:lnTo>
                <a:lnTo>
                  <a:pt x="2039995" y="50997"/>
                </a:lnTo>
                <a:lnTo>
                  <a:pt x="2038708" y="50811"/>
                </a:lnTo>
                <a:lnTo>
                  <a:pt x="2037411" y="50645"/>
                </a:lnTo>
                <a:lnTo>
                  <a:pt x="2036102" y="50499"/>
                </a:lnTo>
                <a:lnTo>
                  <a:pt x="2034782" y="50372"/>
                </a:lnTo>
                <a:lnTo>
                  <a:pt x="2033450" y="50265"/>
                </a:lnTo>
                <a:lnTo>
                  <a:pt x="2032108" y="50177"/>
                </a:lnTo>
                <a:lnTo>
                  <a:pt x="2030754" y="50109"/>
                </a:lnTo>
                <a:lnTo>
                  <a:pt x="2029389" y="50060"/>
                </a:lnTo>
                <a:lnTo>
                  <a:pt x="2028012" y="50030"/>
                </a:lnTo>
                <a:lnTo>
                  <a:pt x="2026625" y="50021"/>
                </a:lnTo>
                <a:lnTo>
                  <a:pt x="2025026" y="50034"/>
                </a:lnTo>
                <a:lnTo>
                  <a:pt x="2023442" y="50073"/>
                </a:lnTo>
                <a:lnTo>
                  <a:pt x="2021873" y="50137"/>
                </a:lnTo>
                <a:lnTo>
                  <a:pt x="2020320" y="50228"/>
                </a:lnTo>
                <a:lnTo>
                  <a:pt x="2018781" y="50345"/>
                </a:lnTo>
                <a:lnTo>
                  <a:pt x="2017258" y="50487"/>
                </a:lnTo>
                <a:lnTo>
                  <a:pt x="2015751" y="50656"/>
                </a:lnTo>
                <a:lnTo>
                  <a:pt x="2014258" y="50850"/>
                </a:lnTo>
                <a:lnTo>
                  <a:pt x="2012781" y="51071"/>
                </a:lnTo>
                <a:lnTo>
                  <a:pt x="2011318" y="51317"/>
                </a:lnTo>
                <a:lnTo>
                  <a:pt x="2009872" y="51589"/>
                </a:lnTo>
                <a:lnTo>
                  <a:pt x="2008440" y="51887"/>
                </a:lnTo>
                <a:lnTo>
                  <a:pt x="2007023" y="52211"/>
                </a:lnTo>
                <a:lnTo>
                  <a:pt x="2005622" y="52561"/>
                </a:lnTo>
                <a:lnTo>
                  <a:pt x="2004236" y="52937"/>
                </a:lnTo>
                <a:lnTo>
                  <a:pt x="2002865" y="53339"/>
                </a:lnTo>
                <a:lnTo>
                  <a:pt x="2001509" y="53767"/>
                </a:lnTo>
                <a:lnTo>
                  <a:pt x="2000169" y="54220"/>
                </a:lnTo>
                <a:lnTo>
                  <a:pt x="1998844" y="54700"/>
                </a:lnTo>
                <a:lnTo>
                  <a:pt x="1997534" y="55205"/>
                </a:lnTo>
                <a:lnTo>
                  <a:pt x="1996239" y="55737"/>
                </a:lnTo>
                <a:lnTo>
                  <a:pt x="1994959" y="56294"/>
                </a:lnTo>
                <a:lnTo>
                  <a:pt x="1993695" y="56878"/>
                </a:lnTo>
                <a:lnTo>
                  <a:pt x="1992446" y="57487"/>
                </a:lnTo>
                <a:lnTo>
                  <a:pt x="1991216" y="58123"/>
                </a:lnTo>
                <a:lnTo>
                  <a:pt x="1990008" y="58786"/>
                </a:lnTo>
                <a:lnTo>
                  <a:pt x="1988824" y="59476"/>
                </a:lnTo>
                <a:lnTo>
                  <a:pt x="1987662" y="60194"/>
                </a:lnTo>
                <a:lnTo>
                  <a:pt x="1986522" y="60939"/>
                </a:lnTo>
                <a:lnTo>
                  <a:pt x="1985406" y="61712"/>
                </a:lnTo>
                <a:lnTo>
                  <a:pt x="1984312" y="62512"/>
                </a:lnTo>
                <a:lnTo>
                  <a:pt x="1983240" y="63339"/>
                </a:lnTo>
                <a:lnTo>
                  <a:pt x="1982192" y="64194"/>
                </a:lnTo>
                <a:lnTo>
                  <a:pt x="1981166" y="65076"/>
                </a:lnTo>
                <a:lnTo>
                  <a:pt x="1980163" y="65985"/>
                </a:lnTo>
                <a:lnTo>
                  <a:pt x="1979182" y="66921"/>
                </a:lnTo>
                <a:lnTo>
                  <a:pt x="1978225" y="67885"/>
                </a:lnTo>
                <a:lnTo>
                  <a:pt x="1977290" y="68877"/>
                </a:lnTo>
                <a:lnTo>
                  <a:pt x="1976377" y="69895"/>
                </a:lnTo>
                <a:lnTo>
                  <a:pt x="1975488" y="70941"/>
                </a:lnTo>
                <a:lnTo>
                  <a:pt x="1974621" y="72015"/>
                </a:lnTo>
                <a:lnTo>
                  <a:pt x="1973777" y="73115"/>
                </a:lnTo>
                <a:lnTo>
                  <a:pt x="1972955" y="74243"/>
                </a:lnTo>
                <a:lnTo>
                  <a:pt x="1972156" y="75399"/>
                </a:lnTo>
                <a:lnTo>
                  <a:pt x="1971380" y="76581"/>
                </a:lnTo>
                <a:lnTo>
                  <a:pt x="1970627" y="77791"/>
                </a:lnTo>
                <a:lnTo>
                  <a:pt x="1969896" y="79029"/>
                </a:lnTo>
                <a:lnTo>
                  <a:pt x="1969188" y="80294"/>
                </a:lnTo>
                <a:lnTo>
                  <a:pt x="1968506" y="81587"/>
                </a:lnTo>
                <a:lnTo>
                  <a:pt x="1967853" y="82909"/>
                </a:lnTo>
                <a:lnTo>
                  <a:pt x="1967229" y="84261"/>
                </a:lnTo>
                <a:lnTo>
                  <a:pt x="1966634" y="85643"/>
                </a:lnTo>
                <a:lnTo>
                  <a:pt x="1966068" y="87054"/>
                </a:lnTo>
                <a:lnTo>
                  <a:pt x="1965531" y="88495"/>
                </a:lnTo>
                <a:lnTo>
                  <a:pt x="1965023" y="89965"/>
                </a:lnTo>
                <a:lnTo>
                  <a:pt x="1964544" y="91464"/>
                </a:lnTo>
                <a:lnTo>
                  <a:pt x="1964094" y="92993"/>
                </a:lnTo>
                <a:lnTo>
                  <a:pt x="1963674" y="94551"/>
                </a:lnTo>
                <a:lnTo>
                  <a:pt x="1963282" y="96139"/>
                </a:lnTo>
                <a:lnTo>
                  <a:pt x="1962919" y="97757"/>
                </a:lnTo>
                <a:lnTo>
                  <a:pt x="1962585" y="99404"/>
                </a:lnTo>
                <a:lnTo>
                  <a:pt x="1962280" y="101080"/>
                </a:lnTo>
                <a:lnTo>
                  <a:pt x="1962005" y="102786"/>
                </a:lnTo>
                <a:lnTo>
                  <a:pt x="1961758" y="104521"/>
                </a:lnTo>
                <a:lnTo>
                  <a:pt x="1961540" y="106286"/>
                </a:lnTo>
                <a:lnTo>
                  <a:pt x="1961352" y="108080"/>
                </a:lnTo>
                <a:lnTo>
                  <a:pt x="1961192" y="109904"/>
                </a:lnTo>
                <a:lnTo>
                  <a:pt x="1961061" y="111757"/>
                </a:lnTo>
                <a:lnTo>
                  <a:pt x="1960960" y="113640"/>
                </a:lnTo>
                <a:lnTo>
                  <a:pt x="1960887" y="115552"/>
                </a:lnTo>
                <a:lnTo>
                  <a:pt x="1960844" y="117494"/>
                </a:lnTo>
                <a:lnTo>
                  <a:pt x="1960829" y="119465"/>
                </a:lnTo>
                <a:lnTo>
                  <a:pt x="1960844" y="121436"/>
                </a:lnTo>
                <a:lnTo>
                  <a:pt x="1960890" y="123377"/>
                </a:lnTo>
                <a:lnTo>
                  <a:pt x="1960966" y="125287"/>
                </a:lnTo>
                <a:lnTo>
                  <a:pt x="1961073" y="127166"/>
                </a:lnTo>
                <a:lnTo>
                  <a:pt x="1961209" y="129016"/>
                </a:lnTo>
                <a:lnTo>
                  <a:pt x="1961377" y="130834"/>
                </a:lnTo>
                <a:lnTo>
                  <a:pt x="1961575" y="132623"/>
                </a:lnTo>
                <a:lnTo>
                  <a:pt x="1961803" y="134381"/>
                </a:lnTo>
                <a:lnTo>
                  <a:pt x="1962062" y="136108"/>
                </a:lnTo>
                <a:lnTo>
                  <a:pt x="1962351" y="137805"/>
                </a:lnTo>
                <a:lnTo>
                  <a:pt x="1962670" y="139472"/>
                </a:lnTo>
                <a:lnTo>
                  <a:pt x="1963020" y="141108"/>
                </a:lnTo>
                <a:lnTo>
                  <a:pt x="1963400" y="142713"/>
                </a:lnTo>
                <a:lnTo>
                  <a:pt x="1963811" y="144289"/>
                </a:lnTo>
                <a:lnTo>
                  <a:pt x="1964252" y="145834"/>
                </a:lnTo>
                <a:lnTo>
                  <a:pt x="1964724" y="147348"/>
                </a:lnTo>
                <a:lnTo>
                  <a:pt x="1965226" y="148832"/>
                </a:lnTo>
                <a:lnTo>
                  <a:pt x="1965759" y="150285"/>
                </a:lnTo>
                <a:lnTo>
                  <a:pt x="1966322" y="151708"/>
                </a:lnTo>
                <a:lnTo>
                  <a:pt x="1966915" y="153101"/>
                </a:lnTo>
                <a:lnTo>
                  <a:pt x="1967539" y="154463"/>
                </a:lnTo>
                <a:lnTo>
                  <a:pt x="1968193" y="155795"/>
                </a:lnTo>
                <a:lnTo>
                  <a:pt x="1968878" y="157096"/>
                </a:lnTo>
                <a:lnTo>
                  <a:pt x="1969593" y="158367"/>
                </a:lnTo>
                <a:lnTo>
                  <a:pt x="1970334" y="159608"/>
                </a:lnTo>
                <a:lnTo>
                  <a:pt x="1971097" y="160823"/>
                </a:lnTo>
                <a:lnTo>
                  <a:pt x="1971881" y="162009"/>
                </a:lnTo>
                <a:lnTo>
                  <a:pt x="1972686" y="163168"/>
                </a:lnTo>
                <a:lnTo>
                  <a:pt x="1973514" y="164300"/>
                </a:lnTo>
                <a:lnTo>
                  <a:pt x="1974362" y="165404"/>
                </a:lnTo>
                <a:lnTo>
                  <a:pt x="1975233" y="166480"/>
                </a:lnTo>
                <a:lnTo>
                  <a:pt x="1976124" y="167529"/>
                </a:lnTo>
                <a:lnTo>
                  <a:pt x="1977038" y="168550"/>
                </a:lnTo>
                <a:lnTo>
                  <a:pt x="1977973" y="169544"/>
                </a:lnTo>
                <a:lnTo>
                  <a:pt x="1978929" y="170510"/>
                </a:lnTo>
                <a:lnTo>
                  <a:pt x="1979907" y="171448"/>
                </a:lnTo>
                <a:lnTo>
                  <a:pt x="1980907" y="172359"/>
                </a:lnTo>
                <a:lnTo>
                  <a:pt x="1981928" y="173242"/>
                </a:lnTo>
                <a:lnTo>
                  <a:pt x="1982970" y="174098"/>
                </a:lnTo>
                <a:lnTo>
                  <a:pt x="1984034" y="174926"/>
                </a:lnTo>
                <a:lnTo>
                  <a:pt x="1985120" y="175727"/>
                </a:lnTo>
                <a:lnTo>
                  <a:pt x="1986227" y="176500"/>
                </a:lnTo>
                <a:lnTo>
                  <a:pt x="1987356" y="177245"/>
                </a:lnTo>
                <a:lnTo>
                  <a:pt x="1988506" y="177963"/>
                </a:lnTo>
                <a:lnTo>
                  <a:pt x="1989678" y="178653"/>
                </a:lnTo>
                <a:lnTo>
                  <a:pt x="1990871" y="179316"/>
                </a:lnTo>
                <a:lnTo>
                  <a:pt x="1992086" y="179951"/>
                </a:lnTo>
                <a:lnTo>
                  <a:pt x="1993322" y="180558"/>
                </a:lnTo>
                <a:lnTo>
                  <a:pt x="1994575" y="181139"/>
                </a:lnTo>
                <a:lnTo>
                  <a:pt x="1995840" y="181696"/>
                </a:lnTo>
                <a:lnTo>
                  <a:pt x="1997116" y="182227"/>
                </a:lnTo>
                <a:lnTo>
                  <a:pt x="1998405" y="182734"/>
                </a:lnTo>
                <a:lnTo>
                  <a:pt x="1999704" y="183216"/>
                </a:lnTo>
                <a:lnTo>
                  <a:pt x="2001016" y="183674"/>
                </a:lnTo>
                <a:lnTo>
                  <a:pt x="2002339" y="184106"/>
                </a:lnTo>
                <a:lnTo>
                  <a:pt x="2003674" y="184514"/>
                </a:lnTo>
                <a:lnTo>
                  <a:pt x="2005021" y="184897"/>
                </a:lnTo>
                <a:lnTo>
                  <a:pt x="2006379" y="185256"/>
                </a:lnTo>
                <a:lnTo>
                  <a:pt x="2007749" y="185590"/>
                </a:lnTo>
                <a:lnTo>
                  <a:pt x="2009131" y="185899"/>
                </a:lnTo>
                <a:lnTo>
                  <a:pt x="2010524" y="186183"/>
                </a:lnTo>
                <a:lnTo>
                  <a:pt x="2011929" y="186443"/>
                </a:lnTo>
                <a:lnTo>
                  <a:pt x="2013346" y="186678"/>
                </a:lnTo>
                <a:lnTo>
                  <a:pt x="2014775" y="186888"/>
                </a:lnTo>
                <a:lnTo>
                  <a:pt x="2016215" y="187073"/>
                </a:lnTo>
                <a:lnTo>
                  <a:pt x="2017667" y="187234"/>
                </a:lnTo>
                <a:lnTo>
                  <a:pt x="2019131" y="187370"/>
                </a:lnTo>
                <a:lnTo>
                  <a:pt x="2020606" y="187481"/>
                </a:lnTo>
                <a:lnTo>
                  <a:pt x="2022093" y="187568"/>
                </a:lnTo>
                <a:lnTo>
                  <a:pt x="2023592" y="187629"/>
                </a:lnTo>
                <a:lnTo>
                  <a:pt x="2025102" y="187666"/>
                </a:lnTo>
                <a:lnTo>
                  <a:pt x="2026625" y="187679"/>
                </a:lnTo>
                <a:lnTo>
                  <a:pt x="2028078" y="187668"/>
                </a:lnTo>
                <a:lnTo>
                  <a:pt x="2029519" y="187636"/>
                </a:lnTo>
                <a:lnTo>
                  <a:pt x="2030945" y="187582"/>
                </a:lnTo>
                <a:lnTo>
                  <a:pt x="2032358" y="187507"/>
                </a:lnTo>
                <a:lnTo>
                  <a:pt x="2033758" y="187411"/>
                </a:lnTo>
                <a:close/>
                <a:moveTo>
                  <a:pt x="2328077" y="187456"/>
                </a:moveTo>
                <a:lnTo>
                  <a:pt x="2329485" y="187359"/>
                </a:lnTo>
                <a:lnTo>
                  <a:pt x="2330877" y="187243"/>
                </a:lnTo>
                <a:lnTo>
                  <a:pt x="2332254" y="187110"/>
                </a:lnTo>
                <a:lnTo>
                  <a:pt x="2333615" y="186958"/>
                </a:lnTo>
                <a:lnTo>
                  <a:pt x="2334960" y="186789"/>
                </a:lnTo>
                <a:lnTo>
                  <a:pt x="2336290" y="186603"/>
                </a:lnTo>
                <a:lnTo>
                  <a:pt x="2337604" y="186398"/>
                </a:lnTo>
                <a:lnTo>
                  <a:pt x="2338902" y="186176"/>
                </a:lnTo>
                <a:lnTo>
                  <a:pt x="2340185" y="185935"/>
                </a:lnTo>
                <a:lnTo>
                  <a:pt x="2341452" y="185678"/>
                </a:lnTo>
                <a:lnTo>
                  <a:pt x="2342703" y="185402"/>
                </a:lnTo>
                <a:lnTo>
                  <a:pt x="2343939" y="185108"/>
                </a:lnTo>
                <a:lnTo>
                  <a:pt x="2345158" y="184797"/>
                </a:lnTo>
                <a:lnTo>
                  <a:pt x="2346363" y="184468"/>
                </a:lnTo>
                <a:lnTo>
                  <a:pt x="2347551" y="184121"/>
                </a:lnTo>
                <a:lnTo>
                  <a:pt x="2348724" y="183756"/>
                </a:lnTo>
                <a:lnTo>
                  <a:pt x="2349881" y="183374"/>
                </a:lnTo>
                <a:lnTo>
                  <a:pt x="2351023" y="182973"/>
                </a:lnTo>
                <a:lnTo>
                  <a:pt x="2352148" y="182555"/>
                </a:lnTo>
                <a:lnTo>
                  <a:pt x="2353256" y="182119"/>
                </a:lnTo>
                <a:lnTo>
                  <a:pt x="2354345" y="181665"/>
                </a:lnTo>
                <a:lnTo>
                  <a:pt x="2355414" y="181192"/>
                </a:lnTo>
                <a:lnTo>
                  <a:pt x="2356463" y="180702"/>
                </a:lnTo>
                <a:lnTo>
                  <a:pt x="2357492" y="180192"/>
                </a:lnTo>
                <a:lnTo>
                  <a:pt x="2358502" y="179665"/>
                </a:lnTo>
                <a:lnTo>
                  <a:pt x="2359492" y="179119"/>
                </a:lnTo>
                <a:lnTo>
                  <a:pt x="2360463" y="178556"/>
                </a:lnTo>
                <a:lnTo>
                  <a:pt x="2361413" y="177973"/>
                </a:lnTo>
                <a:lnTo>
                  <a:pt x="2362345" y="177373"/>
                </a:lnTo>
                <a:lnTo>
                  <a:pt x="2363256" y="176754"/>
                </a:lnTo>
                <a:lnTo>
                  <a:pt x="2364148" y="176117"/>
                </a:lnTo>
                <a:lnTo>
                  <a:pt x="2365020" y="175462"/>
                </a:lnTo>
                <a:lnTo>
                  <a:pt x="2365873" y="174789"/>
                </a:lnTo>
                <a:lnTo>
                  <a:pt x="2366705" y="174097"/>
                </a:lnTo>
                <a:lnTo>
                  <a:pt x="2367519" y="173387"/>
                </a:lnTo>
                <a:lnTo>
                  <a:pt x="2368312" y="172659"/>
                </a:lnTo>
                <a:lnTo>
                  <a:pt x="2369086" y="171913"/>
                </a:lnTo>
                <a:lnTo>
                  <a:pt x="2369840" y="171148"/>
                </a:lnTo>
                <a:lnTo>
                  <a:pt x="2370575" y="170365"/>
                </a:lnTo>
                <a:lnTo>
                  <a:pt x="2371290" y="169564"/>
                </a:lnTo>
                <a:lnTo>
                  <a:pt x="2371985" y="168744"/>
                </a:lnTo>
                <a:lnTo>
                  <a:pt x="2372660" y="167906"/>
                </a:lnTo>
                <a:lnTo>
                  <a:pt x="2373316" y="167050"/>
                </a:lnTo>
                <a:lnTo>
                  <a:pt x="2373950" y="166176"/>
                </a:lnTo>
                <a:lnTo>
                  <a:pt x="2374559" y="165284"/>
                </a:lnTo>
                <a:lnTo>
                  <a:pt x="2375144" y="164374"/>
                </a:lnTo>
                <a:lnTo>
                  <a:pt x="2375704" y="163446"/>
                </a:lnTo>
                <a:lnTo>
                  <a:pt x="2376239" y="162499"/>
                </a:lnTo>
                <a:lnTo>
                  <a:pt x="2376750" y="161535"/>
                </a:lnTo>
                <a:lnTo>
                  <a:pt x="2377236" y="160553"/>
                </a:lnTo>
                <a:lnTo>
                  <a:pt x="2377698" y="159552"/>
                </a:lnTo>
                <a:lnTo>
                  <a:pt x="2378135" y="158534"/>
                </a:lnTo>
                <a:lnTo>
                  <a:pt x="2378548" y="157498"/>
                </a:lnTo>
                <a:lnTo>
                  <a:pt x="2378936" y="156443"/>
                </a:lnTo>
                <a:lnTo>
                  <a:pt x="2379299" y="155371"/>
                </a:lnTo>
                <a:lnTo>
                  <a:pt x="2379638" y="154281"/>
                </a:lnTo>
                <a:lnTo>
                  <a:pt x="2379952" y="153172"/>
                </a:lnTo>
                <a:lnTo>
                  <a:pt x="2380242" y="152046"/>
                </a:lnTo>
                <a:lnTo>
                  <a:pt x="2380507" y="150901"/>
                </a:lnTo>
                <a:lnTo>
                  <a:pt x="2380747" y="149739"/>
                </a:lnTo>
                <a:lnTo>
                  <a:pt x="2380963" y="148558"/>
                </a:lnTo>
                <a:lnTo>
                  <a:pt x="2381155" y="147359"/>
                </a:lnTo>
                <a:lnTo>
                  <a:pt x="2381321" y="146143"/>
                </a:lnTo>
                <a:lnTo>
                  <a:pt x="2381464" y="144908"/>
                </a:lnTo>
                <a:lnTo>
                  <a:pt x="2381581" y="143656"/>
                </a:lnTo>
                <a:lnTo>
                  <a:pt x="2381674" y="142385"/>
                </a:lnTo>
                <a:lnTo>
                  <a:pt x="2381743" y="141096"/>
                </a:lnTo>
                <a:lnTo>
                  <a:pt x="2346553" y="141096"/>
                </a:lnTo>
                <a:lnTo>
                  <a:pt x="2346530" y="141944"/>
                </a:lnTo>
                <a:lnTo>
                  <a:pt x="2346483" y="142774"/>
                </a:lnTo>
                <a:lnTo>
                  <a:pt x="2346412" y="143587"/>
                </a:lnTo>
                <a:lnTo>
                  <a:pt x="2346317" y="144382"/>
                </a:lnTo>
                <a:lnTo>
                  <a:pt x="2346198" y="145160"/>
                </a:lnTo>
                <a:lnTo>
                  <a:pt x="2346056" y="145919"/>
                </a:lnTo>
                <a:lnTo>
                  <a:pt x="2345889" y="146662"/>
                </a:lnTo>
                <a:lnTo>
                  <a:pt x="2345699" y="147386"/>
                </a:lnTo>
                <a:lnTo>
                  <a:pt x="2345485" y="148093"/>
                </a:lnTo>
                <a:lnTo>
                  <a:pt x="2345247" y="148783"/>
                </a:lnTo>
                <a:lnTo>
                  <a:pt x="2344985" y="149454"/>
                </a:lnTo>
                <a:lnTo>
                  <a:pt x="2344699" y="150109"/>
                </a:lnTo>
                <a:lnTo>
                  <a:pt x="2344389" y="150745"/>
                </a:lnTo>
                <a:lnTo>
                  <a:pt x="2344056" y="151364"/>
                </a:lnTo>
                <a:lnTo>
                  <a:pt x="2343698" y="151965"/>
                </a:lnTo>
                <a:lnTo>
                  <a:pt x="2343317" y="152549"/>
                </a:lnTo>
                <a:lnTo>
                  <a:pt x="2342912" y="153115"/>
                </a:lnTo>
                <a:lnTo>
                  <a:pt x="2342483" y="153664"/>
                </a:lnTo>
                <a:lnTo>
                  <a:pt x="2342030" y="154194"/>
                </a:lnTo>
                <a:lnTo>
                  <a:pt x="2341553" y="154708"/>
                </a:lnTo>
                <a:lnTo>
                  <a:pt x="2341053" y="155203"/>
                </a:lnTo>
                <a:lnTo>
                  <a:pt x="2340528" y="155681"/>
                </a:lnTo>
                <a:lnTo>
                  <a:pt x="2339980" y="156142"/>
                </a:lnTo>
                <a:lnTo>
                  <a:pt x="2339407" y="156584"/>
                </a:lnTo>
                <a:lnTo>
                  <a:pt x="2338815" y="157009"/>
                </a:lnTo>
                <a:lnTo>
                  <a:pt x="2338207" y="157416"/>
                </a:lnTo>
                <a:lnTo>
                  <a:pt x="2337583" y="157805"/>
                </a:lnTo>
                <a:lnTo>
                  <a:pt x="2336943" y="158176"/>
                </a:lnTo>
                <a:lnTo>
                  <a:pt x="2336287" y="158528"/>
                </a:lnTo>
                <a:lnTo>
                  <a:pt x="2335615" y="158863"/>
                </a:lnTo>
                <a:lnTo>
                  <a:pt x="2334928" y="159179"/>
                </a:lnTo>
                <a:lnTo>
                  <a:pt x="2334224" y="159478"/>
                </a:lnTo>
                <a:lnTo>
                  <a:pt x="2333504" y="159758"/>
                </a:lnTo>
                <a:lnTo>
                  <a:pt x="2332769" y="160020"/>
                </a:lnTo>
                <a:lnTo>
                  <a:pt x="2332017" y="160264"/>
                </a:lnTo>
                <a:lnTo>
                  <a:pt x="2331250" y="160490"/>
                </a:lnTo>
                <a:lnTo>
                  <a:pt x="2330467" y="160698"/>
                </a:lnTo>
                <a:lnTo>
                  <a:pt x="2329668" y="160888"/>
                </a:lnTo>
                <a:lnTo>
                  <a:pt x="2328853" y="161060"/>
                </a:lnTo>
                <a:lnTo>
                  <a:pt x="2328022" y="161213"/>
                </a:lnTo>
                <a:lnTo>
                  <a:pt x="2327175" y="161349"/>
                </a:lnTo>
                <a:lnTo>
                  <a:pt x="2326312" y="161467"/>
                </a:lnTo>
                <a:lnTo>
                  <a:pt x="2325433" y="161566"/>
                </a:lnTo>
                <a:lnTo>
                  <a:pt x="2324539" y="161647"/>
                </a:lnTo>
                <a:lnTo>
                  <a:pt x="2323628" y="161711"/>
                </a:lnTo>
                <a:lnTo>
                  <a:pt x="2322702" y="161756"/>
                </a:lnTo>
                <a:lnTo>
                  <a:pt x="2321759" y="161783"/>
                </a:lnTo>
                <a:lnTo>
                  <a:pt x="2320801" y="161792"/>
                </a:lnTo>
                <a:lnTo>
                  <a:pt x="2319876" y="161783"/>
                </a:lnTo>
                <a:lnTo>
                  <a:pt x="2318966" y="161757"/>
                </a:lnTo>
                <a:lnTo>
                  <a:pt x="2318071" y="161714"/>
                </a:lnTo>
                <a:lnTo>
                  <a:pt x="2317191" y="161652"/>
                </a:lnTo>
                <a:lnTo>
                  <a:pt x="2316326" y="161574"/>
                </a:lnTo>
                <a:lnTo>
                  <a:pt x="2315475" y="161478"/>
                </a:lnTo>
                <a:lnTo>
                  <a:pt x="2314640" y="161364"/>
                </a:lnTo>
                <a:lnTo>
                  <a:pt x="2313820" y="161233"/>
                </a:lnTo>
                <a:lnTo>
                  <a:pt x="2313015" y="161085"/>
                </a:lnTo>
                <a:lnTo>
                  <a:pt x="2312225" y="160919"/>
                </a:lnTo>
                <a:lnTo>
                  <a:pt x="2311449" y="160735"/>
                </a:lnTo>
                <a:lnTo>
                  <a:pt x="2310689" y="160534"/>
                </a:lnTo>
                <a:lnTo>
                  <a:pt x="2309944" y="160316"/>
                </a:lnTo>
                <a:lnTo>
                  <a:pt x="2309214" y="160080"/>
                </a:lnTo>
                <a:lnTo>
                  <a:pt x="2308498" y="159827"/>
                </a:lnTo>
                <a:lnTo>
                  <a:pt x="2307798" y="159556"/>
                </a:lnTo>
                <a:lnTo>
                  <a:pt x="2307112" y="159268"/>
                </a:lnTo>
                <a:lnTo>
                  <a:pt x="2306442" y="158962"/>
                </a:lnTo>
                <a:lnTo>
                  <a:pt x="2305787" y="158639"/>
                </a:lnTo>
                <a:lnTo>
                  <a:pt x="2305146" y="158299"/>
                </a:lnTo>
                <a:lnTo>
                  <a:pt x="2304521" y="157940"/>
                </a:lnTo>
                <a:lnTo>
                  <a:pt x="2303910" y="157565"/>
                </a:lnTo>
                <a:lnTo>
                  <a:pt x="2303315" y="157172"/>
                </a:lnTo>
                <a:lnTo>
                  <a:pt x="2302734" y="156761"/>
                </a:lnTo>
                <a:lnTo>
                  <a:pt x="2302168" y="156336"/>
                </a:lnTo>
                <a:lnTo>
                  <a:pt x="2301614" y="155900"/>
                </a:lnTo>
                <a:lnTo>
                  <a:pt x="2301073" y="155452"/>
                </a:lnTo>
                <a:lnTo>
                  <a:pt x="2300545" y="154993"/>
                </a:lnTo>
                <a:lnTo>
                  <a:pt x="2300030" y="154523"/>
                </a:lnTo>
                <a:lnTo>
                  <a:pt x="2299528" y="154041"/>
                </a:lnTo>
                <a:lnTo>
                  <a:pt x="2299039" y="153549"/>
                </a:lnTo>
                <a:lnTo>
                  <a:pt x="2298562" y="153045"/>
                </a:lnTo>
                <a:lnTo>
                  <a:pt x="2298099" y="152530"/>
                </a:lnTo>
                <a:lnTo>
                  <a:pt x="2297648" y="152003"/>
                </a:lnTo>
                <a:lnTo>
                  <a:pt x="2297210" y="151465"/>
                </a:lnTo>
                <a:lnTo>
                  <a:pt x="2296785" y="150916"/>
                </a:lnTo>
                <a:lnTo>
                  <a:pt x="2296373" y="150356"/>
                </a:lnTo>
                <a:lnTo>
                  <a:pt x="2295974" y="149785"/>
                </a:lnTo>
                <a:lnTo>
                  <a:pt x="2295587" y="149202"/>
                </a:lnTo>
                <a:lnTo>
                  <a:pt x="2295214" y="148608"/>
                </a:lnTo>
                <a:lnTo>
                  <a:pt x="2294853" y="148003"/>
                </a:lnTo>
                <a:lnTo>
                  <a:pt x="2294506" y="147386"/>
                </a:lnTo>
                <a:lnTo>
                  <a:pt x="2294171" y="146759"/>
                </a:lnTo>
                <a:lnTo>
                  <a:pt x="2293849" y="146120"/>
                </a:lnTo>
                <a:lnTo>
                  <a:pt x="2293540" y="145470"/>
                </a:lnTo>
                <a:lnTo>
                  <a:pt x="2293244" y="144808"/>
                </a:lnTo>
                <a:lnTo>
                  <a:pt x="2292960" y="144135"/>
                </a:lnTo>
                <a:lnTo>
                  <a:pt x="2292690" y="143451"/>
                </a:lnTo>
                <a:lnTo>
                  <a:pt x="2292431" y="142760"/>
                </a:lnTo>
                <a:lnTo>
                  <a:pt x="2292182" y="142064"/>
                </a:lnTo>
                <a:lnTo>
                  <a:pt x="2291943" y="141363"/>
                </a:lnTo>
                <a:lnTo>
                  <a:pt x="2291714" y="140659"/>
                </a:lnTo>
                <a:lnTo>
                  <a:pt x="2291495" y="139950"/>
                </a:lnTo>
                <a:lnTo>
                  <a:pt x="2291287" y="139236"/>
                </a:lnTo>
                <a:lnTo>
                  <a:pt x="2291088" y="138519"/>
                </a:lnTo>
                <a:lnTo>
                  <a:pt x="2290900" y="137797"/>
                </a:lnTo>
                <a:lnTo>
                  <a:pt x="2290721" y="137070"/>
                </a:lnTo>
                <a:lnTo>
                  <a:pt x="2290553" y="136340"/>
                </a:lnTo>
                <a:lnTo>
                  <a:pt x="2290394" y="135605"/>
                </a:lnTo>
                <a:lnTo>
                  <a:pt x="2290246" y="134866"/>
                </a:lnTo>
                <a:lnTo>
                  <a:pt x="2290108" y="134122"/>
                </a:lnTo>
                <a:lnTo>
                  <a:pt x="2289980" y="133374"/>
                </a:lnTo>
                <a:lnTo>
                  <a:pt x="2289862" y="132622"/>
                </a:lnTo>
                <a:lnTo>
                  <a:pt x="2289754" y="131866"/>
                </a:lnTo>
                <a:lnTo>
                  <a:pt x="2289656" y="131105"/>
                </a:lnTo>
                <a:lnTo>
                  <a:pt x="2289568" y="130340"/>
                </a:lnTo>
                <a:lnTo>
                  <a:pt x="2289490" y="129570"/>
                </a:lnTo>
                <a:lnTo>
                  <a:pt x="2289422" y="128797"/>
                </a:lnTo>
                <a:lnTo>
                  <a:pt x="2289364" y="128019"/>
                </a:lnTo>
                <a:lnTo>
                  <a:pt x="2289317" y="127236"/>
                </a:lnTo>
                <a:lnTo>
                  <a:pt x="2289279" y="126450"/>
                </a:lnTo>
                <a:lnTo>
                  <a:pt x="2289252" y="125659"/>
                </a:lnTo>
                <a:lnTo>
                  <a:pt x="2381608" y="125659"/>
                </a:lnTo>
                <a:lnTo>
                  <a:pt x="2381630" y="125531"/>
                </a:lnTo>
                <a:lnTo>
                  <a:pt x="2381652" y="125400"/>
                </a:lnTo>
                <a:lnTo>
                  <a:pt x="2381673" y="125263"/>
                </a:lnTo>
                <a:lnTo>
                  <a:pt x="2381694" y="125123"/>
                </a:lnTo>
                <a:lnTo>
                  <a:pt x="2381714" y="124977"/>
                </a:lnTo>
                <a:lnTo>
                  <a:pt x="2381734" y="124828"/>
                </a:lnTo>
                <a:lnTo>
                  <a:pt x="2381754" y="124674"/>
                </a:lnTo>
                <a:lnTo>
                  <a:pt x="2381773" y="124515"/>
                </a:lnTo>
                <a:lnTo>
                  <a:pt x="2381791" y="124352"/>
                </a:lnTo>
                <a:lnTo>
                  <a:pt x="2381809" y="124184"/>
                </a:lnTo>
                <a:lnTo>
                  <a:pt x="2381827" y="124012"/>
                </a:lnTo>
                <a:lnTo>
                  <a:pt x="2381844" y="123835"/>
                </a:lnTo>
                <a:lnTo>
                  <a:pt x="2381861" y="123654"/>
                </a:lnTo>
                <a:lnTo>
                  <a:pt x="2381877" y="123468"/>
                </a:lnTo>
                <a:lnTo>
                  <a:pt x="2381892" y="123278"/>
                </a:lnTo>
                <a:lnTo>
                  <a:pt x="2381908" y="123084"/>
                </a:lnTo>
                <a:lnTo>
                  <a:pt x="2381922" y="122885"/>
                </a:lnTo>
                <a:lnTo>
                  <a:pt x="2381937" y="122681"/>
                </a:lnTo>
                <a:lnTo>
                  <a:pt x="2381950" y="122473"/>
                </a:lnTo>
                <a:lnTo>
                  <a:pt x="2381964" y="122260"/>
                </a:lnTo>
                <a:lnTo>
                  <a:pt x="2381977" y="122043"/>
                </a:lnTo>
                <a:lnTo>
                  <a:pt x="2381989" y="121822"/>
                </a:lnTo>
                <a:lnTo>
                  <a:pt x="2382001" y="121596"/>
                </a:lnTo>
                <a:lnTo>
                  <a:pt x="2382012" y="121365"/>
                </a:lnTo>
                <a:lnTo>
                  <a:pt x="2382023" y="121134"/>
                </a:lnTo>
                <a:lnTo>
                  <a:pt x="2382034" y="120908"/>
                </a:lnTo>
                <a:lnTo>
                  <a:pt x="2382044" y="120685"/>
                </a:lnTo>
                <a:lnTo>
                  <a:pt x="2382054" y="120466"/>
                </a:lnTo>
                <a:lnTo>
                  <a:pt x="2382063" y="120252"/>
                </a:lnTo>
                <a:lnTo>
                  <a:pt x="2382071" y="120041"/>
                </a:lnTo>
                <a:lnTo>
                  <a:pt x="2382080" y="119834"/>
                </a:lnTo>
                <a:lnTo>
                  <a:pt x="2382087" y="119632"/>
                </a:lnTo>
                <a:lnTo>
                  <a:pt x="2382095" y="119433"/>
                </a:lnTo>
                <a:lnTo>
                  <a:pt x="2382101" y="119238"/>
                </a:lnTo>
                <a:lnTo>
                  <a:pt x="2382108" y="119048"/>
                </a:lnTo>
                <a:lnTo>
                  <a:pt x="2382114" y="118861"/>
                </a:lnTo>
                <a:lnTo>
                  <a:pt x="2382119" y="118679"/>
                </a:lnTo>
                <a:lnTo>
                  <a:pt x="2382124" y="118500"/>
                </a:lnTo>
                <a:lnTo>
                  <a:pt x="2382128" y="118326"/>
                </a:lnTo>
                <a:lnTo>
                  <a:pt x="2382132" y="118156"/>
                </a:lnTo>
                <a:lnTo>
                  <a:pt x="2382136" y="117989"/>
                </a:lnTo>
                <a:lnTo>
                  <a:pt x="2382139" y="117827"/>
                </a:lnTo>
                <a:lnTo>
                  <a:pt x="2382141" y="117668"/>
                </a:lnTo>
                <a:lnTo>
                  <a:pt x="2382144" y="117514"/>
                </a:lnTo>
                <a:lnTo>
                  <a:pt x="2382145" y="117364"/>
                </a:lnTo>
                <a:lnTo>
                  <a:pt x="2382146" y="117217"/>
                </a:lnTo>
                <a:lnTo>
                  <a:pt x="2382147" y="117075"/>
                </a:lnTo>
                <a:lnTo>
                  <a:pt x="2382147" y="116937"/>
                </a:lnTo>
                <a:lnTo>
                  <a:pt x="2382118" y="114282"/>
                </a:lnTo>
                <a:lnTo>
                  <a:pt x="2382029" y="111679"/>
                </a:lnTo>
                <a:lnTo>
                  <a:pt x="2381881" y="109127"/>
                </a:lnTo>
                <a:lnTo>
                  <a:pt x="2381674" y="106626"/>
                </a:lnTo>
                <a:lnTo>
                  <a:pt x="2381407" y="104177"/>
                </a:lnTo>
                <a:lnTo>
                  <a:pt x="2381081" y="101779"/>
                </a:lnTo>
                <a:lnTo>
                  <a:pt x="2380696" y="99432"/>
                </a:lnTo>
                <a:lnTo>
                  <a:pt x="2380252" y="97137"/>
                </a:lnTo>
                <a:lnTo>
                  <a:pt x="2379749" y="94893"/>
                </a:lnTo>
                <a:lnTo>
                  <a:pt x="2379186" y="92701"/>
                </a:lnTo>
                <a:lnTo>
                  <a:pt x="2378564" y="90559"/>
                </a:lnTo>
                <a:lnTo>
                  <a:pt x="2377883" y="88470"/>
                </a:lnTo>
                <a:lnTo>
                  <a:pt x="2377143" y="86431"/>
                </a:lnTo>
                <a:lnTo>
                  <a:pt x="2376344" y="84444"/>
                </a:lnTo>
                <a:lnTo>
                  <a:pt x="2375485" y="82508"/>
                </a:lnTo>
                <a:lnTo>
                  <a:pt x="2374567" y="80624"/>
                </a:lnTo>
                <a:lnTo>
                  <a:pt x="2373590" y="78790"/>
                </a:lnTo>
                <a:lnTo>
                  <a:pt x="2372554" y="77009"/>
                </a:lnTo>
                <a:lnTo>
                  <a:pt x="2371458" y="75278"/>
                </a:lnTo>
                <a:lnTo>
                  <a:pt x="2370303" y="73599"/>
                </a:lnTo>
                <a:lnTo>
                  <a:pt x="2369089" y="71972"/>
                </a:lnTo>
                <a:lnTo>
                  <a:pt x="2367816" y="70395"/>
                </a:lnTo>
                <a:lnTo>
                  <a:pt x="2366483" y="68870"/>
                </a:lnTo>
                <a:lnTo>
                  <a:pt x="2365092" y="67397"/>
                </a:lnTo>
                <a:lnTo>
                  <a:pt x="2363649" y="65979"/>
                </a:lnTo>
                <a:lnTo>
                  <a:pt x="2362163" y="64621"/>
                </a:lnTo>
                <a:lnTo>
                  <a:pt x="2360635" y="63324"/>
                </a:lnTo>
                <a:lnTo>
                  <a:pt x="2359064" y="62087"/>
                </a:lnTo>
                <a:lnTo>
                  <a:pt x="2357450" y="60911"/>
                </a:lnTo>
                <a:lnTo>
                  <a:pt x="2355793" y="59795"/>
                </a:lnTo>
                <a:lnTo>
                  <a:pt x="2354093" y="58739"/>
                </a:lnTo>
                <a:lnTo>
                  <a:pt x="2352351" y="57743"/>
                </a:lnTo>
                <a:lnTo>
                  <a:pt x="2350565" y="56808"/>
                </a:lnTo>
                <a:lnTo>
                  <a:pt x="2348737" y="55933"/>
                </a:lnTo>
                <a:lnTo>
                  <a:pt x="2346866" y="55119"/>
                </a:lnTo>
                <a:lnTo>
                  <a:pt x="2344952" y="54365"/>
                </a:lnTo>
                <a:lnTo>
                  <a:pt x="2342995" y="53671"/>
                </a:lnTo>
                <a:lnTo>
                  <a:pt x="2340996" y="53037"/>
                </a:lnTo>
                <a:lnTo>
                  <a:pt x="2338953" y="52464"/>
                </a:lnTo>
                <a:lnTo>
                  <a:pt x="2336868" y="51951"/>
                </a:lnTo>
                <a:lnTo>
                  <a:pt x="2334740" y="51499"/>
                </a:lnTo>
                <a:lnTo>
                  <a:pt x="2332569" y="51107"/>
                </a:lnTo>
                <a:lnTo>
                  <a:pt x="2330355" y="50775"/>
                </a:lnTo>
                <a:lnTo>
                  <a:pt x="2328099" y="50503"/>
                </a:lnTo>
                <a:lnTo>
                  <a:pt x="2325799" y="50292"/>
                </a:lnTo>
                <a:lnTo>
                  <a:pt x="2323457" y="50141"/>
                </a:lnTo>
                <a:lnTo>
                  <a:pt x="2321072" y="50051"/>
                </a:lnTo>
                <a:lnTo>
                  <a:pt x="2318644" y="50021"/>
                </a:lnTo>
                <a:lnTo>
                  <a:pt x="2316891" y="50035"/>
                </a:lnTo>
                <a:lnTo>
                  <a:pt x="2315162" y="50078"/>
                </a:lnTo>
                <a:lnTo>
                  <a:pt x="2313456" y="50150"/>
                </a:lnTo>
                <a:lnTo>
                  <a:pt x="2311773" y="50250"/>
                </a:lnTo>
                <a:lnTo>
                  <a:pt x="2310114" y="50379"/>
                </a:lnTo>
                <a:lnTo>
                  <a:pt x="2308477" y="50537"/>
                </a:lnTo>
                <a:lnTo>
                  <a:pt x="2306864" y="50723"/>
                </a:lnTo>
                <a:lnTo>
                  <a:pt x="2305274" y="50938"/>
                </a:lnTo>
                <a:lnTo>
                  <a:pt x="2303707" y="51181"/>
                </a:lnTo>
                <a:lnTo>
                  <a:pt x="2302163" y="51454"/>
                </a:lnTo>
                <a:lnTo>
                  <a:pt x="2300642" y="51755"/>
                </a:lnTo>
                <a:lnTo>
                  <a:pt x="2299145" y="52084"/>
                </a:lnTo>
                <a:lnTo>
                  <a:pt x="2297670" y="52442"/>
                </a:lnTo>
                <a:lnTo>
                  <a:pt x="2296219" y="52829"/>
                </a:lnTo>
                <a:lnTo>
                  <a:pt x="2294791" y="53245"/>
                </a:lnTo>
                <a:lnTo>
                  <a:pt x="2293386" y="53689"/>
                </a:lnTo>
                <a:lnTo>
                  <a:pt x="2292005" y="54162"/>
                </a:lnTo>
                <a:lnTo>
                  <a:pt x="2290646" y="54664"/>
                </a:lnTo>
                <a:lnTo>
                  <a:pt x="2289311" y="55194"/>
                </a:lnTo>
                <a:lnTo>
                  <a:pt x="2287999" y="55753"/>
                </a:lnTo>
                <a:lnTo>
                  <a:pt x="2286710" y="56340"/>
                </a:lnTo>
                <a:lnTo>
                  <a:pt x="2285444" y="56956"/>
                </a:lnTo>
                <a:lnTo>
                  <a:pt x="2284202" y="57601"/>
                </a:lnTo>
                <a:lnTo>
                  <a:pt x="2282982" y="58275"/>
                </a:lnTo>
                <a:lnTo>
                  <a:pt x="2281787" y="58975"/>
                </a:lnTo>
                <a:lnTo>
                  <a:pt x="2280615" y="59699"/>
                </a:lnTo>
                <a:lnTo>
                  <a:pt x="2279468" y="60448"/>
                </a:lnTo>
                <a:lnTo>
                  <a:pt x="2278346" y="61221"/>
                </a:lnTo>
                <a:lnTo>
                  <a:pt x="2277247" y="62019"/>
                </a:lnTo>
                <a:lnTo>
                  <a:pt x="2276173" y="62841"/>
                </a:lnTo>
                <a:lnTo>
                  <a:pt x="2275124" y="63687"/>
                </a:lnTo>
                <a:lnTo>
                  <a:pt x="2274099" y="64558"/>
                </a:lnTo>
                <a:lnTo>
                  <a:pt x="2273098" y="65453"/>
                </a:lnTo>
                <a:lnTo>
                  <a:pt x="2272121" y="66373"/>
                </a:lnTo>
                <a:lnTo>
                  <a:pt x="2271169" y="67317"/>
                </a:lnTo>
                <a:lnTo>
                  <a:pt x="2270241" y="68286"/>
                </a:lnTo>
                <a:lnTo>
                  <a:pt x="2269338" y="69278"/>
                </a:lnTo>
                <a:lnTo>
                  <a:pt x="2268458" y="70296"/>
                </a:lnTo>
                <a:lnTo>
                  <a:pt x="2267604" y="71337"/>
                </a:lnTo>
                <a:lnTo>
                  <a:pt x="2266773" y="72403"/>
                </a:lnTo>
                <a:lnTo>
                  <a:pt x="2265967" y="73494"/>
                </a:lnTo>
                <a:lnTo>
                  <a:pt x="2265185" y="74609"/>
                </a:lnTo>
                <a:lnTo>
                  <a:pt x="2264428" y="75748"/>
                </a:lnTo>
                <a:lnTo>
                  <a:pt x="2263694" y="76912"/>
                </a:lnTo>
                <a:lnTo>
                  <a:pt x="2262986" y="78100"/>
                </a:lnTo>
                <a:lnTo>
                  <a:pt x="2262301" y="79312"/>
                </a:lnTo>
                <a:lnTo>
                  <a:pt x="2261641" y="80549"/>
                </a:lnTo>
                <a:lnTo>
                  <a:pt x="2261005" y="81810"/>
                </a:lnTo>
                <a:lnTo>
                  <a:pt x="2260395" y="83094"/>
                </a:lnTo>
                <a:lnTo>
                  <a:pt x="2259810" y="84397"/>
                </a:lnTo>
                <a:lnTo>
                  <a:pt x="2259252" y="85721"/>
                </a:lnTo>
                <a:lnTo>
                  <a:pt x="2258719" y="87066"/>
                </a:lnTo>
                <a:lnTo>
                  <a:pt x="2258212" y="88431"/>
                </a:lnTo>
                <a:lnTo>
                  <a:pt x="2257732" y="89816"/>
                </a:lnTo>
                <a:lnTo>
                  <a:pt x="2257277" y="91222"/>
                </a:lnTo>
                <a:lnTo>
                  <a:pt x="2256848" y="92648"/>
                </a:lnTo>
                <a:lnTo>
                  <a:pt x="2256446" y="94094"/>
                </a:lnTo>
                <a:lnTo>
                  <a:pt x="2256069" y="95561"/>
                </a:lnTo>
                <a:lnTo>
                  <a:pt x="2255718" y="97048"/>
                </a:lnTo>
                <a:lnTo>
                  <a:pt x="2255393" y="98555"/>
                </a:lnTo>
                <a:lnTo>
                  <a:pt x="2255094" y="100083"/>
                </a:lnTo>
                <a:lnTo>
                  <a:pt x="2254822" y="101631"/>
                </a:lnTo>
                <a:lnTo>
                  <a:pt x="2254575" y="103200"/>
                </a:lnTo>
                <a:lnTo>
                  <a:pt x="2254354" y="104789"/>
                </a:lnTo>
                <a:lnTo>
                  <a:pt x="2254159" y="106398"/>
                </a:lnTo>
                <a:lnTo>
                  <a:pt x="2253990" y="108028"/>
                </a:lnTo>
                <a:lnTo>
                  <a:pt x="2253847" y="109678"/>
                </a:lnTo>
                <a:lnTo>
                  <a:pt x="2253730" y="111349"/>
                </a:lnTo>
                <a:lnTo>
                  <a:pt x="2253639" y="113040"/>
                </a:lnTo>
                <a:lnTo>
                  <a:pt x="2253575" y="114751"/>
                </a:lnTo>
                <a:lnTo>
                  <a:pt x="2253536" y="116483"/>
                </a:lnTo>
                <a:lnTo>
                  <a:pt x="2253523" y="118235"/>
                </a:lnTo>
                <a:lnTo>
                  <a:pt x="2253536" y="120043"/>
                </a:lnTo>
                <a:lnTo>
                  <a:pt x="2253576" y="121829"/>
                </a:lnTo>
                <a:lnTo>
                  <a:pt x="2253643" y="123594"/>
                </a:lnTo>
                <a:lnTo>
                  <a:pt x="2253736" y="125337"/>
                </a:lnTo>
                <a:lnTo>
                  <a:pt x="2253856" y="127058"/>
                </a:lnTo>
                <a:lnTo>
                  <a:pt x="2254003" y="128757"/>
                </a:lnTo>
                <a:lnTo>
                  <a:pt x="2254176" y="130435"/>
                </a:lnTo>
                <a:lnTo>
                  <a:pt x="2254376" y="132090"/>
                </a:lnTo>
                <a:lnTo>
                  <a:pt x="2254603" y="133724"/>
                </a:lnTo>
                <a:lnTo>
                  <a:pt x="2254857" y="135337"/>
                </a:lnTo>
                <a:lnTo>
                  <a:pt x="2255137" y="136927"/>
                </a:lnTo>
                <a:lnTo>
                  <a:pt x="2255444" y="138496"/>
                </a:lnTo>
                <a:lnTo>
                  <a:pt x="2255777" y="140042"/>
                </a:lnTo>
                <a:lnTo>
                  <a:pt x="2256138" y="141567"/>
                </a:lnTo>
                <a:lnTo>
                  <a:pt x="2256525" y="143071"/>
                </a:lnTo>
                <a:lnTo>
                  <a:pt x="2256938" y="144552"/>
                </a:lnTo>
                <a:lnTo>
                  <a:pt x="2257378" y="146012"/>
                </a:lnTo>
                <a:lnTo>
                  <a:pt x="2257845" y="147450"/>
                </a:lnTo>
                <a:lnTo>
                  <a:pt x="2258339" y="148866"/>
                </a:lnTo>
                <a:lnTo>
                  <a:pt x="2258859" y="150260"/>
                </a:lnTo>
                <a:lnTo>
                  <a:pt x="2259406" y="151633"/>
                </a:lnTo>
                <a:lnTo>
                  <a:pt x="2259980" y="152983"/>
                </a:lnTo>
                <a:lnTo>
                  <a:pt x="2260581" y="154312"/>
                </a:lnTo>
                <a:lnTo>
                  <a:pt x="2261208" y="155620"/>
                </a:lnTo>
                <a:lnTo>
                  <a:pt x="2261861" y="156903"/>
                </a:lnTo>
                <a:lnTo>
                  <a:pt x="2262539" y="158161"/>
                </a:lnTo>
                <a:lnTo>
                  <a:pt x="2263243" y="159393"/>
                </a:lnTo>
                <a:lnTo>
                  <a:pt x="2263972" y="160601"/>
                </a:lnTo>
                <a:lnTo>
                  <a:pt x="2264726" y="161783"/>
                </a:lnTo>
                <a:lnTo>
                  <a:pt x="2265505" y="162939"/>
                </a:lnTo>
                <a:lnTo>
                  <a:pt x="2266310" y="164070"/>
                </a:lnTo>
                <a:lnTo>
                  <a:pt x="2267140" y="165176"/>
                </a:lnTo>
                <a:lnTo>
                  <a:pt x="2267995" y="166257"/>
                </a:lnTo>
                <a:lnTo>
                  <a:pt x="2268876" y="167312"/>
                </a:lnTo>
                <a:lnTo>
                  <a:pt x="2269782" y="168342"/>
                </a:lnTo>
                <a:lnTo>
                  <a:pt x="2270713" y="169347"/>
                </a:lnTo>
                <a:lnTo>
                  <a:pt x="2271669" y="170326"/>
                </a:lnTo>
                <a:lnTo>
                  <a:pt x="2272651" y="171280"/>
                </a:lnTo>
                <a:lnTo>
                  <a:pt x="2273658" y="172208"/>
                </a:lnTo>
                <a:lnTo>
                  <a:pt x="2274690" y="173111"/>
                </a:lnTo>
                <a:lnTo>
                  <a:pt x="2275748" y="173989"/>
                </a:lnTo>
                <a:lnTo>
                  <a:pt x="2276831" y="174842"/>
                </a:lnTo>
                <a:lnTo>
                  <a:pt x="2277939" y="175669"/>
                </a:lnTo>
                <a:lnTo>
                  <a:pt x="2279072" y="176471"/>
                </a:lnTo>
                <a:lnTo>
                  <a:pt x="2280231" y="177247"/>
                </a:lnTo>
                <a:lnTo>
                  <a:pt x="2281415" y="177999"/>
                </a:lnTo>
                <a:lnTo>
                  <a:pt x="2282624" y="178724"/>
                </a:lnTo>
                <a:lnTo>
                  <a:pt x="2283859" y="179425"/>
                </a:lnTo>
                <a:lnTo>
                  <a:pt x="2285118" y="180098"/>
                </a:lnTo>
                <a:lnTo>
                  <a:pt x="2286402" y="180743"/>
                </a:lnTo>
                <a:lnTo>
                  <a:pt x="2287710" y="181359"/>
                </a:lnTo>
                <a:lnTo>
                  <a:pt x="2289042" y="181947"/>
                </a:lnTo>
                <a:lnTo>
                  <a:pt x="2290399" y="182506"/>
                </a:lnTo>
                <a:lnTo>
                  <a:pt x="2291780" y="183036"/>
                </a:lnTo>
                <a:lnTo>
                  <a:pt x="2293185" y="183538"/>
                </a:lnTo>
                <a:lnTo>
                  <a:pt x="2294615" y="184010"/>
                </a:lnTo>
                <a:lnTo>
                  <a:pt x="2296069" y="184455"/>
                </a:lnTo>
                <a:lnTo>
                  <a:pt x="2297547" y="184870"/>
                </a:lnTo>
                <a:lnTo>
                  <a:pt x="2299050" y="185257"/>
                </a:lnTo>
                <a:lnTo>
                  <a:pt x="2300577" y="185615"/>
                </a:lnTo>
                <a:lnTo>
                  <a:pt x="2302129" y="185945"/>
                </a:lnTo>
                <a:lnTo>
                  <a:pt x="2303704" y="186246"/>
                </a:lnTo>
                <a:lnTo>
                  <a:pt x="2305304" y="186518"/>
                </a:lnTo>
                <a:lnTo>
                  <a:pt x="2306929" y="186762"/>
                </a:lnTo>
                <a:lnTo>
                  <a:pt x="2308578" y="186977"/>
                </a:lnTo>
                <a:lnTo>
                  <a:pt x="2310251" y="187163"/>
                </a:lnTo>
                <a:lnTo>
                  <a:pt x="2311948" y="187321"/>
                </a:lnTo>
                <a:lnTo>
                  <a:pt x="2313670" y="187450"/>
                </a:lnTo>
                <a:lnTo>
                  <a:pt x="2315416" y="187550"/>
                </a:lnTo>
                <a:lnTo>
                  <a:pt x="2317187" y="187622"/>
                </a:lnTo>
                <a:lnTo>
                  <a:pt x="2318982" y="187665"/>
                </a:lnTo>
                <a:lnTo>
                  <a:pt x="2320801" y="187679"/>
                </a:lnTo>
                <a:lnTo>
                  <a:pt x="2322288" y="187670"/>
                </a:lnTo>
                <a:lnTo>
                  <a:pt x="2323758" y="187643"/>
                </a:lnTo>
                <a:lnTo>
                  <a:pt x="2325214" y="187599"/>
                </a:lnTo>
                <a:lnTo>
                  <a:pt x="2326653" y="187537"/>
                </a:lnTo>
                <a:lnTo>
                  <a:pt x="2328077" y="187456"/>
                </a:lnTo>
                <a:close/>
                <a:moveTo>
                  <a:pt x="2290300" y="97564"/>
                </a:moveTo>
                <a:lnTo>
                  <a:pt x="2290503" y="96544"/>
                </a:lnTo>
                <a:lnTo>
                  <a:pt x="2290730" y="95546"/>
                </a:lnTo>
                <a:lnTo>
                  <a:pt x="2290982" y="94570"/>
                </a:lnTo>
                <a:lnTo>
                  <a:pt x="2291258" y="93618"/>
                </a:lnTo>
                <a:lnTo>
                  <a:pt x="2291559" y="92687"/>
                </a:lnTo>
                <a:lnTo>
                  <a:pt x="2291885" y="91780"/>
                </a:lnTo>
                <a:lnTo>
                  <a:pt x="2292235" y="90895"/>
                </a:lnTo>
                <a:lnTo>
                  <a:pt x="2292609" y="90033"/>
                </a:lnTo>
                <a:lnTo>
                  <a:pt x="2293009" y="89194"/>
                </a:lnTo>
                <a:lnTo>
                  <a:pt x="2293432" y="88377"/>
                </a:lnTo>
                <a:lnTo>
                  <a:pt x="2293881" y="87583"/>
                </a:lnTo>
                <a:lnTo>
                  <a:pt x="2294354" y="86812"/>
                </a:lnTo>
                <a:lnTo>
                  <a:pt x="2294851" y="86063"/>
                </a:lnTo>
                <a:lnTo>
                  <a:pt x="2295373" y="85337"/>
                </a:lnTo>
                <a:lnTo>
                  <a:pt x="2295920" y="84633"/>
                </a:lnTo>
                <a:lnTo>
                  <a:pt x="2296491" y="83953"/>
                </a:lnTo>
                <a:lnTo>
                  <a:pt x="2297087" y="83295"/>
                </a:lnTo>
                <a:lnTo>
                  <a:pt x="2297707" y="82659"/>
                </a:lnTo>
                <a:lnTo>
                  <a:pt x="2298352" y="82046"/>
                </a:lnTo>
                <a:lnTo>
                  <a:pt x="2299018" y="81457"/>
                </a:lnTo>
                <a:lnTo>
                  <a:pt x="2299698" y="80894"/>
                </a:lnTo>
                <a:lnTo>
                  <a:pt x="2300395" y="80355"/>
                </a:lnTo>
                <a:lnTo>
                  <a:pt x="2301107" y="79841"/>
                </a:lnTo>
                <a:lnTo>
                  <a:pt x="2301835" y="79352"/>
                </a:lnTo>
                <a:lnTo>
                  <a:pt x="2302578" y="78889"/>
                </a:lnTo>
                <a:lnTo>
                  <a:pt x="2303338" y="78450"/>
                </a:lnTo>
                <a:lnTo>
                  <a:pt x="2304113" y="78037"/>
                </a:lnTo>
                <a:lnTo>
                  <a:pt x="2304903" y="77648"/>
                </a:lnTo>
                <a:lnTo>
                  <a:pt x="2305709" y="77285"/>
                </a:lnTo>
                <a:lnTo>
                  <a:pt x="2306531" y="76946"/>
                </a:lnTo>
                <a:lnTo>
                  <a:pt x="2307369" y="76633"/>
                </a:lnTo>
                <a:lnTo>
                  <a:pt x="2308222" y="76345"/>
                </a:lnTo>
                <a:lnTo>
                  <a:pt x="2309091" y="76082"/>
                </a:lnTo>
                <a:lnTo>
                  <a:pt x="2309976" y="75844"/>
                </a:lnTo>
                <a:lnTo>
                  <a:pt x="2310876" y="75631"/>
                </a:lnTo>
                <a:lnTo>
                  <a:pt x="2311792" y="75443"/>
                </a:lnTo>
                <a:lnTo>
                  <a:pt x="2312724" y="75280"/>
                </a:lnTo>
                <a:lnTo>
                  <a:pt x="2313672" y="75142"/>
                </a:lnTo>
                <a:lnTo>
                  <a:pt x="2314635" y="75029"/>
                </a:lnTo>
                <a:lnTo>
                  <a:pt x="2315613" y="74942"/>
                </a:lnTo>
                <a:lnTo>
                  <a:pt x="2316608" y="74879"/>
                </a:lnTo>
                <a:lnTo>
                  <a:pt x="2317618" y="74841"/>
                </a:lnTo>
                <a:lnTo>
                  <a:pt x="2318644" y="74829"/>
                </a:lnTo>
                <a:lnTo>
                  <a:pt x="2319647" y="74841"/>
                </a:lnTo>
                <a:lnTo>
                  <a:pt x="2320636" y="74878"/>
                </a:lnTo>
                <a:lnTo>
                  <a:pt x="2321609" y="74938"/>
                </a:lnTo>
                <a:lnTo>
                  <a:pt x="2322567" y="75024"/>
                </a:lnTo>
                <a:lnTo>
                  <a:pt x="2323510" y="75133"/>
                </a:lnTo>
                <a:lnTo>
                  <a:pt x="2324437" y="75267"/>
                </a:lnTo>
                <a:lnTo>
                  <a:pt x="2325350" y="75425"/>
                </a:lnTo>
                <a:lnTo>
                  <a:pt x="2326247" y="75608"/>
                </a:lnTo>
                <a:lnTo>
                  <a:pt x="2327129" y="75815"/>
                </a:lnTo>
                <a:lnTo>
                  <a:pt x="2327995" y="76046"/>
                </a:lnTo>
                <a:lnTo>
                  <a:pt x="2328847" y="76302"/>
                </a:lnTo>
                <a:lnTo>
                  <a:pt x="2329683" y="76582"/>
                </a:lnTo>
                <a:lnTo>
                  <a:pt x="2330504" y="76886"/>
                </a:lnTo>
                <a:lnTo>
                  <a:pt x="2331310" y="77215"/>
                </a:lnTo>
                <a:lnTo>
                  <a:pt x="2332100" y="77568"/>
                </a:lnTo>
                <a:lnTo>
                  <a:pt x="2332876" y="77945"/>
                </a:lnTo>
                <a:lnTo>
                  <a:pt x="2333636" y="78347"/>
                </a:lnTo>
                <a:lnTo>
                  <a:pt x="2334381" y="78773"/>
                </a:lnTo>
                <a:lnTo>
                  <a:pt x="2335110" y="79223"/>
                </a:lnTo>
                <a:lnTo>
                  <a:pt x="2335825" y="79698"/>
                </a:lnTo>
                <a:lnTo>
                  <a:pt x="2336524" y="80197"/>
                </a:lnTo>
                <a:lnTo>
                  <a:pt x="2337208" y="80720"/>
                </a:lnTo>
                <a:lnTo>
                  <a:pt x="2337877" y="81268"/>
                </a:lnTo>
                <a:lnTo>
                  <a:pt x="2338531" y="81840"/>
                </a:lnTo>
                <a:lnTo>
                  <a:pt x="2339164" y="82436"/>
                </a:lnTo>
                <a:lnTo>
                  <a:pt x="2339772" y="83058"/>
                </a:lnTo>
                <a:lnTo>
                  <a:pt x="2340354" y="83704"/>
                </a:lnTo>
                <a:lnTo>
                  <a:pt x="2340911" y="84375"/>
                </a:lnTo>
                <a:lnTo>
                  <a:pt x="2341442" y="85071"/>
                </a:lnTo>
                <a:lnTo>
                  <a:pt x="2341948" y="85792"/>
                </a:lnTo>
                <a:lnTo>
                  <a:pt x="2342428" y="86537"/>
                </a:lnTo>
                <a:lnTo>
                  <a:pt x="2342883" y="87308"/>
                </a:lnTo>
                <a:lnTo>
                  <a:pt x="2343312" y="88103"/>
                </a:lnTo>
                <a:lnTo>
                  <a:pt x="2343716" y="88923"/>
                </a:lnTo>
                <a:lnTo>
                  <a:pt x="2344094" y="89768"/>
                </a:lnTo>
                <a:lnTo>
                  <a:pt x="2344446" y="90637"/>
                </a:lnTo>
                <a:lnTo>
                  <a:pt x="2344773" y="91532"/>
                </a:lnTo>
                <a:lnTo>
                  <a:pt x="2345075" y="92451"/>
                </a:lnTo>
                <a:lnTo>
                  <a:pt x="2345351" y="93395"/>
                </a:lnTo>
                <a:lnTo>
                  <a:pt x="2345602" y="94364"/>
                </a:lnTo>
                <a:lnTo>
                  <a:pt x="2345827" y="95357"/>
                </a:lnTo>
                <a:lnTo>
                  <a:pt x="2346026" y="96376"/>
                </a:lnTo>
                <a:lnTo>
                  <a:pt x="2346200" y="97419"/>
                </a:lnTo>
                <a:lnTo>
                  <a:pt x="2346349" y="98487"/>
                </a:lnTo>
                <a:lnTo>
                  <a:pt x="2346472" y="99580"/>
                </a:lnTo>
                <a:lnTo>
                  <a:pt x="2346569" y="100698"/>
                </a:lnTo>
                <a:lnTo>
                  <a:pt x="2346641" y="101840"/>
                </a:lnTo>
                <a:lnTo>
                  <a:pt x="2346688" y="103008"/>
                </a:lnTo>
                <a:lnTo>
                  <a:pt x="2289656" y="103008"/>
                </a:lnTo>
                <a:lnTo>
                  <a:pt x="2289736" y="101874"/>
                </a:lnTo>
                <a:lnTo>
                  <a:pt x="2289840" y="100762"/>
                </a:lnTo>
                <a:lnTo>
                  <a:pt x="2289969" y="99674"/>
                </a:lnTo>
                <a:lnTo>
                  <a:pt x="2290122" y="98608"/>
                </a:lnTo>
                <a:lnTo>
                  <a:pt x="2290300" y="975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Attacks">
            <a:extLst xmlns:a="http://schemas.openxmlformats.org/drawingml/2006/main">
              <a:ext uri="{FF2B5EF4-FFF2-40B4-BE49-F238E27FC236}">
                <a16:creationId xmlns:a16="http://schemas.microsoft.com/office/drawing/2014/main" id="{BCB68678-829E-48BC-9FB8-B404323A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417" y="3930405"/>
            <a:ext cx="943462" cy="183904"/>
          </a:xfrm>
          <a:custGeom xmlns:a="http://schemas.openxmlformats.org/drawingml/2006/main">
            <a:pathLst>
              <a:path w="943462" h="183904">
                <a:moveTo>
                  <a:pt x="0" y="181477"/>
                </a:moveTo>
                <a:lnTo>
                  <a:pt x="65256" y="0"/>
                </a:lnTo>
                <a:lnTo>
                  <a:pt x="105030" y="0"/>
                </a:lnTo>
                <a:lnTo>
                  <a:pt x="170421" y="181477"/>
                </a:lnTo>
                <a:lnTo>
                  <a:pt x="130917" y="181477"/>
                </a:lnTo>
                <a:lnTo>
                  <a:pt x="117973" y="141568"/>
                </a:lnTo>
                <a:lnTo>
                  <a:pt x="52448" y="141568"/>
                </a:lnTo>
                <a:lnTo>
                  <a:pt x="39100" y="181477"/>
                </a:lnTo>
                <a:lnTo>
                  <a:pt x="0" y="181477"/>
                </a:lnTo>
                <a:moveTo>
                  <a:pt x="61481" y="110153"/>
                </a:moveTo>
                <a:lnTo>
                  <a:pt x="108670" y="110153"/>
                </a:lnTo>
                <a:lnTo>
                  <a:pt x="85076" y="37482"/>
                </a:lnTo>
                <a:lnTo>
                  <a:pt x="61481" y="110153"/>
                </a:lnTo>
                <a:close/>
                <a:moveTo>
                  <a:pt x="246161" y="181477"/>
                </a:moveTo>
                <a:cubicBezTo>
                  <a:pt x="232858" y="181477"/>
                  <a:pt x="222544" y="179857"/>
                  <a:pt x="215218" y="176619"/>
                </a:cubicBezTo>
                <a:cubicBezTo>
                  <a:pt x="207892" y="173377"/>
                  <a:pt x="202792" y="168356"/>
                  <a:pt x="199915" y="161556"/>
                </a:cubicBezTo>
                <a:cubicBezTo>
                  <a:pt x="197039" y="154756"/>
                  <a:pt x="195601" y="145878"/>
                  <a:pt x="195601" y="134924"/>
                </a:cubicBezTo>
                <a:lnTo>
                  <a:pt x="195601" y="75773"/>
                </a:lnTo>
                <a:lnTo>
                  <a:pt x="173759" y="75773"/>
                </a:lnTo>
                <a:lnTo>
                  <a:pt x="173759" y="48268"/>
                </a:lnTo>
                <a:lnTo>
                  <a:pt x="195601" y="48268"/>
                </a:lnTo>
                <a:lnTo>
                  <a:pt x="195601" y="17258"/>
                </a:lnTo>
                <a:lnTo>
                  <a:pt x="231330" y="17258"/>
                </a:lnTo>
                <a:lnTo>
                  <a:pt x="231330" y="48268"/>
                </a:lnTo>
                <a:lnTo>
                  <a:pt x="260048" y="48268"/>
                </a:lnTo>
                <a:lnTo>
                  <a:pt x="260048" y="75773"/>
                </a:lnTo>
                <a:lnTo>
                  <a:pt x="231330" y="75773"/>
                </a:lnTo>
                <a:lnTo>
                  <a:pt x="231330" y="133049"/>
                </a:lnTo>
                <a:cubicBezTo>
                  <a:pt x="231330" y="140116"/>
                  <a:pt x="232296" y="145347"/>
                  <a:pt x="234229" y="148743"/>
                </a:cubicBezTo>
                <a:cubicBezTo>
                  <a:pt x="236161" y="152139"/>
                  <a:pt x="240543" y="153837"/>
                  <a:pt x="247374" y="153837"/>
                </a:cubicBezTo>
                <a:lnTo>
                  <a:pt x="260048" y="153837"/>
                </a:lnTo>
                <a:lnTo>
                  <a:pt x="260048" y="181477"/>
                </a:lnTo>
                <a:lnTo>
                  <a:pt x="246161" y="181477"/>
                </a:lnTo>
                <a:close/>
                <a:moveTo>
                  <a:pt x="345566" y="181477"/>
                </a:moveTo>
                <a:cubicBezTo>
                  <a:pt x="332263" y="181477"/>
                  <a:pt x="321948" y="179857"/>
                  <a:pt x="314623" y="176619"/>
                </a:cubicBezTo>
                <a:cubicBezTo>
                  <a:pt x="307297" y="173377"/>
                  <a:pt x="302196" y="168356"/>
                  <a:pt x="299320" y="161556"/>
                </a:cubicBezTo>
                <a:cubicBezTo>
                  <a:pt x="296444" y="154756"/>
                  <a:pt x="295005" y="145878"/>
                  <a:pt x="295005" y="134924"/>
                </a:cubicBezTo>
                <a:lnTo>
                  <a:pt x="295005" y="75773"/>
                </a:lnTo>
                <a:lnTo>
                  <a:pt x="273164" y="75773"/>
                </a:lnTo>
                <a:lnTo>
                  <a:pt x="273164" y="48268"/>
                </a:lnTo>
                <a:lnTo>
                  <a:pt x="295005" y="48268"/>
                </a:lnTo>
                <a:lnTo>
                  <a:pt x="295005" y="17258"/>
                </a:lnTo>
                <a:lnTo>
                  <a:pt x="330735" y="17258"/>
                </a:lnTo>
                <a:lnTo>
                  <a:pt x="330735" y="48268"/>
                </a:lnTo>
                <a:lnTo>
                  <a:pt x="359453" y="48268"/>
                </a:lnTo>
                <a:lnTo>
                  <a:pt x="359453" y="75773"/>
                </a:lnTo>
                <a:lnTo>
                  <a:pt x="330735" y="75773"/>
                </a:lnTo>
                <a:lnTo>
                  <a:pt x="330735" y="133049"/>
                </a:lnTo>
                <a:cubicBezTo>
                  <a:pt x="330735" y="140116"/>
                  <a:pt x="331701" y="145347"/>
                  <a:pt x="333633" y="148743"/>
                </a:cubicBezTo>
                <a:cubicBezTo>
                  <a:pt x="335566" y="152139"/>
                  <a:pt x="339948" y="153837"/>
                  <a:pt x="346779" y="153837"/>
                </a:cubicBezTo>
                <a:lnTo>
                  <a:pt x="359453" y="153837"/>
                </a:lnTo>
                <a:lnTo>
                  <a:pt x="359453" y="181477"/>
                </a:lnTo>
                <a:lnTo>
                  <a:pt x="345566" y="181477"/>
                </a:lnTo>
                <a:close/>
                <a:moveTo>
                  <a:pt x="421850" y="183904"/>
                </a:moveTo>
                <a:cubicBezTo>
                  <a:pt x="414390" y="183904"/>
                  <a:pt x="407424" y="182452"/>
                  <a:pt x="400952" y="179547"/>
                </a:cubicBezTo>
                <a:cubicBezTo>
                  <a:pt x="394481" y="176643"/>
                  <a:pt x="389245" y="172264"/>
                  <a:pt x="385245" y="166410"/>
                </a:cubicBezTo>
                <a:cubicBezTo>
                  <a:pt x="381245" y="160553"/>
                  <a:pt x="379245" y="153224"/>
                  <a:pt x="379245" y="144421"/>
                </a:cubicBezTo>
                <a:cubicBezTo>
                  <a:pt x="379245" y="132168"/>
                  <a:pt x="382886" y="122934"/>
                  <a:pt x="390166" y="116718"/>
                </a:cubicBezTo>
                <a:cubicBezTo>
                  <a:pt x="397447" y="110499"/>
                  <a:pt x="407626" y="106277"/>
                  <a:pt x="420704" y="104053"/>
                </a:cubicBezTo>
                <a:cubicBezTo>
                  <a:pt x="433783" y="101828"/>
                  <a:pt x="448996" y="100534"/>
                  <a:pt x="466343" y="100172"/>
                </a:cubicBezTo>
                <a:lnTo>
                  <a:pt x="466343" y="92938"/>
                </a:lnTo>
                <a:cubicBezTo>
                  <a:pt x="466343" y="84123"/>
                  <a:pt x="464298" y="78093"/>
                  <a:pt x="460209" y="74846"/>
                </a:cubicBezTo>
                <a:cubicBezTo>
                  <a:pt x="456119" y="71599"/>
                  <a:pt x="450838" y="69975"/>
                  <a:pt x="444367" y="69975"/>
                </a:cubicBezTo>
                <a:cubicBezTo>
                  <a:pt x="437266" y="69975"/>
                  <a:pt x="431423" y="71707"/>
                  <a:pt x="426839" y="75170"/>
                </a:cubicBezTo>
                <a:cubicBezTo>
                  <a:pt x="422255" y="78631"/>
                  <a:pt x="419963" y="84239"/>
                  <a:pt x="419963" y="91994"/>
                </a:cubicBezTo>
                <a:lnTo>
                  <a:pt x="386526" y="91994"/>
                </a:lnTo>
                <a:cubicBezTo>
                  <a:pt x="386526" y="80615"/>
                  <a:pt x="388975" y="71603"/>
                  <a:pt x="393874" y="64957"/>
                </a:cubicBezTo>
                <a:cubicBezTo>
                  <a:pt x="398773" y="58308"/>
                  <a:pt x="405559" y="53528"/>
                  <a:pt x="414233" y="50615"/>
                </a:cubicBezTo>
                <a:cubicBezTo>
                  <a:pt x="422907" y="47702"/>
                  <a:pt x="432951" y="46246"/>
                  <a:pt x="444367" y="46246"/>
                </a:cubicBezTo>
                <a:cubicBezTo>
                  <a:pt x="452726" y="46246"/>
                  <a:pt x="460366" y="46951"/>
                  <a:pt x="467287" y="48361"/>
                </a:cubicBezTo>
                <a:cubicBezTo>
                  <a:pt x="474208" y="49771"/>
                  <a:pt x="480208" y="52205"/>
                  <a:pt x="485286" y="55662"/>
                </a:cubicBezTo>
                <a:cubicBezTo>
                  <a:pt x="490365" y="59117"/>
                  <a:pt x="494297" y="63825"/>
                  <a:pt x="497084" y="69785"/>
                </a:cubicBezTo>
                <a:cubicBezTo>
                  <a:pt x="499870" y="75743"/>
                  <a:pt x="501263" y="83180"/>
                  <a:pt x="501263" y="92095"/>
                </a:cubicBezTo>
                <a:lnTo>
                  <a:pt x="501263" y="181477"/>
                </a:lnTo>
                <a:lnTo>
                  <a:pt x="467826" y="181477"/>
                </a:lnTo>
                <a:lnTo>
                  <a:pt x="466748" y="164489"/>
                </a:lnTo>
                <a:cubicBezTo>
                  <a:pt x="461175" y="170870"/>
                  <a:pt x="454703" y="175702"/>
                  <a:pt x="447333" y="178983"/>
                </a:cubicBezTo>
                <a:cubicBezTo>
                  <a:pt x="439962" y="182263"/>
                  <a:pt x="431468" y="183904"/>
                  <a:pt x="421850" y="183904"/>
                </a:cubicBezTo>
                <a:moveTo>
                  <a:pt x="433580" y="159365"/>
                </a:moveTo>
                <a:cubicBezTo>
                  <a:pt x="440322" y="159365"/>
                  <a:pt x="446546" y="157576"/>
                  <a:pt x="452254" y="153997"/>
                </a:cubicBezTo>
                <a:cubicBezTo>
                  <a:pt x="457962" y="150416"/>
                  <a:pt x="462523" y="146332"/>
                  <a:pt x="465939" y="141745"/>
                </a:cubicBezTo>
                <a:lnTo>
                  <a:pt x="465939" y="119992"/>
                </a:lnTo>
                <a:cubicBezTo>
                  <a:pt x="447063" y="120084"/>
                  <a:pt x="433850" y="121897"/>
                  <a:pt x="426300" y="125431"/>
                </a:cubicBezTo>
                <a:cubicBezTo>
                  <a:pt x="418749" y="128965"/>
                  <a:pt x="414974" y="134678"/>
                  <a:pt x="414974" y="142571"/>
                </a:cubicBezTo>
                <a:cubicBezTo>
                  <a:pt x="414974" y="148262"/>
                  <a:pt x="416705" y="152483"/>
                  <a:pt x="420165" y="155236"/>
                </a:cubicBezTo>
                <a:cubicBezTo>
                  <a:pt x="423626" y="157989"/>
                  <a:pt x="428097" y="159365"/>
                  <a:pt x="433580" y="159365"/>
                </a:cubicBezTo>
                <a:close/>
                <a:moveTo>
                  <a:pt x="599671" y="183904"/>
                </a:moveTo>
                <a:cubicBezTo>
                  <a:pt x="587447" y="183904"/>
                  <a:pt x="576346" y="181530"/>
                  <a:pt x="566369" y="176783"/>
                </a:cubicBezTo>
                <a:cubicBezTo>
                  <a:pt x="556391" y="172033"/>
                  <a:pt x="548482" y="164636"/>
                  <a:pt x="542639" y="154592"/>
                </a:cubicBezTo>
                <a:cubicBezTo>
                  <a:pt x="536797" y="144547"/>
                  <a:pt x="533875" y="131580"/>
                  <a:pt x="533875" y="115690"/>
                </a:cubicBezTo>
                <a:cubicBezTo>
                  <a:pt x="533875" y="99803"/>
                  <a:pt x="536662" y="86746"/>
                  <a:pt x="542235" y="76518"/>
                </a:cubicBezTo>
                <a:cubicBezTo>
                  <a:pt x="547807" y="66291"/>
                  <a:pt x="555560" y="58689"/>
                  <a:pt x="565492" y="53712"/>
                </a:cubicBezTo>
                <a:cubicBezTo>
                  <a:pt x="575424" y="48734"/>
                  <a:pt x="586817" y="46246"/>
                  <a:pt x="599671" y="46246"/>
                </a:cubicBezTo>
                <a:cubicBezTo>
                  <a:pt x="610817" y="46246"/>
                  <a:pt x="620884" y="48119"/>
                  <a:pt x="629872" y="51866"/>
                </a:cubicBezTo>
                <a:cubicBezTo>
                  <a:pt x="638860" y="55610"/>
                  <a:pt x="646006" y="61204"/>
                  <a:pt x="651309" y="68648"/>
                </a:cubicBezTo>
                <a:cubicBezTo>
                  <a:pt x="656613" y="76091"/>
                  <a:pt x="659309" y="85477"/>
                  <a:pt x="659399" y="96806"/>
                </a:cubicBezTo>
                <a:lnTo>
                  <a:pt x="624749" y="96806"/>
                </a:lnTo>
                <a:cubicBezTo>
                  <a:pt x="624569" y="89817"/>
                  <a:pt x="622322" y="84250"/>
                  <a:pt x="618007" y="80104"/>
                </a:cubicBezTo>
                <a:cubicBezTo>
                  <a:pt x="613693" y="75958"/>
                  <a:pt x="607626" y="73885"/>
                  <a:pt x="599806" y="73885"/>
                </a:cubicBezTo>
                <a:cubicBezTo>
                  <a:pt x="589469" y="73885"/>
                  <a:pt x="581986" y="77531"/>
                  <a:pt x="577357" y="84823"/>
                </a:cubicBezTo>
                <a:cubicBezTo>
                  <a:pt x="572728" y="92115"/>
                  <a:pt x="570413" y="102407"/>
                  <a:pt x="570413" y="115698"/>
                </a:cubicBezTo>
                <a:cubicBezTo>
                  <a:pt x="570413" y="124282"/>
                  <a:pt x="571425" y="131598"/>
                  <a:pt x="573447" y="137645"/>
                </a:cubicBezTo>
                <a:cubicBezTo>
                  <a:pt x="575469" y="143690"/>
                  <a:pt x="578660" y="148305"/>
                  <a:pt x="583020" y="151491"/>
                </a:cubicBezTo>
                <a:cubicBezTo>
                  <a:pt x="587379" y="154673"/>
                  <a:pt x="592974" y="156264"/>
                  <a:pt x="599806" y="156264"/>
                </a:cubicBezTo>
                <a:cubicBezTo>
                  <a:pt x="607805" y="156264"/>
                  <a:pt x="614120" y="154003"/>
                  <a:pt x="618749" y="149481"/>
                </a:cubicBezTo>
                <a:cubicBezTo>
                  <a:pt x="623378" y="144956"/>
                  <a:pt x="625782" y="138543"/>
                  <a:pt x="625962" y="130243"/>
                </a:cubicBezTo>
                <a:lnTo>
                  <a:pt x="660613" y="130243"/>
                </a:lnTo>
                <a:cubicBezTo>
                  <a:pt x="660343" y="141863"/>
                  <a:pt x="657579" y="151653"/>
                  <a:pt x="652321" y="159614"/>
                </a:cubicBezTo>
                <a:cubicBezTo>
                  <a:pt x="647062" y="167571"/>
                  <a:pt x="639894" y="173609"/>
                  <a:pt x="630816" y="177727"/>
                </a:cubicBezTo>
                <a:cubicBezTo>
                  <a:pt x="621737" y="181845"/>
                  <a:pt x="611356" y="183904"/>
                  <a:pt x="599671" y="183904"/>
                </a:cubicBezTo>
                <a:close/>
                <a:moveTo>
                  <a:pt x="689724" y="181477"/>
                </a:moveTo>
                <a:lnTo>
                  <a:pt x="689724" y="0"/>
                </a:lnTo>
                <a:lnTo>
                  <a:pt x="725453" y="0"/>
                </a:lnTo>
                <a:lnTo>
                  <a:pt x="725453" y="109686"/>
                </a:lnTo>
                <a:lnTo>
                  <a:pt x="776822" y="48268"/>
                </a:lnTo>
                <a:lnTo>
                  <a:pt x="815652" y="48268"/>
                </a:lnTo>
                <a:lnTo>
                  <a:pt x="763609" y="109551"/>
                </a:lnTo>
                <a:lnTo>
                  <a:pt x="819428" y="181477"/>
                </a:lnTo>
                <a:lnTo>
                  <a:pt x="778710" y="181477"/>
                </a:lnTo>
                <a:lnTo>
                  <a:pt x="725453" y="111186"/>
                </a:lnTo>
                <a:lnTo>
                  <a:pt x="725453" y="181477"/>
                </a:lnTo>
                <a:lnTo>
                  <a:pt x="689724" y="181477"/>
                </a:lnTo>
                <a:close/>
                <a:moveTo>
                  <a:pt x="886161" y="183904"/>
                </a:moveTo>
                <a:cubicBezTo>
                  <a:pt x="878880" y="183904"/>
                  <a:pt x="871735" y="183223"/>
                  <a:pt x="864724" y="181860"/>
                </a:cubicBezTo>
                <a:cubicBezTo>
                  <a:pt x="857713" y="180498"/>
                  <a:pt x="851376" y="178158"/>
                  <a:pt x="845713" y="174841"/>
                </a:cubicBezTo>
                <a:cubicBezTo>
                  <a:pt x="840050" y="171524"/>
                  <a:pt x="835556" y="167003"/>
                  <a:pt x="832230" y="161278"/>
                </a:cubicBezTo>
                <a:cubicBezTo>
                  <a:pt x="828905" y="155554"/>
                  <a:pt x="827242" y="148420"/>
                  <a:pt x="827242" y="139879"/>
                </a:cubicBezTo>
                <a:lnTo>
                  <a:pt x="860409" y="139879"/>
                </a:lnTo>
                <a:cubicBezTo>
                  <a:pt x="860409" y="147426"/>
                  <a:pt x="862993" y="152673"/>
                  <a:pt x="868162" y="155620"/>
                </a:cubicBezTo>
                <a:cubicBezTo>
                  <a:pt x="873330" y="158566"/>
                  <a:pt x="879375" y="160039"/>
                  <a:pt x="886296" y="160039"/>
                </a:cubicBezTo>
                <a:cubicBezTo>
                  <a:pt x="893127" y="160039"/>
                  <a:pt x="898430" y="158907"/>
                  <a:pt x="902205" y="156643"/>
                </a:cubicBezTo>
                <a:cubicBezTo>
                  <a:pt x="905981" y="154377"/>
                  <a:pt x="907868" y="150561"/>
                  <a:pt x="907868" y="145196"/>
                </a:cubicBezTo>
                <a:cubicBezTo>
                  <a:pt x="907868" y="140199"/>
                  <a:pt x="905644" y="136474"/>
                  <a:pt x="901194" y="134022"/>
                </a:cubicBezTo>
                <a:cubicBezTo>
                  <a:pt x="896745" y="131567"/>
                  <a:pt x="888948" y="129067"/>
                  <a:pt x="877802" y="126522"/>
                </a:cubicBezTo>
                <a:cubicBezTo>
                  <a:pt x="868454" y="124250"/>
                  <a:pt x="860117" y="121501"/>
                  <a:pt x="852791" y="118277"/>
                </a:cubicBezTo>
                <a:cubicBezTo>
                  <a:pt x="845466" y="115052"/>
                  <a:pt x="839736" y="110738"/>
                  <a:pt x="835601" y="105333"/>
                </a:cubicBezTo>
                <a:cubicBezTo>
                  <a:pt x="831466" y="99926"/>
                  <a:pt x="829399" y="92816"/>
                  <a:pt x="829399" y="84001"/>
                </a:cubicBezTo>
                <a:cubicBezTo>
                  <a:pt x="829399" y="77094"/>
                  <a:pt x="830972" y="71233"/>
                  <a:pt x="834118" y="66419"/>
                </a:cubicBezTo>
                <a:cubicBezTo>
                  <a:pt x="837264" y="61602"/>
                  <a:pt x="841466" y="57717"/>
                  <a:pt x="846724" y="54765"/>
                </a:cubicBezTo>
                <a:cubicBezTo>
                  <a:pt x="851983" y="51813"/>
                  <a:pt x="857915" y="49656"/>
                  <a:pt x="864521" y="48293"/>
                </a:cubicBezTo>
                <a:cubicBezTo>
                  <a:pt x="871128" y="46928"/>
                  <a:pt x="877892" y="46246"/>
                  <a:pt x="884813" y="46246"/>
                </a:cubicBezTo>
                <a:cubicBezTo>
                  <a:pt x="891554" y="46246"/>
                  <a:pt x="898161" y="46927"/>
                  <a:pt x="904632" y="48289"/>
                </a:cubicBezTo>
                <a:cubicBezTo>
                  <a:pt x="911104" y="49651"/>
                  <a:pt x="916947" y="51946"/>
                  <a:pt x="922160" y="55174"/>
                </a:cubicBezTo>
                <a:cubicBezTo>
                  <a:pt x="927373" y="58398"/>
                  <a:pt x="931553" y="62737"/>
                  <a:pt x="934699" y="68189"/>
                </a:cubicBezTo>
                <a:cubicBezTo>
                  <a:pt x="937845" y="73641"/>
                  <a:pt x="939418" y="80455"/>
                  <a:pt x="939418" y="88632"/>
                </a:cubicBezTo>
                <a:lnTo>
                  <a:pt x="906250" y="88632"/>
                </a:lnTo>
                <a:cubicBezTo>
                  <a:pt x="906250" y="81719"/>
                  <a:pt x="904116" y="76927"/>
                  <a:pt x="899846" y="74256"/>
                </a:cubicBezTo>
                <a:cubicBezTo>
                  <a:pt x="895577" y="71582"/>
                  <a:pt x="890565" y="70245"/>
                  <a:pt x="884813" y="70245"/>
                </a:cubicBezTo>
                <a:cubicBezTo>
                  <a:pt x="878611" y="70245"/>
                  <a:pt x="873735" y="71174"/>
                  <a:pt x="870184" y="73034"/>
                </a:cubicBezTo>
                <a:cubicBezTo>
                  <a:pt x="866634" y="74891"/>
                  <a:pt x="864858" y="77955"/>
                  <a:pt x="864858" y="82227"/>
                </a:cubicBezTo>
                <a:cubicBezTo>
                  <a:pt x="864858" y="84680"/>
                  <a:pt x="865982" y="86838"/>
                  <a:pt x="868229" y="88703"/>
                </a:cubicBezTo>
                <a:cubicBezTo>
                  <a:pt x="870476" y="90566"/>
                  <a:pt x="874072" y="92292"/>
                  <a:pt x="879015" y="93882"/>
                </a:cubicBezTo>
                <a:cubicBezTo>
                  <a:pt x="883959" y="95471"/>
                  <a:pt x="890476" y="97175"/>
                  <a:pt x="898565" y="98992"/>
                </a:cubicBezTo>
                <a:cubicBezTo>
                  <a:pt x="907104" y="100992"/>
                  <a:pt x="914744" y="103582"/>
                  <a:pt x="921486" y="106762"/>
                </a:cubicBezTo>
                <a:cubicBezTo>
                  <a:pt x="928227" y="109941"/>
                  <a:pt x="933575" y="114212"/>
                  <a:pt x="937530" y="119574"/>
                </a:cubicBezTo>
                <a:cubicBezTo>
                  <a:pt x="941485" y="124934"/>
                  <a:pt x="943462" y="131884"/>
                  <a:pt x="943462" y="140426"/>
                </a:cubicBezTo>
                <a:cubicBezTo>
                  <a:pt x="943462" y="148423"/>
                  <a:pt x="941867" y="155193"/>
                  <a:pt x="938676" y="160735"/>
                </a:cubicBezTo>
                <a:cubicBezTo>
                  <a:pt x="935485" y="166277"/>
                  <a:pt x="931216" y="170751"/>
                  <a:pt x="925868" y="174158"/>
                </a:cubicBezTo>
                <a:cubicBezTo>
                  <a:pt x="920519" y="177565"/>
                  <a:pt x="914407" y="180041"/>
                  <a:pt x="907531" y="181586"/>
                </a:cubicBezTo>
                <a:cubicBezTo>
                  <a:pt x="900655" y="183131"/>
                  <a:pt x="893532" y="183904"/>
                  <a:pt x="886161" y="1839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83881-CBE4-4CBF-A749-1ADE09C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387" y="1072373"/>
            <a:ext cx="813734" cy="104593"/>
          </a:xfrm>
          <a:custGeom xmlns:a="http://schemas.openxmlformats.org/drawingml/2006/main">
            <a:pathLst>
              <a:path w="813734" h="104593">
                <a:moveTo>
                  <a:pt x="0" y="35562"/>
                </a:moveTo>
                <a:lnTo>
                  <a:pt x="0" y="69031"/>
                </a:lnTo>
                <a:lnTo>
                  <a:pt x="711233" y="69031"/>
                </a:lnTo>
                <a:lnTo>
                  <a:pt x="711233" y="104593"/>
                </a:lnTo>
                <a:lnTo>
                  <a:pt x="813734" y="52297"/>
                </a:lnTo>
                <a:lnTo>
                  <a:pt x="711233" y="0"/>
                </a:lnTo>
                <a:lnTo>
                  <a:pt x="711233" y="35562"/>
                </a:lnTo>
                <a:lnTo>
                  <a:pt x="0" y="355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8GB">
            <a:extLst xmlns:a="http://schemas.openxmlformats.org/drawingml/2006/main">
              <a:ext uri="{FF2B5EF4-FFF2-40B4-BE49-F238E27FC236}">
                <a16:creationId xmlns:a16="http://schemas.microsoft.com/office/drawing/2014/main" id="{4F29F0B7-DC52-4717-88E7-82F0AA3A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938" y="926799"/>
            <a:ext cx="329519" cy="124221"/>
          </a:xfrm>
          <a:custGeom xmlns:a="http://schemas.openxmlformats.org/drawingml/2006/main">
            <a:pathLst>
              <a:path w="329519" h="124221">
                <a:moveTo>
                  <a:pt x="42246" y="124221"/>
                </a:moveTo>
                <a:cubicBezTo>
                  <a:pt x="36973" y="124221"/>
                  <a:pt x="31819" y="123566"/>
                  <a:pt x="26786" y="122255"/>
                </a:cubicBezTo>
                <a:cubicBezTo>
                  <a:pt x="21752" y="120944"/>
                  <a:pt x="17213" y="118889"/>
                  <a:pt x="13168" y="116090"/>
                </a:cubicBezTo>
                <a:cubicBezTo>
                  <a:pt x="9123" y="113288"/>
                  <a:pt x="5917" y="109668"/>
                  <a:pt x="3550" y="105230"/>
                </a:cubicBezTo>
                <a:cubicBezTo>
                  <a:pt x="1183" y="100790"/>
                  <a:pt x="0" y="95442"/>
                  <a:pt x="0" y="89186"/>
                </a:cubicBezTo>
                <a:cubicBezTo>
                  <a:pt x="0" y="81798"/>
                  <a:pt x="2007" y="75751"/>
                  <a:pt x="6022" y="71043"/>
                </a:cubicBezTo>
                <a:cubicBezTo>
                  <a:pt x="10037" y="66335"/>
                  <a:pt x="15280" y="63058"/>
                  <a:pt x="21752" y="61212"/>
                </a:cubicBezTo>
                <a:cubicBezTo>
                  <a:pt x="16659" y="59304"/>
                  <a:pt x="12569" y="56128"/>
                  <a:pt x="9483" y="51684"/>
                </a:cubicBezTo>
                <a:cubicBezTo>
                  <a:pt x="6397" y="47240"/>
                  <a:pt x="4854" y="41679"/>
                  <a:pt x="4854" y="34999"/>
                </a:cubicBezTo>
                <a:cubicBezTo>
                  <a:pt x="4854" y="27602"/>
                  <a:pt x="6622" y="21608"/>
                  <a:pt x="10157" y="17016"/>
                </a:cubicBezTo>
                <a:cubicBezTo>
                  <a:pt x="13693" y="12425"/>
                  <a:pt x="18307" y="9085"/>
                  <a:pt x="23999" y="6997"/>
                </a:cubicBezTo>
                <a:cubicBezTo>
                  <a:pt x="29692" y="4909"/>
                  <a:pt x="35774" y="3865"/>
                  <a:pt x="42246" y="3865"/>
                </a:cubicBezTo>
                <a:cubicBezTo>
                  <a:pt x="48658" y="3865"/>
                  <a:pt x="54710" y="4924"/>
                  <a:pt x="60403" y="7042"/>
                </a:cubicBezTo>
                <a:cubicBezTo>
                  <a:pt x="66096" y="9158"/>
                  <a:pt x="70710" y="12498"/>
                  <a:pt x="74245" y="17061"/>
                </a:cubicBezTo>
                <a:cubicBezTo>
                  <a:pt x="77781" y="21623"/>
                  <a:pt x="79548" y="27602"/>
                  <a:pt x="79548" y="34999"/>
                </a:cubicBezTo>
                <a:cubicBezTo>
                  <a:pt x="79548" y="41679"/>
                  <a:pt x="77886" y="47300"/>
                  <a:pt x="74560" y="51864"/>
                </a:cubicBezTo>
                <a:cubicBezTo>
                  <a:pt x="71234" y="56425"/>
                  <a:pt x="67294" y="59541"/>
                  <a:pt x="62740" y="61212"/>
                </a:cubicBezTo>
                <a:cubicBezTo>
                  <a:pt x="69152" y="63058"/>
                  <a:pt x="74350" y="66335"/>
                  <a:pt x="78335" y="71043"/>
                </a:cubicBezTo>
                <a:cubicBezTo>
                  <a:pt x="82320" y="75751"/>
                  <a:pt x="84312" y="81798"/>
                  <a:pt x="84312" y="89186"/>
                </a:cubicBezTo>
                <a:cubicBezTo>
                  <a:pt x="84312" y="95442"/>
                  <a:pt x="83129" y="100790"/>
                  <a:pt x="80762" y="105230"/>
                </a:cubicBezTo>
                <a:cubicBezTo>
                  <a:pt x="78395" y="109668"/>
                  <a:pt x="75219" y="113288"/>
                  <a:pt x="71234" y="116090"/>
                </a:cubicBezTo>
                <a:cubicBezTo>
                  <a:pt x="67249" y="118889"/>
                  <a:pt x="62755" y="120944"/>
                  <a:pt x="57751" y="122255"/>
                </a:cubicBezTo>
                <a:cubicBezTo>
                  <a:pt x="52748" y="123566"/>
                  <a:pt x="47579" y="124221"/>
                  <a:pt x="42246" y="124221"/>
                </a:cubicBezTo>
                <a:moveTo>
                  <a:pt x="42156" y="105076"/>
                </a:moveTo>
                <a:cubicBezTo>
                  <a:pt x="45272" y="105076"/>
                  <a:pt x="48208" y="104453"/>
                  <a:pt x="50965" y="103208"/>
                </a:cubicBezTo>
                <a:cubicBezTo>
                  <a:pt x="53721" y="101963"/>
                  <a:pt x="55939" y="100021"/>
                  <a:pt x="57616" y="97382"/>
                </a:cubicBezTo>
                <a:cubicBezTo>
                  <a:pt x="59294" y="94742"/>
                  <a:pt x="60133" y="91376"/>
                  <a:pt x="60133" y="87284"/>
                </a:cubicBezTo>
                <a:cubicBezTo>
                  <a:pt x="60133" y="83606"/>
                  <a:pt x="59324" y="80507"/>
                  <a:pt x="57706" y="77987"/>
                </a:cubicBezTo>
                <a:cubicBezTo>
                  <a:pt x="56088" y="75466"/>
                  <a:pt x="53931" y="73568"/>
                  <a:pt x="51235" y="72293"/>
                </a:cubicBezTo>
                <a:cubicBezTo>
                  <a:pt x="48538" y="71018"/>
                  <a:pt x="45542" y="70410"/>
                  <a:pt x="42246" y="70470"/>
                </a:cubicBezTo>
                <a:cubicBezTo>
                  <a:pt x="39250" y="70410"/>
                  <a:pt x="36374" y="71004"/>
                  <a:pt x="33617" y="72251"/>
                </a:cubicBezTo>
                <a:cubicBezTo>
                  <a:pt x="30861" y="73496"/>
                  <a:pt x="28613" y="75379"/>
                  <a:pt x="26876" y="77900"/>
                </a:cubicBezTo>
                <a:cubicBezTo>
                  <a:pt x="25138" y="80420"/>
                  <a:pt x="24269" y="83548"/>
                  <a:pt x="24269" y="87284"/>
                </a:cubicBezTo>
                <a:cubicBezTo>
                  <a:pt x="24269" y="93215"/>
                  <a:pt x="26067" y="97663"/>
                  <a:pt x="29662" y="100629"/>
                </a:cubicBezTo>
                <a:cubicBezTo>
                  <a:pt x="33258" y="103594"/>
                  <a:pt x="37422" y="105076"/>
                  <a:pt x="42156" y="105076"/>
                </a:cubicBezTo>
                <a:moveTo>
                  <a:pt x="42246" y="52223"/>
                </a:moveTo>
                <a:cubicBezTo>
                  <a:pt x="45003" y="52283"/>
                  <a:pt x="47549" y="51720"/>
                  <a:pt x="49886" y="50532"/>
                </a:cubicBezTo>
                <a:cubicBezTo>
                  <a:pt x="52223" y="49343"/>
                  <a:pt x="54096" y="47590"/>
                  <a:pt x="55504" y="45274"/>
                </a:cubicBezTo>
                <a:cubicBezTo>
                  <a:pt x="56912" y="42958"/>
                  <a:pt x="57616" y="40107"/>
                  <a:pt x="57616" y="36721"/>
                </a:cubicBezTo>
                <a:cubicBezTo>
                  <a:pt x="57616" y="31612"/>
                  <a:pt x="56088" y="27871"/>
                  <a:pt x="53032" y="25496"/>
                </a:cubicBezTo>
                <a:cubicBezTo>
                  <a:pt x="49976" y="23120"/>
                  <a:pt x="46381" y="21932"/>
                  <a:pt x="42246" y="21932"/>
                </a:cubicBezTo>
                <a:cubicBezTo>
                  <a:pt x="39609" y="21932"/>
                  <a:pt x="37123" y="22467"/>
                  <a:pt x="34786" y="23536"/>
                </a:cubicBezTo>
                <a:cubicBezTo>
                  <a:pt x="32449" y="24605"/>
                  <a:pt x="30546" y="26224"/>
                  <a:pt x="29078" y="28392"/>
                </a:cubicBezTo>
                <a:cubicBezTo>
                  <a:pt x="27610" y="30559"/>
                  <a:pt x="26876" y="33335"/>
                  <a:pt x="26876" y="36721"/>
                </a:cubicBezTo>
                <a:cubicBezTo>
                  <a:pt x="26876" y="40047"/>
                  <a:pt x="27580" y="42883"/>
                  <a:pt x="28988" y="45229"/>
                </a:cubicBezTo>
                <a:cubicBezTo>
                  <a:pt x="30396" y="47575"/>
                  <a:pt x="32284" y="49343"/>
                  <a:pt x="34651" y="50532"/>
                </a:cubicBezTo>
                <a:cubicBezTo>
                  <a:pt x="37018" y="51720"/>
                  <a:pt x="39549" y="52283"/>
                  <a:pt x="42246" y="52223"/>
                </a:cubicBezTo>
                <a:close/>
                <a:moveTo>
                  <a:pt x="158957" y="124221"/>
                </a:moveTo>
                <a:cubicBezTo>
                  <a:pt x="146552" y="124221"/>
                  <a:pt x="135916" y="121660"/>
                  <a:pt x="127047" y="116536"/>
                </a:cubicBezTo>
                <a:cubicBezTo>
                  <a:pt x="118179" y="111413"/>
                  <a:pt x="111362" y="104207"/>
                  <a:pt x="106599" y="94919"/>
                </a:cubicBezTo>
                <a:cubicBezTo>
                  <a:pt x="101835" y="85631"/>
                  <a:pt x="99453" y="74725"/>
                  <a:pt x="99453" y="62201"/>
                </a:cubicBezTo>
                <a:cubicBezTo>
                  <a:pt x="99453" y="49617"/>
                  <a:pt x="101835" y="38666"/>
                  <a:pt x="106599" y="29348"/>
                </a:cubicBezTo>
                <a:cubicBezTo>
                  <a:pt x="111362" y="20029"/>
                  <a:pt x="118179" y="12809"/>
                  <a:pt x="127047" y="7685"/>
                </a:cubicBezTo>
                <a:cubicBezTo>
                  <a:pt x="135916" y="2562"/>
                  <a:pt x="146552" y="0"/>
                  <a:pt x="158957" y="0"/>
                </a:cubicBezTo>
                <a:cubicBezTo>
                  <a:pt x="165189" y="0"/>
                  <a:pt x="171301" y="809"/>
                  <a:pt x="177293" y="2427"/>
                </a:cubicBezTo>
                <a:cubicBezTo>
                  <a:pt x="183286" y="4045"/>
                  <a:pt x="188769" y="6547"/>
                  <a:pt x="193742" y="9932"/>
                </a:cubicBezTo>
                <a:cubicBezTo>
                  <a:pt x="198716" y="13318"/>
                  <a:pt x="202821" y="17617"/>
                  <a:pt x="206056" y="22831"/>
                </a:cubicBezTo>
                <a:cubicBezTo>
                  <a:pt x="209292" y="28044"/>
                  <a:pt x="211240" y="34216"/>
                  <a:pt x="211899" y="41347"/>
                </a:cubicBezTo>
                <a:lnTo>
                  <a:pt x="186102" y="41347"/>
                </a:lnTo>
                <a:cubicBezTo>
                  <a:pt x="185623" y="37392"/>
                  <a:pt x="184244" y="33887"/>
                  <a:pt x="181967" y="30831"/>
                </a:cubicBezTo>
                <a:cubicBezTo>
                  <a:pt x="179690" y="27775"/>
                  <a:pt x="176574" y="25378"/>
                  <a:pt x="172619" y="23640"/>
                </a:cubicBezTo>
                <a:cubicBezTo>
                  <a:pt x="168664" y="21902"/>
                  <a:pt x="163930" y="21033"/>
                  <a:pt x="158417" y="21033"/>
                </a:cubicBezTo>
                <a:cubicBezTo>
                  <a:pt x="150507" y="21033"/>
                  <a:pt x="144126" y="22936"/>
                  <a:pt x="139272" y="26741"/>
                </a:cubicBezTo>
                <a:cubicBezTo>
                  <a:pt x="134418" y="30546"/>
                  <a:pt x="130882" y="35550"/>
                  <a:pt x="128665" y="41752"/>
                </a:cubicBezTo>
                <a:cubicBezTo>
                  <a:pt x="126448" y="47954"/>
                  <a:pt x="125340" y="54770"/>
                  <a:pt x="125340" y="62201"/>
                </a:cubicBezTo>
                <a:cubicBezTo>
                  <a:pt x="125340" y="69571"/>
                  <a:pt x="126463" y="76372"/>
                  <a:pt x="128710" y="82604"/>
                </a:cubicBezTo>
                <a:cubicBezTo>
                  <a:pt x="130957" y="88837"/>
                  <a:pt x="134538" y="93840"/>
                  <a:pt x="139452" y="97615"/>
                </a:cubicBezTo>
                <a:cubicBezTo>
                  <a:pt x="144365" y="101391"/>
                  <a:pt x="150867" y="103278"/>
                  <a:pt x="158957" y="103278"/>
                </a:cubicBezTo>
                <a:cubicBezTo>
                  <a:pt x="164949" y="103278"/>
                  <a:pt x="170057" y="102244"/>
                  <a:pt x="174282" y="100177"/>
                </a:cubicBezTo>
                <a:cubicBezTo>
                  <a:pt x="178507" y="98110"/>
                  <a:pt x="181802" y="95248"/>
                  <a:pt x="184169" y="91593"/>
                </a:cubicBezTo>
                <a:cubicBezTo>
                  <a:pt x="186536" y="87938"/>
                  <a:pt x="187900" y="83713"/>
                  <a:pt x="188259" y="78919"/>
                </a:cubicBezTo>
                <a:lnTo>
                  <a:pt x="159586" y="78919"/>
                </a:lnTo>
                <a:lnTo>
                  <a:pt x="159586" y="58785"/>
                </a:lnTo>
                <a:lnTo>
                  <a:pt x="213607" y="58785"/>
                </a:lnTo>
                <a:lnTo>
                  <a:pt x="213607" y="71099"/>
                </a:lnTo>
                <a:cubicBezTo>
                  <a:pt x="213607" y="81586"/>
                  <a:pt x="211495" y="90814"/>
                  <a:pt x="207270" y="98784"/>
                </a:cubicBezTo>
                <a:cubicBezTo>
                  <a:pt x="203045" y="106754"/>
                  <a:pt x="196873" y="112986"/>
                  <a:pt x="188754" y="117480"/>
                </a:cubicBezTo>
                <a:cubicBezTo>
                  <a:pt x="180634" y="121974"/>
                  <a:pt x="170702" y="124221"/>
                  <a:pt x="158957" y="124221"/>
                </a:cubicBezTo>
                <a:close/>
                <a:moveTo>
                  <a:pt x="237567" y="122603"/>
                </a:moveTo>
                <a:lnTo>
                  <a:pt x="237567" y="1618"/>
                </a:lnTo>
                <a:lnTo>
                  <a:pt x="278914" y="1618"/>
                </a:lnTo>
                <a:cubicBezTo>
                  <a:pt x="291977" y="1618"/>
                  <a:pt x="302314" y="4090"/>
                  <a:pt x="309924" y="9033"/>
                </a:cubicBezTo>
                <a:cubicBezTo>
                  <a:pt x="317535" y="13977"/>
                  <a:pt x="321340" y="21572"/>
                  <a:pt x="321340" y="31819"/>
                </a:cubicBezTo>
                <a:cubicBezTo>
                  <a:pt x="321340" y="38231"/>
                  <a:pt x="319737" y="43669"/>
                  <a:pt x="316531" y="48134"/>
                </a:cubicBezTo>
                <a:cubicBezTo>
                  <a:pt x="313325" y="52598"/>
                  <a:pt x="309055" y="55819"/>
                  <a:pt x="303722" y="57796"/>
                </a:cubicBezTo>
                <a:cubicBezTo>
                  <a:pt x="312111" y="59474"/>
                  <a:pt x="318508" y="62890"/>
                  <a:pt x="322913" y="68043"/>
                </a:cubicBezTo>
                <a:cubicBezTo>
                  <a:pt x="327317" y="73197"/>
                  <a:pt x="329519" y="79548"/>
                  <a:pt x="329519" y="87099"/>
                </a:cubicBezTo>
                <a:cubicBezTo>
                  <a:pt x="329519" y="95188"/>
                  <a:pt x="327677" y="101855"/>
                  <a:pt x="323991" y="107098"/>
                </a:cubicBezTo>
                <a:cubicBezTo>
                  <a:pt x="320306" y="112342"/>
                  <a:pt x="315033" y="116237"/>
                  <a:pt x="308171" y="118783"/>
                </a:cubicBezTo>
                <a:cubicBezTo>
                  <a:pt x="301310" y="121330"/>
                  <a:pt x="293086" y="122603"/>
                  <a:pt x="283498" y="122603"/>
                </a:cubicBezTo>
                <a:lnTo>
                  <a:pt x="237567" y="122603"/>
                </a:lnTo>
                <a:moveTo>
                  <a:pt x="262824" y="101660"/>
                </a:moveTo>
                <a:lnTo>
                  <a:pt x="282599" y="101660"/>
                </a:lnTo>
                <a:cubicBezTo>
                  <a:pt x="286554" y="101660"/>
                  <a:pt x="290150" y="101166"/>
                  <a:pt x="293385" y="100177"/>
                </a:cubicBezTo>
                <a:cubicBezTo>
                  <a:pt x="296621" y="99188"/>
                  <a:pt x="299183" y="97451"/>
                  <a:pt x="301071" y="94964"/>
                </a:cubicBezTo>
                <a:cubicBezTo>
                  <a:pt x="302958" y="92477"/>
                  <a:pt x="303902" y="89136"/>
                  <a:pt x="303902" y="84942"/>
                </a:cubicBezTo>
                <a:cubicBezTo>
                  <a:pt x="303902" y="79548"/>
                  <a:pt x="301895" y="75698"/>
                  <a:pt x="297880" y="73391"/>
                </a:cubicBezTo>
                <a:cubicBezTo>
                  <a:pt x="293865" y="71084"/>
                  <a:pt x="288771" y="69931"/>
                  <a:pt x="282599" y="69931"/>
                </a:cubicBezTo>
                <a:lnTo>
                  <a:pt x="262824" y="69931"/>
                </a:lnTo>
                <a:lnTo>
                  <a:pt x="262824" y="101660"/>
                </a:lnTo>
                <a:moveTo>
                  <a:pt x="262824" y="50605"/>
                </a:moveTo>
                <a:lnTo>
                  <a:pt x="278554" y="50605"/>
                </a:lnTo>
                <a:cubicBezTo>
                  <a:pt x="283408" y="50605"/>
                  <a:pt x="287483" y="49347"/>
                  <a:pt x="290779" y="46830"/>
                </a:cubicBezTo>
                <a:cubicBezTo>
                  <a:pt x="294074" y="44313"/>
                  <a:pt x="295722" y="40628"/>
                  <a:pt x="295722" y="35774"/>
                </a:cubicBezTo>
                <a:cubicBezTo>
                  <a:pt x="295722" y="32359"/>
                  <a:pt x="294973" y="29647"/>
                  <a:pt x="293475" y="27640"/>
                </a:cubicBezTo>
                <a:cubicBezTo>
                  <a:pt x="291977" y="25632"/>
                  <a:pt x="289940" y="24194"/>
                  <a:pt x="287363" y="23325"/>
                </a:cubicBezTo>
                <a:cubicBezTo>
                  <a:pt x="284786" y="22456"/>
                  <a:pt x="281850" y="22022"/>
                  <a:pt x="278554" y="22022"/>
                </a:cubicBezTo>
                <a:lnTo>
                  <a:pt x="262824" y="22022"/>
                </a:lnTo>
                <a:lnTo>
                  <a:pt x="262824" y="506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16GB">
            <a:extLst xmlns:a="http://schemas.openxmlformats.org/drawingml/2006/main">
              <a:ext uri="{FF2B5EF4-FFF2-40B4-BE49-F238E27FC236}">
                <a16:creationId xmlns:a16="http://schemas.microsoft.com/office/drawing/2014/main" id="{BD6F943E-5ECB-414B-8EA2-A188B169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14" y="1219645"/>
            <a:ext cx="420253" cy="124221"/>
          </a:xfrm>
          <a:custGeom xmlns:a="http://schemas.openxmlformats.org/drawingml/2006/main">
            <a:pathLst>
              <a:path w="420253" h="124221">
                <a:moveTo>
                  <a:pt x="375423" y="122597"/>
                </a:moveTo>
                <a:lnTo>
                  <a:pt x="376600" y="122577"/>
                </a:lnTo>
                <a:lnTo>
                  <a:pt x="377763" y="122544"/>
                </a:lnTo>
                <a:lnTo>
                  <a:pt x="378912" y="122497"/>
                </a:lnTo>
                <a:lnTo>
                  <a:pt x="380046" y="122438"/>
                </a:lnTo>
                <a:lnTo>
                  <a:pt x="381167" y="122365"/>
                </a:lnTo>
                <a:lnTo>
                  <a:pt x="382273" y="122278"/>
                </a:lnTo>
                <a:lnTo>
                  <a:pt x="383365" y="122179"/>
                </a:lnTo>
                <a:lnTo>
                  <a:pt x="384443" y="122066"/>
                </a:lnTo>
                <a:lnTo>
                  <a:pt x="385506" y="121940"/>
                </a:lnTo>
                <a:lnTo>
                  <a:pt x="386556" y="121801"/>
                </a:lnTo>
                <a:lnTo>
                  <a:pt x="387591" y="121648"/>
                </a:lnTo>
                <a:lnTo>
                  <a:pt x="388612" y="121483"/>
                </a:lnTo>
                <a:lnTo>
                  <a:pt x="389618" y="121304"/>
                </a:lnTo>
                <a:lnTo>
                  <a:pt x="390611" y="121111"/>
                </a:lnTo>
                <a:lnTo>
                  <a:pt x="391589" y="120906"/>
                </a:lnTo>
                <a:lnTo>
                  <a:pt x="392553" y="120687"/>
                </a:lnTo>
                <a:lnTo>
                  <a:pt x="393503" y="120455"/>
                </a:lnTo>
                <a:lnTo>
                  <a:pt x="394439" y="120209"/>
                </a:lnTo>
                <a:lnTo>
                  <a:pt x="395361" y="119951"/>
                </a:lnTo>
                <a:lnTo>
                  <a:pt x="396268" y="119679"/>
                </a:lnTo>
                <a:lnTo>
                  <a:pt x="397161" y="119393"/>
                </a:lnTo>
                <a:lnTo>
                  <a:pt x="398040" y="119095"/>
                </a:lnTo>
                <a:lnTo>
                  <a:pt x="398905" y="118783"/>
                </a:lnTo>
                <a:lnTo>
                  <a:pt x="399754" y="118458"/>
                </a:lnTo>
                <a:lnTo>
                  <a:pt x="400587" y="118119"/>
                </a:lnTo>
                <a:lnTo>
                  <a:pt x="401404" y="117765"/>
                </a:lnTo>
                <a:lnTo>
                  <a:pt x="402203" y="117398"/>
                </a:lnTo>
                <a:lnTo>
                  <a:pt x="402986" y="117016"/>
                </a:lnTo>
                <a:lnTo>
                  <a:pt x="403753" y="116620"/>
                </a:lnTo>
                <a:lnTo>
                  <a:pt x="404503" y="116211"/>
                </a:lnTo>
                <a:lnTo>
                  <a:pt x="405237" y="115787"/>
                </a:lnTo>
                <a:lnTo>
                  <a:pt x="405954" y="115349"/>
                </a:lnTo>
                <a:lnTo>
                  <a:pt x="406654" y="114898"/>
                </a:lnTo>
                <a:lnTo>
                  <a:pt x="407338" y="114432"/>
                </a:lnTo>
                <a:lnTo>
                  <a:pt x="408006" y="113952"/>
                </a:lnTo>
                <a:lnTo>
                  <a:pt x="408657" y="113458"/>
                </a:lnTo>
                <a:lnTo>
                  <a:pt x="409291" y="112950"/>
                </a:lnTo>
                <a:lnTo>
                  <a:pt x="409909" y="112428"/>
                </a:lnTo>
                <a:lnTo>
                  <a:pt x="410510" y="111892"/>
                </a:lnTo>
                <a:lnTo>
                  <a:pt x="411095" y="111342"/>
                </a:lnTo>
                <a:lnTo>
                  <a:pt x="411663" y="110778"/>
                </a:lnTo>
                <a:lnTo>
                  <a:pt x="412215" y="110200"/>
                </a:lnTo>
                <a:lnTo>
                  <a:pt x="412750" y="109608"/>
                </a:lnTo>
                <a:lnTo>
                  <a:pt x="413268" y="109001"/>
                </a:lnTo>
                <a:lnTo>
                  <a:pt x="413770" y="108381"/>
                </a:lnTo>
                <a:lnTo>
                  <a:pt x="414256" y="107747"/>
                </a:lnTo>
                <a:lnTo>
                  <a:pt x="414725" y="107098"/>
                </a:lnTo>
                <a:lnTo>
                  <a:pt x="415176" y="106435"/>
                </a:lnTo>
                <a:lnTo>
                  <a:pt x="415608" y="105758"/>
                </a:lnTo>
                <a:lnTo>
                  <a:pt x="416020" y="105065"/>
                </a:lnTo>
                <a:lnTo>
                  <a:pt x="416414" y="104358"/>
                </a:lnTo>
                <a:lnTo>
                  <a:pt x="416788" y="103636"/>
                </a:lnTo>
                <a:lnTo>
                  <a:pt x="417143" y="102899"/>
                </a:lnTo>
                <a:lnTo>
                  <a:pt x="417479" y="102147"/>
                </a:lnTo>
                <a:lnTo>
                  <a:pt x="417796" y="101381"/>
                </a:lnTo>
                <a:lnTo>
                  <a:pt x="418093" y="100599"/>
                </a:lnTo>
                <a:lnTo>
                  <a:pt x="418372" y="99803"/>
                </a:lnTo>
                <a:lnTo>
                  <a:pt x="418631" y="98992"/>
                </a:lnTo>
                <a:lnTo>
                  <a:pt x="418871" y="98166"/>
                </a:lnTo>
                <a:lnTo>
                  <a:pt x="419091" y="97325"/>
                </a:lnTo>
                <a:lnTo>
                  <a:pt x="419293" y="96470"/>
                </a:lnTo>
                <a:lnTo>
                  <a:pt x="419475" y="95599"/>
                </a:lnTo>
                <a:lnTo>
                  <a:pt x="419638" y="94714"/>
                </a:lnTo>
                <a:lnTo>
                  <a:pt x="419782" y="93814"/>
                </a:lnTo>
                <a:lnTo>
                  <a:pt x="419907" y="92899"/>
                </a:lnTo>
                <a:lnTo>
                  <a:pt x="420013" y="91969"/>
                </a:lnTo>
                <a:lnTo>
                  <a:pt x="420099" y="91025"/>
                </a:lnTo>
                <a:lnTo>
                  <a:pt x="420166" y="90066"/>
                </a:lnTo>
                <a:lnTo>
                  <a:pt x="420214" y="89092"/>
                </a:lnTo>
                <a:lnTo>
                  <a:pt x="420243" y="88103"/>
                </a:lnTo>
                <a:lnTo>
                  <a:pt x="420253" y="87099"/>
                </a:lnTo>
                <a:lnTo>
                  <a:pt x="420241" y="86161"/>
                </a:lnTo>
                <a:lnTo>
                  <a:pt x="420207" y="85236"/>
                </a:lnTo>
                <a:lnTo>
                  <a:pt x="420149" y="84324"/>
                </a:lnTo>
                <a:lnTo>
                  <a:pt x="420069" y="83423"/>
                </a:lnTo>
                <a:lnTo>
                  <a:pt x="419966" y="82536"/>
                </a:lnTo>
                <a:lnTo>
                  <a:pt x="419840" y="81661"/>
                </a:lnTo>
                <a:lnTo>
                  <a:pt x="419691" y="80798"/>
                </a:lnTo>
                <a:lnTo>
                  <a:pt x="419519" y="79948"/>
                </a:lnTo>
                <a:lnTo>
                  <a:pt x="419324" y="79110"/>
                </a:lnTo>
                <a:lnTo>
                  <a:pt x="419106" y="78285"/>
                </a:lnTo>
                <a:lnTo>
                  <a:pt x="418865" y="77472"/>
                </a:lnTo>
                <a:lnTo>
                  <a:pt x="418601" y="76672"/>
                </a:lnTo>
                <a:lnTo>
                  <a:pt x="418314" y="75884"/>
                </a:lnTo>
                <a:lnTo>
                  <a:pt x="418005" y="75109"/>
                </a:lnTo>
                <a:lnTo>
                  <a:pt x="417672" y="74346"/>
                </a:lnTo>
                <a:lnTo>
                  <a:pt x="417316" y="73596"/>
                </a:lnTo>
                <a:lnTo>
                  <a:pt x="416938" y="72858"/>
                </a:lnTo>
                <a:lnTo>
                  <a:pt x="416537" y="72133"/>
                </a:lnTo>
                <a:lnTo>
                  <a:pt x="416112" y="71420"/>
                </a:lnTo>
                <a:lnTo>
                  <a:pt x="415665" y="70720"/>
                </a:lnTo>
                <a:lnTo>
                  <a:pt x="415195" y="70032"/>
                </a:lnTo>
                <a:lnTo>
                  <a:pt x="414701" y="69356"/>
                </a:lnTo>
                <a:lnTo>
                  <a:pt x="414185" y="68694"/>
                </a:lnTo>
                <a:lnTo>
                  <a:pt x="413646" y="68043"/>
                </a:lnTo>
                <a:lnTo>
                  <a:pt x="413085" y="67408"/>
                </a:lnTo>
                <a:lnTo>
                  <a:pt x="412504" y="66791"/>
                </a:lnTo>
                <a:lnTo>
                  <a:pt x="411901" y="66192"/>
                </a:lnTo>
                <a:lnTo>
                  <a:pt x="411278" y="65611"/>
                </a:lnTo>
                <a:lnTo>
                  <a:pt x="410634" y="65048"/>
                </a:lnTo>
                <a:lnTo>
                  <a:pt x="409969" y="64504"/>
                </a:lnTo>
                <a:lnTo>
                  <a:pt x="409284" y="63977"/>
                </a:lnTo>
                <a:lnTo>
                  <a:pt x="408578" y="63469"/>
                </a:lnTo>
                <a:lnTo>
                  <a:pt x="407851" y="62979"/>
                </a:lnTo>
                <a:lnTo>
                  <a:pt x="407103" y="62506"/>
                </a:lnTo>
                <a:lnTo>
                  <a:pt x="406334" y="62052"/>
                </a:lnTo>
                <a:lnTo>
                  <a:pt x="405545" y="61616"/>
                </a:lnTo>
                <a:lnTo>
                  <a:pt x="404735" y="61198"/>
                </a:lnTo>
                <a:lnTo>
                  <a:pt x="403905" y="60799"/>
                </a:lnTo>
                <a:lnTo>
                  <a:pt x="403053" y="60417"/>
                </a:lnTo>
                <a:lnTo>
                  <a:pt x="402181" y="60053"/>
                </a:lnTo>
                <a:lnTo>
                  <a:pt x="401288" y="59708"/>
                </a:lnTo>
                <a:lnTo>
                  <a:pt x="400374" y="59380"/>
                </a:lnTo>
                <a:lnTo>
                  <a:pt x="399440" y="59071"/>
                </a:lnTo>
                <a:lnTo>
                  <a:pt x="398484" y="58780"/>
                </a:lnTo>
                <a:lnTo>
                  <a:pt x="397508" y="58507"/>
                </a:lnTo>
                <a:lnTo>
                  <a:pt x="396511" y="58252"/>
                </a:lnTo>
                <a:lnTo>
                  <a:pt x="395494" y="58015"/>
                </a:lnTo>
                <a:lnTo>
                  <a:pt x="394456" y="57796"/>
                </a:lnTo>
                <a:lnTo>
                  <a:pt x="395117" y="57543"/>
                </a:lnTo>
                <a:lnTo>
                  <a:pt x="395767" y="57276"/>
                </a:lnTo>
                <a:lnTo>
                  <a:pt x="396406" y="56996"/>
                </a:lnTo>
                <a:lnTo>
                  <a:pt x="397034" y="56704"/>
                </a:lnTo>
                <a:lnTo>
                  <a:pt x="397650" y="56398"/>
                </a:lnTo>
                <a:lnTo>
                  <a:pt x="398256" y="56080"/>
                </a:lnTo>
                <a:lnTo>
                  <a:pt x="398851" y="55749"/>
                </a:lnTo>
                <a:lnTo>
                  <a:pt x="399434" y="55404"/>
                </a:lnTo>
                <a:lnTo>
                  <a:pt x="400007" y="55047"/>
                </a:lnTo>
                <a:lnTo>
                  <a:pt x="400568" y="54677"/>
                </a:lnTo>
                <a:lnTo>
                  <a:pt x="401118" y="54294"/>
                </a:lnTo>
                <a:lnTo>
                  <a:pt x="401658" y="53897"/>
                </a:lnTo>
                <a:lnTo>
                  <a:pt x="402186" y="53488"/>
                </a:lnTo>
                <a:lnTo>
                  <a:pt x="402703" y="53066"/>
                </a:lnTo>
                <a:lnTo>
                  <a:pt x="403209" y="52631"/>
                </a:lnTo>
                <a:lnTo>
                  <a:pt x="403704" y="52183"/>
                </a:lnTo>
                <a:lnTo>
                  <a:pt x="404188" y="51722"/>
                </a:lnTo>
                <a:lnTo>
                  <a:pt x="404660" y="51249"/>
                </a:lnTo>
                <a:lnTo>
                  <a:pt x="405122" y="50762"/>
                </a:lnTo>
                <a:lnTo>
                  <a:pt x="405573" y="50262"/>
                </a:lnTo>
                <a:lnTo>
                  <a:pt x="406012" y="49749"/>
                </a:lnTo>
                <a:lnTo>
                  <a:pt x="406441" y="49224"/>
                </a:lnTo>
                <a:lnTo>
                  <a:pt x="406858" y="48685"/>
                </a:lnTo>
                <a:lnTo>
                  <a:pt x="407264" y="48134"/>
                </a:lnTo>
                <a:lnTo>
                  <a:pt x="407657" y="47570"/>
                </a:lnTo>
                <a:lnTo>
                  <a:pt x="408032" y="46997"/>
                </a:lnTo>
                <a:lnTo>
                  <a:pt x="408391" y="46414"/>
                </a:lnTo>
                <a:lnTo>
                  <a:pt x="408734" y="45820"/>
                </a:lnTo>
                <a:lnTo>
                  <a:pt x="409059" y="45217"/>
                </a:lnTo>
                <a:lnTo>
                  <a:pt x="409368" y="44603"/>
                </a:lnTo>
                <a:lnTo>
                  <a:pt x="409660" y="43979"/>
                </a:lnTo>
                <a:lnTo>
                  <a:pt x="409936" y="43345"/>
                </a:lnTo>
                <a:lnTo>
                  <a:pt x="410195" y="42700"/>
                </a:lnTo>
                <a:lnTo>
                  <a:pt x="410437" y="42046"/>
                </a:lnTo>
                <a:lnTo>
                  <a:pt x="410662" y="41381"/>
                </a:lnTo>
                <a:lnTo>
                  <a:pt x="410871" y="40707"/>
                </a:lnTo>
                <a:lnTo>
                  <a:pt x="411063" y="40022"/>
                </a:lnTo>
                <a:lnTo>
                  <a:pt x="411238" y="39327"/>
                </a:lnTo>
                <a:lnTo>
                  <a:pt x="411397" y="38622"/>
                </a:lnTo>
                <a:lnTo>
                  <a:pt x="411539" y="37907"/>
                </a:lnTo>
                <a:lnTo>
                  <a:pt x="411664" y="37181"/>
                </a:lnTo>
                <a:lnTo>
                  <a:pt x="411773" y="36446"/>
                </a:lnTo>
                <a:lnTo>
                  <a:pt x="411864" y="35700"/>
                </a:lnTo>
                <a:lnTo>
                  <a:pt x="411940" y="34944"/>
                </a:lnTo>
                <a:lnTo>
                  <a:pt x="411998" y="34178"/>
                </a:lnTo>
                <a:lnTo>
                  <a:pt x="412040" y="33402"/>
                </a:lnTo>
                <a:lnTo>
                  <a:pt x="412065" y="32616"/>
                </a:lnTo>
                <a:lnTo>
                  <a:pt x="412073" y="31819"/>
                </a:lnTo>
                <a:lnTo>
                  <a:pt x="412053" y="30552"/>
                </a:lnTo>
                <a:lnTo>
                  <a:pt x="411994" y="29313"/>
                </a:lnTo>
                <a:lnTo>
                  <a:pt x="411895" y="28101"/>
                </a:lnTo>
                <a:lnTo>
                  <a:pt x="411756" y="26917"/>
                </a:lnTo>
                <a:lnTo>
                  <a:pt x="411578" y="25760"/>
                </a:lnTo>
                <a:lnTo>
                  <a:pt x="411360" y="24631"/>
                </a:lnTo>
                <a:lnTo>
                  <a:pt x="411102" y="23530"/>
                </a:lnTo>
                <a:lnTo>
                  <a:pt x="410805" y="22456"/>
                </a:lnTo>
                <a:lnTo>
                  <a:pt x="410468" y="21410"/>
                </a:lnTo>
                <a:lnTo>
                  <a:pt x="410091" y="20392"/>
                </a:lnTo>
                <a:lnTo>
                  <a:pt x="409675" y="19401"/>
                </a:lnTo>
                <a:lnTo>
                  <a:pt x="409219" y="18438"/>
                </a:lnTo>
                <a:lnTo>
                  <a:pt x="408724" y="17502"/>
                </a:lnTo>
                <a:lnTo>
                  <a:pt x="408189" y="16594"/>
                </a:lnTo>
                <a:lnTo>
                  <a:pt x="407614" y="15714"/>
                </a:lnTo>
                <a:lnTo>
                  <a:pt x="407000" y="14861"/>
                </a:lnTo>
                <a:lnTo>
                  <a:pt x="406346" y="14036"/>
                </a:lnTo>
                <a:lnTo>
                  <a:pt x="405652" y="13238"/>
                </a:lnTo>
                <a:lnTo>
                  <a:pt x="404919" y="12469"/>
                </a:lnTo>
                <a:lnTo>
                  <a:pt x="404146" y="11726"/>
                </a:lnTo>
                <a:lnTo>
                  <a:pt x="403333" y="11012"/>
                </a:lnTo>
                <a:lnTo>
                  <a:pt x="402481" y="10325"/>
                </a:lnTo>
                <a:lnTo>
                  <a:pt x="401589" y="9665"/>
                </a:lnTo>
                <a:lnTo>
                  <a:pt x="400658" y="9033"/>
                </a:lnTo>
                <a:lnTo>
                  <a:pt x="399692" y="8428"/>
                </a:lnTo>
                <a:lnTo>
                  <a:pt x="398698" y="7849"/>
                </a:lnTo>
                <a:lnTo>
                  <a:pt x="397676" y="7295"/>
                </a:lnTo>
                <a:lnTo>
                  <a:pt x="396625" y="6768"/>
                </a:lnTo>
                <a:lnTo>
                  <a:pt x="395546" y="6266"/>
                </a:lnTo>
                <a:lnTo>
                  <a:pt x="394439" y="5789"/>
                </a:lnTo>
                <a:lnTo>
                  <a:pt x="393303" y="5339"/>
                </a:lnTo>
                <a:lnTo>
                  <a:pt x="392139" y="4914"/>
                </a:lnTo>
                <a:lnTo>
                  <a:pt x="390946" y="4515"/>
                </a:lnTo>
                <a:lnTo>
                  <a:pt x="389725" y="4141"/>
                </a:lnTo>
                <a:lnTo>
                  <a:pt x="388475" y="3794"/>
                </a:lnTo>
                <a:lnTo>
                  <a:pt x="387197" y="3472"/>
                </a:lnTo>
                <a:lnTo>
                  <a:pt x="385891" y="3176"/>
                </a:lnTo>
                <a:lnTo>
                  <a:pt x="384556" y="2905"/>
                </a:lnTo>
                <a:lnTo>
                  <a:pt x="383193" y="2661"/>
                </a:lnTo>
                <a:lnTo>
                  <a:pt x="381802" y="2442"/>
                </a:lnTo>
                <a:lnTo>
                  <a:pt x="380382" y="2249"/>
                </a:lnTo>
                <a:lnTo>
                  <a:pt x="378934" y="2081"/>
                </a:lnTo>
                <a:lnTo>
                  <a:pt x="377457" y="1940"/>
                </a:lnTo>
                <a:lnTo>
                  <a:pt x="375952" y="1824"/>
                </a:lnTo>
                <a:lnTo>
                  <a:pt x="374418" y="1734"/>
                </a:lnTo>
                <a:lnTo>
                  <a:pt x="372856" y="1669"/>
                </a:lnTo>
                <a:lnTo>
                  <a:pt x="371266" y="1631"/>
                </a:lnTo>
                <a:lnTo>
                  <a:pt x="369647" y="1618"/>
                </a:lnTo>
                <a:lnTo>
                  <a:pt x="328300" y="1618"/>
                </a:lnTo>
                <a:lnTo>
                  <a:pt x="328300" y="122603"/>
                </a:lnTo>
                <a:lnTo>
                  <a:pt x="374231" y="122603"/>
                </a:lnTo>
                <a:lnTo>
                  <a:pt x="375423" y="122597"/>
                </a:lnTo>
                <a:close/>
                <a:moveTo>
                  <a:pt x="373333" y="69931"/>
                </a:moveTo>
                <a:lnTo>
                  <a:pt x="374099" y="69937"/>
                </a:lnTo>
                <a:lnTo>
                  <a:pt x="374853" y="69955"/>
                </a:lnTo>
                <a:lnTo>
                  <a:pt x="375597" y="69985"/>
                </a:lnTo>
                <a:lnTo>
                  <a:pt x="376329" y="70027"/>
                </a:lnTo>
                <a:lnTo>
                  <a:pt x="377050" y="70081"/>
                </a:lnTo>
                <a:lnTo>
                  <a:pt x="377759" y="70147"/>
                </a:lnTo>
                <a:lnTo>
                  <a:pt x="378458" y="70225"/>
                </a:lnTo>
                <a:lnTo>
                  <a:pt x="379145" y="70315"/>
                </a:lnTo>
                <a:lnTo>
                  <a:pt x="379821" y="70417"/>
                </a:lnTo>
                <a:lnTo>
                  <a:pt x="380486" y="70531"/>
                </a:lnTo>
                <a:lnTo>
                  <a:pt x="381140" y="70658"/>
                </a:lnTo>
                <a:lnTo>
                  <a:pt x="381782" y="70796"/>
                </a:lnTo>
                <a:lnTo>
                  <a:pt x="382413" y="70946"/>
                </a:lnTo>
                <a:lnTo>
                  <a:pt x="383033" y="71108"/>
                </a:lnTo>
                <a:lnTo>
                  <a:pt x="383641" y="71282"/>
                </a:lnTo>
                <a:lnTo>
                  <a:pt x="384239" y="71469"/>
                </a:lnTo>
                <a:lnTo>
                  <a:pt x="384825" y="71667"/>
                </a:lnTo>
                <a:lnTo>
                  <a:pt x="385400" y="71877"/>
                </a:lnTo>
                <a:lnTo>
                  <a:pt x="385963" y="72100"/>
                </a:lnTo>
                <a:lnTo>
                  <a:pt x="386516" y="72334"/>
                </a:lnTo>
                <a:lnTo>
                  <a:pt x="387057" y="72580"/>
                </a:lnTo>
                <a:lnTo>
                  <a:pt x="387587" y="72839"/>
                </a:lnTo>
                <a:lnTo>
                  <a:pt x="388106" y="73109"/>
                </a:lnTo>
                <a:lnTo>
                  <a:pt x="388613" y="73391"/>
                </a:lnTo>
                <a:lnTo>
                  <a:pt x="389105" y="73688"/>
                </a:lnTo>
                <a:lnTo>
                  <a:pt x="389575" y="74000"/>
                </a:lnTo>
                <a:lnTo>
                  <a:pt x="390025" y="74329"/>
                </a:lnTo>
                <a:lnTo>
                  <a:pt x="390453" y="74673"/>
                </a:lnTo>
                <a:lnTo>
                  <a:pt x="390861" y="75034"/>
                </a:lnTo>
                <a:lnTo>
                  <a:pt x="391248" y="75411"/>
                </a:lnTo>
                <a:lnTo>
                  <a:pt x="391614" y="75804"/>
                </a:lnTo>
                <a:lnTo>
                  <a:pt x="391959" y="76213"/>
                </a:lnTo>
                <a:lnTo>
                  <a:pt x="392283" y="76638"/>
                </a:lnTo>
                <a:lnTo>
                  <a:pt x="392586" y="77079"/>
                </a:lnTo>
                <a:lnTo>
                  <a:pt x="392868" y="77536"/>
                </a:lnTo>
                <a:lnTo>
                  <a:pt x="393130" y="78009"/>
                </a:lnTo>
                <a:lnTo>
                  <a:pt x="393370" y="78498"/>
                </a:lnTo>
                <a:lnTo>
                  <a:pt x="393590" y="79004"/>
                </a:lnTo>
                <a:lnTo>
                  <a:pt x="393789" y="79525"/>
                </a:lnTo>
                <a:lnTo>
                  <a:pt x="393966" y="80063"/>
                </a:lnTo>
                <a:lnTo>
                  <a:pt x="394123" y="80616"/>
                </a:lnTo>
                <a:lnTo>
                  <a:pt x="394259" y="81186"/>
                </a:lnTo>
                <a:lnTo>
                  <a:pt x="394374" y="81772"/>
                </a:lnTo>
                <a:lnTo>
                  <a:pt x="394468" y="82374"/>
                </a:lnTo>
                <a:lnTo>
                  <a:pt x="394541" y="82991"/>
                </a:lnTo>
                <a:lnTo>
                  <a:pt x="394594" y="83625"/>
                </a:lnTo>
                <a:lnTo>
                  <a:pt x="394625" y="84275"/>
                </a:lnTo>
                <a:lnTo>
                  <a:pt x="394635" y="84942"/>
                </a:lnTo>
                <a:lnTo>
                  <a:pt x="394631" y="85461"/>
                </a:lnTo>
                <a:lnTo>
                  <a:pt x="394616" y="85972"/>
                </a:lnTo>
                <a:lnTo>
                  <a:pt x="394591" y="86474"/>
                </a:lnTo>
                <a:lnTo>
                  <a:pt x="394557" y="86968"/>
                </a:lnTo>
                <a:lnTo>
                  <a:pt x="394513" y="87452"/>
                </a:lnTo>
                <a:lnTo>
                  <a:pt x="394458" y="87927"/>
                </a:lnTo>
                <a:lnTo>
                  <a:pt x="394395" y="88394"/>
                </a:lnTo>
                <a:lnTo>
                  <a:pt x="394321" y="88852"/>
                </a:lnTo>
                <a:lnTo>
                  <a:pt x="394237" y="89300"/>
                </a:lnTo>
                <a:lnTo>
                  <a:pt x="394144" y="89740"/>
                </a:lnTo>
                <a:lnTo>
                  <a:pt x="394041" y="90171"/>
                </a:lnTo>
                <a:lnTo>
                  <a:pt x="393928" y="90593"/>
                </a:lnTo>
                <a:lnTo>
                  <a:pt x="393805" y="91006"/>
                </a:lnTo>
                <a:lnTo>
                  <a:pt x="393672" y="91410"/>
                </a:lnTo>
                <a:lnTo>
                  <a:pt x="393529" y="91806"/>
                </a:lnTo>
                <a:lnTo>
                  <a:pt x="393377" y="92192"/>
                </a:lnTo>
                <a:lnTo>
                  <a:pt x="393215" y="92570"/>
                </a:lnTo>
                <a:lnTo>
                  <a:pt x="393043" y="92938"/>
                </a:lnTo>
                <a:lnTo>
                  <a:pt x="392861" y="93298"/>
                </a:lnTo>
                <a:lnTo>
                  <a:pt x="392669" y="93649"/>
                </a:lnTo>
                <a:lnTo>
                  <a:pt x="392468" y="93991"/>
                </a:lnTo>
                <a:lnTo>
                  <a:pt x="392256" y="94324"/>
                </a:lnTo>
                <a:lnTo>
                  <a:pt x="392035" y="94648"/>
                </a:lnTo>
                <a:lnTo>
                  <a:pt x="391804" y="94964"/>
                </a:lnTo>
                <a:lnTo>
                  <a:pt x="391565" y="95271"/>
                </a:lnTo>
                <a:lnTo>
                  <a:pt x="391318" y="95570"/>
                </a:lnTo>
                <a:lnTo>
                  <a:pt x="391065" y="95861"/>
                </a:lnTo>
                <a:lnTo>
                  <a:pt x="390804" y="96145"/>
                </a:lnTo>
                <a:lnTo>
                  <a:pt x="390537" y="96420"/>
                </a:lnTo>
                <a:lnTo>
                  <a:pt x="390262" y="96688"/>
                </a:lnTo>
                <a:lnTo>
                  <a:pt x="389980" y="96949"/>
                </a:lnTo>
                <a:lnTo>
                  <a:pt x="389692" y="97201"/>
                </a:lnTo>
                <a:lnTo>
                  <a:pt x="389396" y="97445"/>
                </a:lnTo>
                <a:lnTo>
                  <a:pt x="389093" y="97682"/>
                </a:lnTo>
                <a:lnTo>
                  <a:pt x="388784" y="97911"/>
                </a:lnTo>
                <a:lnTo>
                  <a:pt x="388467" y="98132"/>
                </a:lnTo>
                <a:lnTo>
                  <a:pt x="388143" y="98345"/>
                </a:lnTo>
                <a:lnTo>
                  <a:pt x="387813" y="98551"/>
                </a:lnTo>
                <a:lnTo>
                  <a:pt x="387475" y="98749"/>
                </a:lnTo>
                <a:lnTo>
                  <a:pt x="387130" y="98939"/>
                </a:lnTo>
                <a:lnTo>
                  <a:pt x="386778" y="99121"/>
                </a:lnTo>
                <a:lnTo>
                  <a:pt x="386419" y="99295"/>
                </a:lnTo>
                <a:lnTo>
                  <a:pt x="386054" y="99462"/>
                </a:lnTo>
                <a:lnTo>
                  <a:pt x="385681" y="99620"/>
                </a:lnTo>
                <a:lnTo>
                  <a:pt x="385301" y="99771"/>
                </a:lnTo>
                <a:lnTo>
                  <a:pt x="384914" y="99914"/>
                </a:lnTo>
                <a:lnTo>
                  <a:pt x="384520" y="100050"/>
                </a:lnTo>
                <a:lnTo>
                  <a:pt x="384119" y="100177"/>
                </a:lnTo>
                <a:lnTo>
                  <a:pt x="383713" y="100298"/>
                </a:lnTo>
                <a:lnTo>
                  <a:pt x="383302" y="100414"/>
                </a:lnTo>
                <a:lnTo>
                  <a:pt x="382889" y="100525"/>
                </a:lnTo>
                <a:lnTo>
                  <a:pt x="382471" y="100630"/>
                </a:lnTo>
                <a:lnTo>
                  <a:pt x="382050" y="100731"/>
                </a:lnTo>
                <a:lnTo>
                  <a:pt x="381625" y="100826"/>
                </a:lnTo>
                <a:lnTo>
                  <a:pt x="381196" y="100916"/>
                </a:lnTo>
                <a:lnTo>
                  <a:pt x="380763" y="101001"/>
                </a:lnTo>
                <a:lnTo>
                  <a:pt x="380327" y="101081"/>
                </a:lnTo>
                <a:lnTo>
                  <a:pt x="379887" y="101155"/>
                </a:lnTo>
                <a:lnTo>
                  <a:pt x="379443" y="101225"/>
                </a:lnTo>
                <a:lnTo>
                  <a:pt x="378995" y="101289"/>
                </a:lnTo>
                <a:lnTo>
                  <a:pt x="378544" y="101349"/>
                </a:lnTo>
                <a:lnTo>
                  <a:pt x="378089" y="101403"/>
                </a:lnTo>
                <a:lnTo>
                  <a:pt x="377630" y="101452"/>
                </a:lnTo>
                <a:lnTo>
                  <a:pt x="377168" y="101495"/>
                </a:lnTo>
                <a:lnTo>
                  <a:pt x="376701" y="101534"/>
                </a:lnTo>
                <a:lnTo>
                  <a:pt x="376231" y="101567"/>
                </a:lnTo>
                <a:lnTo>
                  <a:pt x="375758" y="101596"/>
                </a:lnTo>
                <a:lnTo>
                  <a:pt x="375280" y="101619"/>
                </a:lnTo>
                <a:lnTo>
                  <a:pt x="374799" y="101637"/>
                </a:lnTo>
                <a:lnTo>
                  <a:pt x="374314" y="101650"/>
                </a:lnTo>
                <a:lnTo>
                  <a:pt x="373825" y="101658"/>
                </a:lnTo>
                <a:lnTo>
                  <a:pt x="373333" y="101660"/>
                </a:lnTo>
                <a:lnTo>
                  <a:pt x="353558" y="101660"/>
                </a:lnTo>
                <a:lnTo>
                  <a:pt x="353558" y="69931"/>
                </a:lnTo>
                <a:lnTo>
                  <a:pt x="373333" y="69931"/>
                </a:lnTo>
                <a:close/>
                <a:moveTo>
                  <a:pt x="369288" y="22022"/>
                </a:moveTo>
                <a:lnTo>
                  <a:pt x="369698" y="22024"/>
                </a:lnTo>
                <a:lnTo>
                  <a:pt x="370104" y="22031"/>
                </a:lnTo>
                <a:lnTo>
                  <a:pt x="370507" y="22042"/>
                </a:lnTo>
                <a:lnTo>
                  <a:pt x="370906" y="22058"/>
                </a:lnTo>
                <a:lnTo>
                  <a:pt x="371301" y="22078"/>
                </a:lnTo>
                <a:lnTo>
                  <a:pt x="371692" y="22103"/>
                </a:lnTo>
                <a:lnTo>
                  <a:pt x="372080" y="22133"/>
                </a:lnTo>
                <a:lnTo>
                  <a:pt x="372464" y="22167"/>
                </a:lnTo>
                <a:lnTo>
                  <a:pt x="372844" y="22205"/>
                </a:lnTo>
                <a:lnTo>
                  <a:pt x="373220" y="22248"/>
                </a:lnTo>
                <a:lnTo>
                  <a:pt x="373593" y="22296"/>
                </a:lnTo>
                <a:lnTo>
                  <a:pt x="373962" y="22348"/>
                </a:lnTo>
                <a:lnTo>
                  <a:pt x="374327" y="22404"/>
                </a:lnTo>
                <a:lnTo>
                  <a:pt x="374688" y="22465"/>
                </a:lnTo>
                <a:lnTo>
                  <a:pt x="375046" y="22531"/>
                </a:lnTo>
                <a:lnTo>
                  <a:pt x="375400" y="22601"/>
                </a:lnTo>
                <a:lnTo>
                  <a:pt x="375750" y="22676"/>
                </a:lnTo>
                <a:lnTo>
                  <a:pt x="376097" y="22755"/>
                </a:lnTo>
                <a:lnTo>
                  <a:pt x="376439" y="22839"/>
                </a:lnTo>
                <a:lnTo>
                  <a:pt x="376778" y="22927"/>
                </a:lnTo>
                <a:lnTo>
                  <a:pt x="377113" y="23020"/>
                </a:lnTo>
                <a:lnTo>
                  <a:pt x="377445" y="23117"/>
                </a:lnTo>
                <a:lnTo>
                  <a:pt x="377773" y="23219"/>
                </a:lnTo>
                <a:lnTo>
                  <a:pt x="378097" y="23325"/>
                </a:lnTo>
                <a:lnTo>
                  <a:pt x="378416" y="23437"/>
                </a:lnTo>
                <a:lnTo>
                  <a:pt x="378729" y="23554"/>
                </a:lnTo>
                <a:lnTo>
                  <a:pt x="379038" y="23678"/>
                </a:lnTo>
                <a:lnTo>
                  <a:pt x="379340" y="23807"/>
                </a:lnTo>
                <a:lnTo>
                  <a:pt x="379637" y="23942"/>
                </a:lnTo>
                <a:lnTo>
                  <a:pt x="379928" y="24084"/>
                </a:lnTo>
                <a:lnTo>
                  <a:pt x="380214" y="24231"/>
                </a:lnTo>
                <a:lnTo>
                  <a:pt x="380493" y="24384"/>
                </a:lnTo>
                <a:lnTo>
                  <a:pt x="380768" y="24543"/>
                </a:lnTo>
                <a:lnTo>
                  <a:pt x="381037" y="24708"/>
                </a:lnTo>
                <a:lnTo>
                  <a:pt x="381300" y="24879"/>
                </a:lnTo>
                <a:lnTo>
                  <a:pt x="381557" y="25055"/>
                </a:lnTo>
                <a:lnTo>
                  <a:pt x="381809" y="25238"/>
                </a:lnTo>
                <a:lnTo>
                  <a:pt x="382055" y="25427"/>
                </a:lnTo>
                <a:lnTo>
                  <a:pt x="382296" y="25621"/>
                </a:lnTo>
                <a:lnTo>
                  <a:pt x="382531" y="25822"/>
                </a:lnTo>
                <a:lnTo>
                  <a:pt x="382760" y="26028"/>
                </a:lnTo>
                <a:lnTo>
                  <a:pt x="382984" y="26241"/>
                </a:lnTo>
                <a:lnTo>
                  <a:pt x="383202" y="26459"/>
                </a:lnTo>
                <a:lnTo>
                  <a:pt x="383415" y="26683"/>
                </a:lnTo>
                <a:lnTo>
                  <a:pt x="383622" y="26914"/>
                </a:lnTo>
                <a:lnTo>
                  <a:pt x="383823" y="27150"/>
                </a:lnTo>
                <a:lnTo>
                  <a:pt x="384019" y="27392"/>
                </a:lnTo>
                <a:lnTo>
                  <a:pt x="384209" y="27640"/>
                </a:lnTo>
                <a:lnTo>
                  <a:pt x="384392" y="27894"/>
                </a:lnTo>
                <a:lnTo>
                  <a:pt x="384568" y="28156"/>
                </a:lnTo>
                <a:lnTo>
                  <a:pt x="384735" y="28425"/>
                </a:lnTo>
                <a:lnTo>
                  <a:pt x="384895" y="28702"/>
                </a:lnTo>
                <a:lnTo>
                  <a:pt x="385048" y="28986"/>
                </a:lnTo>
                <a:lnTo>
                  <a:pt x="385192" y="29277"/>
                </a:lnTo>
                <a:lnTo>
                  <a:pt x="385328" y="29576"/>
                </a:lnTo>
                <a:lnTo>
                  <a:pt x="385457" y="29882"/>
                </a:lnTo>
                <a:lnTo>
                  <a:pt x="385578" y="30195"/>
                </a:lnTo>
                <a:lnTo>
                  <a:pt x="385691" y="30516"/>
                </a:lnTo>
                <a:lnTo>
                  <a:pt x="385797" y="30844"/>
                </a:lnTo>
                <a:lnTo>
                  <a:pt x="385894" y="31179"/>
                </a:lnTo>
                <a:lnTo>
                  <a:pt x="385984" y="31522"/>
                </a:lnTo>
                <a:lnTo>
                  <a:pt x="386066" y="31871"/>
                </a:lnTo>
                <a:lnTo>
                  <a:pt x="386140" y="32229"/>
                </a:lnTo>
                <a:lnTo>
                  <a:pt x="386206" y="32593"/>
                </a:lnTo>
                <a:lnTo>
                  <a:pt x="386265" y="32965"/>
                </a:lnTo>
                <a:lnTo>
                  <a:pt x="386315" y="33345"/>
                </a:lnTo>
                <a:lnTo>
                  <a:pt x="386358" y="33731"/>
                </a:lnTo>
                <a:lnTo>
                  <a:pt x="386393" y="34125"/>
                </a:lnTo>
                <a:lnTo>
                  <a:pt x="386421" y="34526"/>
                </a:lnTo>
                <a:lnTo>
                  <a:pt x="386440" y="34935"/>
                </a:lnTo>
                <a:lnTo>
                  <a:pt x="386452" y="35351"/>
                </a:lnTo>
                <a:lnTo>
                  <a:pt x="386456" y="35774"/>
                </a:lnTo>
                <a:lnTo>
                  <a:pt x="386447" y="36375"/>
                </a:lnTo>
                <a:lnTo>
                  <a:pt x="386422" y="36963"/>
                </a:lnTo>
                <a:lnTo>
                  <a:pt x="386379" y="37540"/>
                </a:lnTo>
                <a:lnTo>
                  <a:pt x="386319" y="38104"/>
                </a:lnTo>
                <a:lnTo>
                  <a:pt x="386241" y="38656"/>
                </a:lnTo>
                <a:lnTo>
                  <a:pt x="386147" y="39196"/>
                </a:lnTo>
                <a:lnTo>
                  <a:pt x="386035" y="39723"/>
                </a:lnTo>
                <a:lnTo>
                  <a:pt x="385907" y="40239"/>
                </a:lnTo>
                <a:lnTo>
                  <a:pt x="385761" y="40742"/>
                </a:lnTo>
                <a:lnTo>
                  <a:pt x="385598" y="41233"/>
                </a:lnTo>
                <a:lnTo>
                  <a:pt x="385417" y="41712"/>
                </a:lnTo>
                <a:lnTo>
                  <a:pt x="385220" y="42179"/>
                </a:lnTo>
                <a:lnTo>
                  <a:pt x="385005" y="42633"/>
                </a:lnTo>
                <a:lnTo>
                  <a:pt x="384774" y="43076"/>
                </a:lnTo>
                <a:lnTo>
                  <a:pt x="384525" y="43506"/>
                </a:lnTo>
                <a:lnTo>
                  <a:pt x="384259" y="43924"/>
                </a:lnTo>
                <a:lnTo>
                  <a:pt x="383975" y="44330"/>
                </a:lnTo>
                <a:lnTo>
                  <a:pt x="383675" y="44723"/>
                </a:lnTo>
                <a:lnTo>
                  <a:pt x="383357" y="45105"/>
                </a:lnTo>
                <a:lnTo>
                  <a:pt x="383023" y="45474"/>
                </a:lnTo>
                <a:lnTo>
                  <a:pt x="382671" y="45832"/>
                </a:lnTo>
                <a:lnTo>
                  <a:pt x="382302" y="46177"/>
                </a:lnTo>
                <a:lnTo>
                  <a:pt x="381916" y="46510"/>
                </a:lnTo>
                <a:lnTo>
                  <a:pt x="381512" y="46830"/>
                </a:lnTo>
                <a:lnTo>
                  <a:pt x="381096" y="47138"/>
                </a:lnTo>
                <a:lnTo>
                  <a:pt x="380672" y="47433"/>
                </a:lnTo>
                <a:lnTo>
                  <a:pt x="380240" y="47715"/>
                </a:lnTo>
                <a:lnTo>
                  <a:pt x="379799" y="47984"/>
                </a:lnTo>
                <a:lnTo>
                  <a:pt x="379351" y="48239"/>
                </a:lnTo>
                <a:lnTo>
                  <a:pt x="378894" y="48482"/>
                </a:lnTo>
                <a:lnTo>
                  <a:pt x="378430" y="48711"/>
                </a:lnTo>
                <a:lnTo>
                  <a:pt x="377957" y="48928"/>
                </a:lnTo>
                <a:lnTo>
                  <a:pt x="377476" y="49131"/>
                </a:lnTo>
                <a:lnTo>
                  <a:pt x="376987" y="49321"/>
                </a:lnTo>
                <a:lnTo>
                  <a:pt x="376490" y="49498"/>
                </a:lnTo>
                <a:lnTo>
                  <a:pt x="375984" y="49662"/>
                </a:lnTo>
                <a:lnTo>
                  <a:pt x="375471" y="49812"/>
                </a:lnTo>
                <a:lnTo>
                  <a:pt x="374949" y="49950"/>
                </a:lnTo>
                <a:lnTo>
                  <a:pt x="374420" y="50074"/>
                </a:lnTo>
                <a:lnTo>
                  <a:pt x="373882" y="50186"/>
                </a:lnTo>
                <a:lnTo>
                  <a:pt x="373336" y="50284"/>
                </a:lnTo>
                <a:lnTo>
                  <a:pt x="372782" y="50369"/>
                </a:lnTo>
                <a:lnTo>
                  <a:pt x="372220" y="50442"/>
                </a:lnTo>
                <a:lnTo>
                  <a:pt x="371650" y="50500"/>
                </a:lnTo>
                <a:lnTo>
                  <a:pt x="371071" y="50546"/>
                </a:lnTo>
                <a:lnTo>
                  <a:pt x="370485" y="50579"/>
                </a:lnTo>
                <a:lnTo>
                  <a:pt x="369890" y="50599"/>
                </a:lnTo>
                <a:lnTo>
                  <a:pt x="369288" y="50605"/>
                </a:lnTo>
                <a:lnTo>
                  <a:pt x="353558" y="50605"/>
                </a:lnTo>
                <a:lnTo>
                  <a:pt x="353558" y="22022"/>
                </a:lnTo>
                <a:lnTo>
                  <a:pt x="369288" y="22022"/>
                </a:lnTo>
                <a:close/>
                <a:moveTo>
                  <a:pt x="254430" y="124175"/>
                </a:moveTo>
                <a:lnTo>
                  <a:pt x="255851" y="124116"/>
                </a:lnTo>
                <a:lnTo>
                  <a:pt x="257253" y="124034"/>
                </a:lnTo>
                <a:lnTo>
                  <a:pt x="258636" y="123929"/>
                </a:lnTo>
                <a:lnTo>
                  <a:pt x="260000" y="123800"/>
                </a:lnTo>
                <a:lnTo>
                  <a:pt x="261345" y="123648"/>
                </a:lnTo>
                <a:lnTo>
                  <a:pt x="262672" y="123472"/>
                </a:lnTo>
                <a:lnTo>
                  <a:pt x="263980" y="123273"/>
                </a:lnTo>
                <a:lnTo>
                  <a:pt x="265268" y="123051"/>
                </a:lnTo>
                <a:lnTo>
                  <a:pt x="266538" y="122805"/>
                </a:lnTo>
                <a:lnTo>
                  <a:pt x="267789" y="122536"/>
                </a:lnTo>
                <a:lnTo>
                  <a:pt x="269021" y="122243"/>
                </a:lnTo>
                <a:lnTo>
                  <a:pt x="270235" y="121927"/>
                </a:lnTo>
                <a:lnTo>
                  <a:pt x="271429" y="121588"/>
                </a:lnTo>
                <a:lnTo>
                  <a:pt x="272604" y="121225"/>
                </a:lnTo>
                <a:lnTo>
                  <a:pt x="273761" y="120839"/>
                </a:lnTo>
                <a:lnTo>
                  <a:pt x="274899" y="120429"/>
                </a:lnTo>
                <a:lnTo>
                  <a:pt x="276017" y="119996"/>
                </a:lnTo>
                <a:lnTo>
                  <a:pt x="277117" y="119540"/>
                </a:lnTo>
                <a:lnTo>
                  <a:pt x="278198" y="119060"/>
                </a:lnTo>
                <a:lnTo>
                  <a:pt x="279260" y="118557"/>
                </a:lnTo>
                <a:lnTo>
                  <a:pt x="280304" y="118030"/>
                </a:lnTo>
                <a:lnTo>
                  <a:pt x="281328" y="117480"/>
                </a:lnTo>
                <a:lnTo>
                  <a:pt x="282333" y="116909"/>
                </a:lnTo>
                <a:lnTo>
                  <a:pt x="283318" y="116320"/>
                </a:lnTo>
                <a:lnTo>
                  <a:pt x="284282" y="115713"/>
                </a:lnTo>
                <a:lnTo>
                  <a:pt x="285226" y="115088"/>
                </a:lnTo>
                <a:lnTo>
                  <a:pt x="286149" y="114445"/>
                </a:lnTo>
                <a:lnTo>
                  <a:pt x="287053" y="113783"/>
                </a:lnTo>
                <a:lnTo>
                  <a:pt x="287936" y="113104"/>
                </a:lnTo>
                <a:lnTo>
                  <a:pt x="288799" y="112406"/>
                </a:lnTo>
                <a:lnTo>
                  <a:pt x="289641" y="111691"/>
                </a:lnTo>
                <a:lnTo>
                  <a:pt x="290463" y="110957"/>
                </a:lnTo>
                <a:lnTo>
                  <a:pt x="291265" y="110205"/>
                </a:lnTo>
                <a:lnTo>
                  <a:pt x="292047" y="109435"/>
                </a:lnTo>
                <a:lnTo>
                  <a:pt x="292808" y="108647"/>
                </a:lnTo>
                <a:lnTo>
                  <a:pt x="293549" y="107841"/>
                </a:lnTo>
                <a:lnTo>
                  <a:pt x="294270" y="107017"/>
                </a:lnTo>
                <a:lnTo>
                  <a:pt x="294971" y="106174"/>
                </a:lnTo>
                <a:lnTo>
                  <a:pt x="295651" y="105314"/>
                </a:lnTo>
                <a:lnTo>
                  <a:pt x="296311" y="104435"/>
                </a:lnTo>
                <a:lnTo>
                  <a:pt x="296951" y="103539"/>
                </a:lnTo>
                <a:lnTo>
                  <a:pt x="297570" y="102624"/>
                </a:lnTo>
                <a:lnTo>
                  <a:pt x="298169" y="101691"/>
                </a:lnTo>
                <a:lnTo>
                  <a:pt x="298748" y="100740"/>
                </a:lnTo>
                <a:lnTo>
                  <a:pt x="299306" y="99771"/>
                </a:lnTo>
                <a:lnTo>
                  <a:pt x="299845" y="98784"/>
                </a:lnTo>
                <a:lnTo>
                  <a:pt x="300362" y="97781"/>
                </a:lnTo>
                <a:lnTo>
                  <a:pt x="300857" y="96765"/>
                </a:lnTo>
                <a:lnTo>
                  <a:pt x="301330" y="95736"/>
                </a:lnTo>
                <a:lnTo>
                  <a:pt x="301781" y="94694"/>
                </a:lnTo>
                <a:lnTo>
                  <a:pt x="302210" y="93639"/>
                </a:lnTo>
                <a:lnTo>
                  <a:pt x="302617" y="92571"/>
                </a:lnTo>
                <a:lnTo>
                  <a:pt x="303002" y="91489"/>
                </a:lnTo>
                <a:lnTo>
                  <a:pt x="303365" y="90395"/>
                </a:lnTo>
                <a:lnTo>
                  <a:pt x="303706" y="89287"/>
                </a:lnTo>
                <a:lnTo>
                  <a:pt x="304025" y="88166"/>
                </a:lnTo>
                <a:lnTo>
                  <a:pt x="304322" y="87032"/>
                </a:lnTo>
                <a:lnTo>
                  <a:pt x="304597" y="85885"/>
                </a:lnTo>
                <a:lnTo>
                  <a:pt x="304850" y="84725"/>
                </a:lnTo>
                <a:lnTo>
                  <a:pt x="305081" y="83552"/>
                </a:lnTo>
                <a:lnTo>
                  <a:pt x="305290" y="82366"/>
                </a:lnTo>
                <a:lnTo>
                  <a:pt x="305477" y="81166"/>
                </a:lnTo>
                <a:lnTo>
                  <a:pt x="305642" y="79954"/>
                </a:lnTo>
                <a:lnTo>
                  <a:pt x="305785" y="78728"/>
                </a:lnTo>
                <a:lnTo>
                  <a:pt x="305906" y="77489"/>
                </a:lnTo>
                <a:lnTo>
                  <a:pt x="306005" y="76238"/>
                </a:lnTo>
                <a:lnTo>
                  <a:pt x="306082" y="74973"/>
                </a:lnTo>
                <a:lnTo>
                  <a:pt x="306137" y="73695"/>
                </a:lnTo>
                <a:lnTo>
                  <a:pt x="306170" y="72403"/>
                </a:lnTo>
                <a:lnTo>
                  <a:pt x="306181" y="71099"/>
                </a:lnTo>
                <a:lnTo>
                  <a:pt x="306181" y="58785"/>
                </a:lnTo>
                <a:lnTo>
                  <a:pt x="252160" y="58785"/>
                </a:lnTo>
                <a:lnTo>
                  <a:pt x="252160" y="78919"/>
                </a:lnTo>
                <a:lnTo>
                  <a:pt x="280834" y="78919"/>
                </a:lnTo>
                <a:lnTo>
                  <a:pt x="280784" y="79515"/>
                </a:lnTo>
                <a:lnTo>
                  <a:pt x="280723" y="80106"/>
                </a:lnTo>
                <a:lnTo>
                  <a:pt x="280652" y="80690"/>
                </a:lnTo>
                <a:lnTo>
                  <a:pt x="280570" y="81269"/>
                </a:lnTo>
                <a:lnTo>
                  <a:pt x="280478" y="81841"/>
                </a:lnTo>
                <a:lnTo>
                  <a:pt x="280376" y="82408"/>
                </a:lnTo>
                <a:lnTo>
                  <a:pt x="280263" y="82969"/>
                </a:lnTo>
                <a:lnTo>
                  <a:pt x="280140" y="83523"/>
                </a:lnTo>
                <a:lnTo>
                  <a:pt x="280006" y="84072"/>
                </a:lnTo>
                <a:lnTo>
                  <a:pt x="279862" y="84615"/>
                </a:lnTo>
                <a:lnTo>
                  <a:pt x="279707" y="85152"/>
                </a:lnTo>
                <a:lnTo>
                  <a:pt x="279542" y="85683"/>
                </a:lnTo>
                <a:lnTo>
                  <a:pt x="279366" y="86208"/>
                </a:lnTo>
                <a:lnTo>
                  <a:pt x="279180" y="86727"/>
                </a:lnTo>
                <a:lnTo>
                  <a:pt x="278983" y="87241"/>
                </a:lnTo>
                <a:lnTo>
                  <a:pt x="278776" y="87748"/>
                </a:lnTo>
                <a:lnTo>
                  <a:pt x="278559" y="88249"/>
                </a:lnTo>
                <a:lnTo>
                  <a:pt x="278331" y="88745"/>
                </a:lnTo>
                <a:lnTo>
                  <a:pt x="278093" y="89234"/>
                </a:lnTo>
                <a:lnTo>
                  <a:pt x="277844" y="89718"/>
                </a:lnTo>
                <a:lnTo>
                  <a:pt x="277585" y="90196"/>
                </a:lnTo>
                <a:lnTo>
                  <a:pt x="277315" y="90667"/>
                </a:lnTo>
                <a:lnTo>
                  <a:pt x="277035" y="91133"/>
                </a:lnTo>
                <a:lnTo>
                  <a:pt x="276744" y="91593"/>
                </a:lnTo>
                <a:lnTo>
                  <a:pt x="276443" y="92046"/>
                </a:lnTo>
                <a:lnTo>
                  <a:pt x="276133" y="92490"/>
                </a:lnTo>
                <a:lnTo>
                  <a:pt x="275813" y="92927"/>
                </a:lnTo>
                <a:lnTo>
                  <a:pt x="275483" y="93355"/>
                </a:lnTo>
                <a:lnTo>
                  <a:pt x="275144" y="93774"/>
                </a:lnTo>
                <a:lnTo>
                  <a:pt x="274795" y="94186"/>
                </a:lnTo>
                <a:lnTo>
                  <a:pt x="274436" y="94589"/>
                </a:lnTo>
                <a:lnTo>
                  <a:pt x="274067" y="94984"/>
                </a:lnTo>
                <a:lnTo>
                  <a:pt x="273689" y="95370"/>
                </a:lnTo>
                <a:lnTo>
                  <a:pt x="273302" y="95749"/>
                </a:lnTo>
                <a:lnTo>
                  <a:pt x="272904" y="96119"/>
                </a:lnTo>
                <a:lnTo>
                  <a:pt x="272497" y="96481"/>
                </a:lnTo>
                <a:lnTo>
                  <a:pt x="272080" y="96834"/>
                </a:lnTo>
                <a:lnTo>
                  <a:pt x="271654" y="97179"/>
                </a:lnTo>
                <a:lnTo>
                  <a:pt x="271217" y="97516"/>
                </a:lnTo>
                <a:lnTo>
                  <a:pt x="270772" y="97845"/>
                </a:lnTo>
                <a:lnTo>
                  <a:pt x="270316" y="98165"/>
                </a:lnTo>
                <a:lnTo>
                  <a:pt x="269851" y="98478"/>
                </a:lnTo>
                <a:lnTo>
                  <a:pt x="269376" y="98782"/>
                </a:lnTo>
                <a:lnTo>
                  <a:pt x="268892" y="99077"/>
                </a:lnTo>
                <a:lnTo>
                  <a:pt x="268397" y="99365"/>
                </a:lnTo>
                <a:lnTo>
                  <a:pt x="267893" y="99644"/>
                </a:lnTo>
                <a:lnTo>
                  <a:pt x="267380" y="99914"/>
                </a:lnTo>
                <a:lnTo>
                  <a:pt x="266857" y="100177"/>
                </a:lnTo>
                <a:lnTo>
                  <a:pt x="266324" y="100430"/>
                </a:lnTo>
                <a:lnTo>
                  <a:pt x="265782" y="100672"/>
                </a:lnTo>
                <a:lnTo>
                  <a:pt x="265231" y="100904"/>
                </a:lnTo>
                <a:lnTo>
                  <a:pt x="264671" y="101125"/>
                </a:lnTo>
                <a:lnTo>
                  <a:pt x="264101" y="101335"/>
                </a:lnTo>
                <a:lnTo>
                  <a:pt x="263522" y="101534"/>
                </a:lnTo>
                <a:lnTo>
                  <a:pt x="262935" y="101722"/>
                </a:lnTo>
                <a:lnTo>
                  <a:pt x="262337" y="101900"/>
                </a:lnTo>
                <a:lnTo>
                  <a:pt x="261731" y="102067"/>
                </a:lnTo>
                <a:lnTo>
                  <a:pt x="261116" y="102223"/>
                </a:lnTo>
                <a:lnTo>
                  <a:pt x="260491" y="102368"/>
                </a:lnTo>
                <a:lnTo>
                  <a:pt x="259857" y="102503"/>
                </a:lnTo>
                <a:lnTo>
                  <a:pt x="259214" y="102627"/>
                </a:lnTo>
                <a:lnTo>
                  <a:pt x="258561" y="102740"/>
                </a:lnTo>
                <a:lnTo>
                  <a:pt x="257900" y="102842"/>
                </a:lnTo>
                <a:lnTo>
                  <a:pt x="257229" y="102934"/>
                </a:lnTo>
                <a:lnTo>
                  <a:pt x="256549" y="103014"/>
                </a:lnTo>
                <a:lnTo>
                  <a:pt x="255860" y="103084"/>
                </a:lnTo>
                <a:lnTo>
                  <a:pt x="255161" y="103143"/>
                </a:lnTo>
                <a:lnTo>
                  <a:pt x="254454" y="103192"/>
                </a:lnTo>
                <a:lnTo>
                  <a:pt x="253737" y="103230"/>
                </a:lnTo>
                <a:lnTo>
                  <a:pt x="253011" y="103257"/>
                </a:lnTo>
                <a:lnTo>
                  <a:pt x="252276" y="103273"/>
                </a:lnTo>
                <a:lnTo>
                  <a:pt x="251531" y="103278"/>
                </a:lnTo>
                <a:lnTo>
                  <a:pt x="250528" y="103268"/>
                </a:lnTo>
                <a:lnTo>
                  <a:pt x="249542" y="103239"/>
                </a:lnTo>
                <a:lnTo>
                  <a:pt x="248572" y="103190"/>
                </a:lnTo>
                <a:lnTo>
                  <a:pt x="247619" y="103121"/>
                </a:lnTo>
                <a:lnTo>
                  <a:pt x="246682" y="103032"/>
                </a:lnTo>
                <a:lnTo>
                  <a:pt x="245762" y="102924"/>
                </a:lnTo>
                <a:lnTo>
                  <a:pt x="244858" y="102796"/>
                </a:lnTo>
                <a:lnTo>
                  <a:pt x="243971" y="102649"/>
                </a:lnTo>
                <a:lnTo>
                  <a:pt x="243100" y="102482"/>
                </a:lnTo>
                <a:lnTo>
                  <a:pt x="242246" y="102295"/>
                </a:lnTo>
                <a:lnTo>
                  <a:pt x="241409" y="102089"/>
                </a:lnTo>
                <a:lnTo>
                  <a:pt x="240588" y="101862"/>
                </a:lnTo>
                <a:lnTo>
                  <a:pt x="239783" y="101617"/>
                </a:lnTo>
                <a:lnTo>
                  <a:pt x="238995" y="101351"/>
                </a:lnTo>
                <a:lnTo>
                  <a:pt x="238224" y="101066"/>
                </a:lnTo>
                <a:lnTo>
                  <a:pt x="237469" y="100761"/>
                </a:lnTo>
                <a:lnTo>
                  <a:pt x="236731" y="100437"/>
                </a:lnTo>
                <a:lnTo>
                  <a:pt x="236009" y="100093"/>
                </a:lnTo>
                <a:lnTo>
                  <a:pt x="235304" y="99729"/>
                </a:lnTo>
                <a:lnTo>
                  <a:pt x="234615" y="99346"/>
                </a:lnTo>
                <a:lnTo>
                  <a:pt x="233943" y="98943"/>
                </a:lnTo>
                <a:lnTo>
                  <a:pt x="233288" y="98520"/>
                </a:lnTo>
                <a:lnTo>
                  <a:pt x="232649" y="98077"/>
                </a:lnTo>
                <a:lnTo>
                  <a:pt x="232026" y="97615"/>
                </a:lnTo>
                <a:lnTo>
                  <a:pt x="231419" y="97137"/>
                </a:lnTo>
                <a:lnTo>
                  <a:pt x="230825" y="96646"/>
                </a:lnTo>
                <a:lnTo>
                  <a:pt x="230246" y="96142"/>
                </a:lnTo>
                <a:lnTo>
                  <a:pt x="229680" y="95625"/>
                </a:lnTo>
                <a:lnTo>
                  <a:pt x="229129" y="95096"/>
                </a:lnTo>
                <a:lnTo>
                  <a:pt x="228591" y="94554"/>
                </a:lnTo>
                <a:lnTo>
                  <a:pt x="228067" y="93999"/>
                </a:lnTo>
                <a:lnTo>
                  <a:pt x="227557" y="93431"/>
                </a:lnTo>
                <a:lnTo>
                  <a:pt x="227061" y="92850"/>
                </a:lnTo>
                <a:lnTo>
                  <a:pt x="226578" y="92257"/>
                </a:lnTo>
                <a:lnTo>
                  <a:pt x="226110" y="91650"/>
                </a:lnTo>
                <a:lnTo>
                  <a:pt x="225656" y="91031"/>
                </a:lnTo>
                <a:lnTo>
                  <a:pt x="225215" y="90399"/>
                </a:lnTo>
                <a:lnTo>
                  <a:pt x="224788" y="89755"/>
                </a:lnTo>
                <a:lnTo>
                  <a:pt x="224375" y="89097"/>
                </a:lnTo>
                <a:lnTo>
                  <a:pt x="223976" y="88427"/>
                </a:lnTo>
                <a:lnTo>
                  <a:pt x="223591" y="87744"/>
                </a:lnTo>
                <a:lnTo>
                  <a:pt x="223220" y="87048"/>
                </a:lnTo>
                <a:lnTo>
                  <a:pt x="222863" y="86340"/>
                </a:lnTo>
                <a:lnTo>
                  <a:pt x="222520" y="85618"/>
                </a:lnTo>
                <a:lnTo>
                  <a:pt x="222190" y="84884"/>
                </a:lnTo>
                <a:lnTo>
                  <a:pt x="221874" y="84137"/>
                </a:lnTo>
                <a:lnTo>
                  <a:pt x="221573" y="83377"/>
                </a:lnTo>
                <a:lnTo>
                  <a:pt x="221285" y="82604"/>
                </a:lnTo>
                <a:lnTo>
                  <a:pt x="221010" y="81823"/>
                </a:lnTo>
                <a:lnTo>
                  <a:pt x="220746" y="81035"/>
                </a:lnTo>
                <a:lnTo>
                  <a:pt x="220495" y="80241"/>
                </a:lnTo>
                <a:lnTo>
                  <a:pt x="220255" y="79441"/>
                </a:lnTo>
                <a:lnTo>
                  <a:pt x="220027" y="78635"/>
                </a:lnTo>
                <a:lnTo>
                  <a:pt x="219810" y="77824"/>
                </a:lnTo>
                <a:lnTo>
                  <a:pt x="219605" y="77006"/>
                </a:lnTo>
                <a:lnTo>
                  <a:pt x="219412" y="76183"/>
                </a:lnTo>
                <a:lnTo>
                  <a:pt x="219231" y="75353"/>
                </a:lnTo>
                <a:lnTo>
                  <a:pt x="219061" y="74518"/>
                </a:lnTo>
                <a:lnTo>
                  <a:pt x="218903" y="73677"/>
                </a:lnTo>
                <a:lnTo>
                  <a:pt x="218757" y="72829"/>
                </a:lnTo>
                <a:lnTo>
                  <a:pt x="218622" y="71976"/>
                </a:lnTo>
                <a:lnTo>
                  <a:pt x="218499" y="71117"/>
                </a:lnTo>
                <a:lnTo>
                  <a:pt x="218388" y="70252"/>
                </a:lnTo>
                <a:lnTo>
                  <a:pt x="218289" y="69381"/>
                </a:lnTo>
                <a:lnTo>
                  <a:pt x="218201" y="68505"/>
                </a:lnTo>
                <a:lnTo>
                  <a:pt x="218125" y="67622"/>
                </a:lnTo>
                <a:lnTo>
                  <a:pt x="218060" y="66733"/>
                </a:lnTo>
                <a:lnTo>
                  <a:pt x="218008" y="65838"/>
                </a:lnTo>
                <a:lnTo>
                  <a:pt x="217967" y="64938"/>
                </a:lnTo>
                <a:lnTo>
                  <a:pt x="217938" y="64031"/>
                </a:lnTo>
                <a:lnTo>
                  <a:pt x="217920" y="63119"/>
                </a:lnTo>
                <a:lnTo>
                  <a:pt x="217914" y="62201"/>
                </a:lnTo>
                <a:lnTo>
                  <a:pt x="217920" y="61275"/>
                </a:lnTo>
                <a:lnTo>
                  <a:pt x="217937" y="60356"/>
                </a:lnTo>
                <a:lnTo>
                  <a:pt x="217966" y="59443"/>
                </a:lnTo>
                <a:lnTo>
                  <a:pt x="218007" y="58536"/>
                </a:lnTo>
                <a:lnTo>
                  <a:pt x="218059" y="57636"/>
                </a:lnTo>
                <a:lnTo>
                  <a:pt x="218122" y="56743"/>
                </a:lnTo>
                <a:lnTo>
                  <a:pt x="218197" y="55856"/>
                </a:lnTo>
                <a:lnTo>
                  <a:pt x="218284" y="54975"/>
                </a:lnTo>
                <a:lnTo>
                  <a:pt x="218382" y="54100"/>
                </a:lnTo>
                <a:lnTo>
                  <a:pt x="218492" y="53232"/>
                </a:lnTo>
                <a:lnTo>
                  <a:pt x="218613" y="52371"/>
                </a:lnTo>
                <a:lnTo>
                  <a:pt x="218746" y="51515"/>
                </a:lnTo>
                <a:lnTo>
                  <a:pt x="218890" y="50667"/>
                </a:lnTo>
                <a:lnTo>
                  <a:pt x="219046" y="49824"/>
                </a:lnTo>
                <a:lnTo>
                  <a:pt x="219213" y="48988"/>
                </a:lnTo>
                <a:lnTo>
                  <a:pt x="219392" y="48158"/>
                </a:lnTo>
                <a:lnTo>
                  <a:pt x="219583" y="47335"/>
                </a:lnTo>
                <a:lnTo>
                  <a:pt x="219785" y="46518"/>
                </a:lnTo>
                <a:lnTo>
                  <a:pt x="219999" y="45708"/>
                </a:lnTo>
                <a:lnTo>
                  <a:pt x="220224" y="44904"/>
                </a:lnTo>
                <a:lnTo>
                  <a:pt x="220460" y="44106"/>
                </a:lnTo>
                <a:lnTo>
                  <a:pt x="220709" y="43315"/>
                </a:lnTo>
                <a:lnTo>
                  <a:pt x="220969" y="42530"/>
                </a:lnTo>
                <a:lnTo>
                  <a:pt x="221240" y="41752"/>
                </a:lnTo>
                <a:lnTo>
                  <a:pt x="221524" y="40983"/>
                </a:lnTo>
                <a:lnTo>
                  <a:pt x="221822" y="40226"/>
                </a:lnTo>
                <a:lnTo>
                  <a:pt x="222133" y="39482"/>
                </a:lnTo>
                <a:lnTo>
                  <a:pt x="222458" y="38751"/>
                </a:lnTo>
                <a:lnTo>
                  <a:pt x="222797" y="38031"/>
                </a:lnTo>
                <a:lnTo>
                  <a:pt x="223150" y="37325"/>
                </a:lnTo>
                <a:lnTo>
                  <a:pt x="223516" y="36631"/>
                </a:lnTo>
                <a:lnTo>
                  <a:pt x="223897" y="35949"/>
                </a:lnTo>
                <a:lnTo>
                  <a:pt x="224290" y="35280"/>
                </a:lnTo>
                <a:lnTo>
                  <a:pt x="224698" y="34623"/>
                </a:lnTo>
                <a:lnTo>
                  <a:pt x="225119" y="33979"/>
                </a:lnTo>
                <a:lnTo>
                  <a:pt x="225554" y="33347"/>
                </a:lnTo>
                <a:lnTo>
                  <a:pt x="226003" y="32728"/>
                </a:lnTo>
                <a:lnTo>
                  <a:pt x="226466" y="32121"/>
                </a:lnTo>
                <a:lnTo>
                  <a:pt x="226942" y="31527"/>
                </a:lnTo>
                <a:lnTo>
                  <a:pt x="227432" y="30945"/>
                </a:lnTo>
                <a:lnTo>
                  <a:pt x="227936" y="30376"/>
                </a:lnTo>
                <a:lnTo>
                  <a:pt x="228453" y="29819"/>
                </a:lnTo>
                <a:lnTo>
                  <a:pt x="228984" y="29275"/>
                </a:lnTo>
                <a:lnTo>
                  <a:pt x="229529" y="28743"/>
                </a:lnTo>
                <a:lnTo>
                  <a:pt x="230088" y="28224"/>
                </a:lnTo>
                <a:lnTo>
                  <a:pt x="230660" y="27717"/>
                </a:lnTo>
                <a:lnTo>
                  <a:pt x="231247" y="27223"/>
                </a:lnTo>
                <a:lnTo>
                  <a:pt x="231846" y="26741"/>
                </a:lnTo>
                <a:lnTo>
                  <a:pt x="232461" y="26275"/>
                </a:lnTo>
                <a:lnTo>
                  <a:pt x="233092" y="25829"/>
                </a:lnTo>
                <a:lnTo>
                  <a:pt x="233738" y="25403"/>
                </a:lnTo>
                <a:lnTo>
                  <a:pt x="234401" y="24997"/>
                </a:lnTo>
                <a:lnTo>
                  <a:pt x="235079" y="24610"/>
                </a:lnTo>
                <a:lnTo>
                  <a:pt x="235773" y="24244"/>
                </a:lnTo>
                <a:lnTo>
                  <a:pt x="236483" y="23897"/>
                </a:lnTo>
                <a:lnTo>
                  <a:pt x="237210" y="23570"/>
                </a:lnTo>
                <a:lnTo>
                  <a:pt x="237952" y="23263"/>
                </a:lnTo>
                <a:lnTo>
                  <a:pt x="238709" y="22975"/>
                </a:lnTo>
                <a:lnTo>
                  <a:pt x="239483" y="22708"/>
                </a:lnTo>
                <a:lnTo>
                  <a:pt x="240273" y="22460"/>
                </a:lnTo>
                <a:lnTo>
                  <a:pt x="241079" y="22232"/>
                </a:lnTo>
                <a:lnTo>
                  <a:pt x="241900" y="22024"/>
                </a:lnTo>
                <a:lnTo>
                  <a:pt x="242738" y="21836"/>
                </a:lnTo>
                <a:lnTo>
                  <a:pt x="243591" y="21667"/>
                </a:lnTo>
                <a:lnTo>
                  <a:pt x="244461" y="21519"/>
                </a:lnTo>
                <a:lnTo>
                  <a:pt x="245346" y="21390"/>
                </a:lnTo>
                <a:lnTo>
                  <a:pt x="246247" y="21281"/>
                </a:lnTo>
                <a:lnTo>
                  <a:pt x="247164" y="21192"/>
                </a:lnTo>
                <a:lnTo>
                  <a:pt x="248097" y="21122"/>
                </a:lnTo>
                <a:lnTo>
                  <a:pt x="249046" y="21073"/>
                </a:lnTo>
                <a:lnTo>
                  <a:pt x="250011" y="21043"/>
                </a:lnTo>
                <a:lnTo>
                  <a:pt x="250992" y="21033"/>
                </a:lnTo>
                <a:lnTo>
                  <a:pt x="251677" y="21038"/>
                </a:lnTo>
                <a:lnTo>
                  <a:pt x="252354" y="21051"/>
                </a:lnTo>
                <a:lnTo>
                  <a:pt x="253023" y="21074"/>
                </a:lnTo>
                <a:lnTo>
                  <a:pt x="253683" y="21106"/>
                </a:lnTo>
                <a:lnTo>
                  <a:pt x="254336" y="21146"/>
                </a:lnTo>
                <a:lnTo>
                  <a:pt x="254981" y="21196"/>
                </a:lnTo>
                <a:lnTo>
                  <a:pt x="255617" y="21255"/>
                </a:lnTo>
                <a:lnTo>
                  <a:pt x="256245" y="21323"/>
                </a:lnTo>
                <a:lnTo>
                  <a:pt x="256865" y="21400"/>
                </a:lnTo>
                <a:lnTo>
                  <a:pt x="257477" y="21486"/>
                </a:lnTo>
                <a:lnTo>
                  <a:pt x="258081" y="21581"/>
                </a:lnTo>
                <a:lnTo>
                  <a:pt x="258677" y="21685"/>
                </a:lnTo>
                <a:lnTo>
                  <a:pt x="259265" y="21798"/>
                </a:lnTo>
                <a:lnTo>
                  <a:pt x="259844" y="21920"/>
                </a:lnTo>
                <a:lnTo>
                  <a:pt x="260416" y="22051"/>
                </a:lnTo>
                <a:lnTo>
                  <a:pt x="260979" y="22192"/>
                </a:lnTo>
                <a:lnTo>
                  <a:pt x="261534" y="22341"/>
                </a:lnTo>
                <a:lnTo>
                  <a:pt x="262081" y="22499"/>
                </a:lnTo>
                <a:lnTo>
                  <a:pt x="262620" y="22667"/>
                </a:lnTo>
                <a:lnTo>
                  <a:pt x="263151" y="22843"/>
                </a:lnTo>
                <a:lnTo>
                  <a:pt x="263674" y="23029"/>
                </a:lnTo>
                <a:lnTo>
                  <a:pt x="264189" y="23223"/>
                </a:lnTo>
                <a:lnTo>
                  <a:pt x="264695" y="23427"/>
                </a:lnTo>
                <a:lnTo>
                  <a:pt x="265194" y="23640"/>
                </a:lnTo>
                <a:lnTo>
                  <a:pt x="265684" y="23860"/>
                </a:lnTo>
                <a:lnTo>
                  <a:pt x="266165" y="24088"/>
                </a:lnTo>
                <a:lnTo>
                  <a:pt x="266638" y="24322"/>
                </a:lnTo>
                <a:lnTo>
                  <a:pt x="267101" y="24564"/>
                </a:lnTo>
                <a:lnTo>
                  <a:pt x="267556" y="24812"/>
                </a:lnTo>
                <a:lnTo>
                  <a:pt x="268003" y="25067"/>
                </a:lnTo>
                <a:lnTo>
                  <a:pt x="268440" y="25329"/>
                </a:lnTo>
                <a:lnTo>
                  <a:pt x="268869" y="25597"/>
                </a:lnTo>
                <a:lnTo>
                  <a:pt x="269289" y="25873"/>
                </a:lnTo>
                <a:lnTo>
                  <a:pt x="269701" y="26155"/>
                </a:lnTo>
                <a:lnTo>
                  <a:pt x="270103" y="26445"/>
                </a:lnTo>
                <a:lnTo>
                  <a:pt x="270497" y="26741"/>
                </a:lnTo>
                <a:lnTo>
                  <a:pt x="270882" y="27044"/>
                </a:lnTo>
                <a:lnTo>
                  <a:pt x="271259" y="27354"/>
                </a:lnTo>
                <a:lnTo>
                  <a:pt x="271626" y="27671"/>
                </a:lnTo>
                <a:lnTo>
                  <a:pt x="271985" y="27994"/>
                </a:lnTo>
                <a:lnTo>
                  <a:pt x="272335" y="28325"/>
                </a:lnTo>
                <a:lnTo>
                  <a:pt x="272677" y="28662"/>
                </a:lnTo>
                <a:lnTo>
                  <a:pt x="273009" y="29006"/>
                </a:lnTo>
                <a:lnTo>
                  <a:pt x="273333" y="29358"/>
                </a:lnTo>
                <a:lnTo>
                  <a:pt x="273649" y="29715"/>
                </a:lnTo>
                <a:lnTo>
                  <a:pt x="273955" y="30080"/>
                </a:lnTo>
                <a:lnTo>
                  <a:pt x="274253" y="30452"/>
                </a:lnTo>
                <a:lnTo>
                  <a:pt x="274542" y="30831"/>
                </a:lnTo>
                <a:lnTo>
                  <a:pt x="274822" y="31215"/>
                </a:lnTo>
                <a:lnTo>
                  <a:pt x="275092" y="31604"/>
                </a:lnTo>
                <a:lnTo>
                  <a:pt x="275354" y="31998"/>
                </a:lnTo>
                <a:lnTo>
                  <a:pt x="275605" y="32396"/>
                </a:lnTo>
                <a:lnTo>
                  <a:pt x="275848" y="32799"/>
                </a:lnTo>
                <a:lnTo>
                  <a:pt x="276081" y="33207"/>
                </a:lnTo>
                <a:lnTo>
                  <a:pt x="276305" y="33619"/>
                </a:lnTo>
                <a:lnTo>
                  <a:pt x="276519" y="34037"/>
                </a:lnTo>
                <a:lnTo>
                  <a:pt x="276724" y="34458"/>
                </a:lnTo>
                <a:lnTo>
                  <a:pt x="276920" y="34885"/>
                </a:lnTo>
                <a:lnTo>
                  <a:pt x="277106" y="35316"/>
                </a:lnTo>
                <a:lnTo>
                  <a:pt x="277283" y="35752"/>
                </a:lnTo>
                <a:lnTo>
                  <a:pt x="277451" y="36192"/>
                </a:lnTo>
                <a:lnTo>
                  <a:pt x="277609" y="36638"/>
                </a:lnTo>
                <a:lnTo>
                  <a:pt x="277758" y="37087"/>
                </a:lnTo>
                <a:lnTo>
                  <a:pt x="277898" y="37542"/>
                </a:lnTo>
                <a:lnTo>
                  <a:pt x="278028" y="38001"/>
                </a:lnTo>
                <a:lnTo>
                  <a:pt x="278148" y="38465"/>
                </a:lnTo>
                <a:lnTo>
                  <a:pt x="278260" y="38934"/>
                </a:lnTo>
                <a:lnTo>
                  <a:pt x="278362" y="39407"/>
                </a:lnTo>
                <a:lnTo>
                  <a:pt x="278455" y="39885"/>
                </a:lnTo>
                <a:lnTo>
                  <a:pt x="278538" y="40368"/>
                </a:lnTo>
                <a:lnTo>
                  <a:pt x="278612" y="40855"/>
                </a:lnTo>
                <a:lnTo>
                  <a:pt x="278677" y="41347"/>
                </a:lnTo>
                <a:lnTo>
                  <a:pt x="304474" y="41347"/>
                </a:lnTo>
                <a:lnTo>
                  <a:pt x="304385" y="40461"/>
                </a:lnTo>
                <a:lnTo>
                  <a:pt x="304282" y="39584"/>
                </a:lnTo>
                <a:lnTo>
                  <a:pt x="304166" y="38718"/>
                </a:lnTo>
                <a:lnTo>
                  <a:pt x="304037" y="37862"/>
                </a:lnTo>
                <a:lnTo>
                  <a:pt x="303894" y="37015"/>
                </a:lnTo>
                <a:lnTo>
                  <a:pt x="303738" y="36179"/>
                </a:lnTo>
                <a:lnTo>
                  <a:pt x="303568" y="35352"/>
                </a:lnTo>
                <a:lnTo>
                  <a:pt x="303385" y="34536"/>
                </a:lnTo>
                <a:lnTo>
                  <a:pt x="303189" y="33729"/>
                </a:lnTo>
                <a:lnTo>
                  <a:pt x="302979" y="32933"/>
                </a:lnTo>
                <a:lnTo>
                  <a:pt x="302755" y="32146"/>
                </a:lnTo>
                <a:lnTo>
                  <a:pt x="302519" y="31370"/>
                </a:lnTo>
                <a:lnTo>
                  <a:pt x="302268" y="30603"/>
                </a:lnTo>
                <a:lnTo>
                  <a:pt x="302005" y="29847"/>
                </a:lnTo>
                <a:lnTo>
                  <a:pt x="301728" y="29100"/>
                </a:lnTo>
                <a:lnTo>
                  <a:pt x="301437" y="28364"/>
                </a:lnTo>
                <a:lnTo>
                  <a:pt x="301134" y="27637"/>
                </a:lnTo>
                <a:lnTo>
                  <a:pt x="300816" y="26921"/>
                </a:lnTo>
                <a:lnTo>
                  <a:pt x="300486" y="26214"/>
                </a:lnTo>
                <a:lnTo>
                  <a:pt x="300142" y="25517"/>
                </a:lnTo>
                <a:lnTo>
                  <a:pt x="299784" y="24831"/>
                </a:lnTo>
                <a:lnTo>
                  <a:pt x="299413" y="24154"/>
                </a:lnTo>
                <a:lnTo>
                  <a:pt x="299029" y="23487"/>
                </a:lnTo>
                <a:lnTo>
                  <a:pt x="298631" y="22831"/>
                </a:lnTo>
                <a:lnTo>
                  <a:pt x="298222" y="22184"/>
                </a:lnTo>
                <a:lnTo>
                  <a:pt x="297804" y="21547"/>
                </a:lnTo>
                <a:lnTo>
                  <a:pt x="297377" y="20919"/>
                </a:lnTo>
                <a:lnTo>
                  <a:pt x="296941" y="20300"/>
                </a:lnTo>
                <a:lnTo>
                  <a:pt x="296496" y="19691"/>
                </a:lnTo>
                <a:lnTo>
                  <a:pt x="296041" y="19092"/>
                </a:lnTo>
                <a:lnTo>
                  <a:pt x="295578" y="18502"/>
                </a:lnTo>
                <a:lnTo>
                  <a:pt x="295106" y="17922"/>
                </a:lnTo>
                <a:lnTo>
                  <a:pt x="294624" y="17351"/>
                </a:lnTo>
                <a:lnTo>
                  <a:pt x="294134" y="16790"/>
                </a:lnTo>
                <a:lnTo>
                  <a:pt x="293634" y="16238"/>
                </a:lnTo>
                <a:lnTo>
                  <a:pt x="293126" y="15696"/>
                </a:lnTo>
                <a:lnTo>
                  <a:pt x="292608" y="15164"/>
                </a:lnTo>
                <a:lnTo>
                  <a:pt x="292081" y="14640"/>
                </a:lnTo>
                <a:lnTo>
                  <a:pt x="291546" y="14127"/>
                </a:lnTo>
                <a:lnTo>
                  <a:pt x="291001" y="13623"/>
                </a:lnTo>
                <a:lnTo>
                  <a:pt x="290447" y="13128"/>
                </a:lnTo>
                <a:lnTo>
                  <a:pt x="289884" y="12643"/>
                </a:lnTo>
                <a:lnTo>
                  <a:pt x="289312" y="12167"/>
                </a:lnTo>
                <a:lnTo>
                  <a:pt x="288731" y="11701"/>
                </a:lnTo>
                <a:lnTo>
                  <a:pt x="288141" y="11245"/>
                </a:lnTo>
                <a:lnTo>
                  <a:pt x="287542" y="10798"/>
                </a:lnTo>
                <a:lnTo>
                  <a:pt x="286934" y="10360"/>
                </a:lnTo>
                <a:lnTo>
                  <a:pt x="286317" y="9932"/>
                </a:lnTo>
                <a:lnTo>
                  <a:pt x="285692" y="9514"/>
                </a:lnTo>
                <a:lnTo>
                  <a:pt x="285063" y="9104"/>
                </a:lnTo>
                <a:lnTo>
                  <a:pt x="284428" y="8704"/>
                </a:lnTo>
                <a:lnTo>
                  <a:pt x="283788" y="8313"/>
                </a:lnTo>
                <a:lnTo>
                  <a:pt x="283142" y="7931"/>
                </a:lnTo>
                <a:lnTo>
                  <a:pt x="282491" y="7559"/>
                </a:lnTo>
                <a:lnTo>
                  <a:pt x="281835" y="7195"/>
                </a:lnTo>
                <a:lnTo>
                  <a:pt x="281173" y="6841"/>
                </a:lnTo>
                <a:lnTo>
                  <a:pt x="280507" y="6496"/>
                </a:lnTo>
                <a:lnTo>
                  <a:pt x="279834" y="6161"/>
                </a:lnTo>
                <a:lnTo>
                  <a:pt x="279157" y="5834"/>
                </a:lnTo>
                <a:lnTo>
                  <a:pt x="278474" y="5517"/>
                </a:lnTo>
                <a:lnTo>
                  <a:pt x="277786" y="5209"/>
                </a:lnTo>
                <a:lnTo>
                  <a:pt x="277093" y="4910"/>
                </a:lnTo>
                <a:lnTo>
                  <a:pt x="276394" y="4620"/>
                </a:lnTo>
                <a:lnTo>
                  <a:pt x="275690" y="4339"/>
                </a:lnTo>
                <a:lnTo>
                  <a:pt x="274981" y="4068"/>
                </a:lnTo>
                <a:lnTo>
                  <a:pt x="274267" y="3806"/>
                </a:lnTo>
                <a:lnTo>
                  <a:pt x="273547" y="3553"/>
                </a:lnTo>
                <a:lnTo>
                  <a:pt x="272822" y="3310"/>
                </a:lnTo>
                <a:lnTo>
                  <a:pt x="272091" y="3075"/>
                </a:lnTo>
                <a:lnTo>
                  <a:pt x="271355" y="2850"/>
                </a:lnTo>
                <a:lnTo>
                  <a:pt x="270614" y="2634"/>
                </a:lnTo>
                <a:lnTo>
                  <a:pt x="269868" y="2427"/>
                </a:lnTo>
                <a:lnTo>
                  <a:pt x="269118" y="2229"/>
                </a:lnTo>
                <a:lnTo>
                  <a:pt x="268367" y="2039"/>
                </a:lnTo>
                <a:lnTo>
                  <a:pt x="267615" y="1858"/>
                </a:lnTo>
                <a:lnTo>
                  <a:pt x="266862" y="1685"/>
                </a:lnTo>
                <a:lnTo>
                  <a:pt x="266107" y="1521"/>
                </a:lnTo>
                <a:lnTo>
                  <a:pt x="265351" y="1365"/>
                </a:lnTo>
                <a:lnTo>
                  <a:pt x="264594" y="1218"/>
                </a:lnTo>
                <a:lnTo>
                  <a:pt x="263836" y="1079"/>
                </a:lnTo>
                <a:lnTo>
                  <a:pt x="263076" y="948"/>
                </a:lnTo>
                <a:lnTo>
                  <a:pt x="262315" y="826"/>
                </a:lnTo>
                <a:lnTo>
                  <a:pt x="261553" y="712"/>
                </a:lnTo>
                <a:lnTo>
                  <a:pt x="260789" y="607"/>
                </a:lnTo>
                <a:lnTo>
                  <a:pt x="260025" y="510"/>
                </a:lnTo>
                <a:lnTo>
                  <a:pt x="259259" y="421"/>
                </a:lnTo>
                <a:lnTo>
                  <a:pt x="258492" y="341"/>
                </a:lnTo>
                <a:lnTo>
                  <a:pt x="257723" y="270"/>
                </a:lnTo>
                <a:lnTo>
                  <a:pt x="256954" y="206"/>
                </a:lnTo>
                <a:lnTo>
                  <a:pt x="256183" y="152"/>
                </a:lnTo>
                <a:lnTo>
                  <a:pt x="255411" y="105"/>
                </a:lnTo>
                <a:lnTo>
                  <a:pt x="254637" y="67"/>
                </a:lnTo>
                <a:lnTo>
                  <a:pt x="253863" y="38"/>
                </a:lnTo>
                <a:lnTo>
                  <a:pt x="253087" y="17"/>
                </a:lnTo>
                <a:lnTo>
                  <a:pt x="252310" y="4"/>
                </a:lnTo>
                <a:lnTo>
                  <a:pt x="251531" y="0"/>
                </a:lnTo>
                <a:lnTo>
                  <a:pt x="249990" y="13"/>
                </a:lnTo>
                <a:lnTo>
                  <a:pt x="248467" y="53"/>
                </a:lnTo>
                <a:lnTo>
                  <a:pt x="246963" y="120"/>
                </a:lnTo>
                <a:lnTo>
                  <a:pt x="245476" y="213"/>
                </a:lnTo>
                <a:lnTo>
                  <a:pt x="244009" y="334"/>
                </a:lnTo>
                <a:lnTo>
                  <a:pt x="242560" y="480"/>
                </a:lnTo>
                <a:lnTo>
                  <a:pt x="241129" y="654"/>
                </a:lnTo>
                <a:lnTo>
                  <a:pt x="239716" y="854"/>
                </a:lnTo>
                <a:lnTo>
                  <a:pt x="238322" y="1081"/>
                </a:lnTo>
                <a:lnTo>
                  <a:pt x="236947" y="1334"/>
                </a:lnTo>
                <a:lnTo>
                  <a:pt x="235590" y="1614"/>
                </a:lnTo>
                <a:lnTo>
                  <a:pt x="234251" y="1921"/>
                </a:lnTo>
                <a:lnTo>
                  <a:pt x="232930" y="2255"/>
                </a:lnTo>
                <a:lnTo>
                  <a:pt x="231629" y="2615"/>
                </a:lnTo>
                <a:lnTo>
                  <a:pt x="230345" y="3002"/>
                </a:lnTo>
                <a:lnTo>
                  <a:pt x="229080" y="3416"/>
                </a:lnTo>
                <a:lnTo>
                  <a:pt x="227833" y="3856"/>
                </a:lnTo>
                <a:lnTo>
                  <a:pt x="226605" y="4323"/>
                </a:lnTo>
                <a:lnTo>
                  <a:pt x="225395" y="4817"/>
                </a:lnTo>
                <a:lnTo>
                  <a:pt x="224204" y="5337"/>
                </a:lnTo>
                <a:lnTo>
                  <a:pt x="223031" y="5884"/>
                </a:lnTo>
                <a:lnTo>
                  <a:pt x="221876" y="6458"/>
                </a:lnTo>
                <a:lnTo>
                  <a:pt x="220740" y="7058"/>
                </a:lnTo>
                <a:lnTo>
                  <a:pt x="219622" y="7685"/>
                </a:lnTo>
                <a:lnTo>
                  <a:pt x="218524" y="8337"/>
                </a:lnTo>
                <a:lnTo>
                  <a:pt x="217448" y="9010"/>
                </a:lnTo>
                <a:lnTo>
                  <a:pt x="216392" y="9705"/>
                </a:lnTo>
                <a:lnTo>
                  <a:pt x="215359" y="10422"/>
                </a:lnTo>
                <a:lnTo>
                  <a:pt x="214346" y="11160"/>
                </a:lnTo>
                <a:lnTo>
                  <a:pt x="213355" y="11921"/>
                </a:lnTo>
                <a:lnTo>
                  <a:pt x="212386" y="12703"/>
                </a:lnTo>
                <a:lnTo>
                  <a:pt x="211437" y="13508"/>
                </a:lnTo>
                <a:lnTo>
                  <a:pt x="210511" y="14334"/>
                </a:lnTo>
                <a:lnTo>
                  <a:pt x="209605" y="15182"/>
                </a:lnTo>
                <a:lnTo>
                  <a:pt x="208721" y="16052"/>
                </a:lnTo>
                <a:lnTo>
                  <a:pt x="207858" y="16943"/>
                </a:lnTo>
                <a:lnTo>
                  <a:pt x="207017" y="17857"/>
                </a:lnTo>
                <a:lnTo>
                  <a:pt x="206197" y="18792"/>
                </a:lnTo>
                <a:lnTo>
                  <a:pt x="205398" y="19749"/>
                </a:lnTo>
                <a:lnTo>
                  <a:pt x="204621" y="20729"/>
                </a:lnTo>
                <a:lnTo>
                  <a:pt x="203865" y="21729"/>
                </a:lnTo>
                <a:lnTo>
                  <a:pt x="203131" y="22752"/>
                </a:lnTo>
                <a:lnTo>
                  <a:pt x="202418" y="23797"/>
                </a:lnTo>
                <a:lnTo>
                  <a:pt x="201726" y="24863"/>
                </a:lnTo>
                <a:lnTo>
                  <a:pt x="201056" y="25952"/>
                </a:lnTo>
                <a:lnTo>
                  <a:pt x="200407" y="27062"/>
                </a:lnTo>
                <a:lnTo>
                  <a:pt x="199779" y="28194"/>
                </a:lnTo>
                <a:lnTo>
                  <a:pt x="199173" y="29348"/>
                </a:lnTo>
                <a:lnTo>
                  <a:pt x="198590" y="30521"/>
                </a:lnTo>
                <a:lnTo>
                  <a:pt x="198032" y="31711"/>
                </a:lnTo>
                <a:lnTo>
                  <a:pt x="197498" y="32918"/>
                </a:lnTo>
                <a:lnTo>
                  <a:pt x="196990" y="34143"/>
                </a:lnTo>
                <a:lnTo>
                  <a:pt x="196506" y="35384"/>
                </a:lnTo>
                <a:lnTo>
                  <a:pt x="196047" y="36642"/>
                </a:lnTo>
                <a:lnTo>
                  <a:pt x="195613" y="37918"/>
                </a:lnTo>
                <a:lnTo>
                  <a:pt x="195203" y="39210"/>
                </a:lnTo>
                <a:lnTo>
                  <a:pt x="194819" y="40519"/>
                </a:lnTo>
                <a:lnTo>
                  <a:pt x="194459" y="41846"/>
                </a:lnTo>
                <a:lnTo>
                  <a:pt x="194124" y="43189"/>
                </a:lnTo>
                <a:lnTo>
                  <a:pt x="193814" y="44549"/>
                </a:lnTo>
                <a:lnTo>
                  <a:pt x="193528" y="45927"/>
                </a:lnTo>
                <a:lnTo>
                  <a:pt x="193268" y="47321"/>
                </a:lnTo>
                <a:lnTo>
                  <a:pt x="193032" y="48733"/>
                </a:lnTo>
                <a:lnTo>
                  <a:pt x="192821" y="50161"/>
                </a:lnTo>
                <a:lnTo>
                  <a:pt x="192635" y="51606"/>
                </a:lnTo>
                <a:lnTo>
                  <a:pt x="192474" y="53069"/>
                </a:lnTo>
                <a:lnTo>
                  <a:pt x="192337" y="54548"/>
                </a:lnTo>
                <a:lnTo>
                  <a:pt x="192226" y="56045"/>
                </a:lnTo>
                <a:lnTo>
                  <a:pt x="192139" y="57558"/>
                </a:lnTo>
                <a:lnTo>
                  <a:pt x="192077" y="59089"/>
                </a:lnTo>
                <a:lnTo>
                  <a:pt x="192040" y="60636"/>
                </a:lnTo>
                <a:lnTo>
                  <a:pt x="192027" y="62201"/>
                </a:lnTo>
                <a:lnTo>
                  <a:pt x="192040" y="63758"/>
                </a:lnTo>
                <a:lnTo>
                  <a:pt x="192077" y="65298"/>
                </a:lnTo>
                <a:lnTo>
                  <a:pt x="192139" y="66821"/>
                </a:lnTo>
                <a:lnTo>
                  <a:pt x="192226" y="68328"/>
                </a:lnTo>
                <a:lnTo>
                  <a:pt x="192337" y="69817"/>
                </a:lnTo>
                <a:lnTo>
                  <a:pt x="192474" y="71290"/>
                </a:lnTo>
                <a:lnTo>
                  <a:pt x="192635" y="72746"/>
                </a:lnTo>
                <a:lnTo>
                  <a:pt x="192821" y="74185"/>
                </a:lnTo>
                <a:lnTo>
                  <a:pt x="193032" y="75607"/>
                </a:lnTo>
                <a:lnTo>
                  <a:pt x="193268" y="77013"/>
                </a:lnTo>
                <a:lnTo>
                  <a:pt x="193528" y="78401"/>
                </a:lnTo>
                <a:lnTo>
                  <a:pt x="193814" y="79773"/>
                </a:lnTo>
                <a:lnTo>
                  <a:pt x="194124" y="81128"/>
                </a:lnTo>
                <a:lnTo>
                  <a:pt x="194459" y="82466"/>
                </a:lnTo>
                <a:lnTo>
                  <a:pt x="194819" y="83787"/>
                </a:lnTo>
                <a:lnTo>
                  <a:pt x="195203" y="85091"/>
                </a:lnTo>
                <a:lnTo>
                  <a:pt x="195613" y="86379"/>
                </a:lnTo>
                <a:lnTo>
                  <a:pt x="196047" y="87649"/>
                </a:lnTo>
                <a:lnTo>
                  <a:pt x="196506" y="88903"/>
                </a:lnTo>
                <a:lnTo>
                  <a:pt x="196990" y="90140"/>
                </a:lnTo>
                <a:lnTo>
                  <a:pt x="197498" y="91360"/>
                </a:lnTo>
                <a:lnTo>
                  <a:pt x="198032" y="92563"/>
                </a:lnTo>
                <a:lnTo>
                  <a:pt x="198590" y="93749"/>
                </a:lnTo>
                <a:lnTo>
                  <a:pt x="199173" y="94919"/>
                </a:lnTo>
                <a:lnTo>
                  <a:pt x="199779" y="96069"/>
                </a:lnTo>
                <a:lnTo>
                  <a:pt x="200407" y="97197"/>
                </a:lnTo>
                <a:lnTo>
                  <a:pt x="201056" y="98304"/>
                </a:lnTo>
                <a:lnTo>
                  <a:pt x="201726" y="99389"/>
                </a:lnTo>
                <a:lnTo>
                  <a:pt x="202418" y="100453"/>
                </a:lnTo>
                <a:lnTo>
                  <a:pt x="203131" y="101494"/>
                </a:lnTo>
                <a:lnTo>
                  <a:pt x="203865" y="102514"/>
                </a:lnTo>
                <a:lnTo>
                  <a:pt x="204621" y="103513"/>
                </a:lnTo>
                <a:lnTo>
                  <a:pt x="205398" y="104489"/>
                </a:lnTo>
                <a:lnTo>
                  <a:pt x="206197" y="105444"/>
                </a:lnTo>
                <a:lnTo>
                  <a:pt x="207017" y="106378"/>
                </a:lnTo>
                <a:lnTo>
                  <a:pt x="207858" y="107289"/>
                </a:lnTo>
                <a:lnTo>
                  <a:pt x="208721" y="108179"/>
                </a:lnTo>
                <a:lnTo>
                  <a:pt x="209605" y="109047"/>
                </a:lnTo>
                <a:lnTo>
                  <a:pt x="210511" y="109894"/>
                </a:lnTo>
                <a:lnTo>
                  <a:pt x="211437" y="110719"/>
                </a:lnTo>
                <a:lnTo>
                  <a:pt x="212386" y="111522"/>
                </a:lnTo>
                <a:lnTo>
                  <a:pt x="213355" y="112303"/>
                </a:lnTo>
                <a:lnTo>
                  <a:pt x="214346" y="113063"/>
                </a:lnTo>
                <a:lnTo>
                  <a:pt x="215359" y="113801"/>
                </a:lnTo>
                <a:lnTo>
                  <a:pt x="216392" y="114517"/>
                </a:lnTo>
                <a:lnTo>
                  <a:pt x="217448" y="115212"/>
                </a:lnTo>
                <a:lnTo>
                  <a:pt x="218524" y="115885"/>
                </a:lnTo>
                <a:lnTo>
                  <a:pt x="219622" y="116536"/>
                </a:lnTo>
                <a:lnTo>
                  <a:pt x="220740" y="117163"/>
                </a:lnTo>
                <a:lnTo>
                  <a:pt x="221876" y="117764"/>
                </a:lnTo>
                <a:lnTo>
                  <a:pt x="223031" y="118337"/>
                </a:lnTo>
                <a:lnTo>
                  <a:pt x="224204" y="118884"/>
                </a:lnTo>
                <a:lnTo>
                  <a:pt x="225395" y="119405"/>
                </a:lnTo>
                <a:lnTo>
                  <a:pt x="226605" y="119898"/>
                </a:lnTo>
                <a:lnTo>
                  <a:pt x="227833" y="120365"/>
                </a:lnTo>
                <a:lnTo>
                  <a:pt x="229080" y="120806"/>
                </a:lnTo>
                <a:lnTo>
                  <a:pt x="230345" y="121219"/>
                </a:lnTo>
                <a:lnTo>
                  <a:pt x="231629" y="121606"/>
                </a:lnTo>
                <a:lnTo>
                  <a:pt x="232930" y="121966"/>
                </a:lnTo>
                <a:lnTo>
                  <a:pt x="234251" y="122300"/>
                </a:lnTo>
                <a:lnTo>
                  <a:pt x="235590" y="122607"/>
                </a:lnTo>
                <a:lnTo>
                  <a:pt x="236947" y="122887"/>
                </a:lnTo>
                <a:lnTo>
                  <a:pt x="238322" y="123141"/>
                </a:lnTo>
                <a:lnTo>
                  <a:pt x="239716" y="123367"/>
                </a:lnTo>
                <a:lnTo>
                  <a:pt x="241129" y="123568"/>
                </a:lnTo>
                <a:lnTo>
                  <a:pt x="242560" y="123741"/>
                </a:lnTo>
                <a:lnTo>
                  <a:pt x="244009" y="123888"/>
                </a:lnTo>
                <a:lnTo>
                  <a:pt x="245476" y="124008"/>
                </a:lnTo>
                <a:lnTo>
                  <a:pt x="246963" y="124101"/>
                </a:lnTo>
                <a:lnTo>
                  <a:pt x="248467" y="124168"/>
                </a:lnTo>
                <a:lnTo>
                  <a:pt x="249990" y="124208"/>
                </a:lnTo>
                <a:lnTo>
                  <a:pt x="251531" y="124221"/>
                </a:lnTo>
                <a:lnTo>
                  <a:pt x="252990" y="124210"/>
                </a:lnTo>
                <a:lnTo>
                  <a:pt x="254430" y="124175"/>
                </a:lnTo>
                <a:close/>
                <a:moveTo>
                  <a:pt x="114520" y="56548"/>
                </a:moveTo>
                <a:lnTo>
                  <a:pt x="114624" y="55002"/>
                </a:lnTo>
                <a:lnTo>
                  <a:pt x="114746" y="53493"/>
                </a:lnTo>
                <a:lnTo>
                  <a:pt x="114888" y="52022"/>
                </a:lnTo>
                <a:lnTo>
                  <a:pt x="115048" y="50589"/>
                </a:lnTo>
                <a:lnTo>
                  <a:pt x="115228" y="49194"/>
                </a:lnTo>
                <a:lnTo>
                  <a:pt x="115426" y="47837"/>
                </a:lnTo>
                <a:lnTo>
                  <a:pt x="115643" y="46517"/>
                </a:lnTo>
                <a:lnTo>
                  <a:pt x="115879" y="45235"/>
                </a:lnTo>
                <a:lnTo>
                  <a:pt x="116134" y="43991"/>
                </a:lnTo>
                <a:lnTo>
                  <a:pt x="116408" y="42785"/>
                </a:lnTo>
                <a:lnTo>
                  <a:pt x="116701" y="41616"/>
                </a:lnTo>
                <a:lnTo>
                  <a:pt x="117012" y="40485"/>
                </a:lnTo>
                <a:lnTo>
                  <a:pt x="117343" y="39393"/>
                </a:lnTo>
                <a:lnTo>
                  <a:pt x="117692" y="38337"/>
                </a:lnTo>
                <a:lnTo>
                  <a:pt x="118060" y="37320"/>
                </a:lnTo>
                <a:lnTo>
                  <a:pt x="118447" y="36340"/>
                </a:lnTo>
                <a:lnTo>
                  <a:pt x="118853" y="35399"/>
                </a:lnTo>
                <a:lnTo>
                  <a:pt x="119278" y="34495"/>
                </a:lnTo>
                <a:lnTo>
                  <a:pt x="119722" y="33628"/>
                </a:lnTo>
                <a:lnTo>
                  <a:pt x="120183" y="32799"/>
                </a:lnTo>
                <a:lnTo>
                  <a:pt x="120661" y="32004"/>
                </a:lnTo>
                <a:lnTo>
                  <a:pt x="121156" y="31245"/>
                </a:lnTo>
                <a:lnTo>
                  <a:pt x="121668" y="30521"/>
                </a:lnTo>
                <a:lnTo>
                  <a:pt x="122196" y="29833"/>
                </a:lnTo>
                <a:lnTo>
                  <a:pt x="122741" y="29180"/>
                </a:lnTo>
                <a:lnTo>
                  <a:pt x="123303" y="28562"/>
                </a:lnTo>
                <a:lnTo>
                  <a:pt x="123881" y="27979"/>
                </a:lnTo>
                <a:lnTo>
                  <a:pt x="124477" y="27432"/>
                </a:lnTo>
                <a:lnTo>
                  <a:pt x="125088" y="26920"/>
                </a:lnTo>
                <a:lnTo>
                  <a:pt x="125717" y="26443"/>
                </a:lnTo>
                <a:lnTo>
                  <a:pt x="126362" y="26002"/>
                </a:lnTo>
                <a:lnTo>
                  <a:pt x="127024" y="25596"/>
                </a:lnTo>
                <a:lnTo>
                  <a:pt x="127703" y="25225"/>
                </a:lnTo>
                <a:lnTo>
                  <a:pt x="128398" y="24890"/>
                </a:lnTo>
                <a:lnTo>
                  <a:pt x="129110" y="24590"/>
                </a:lnTo>
                <a:lnTo>
                  <a:pt x="129838" y="24325"/>
                </a:lnTo>
                <a:lnTo>
                  <a:pt x="130584" y="24096"/>
                </a:lnTo>
                <a:lnTo>
                  <a:pt x="131346" y="23901"/>
                </a:lnTo>
                <a:lnTo>
                  <a:pt x="132125" y="23742"/>
                </a:lnTo>
                <a:lnTo>
                  <a:pt x="132920" y="23619"/>
                </a:lnTo>
                <a:lnTo>
                  <a:pt x="133732" y="23531"/>
                </a:lnTo>
                <a:lnTo>
                  <a:pt x="134561" y="23478"/>
                </a:lnTo>
                <a:lnTo>
                  <a:pt x="135407" y="23460"/>
                </a:lnTo>
                <a:lnTo>
                  <a:pt x="135927" y="23466"/>
                </a:lnTo>
                <a:lnTo>
                  <a:pt x="136439" y="23482"/>
                </a:lnTo>
                <a:lnTo>
                  <a:pt x="136944" y="23510"/>
                </a:lnTo>
                <a:lnTo>
                  <a:pt x="137440" y="23549"/>
                </a:lnTo>
                <a:lnTo>
                  <a:pt x="137929" y="23600"/>
                </a:lnTo>
                <a:lnTo>
                  <a:pt x="138409" y="23661"/>
                </a:lnTo>
                <a:lnTo>
                  <a:pt x="138882" y="23733"/>
                </a:lnTo>
                <a:lnTo>
                  <a:pt x="139347" y="23817"/>
                </a:lnTo>
                <a:lnTo>
                  <a:pt x="139803" y="23912"/>
                </a:lnTo>
                <a:lnTo>
                  <a:pt x="140252" y="24018"/>
                </a:lnTo>
                <a:lnTo>
                  <a:pt x="140693" y="24135"/>
                </a:lnTo>
                <a:lnTo>
                  <a:pt x="141126" y="24263"/>
                </a:lnTo>
                <a:lnTo>
                  <a:pt x="141551" y="24403"/>
                </a:lnTo>
                <a:lnTo>
                  <a:pt x="141967" y="24553"/>
                </a:lnTo>
                <a:lnTo>
                  <a:pt x="142376" y="24715"/>
                </a:lnTo>
                <a:lnTo>
                  <a:pt x="142777" y="24888"/>
                </a:lnTo>
                <a:lnTo>
                  <a:pt x="143170" y="25072"/>
                </a:lnTo>
                <a:lnTo>
                  <a:pt x="143555" y="25268"/>
                </a:lnTo>
                <a:lnTo>
                  <a:pt x="143932" y="25474"/>
                </a:lnTo>
                <a:lnTo>
                  <a:pt x="144302" y="25692"/>
                </a:lnTo>
                <a:lnTo>
                  <a:pt x="144663" y="25920"/>
                </a:lnTo>
                <a:lnTo>
                  <a:pt x="145016" y="26160"/>
                </a:lnTo>
                <a:lnTo>
                  <a:pt x="145361" y="26411"/>
                </a:lnTo>
                <a:lnTo>
                  <a:pt x="145699" y="26673"/>
                </a:lnTo>
                <a:lnTo>
                  <a:pt x="146027" y="26947"/>
                </a:lnTo>
                <a:lnTo>
                  <a:pt x="146347" y="27233"/>
                </a:lnTo>
                <a:lnTo>
                  <a:pt x="146659" y="27530"/>
                </a:lnTo>
                <a:lnTo>
                  <a:pt x="146961" y="27839"/>
                </a:lnTo>
                <a:lnTo>
                  <a:pt x="147254" y="28160"/>
                </a:lnTo>
                <a:lnTo>
                  <a:pt x="147538" y="28492"/>
                </a:lnTo>
                <a:lnTo>
                  <a:pt x="147814" y="28837"/>
                </a:lnTo>
                <a:lnTo>
                  <a:pt x="148081" y="29193"/>
                </a:lnTo>
                <a:lnTo>
                  <a:pt x="148338" y="29561"/>
                </a:lnTo>
                <a:lnTo>
                  <a:pt x="148587" y="29940"/>
                </a:lnTo>
                <a:lnTo>
                  <a:pt x="148827" y="30332"/>
                </a:lnTo>
                <a:lnTo>
                  <a:pt x="149058" y="30735"/>
                </a:lnTo>
                <a:lnTo>
                  <a:pt x="149280" y="31150"/>
                </a:lnTo>
                <a:lnTo>
                  <a:pt x="149493" y="31577"/>
                </a:lnTo>
                <a:lnTo>
                  <a:pt x="149698" y="32016"/>
                </a:lnTo>
                <a:lnTo>
                  <a:pt x="149893" y="32466"/>
                </a:lnTo>
                <a:lnTo>
                  <a:pt x="150080" y="32928"/>
                </a:lnTo>
                <a:lnTo>
                  <a:pt x="150257" y="33402"/>
                </a:lnTo>
                <a:lnTo>
                  <a:pt x="150426" y="33888"/>
                </a:lnTo>
                <a:lnTo>
                  <a:pt x="150586" y="34385"/>
                </a:lnTo>
                <a:lnTo>
                  <a:pt x="150737" y="34895"/>
                </a:lnTo>
                <a:lnTo>
                  <a:pt x="150879" y="35416"/>
                </a:lnTo>
                <a:lnTo>
                  <a:pt x="151012" y="35949"/>
                </a:lnTo>
                <a:lnTo>
                  <a:pt x="151137" y="36493"/>
                </a:lnTo>
                <a:lnTo>
                  <a:pt x="174057" y="36493"/>
                </a:lnTo>
                <a:lnTo>
                  <a:pt x="173842" y="35206"/>
                </a:lnTo>
                <a:lnTo>
                  <a:pt x="173601" y="33943"/>
                </a:lnTo>
                <a:lnTo>
                  <a:pt x="173335" y="32705"/>
                </a:lnTo>
                <a:lnTo>
                  <a:pt x="173042" y="31491"/>
                </a:lnTo>
                <a:lnTo>
                  <a:pt x="172724" y="30302"/>
                </a:lnTo>
                <a:lnTo>
                  <a:pt x="172380" y="29137"/>
                </a:lnTo>
                <a:lnTo>
                  <a:pt x="172011" y="27997"/>
                </a:lnTo>
                <a:lnTo>
                  <a:pt x="171615" y="26882"/>
                </a:lnTo>
                <a:lnTo>
                  <a:pt x="171194" y="25791"/>
                </a:lnTo>
                <a:lnTo>
                  <a:pt x="170748" y="24725"/>
                </a:lnTo>
                <a:lnTo>
                  <a:pt x="170275" y="23683"/>
                </a:lnTo>
                <a:lnTo>
                  <a:pt x="169777" y="22667"/>
                </a:lnTo>
                <a:lnTo>
                  <a:pt x="169252" y="21674"/>
                </a:lnTo>
                <a:lnTo>
                  <a:pt x="168703" y="20706"/>
                </a:lnTo>
                <a:lnTo>
                  <a:pt x="168127" y="19763"/>
                </a:lnTo>
                <a:lnTo>
                  <a:pt x="167526" y="18845"/>
                </a:lnTo>
                <a:lnTo>
                  <a:pt x="166899" y="17951"/>
                </a:lnTo>
                <a:lnTo>
                  <a:pt x="166246" y="17081"/>
                </a:lnTo>
                <a:lnTo>
                  <a:pt x="165567" y="16237"/>
                </a:lnTo>
                <a:lnTo>
                  <a:pt x="164863" y="15416"/>
                </a:lnTo>
                <a:lnTo>
                  <a:pt x="164133" y="14621"/>
                </a:lnTo>
                <a:lnTo>
                  <a:pt x="163377" y="13850"/>
                </a:lnTo>
                <a:lnTo>
                  <a:pt x="162595" y="13103"/>
                </a:lnTo>
                <a:lnTo>
                  <a:pt x="161788" y="12382"/>
                </a:lnTo>
                <a:lnTo>
                  <a:pt x="160956" y="11687"/>
                </a:lnTo>
                <a:lnTo>
                  <a:pt x="160101" y="11021"/>
                </a:lnTo>
                <a:lnTo>
                  <a:pt x="159223" y="10386"/>
                </a:lnTo>
                <a:lnTo>
                  <a:pt x="158321" y="9779"/>
                </a:lnTo>
                <a:lnTo>
                  <a:pt x="157396" y="9203"/>
                </a:lnTo>
                <a:lnTo>
                  <a:pt x="156448" y="8656"/>
                </a:lnTo>
                <a:lnTo>
                  <a:pt x="155477" y="8138"/>
                </a:lnTo>
                <a:lnTo>
                  <a:pt x="154482" y="7650"/>
                </a:lnTo>
                <a:lnTo>
                  <a:pt x="153465" y="7192"/>
                </a:lnTo>
                <a:lnTo>
                  <a:pt x="152423" y="6763"/>
                </a:lnTo>
                <a:lnTo>
                  <a:pt x="151359" y="6364"/>
                </a:lnTo>
                <a:lnTo>
                  <a:pt x="150271" y="5994"/>
                </a:lnTo>
                <a:lnTo>
                  <a:pt x="149161" y="5654"/>
                </a:lnTo>
                <a:lnTo>
                  <a:pt x="148027" y="5344"/>
                </a:lnTo>
                <a:lnTo>
                  <a:pt x="146869" y="5063"/>
                </a:lnTo>
                <a:lnTo>
                  <a:pt x="145689" y="4811"/>
                </a:lnTo>
                <a:lnTo>
                  <a:pt x="144485" y="4590"/>
                </a:lnTo>
                <a:lnTo>
                  <a:pt x="143258" y="4397"/>
                </a:lnTo>
                <a:lnTo>
                  <a:pt x="142007" y="4235"/>
                </a:lnTo>
                <a:lnTo>
                  <a:pt x="140734" y="4102"/>
                </a:lnTo>
                <a:lnTo>
                  <a:pt x="139437" y="3998"/>
                </a:lnTo>
                <a:lnTo>
                  <a:pt x="138117" y="3924"/>
                </a:lnTo>
                <a:lnTo>
                  <a:pt x="136773" y="3880"/>
                </a:lnTo>
                <a:lnTo>
                  <a:pt x="135407" y="3865"/>
                </a:lnTo>
                <a:lnTo>
                  <a:pt x="134311" y="3876"/>
                </a:lnTo>
                <a:lnTo>
                  <a:pt x="133225" y="3910"/>
                </a:lnTo>
                <a:lnTo>
                  <a:pt x="132149" y="3967"/>
                </a:lnTo>
                <a:lnTo>
                  <a:pt x="131083" y="4046"/>
                </a:lnTo>
                <a:lnTo>
                  <a:pt x="130028" y="4148"/>
                </a:lnTo>
                <a:lnTo>
                  <a:pt x="128983" y="4273"/>
                </a:lnTo>
                <a:lnTo>
                  <a:pt x="127948" y="4420"/>
                </a:lnTo>
                <a:lnTo>
                  <a:pt x="126923" y="4590"/>
                </a:lnTo>
                <a:lnTo>
                  <a:pt x="125908" y="4783"/>
                </a:lnTo>
                <a:lnTo>
                  <a:pt x="124903" y="4998"/>
                </a:lnTo>
                <a:lnTo>
                  <a:pt x="123908" y="5236"/>
                </a:lnTo>
                <a:lnTo>
                  <a:pt x="122924" y="5497"/>
                </a:lnTo>
                <a:lnTo>
                  <a:pt x="121950" y="5780"/>
                </a:lnTo>
                <a:lnTo>
                  <a:pt x="120985" y="6086"/>
                </a:lnTo>
                <a:lnTo>
                  <a:pt x="120031" y="6415"/>
                </a:lnTo>
                <a:lnTo>
                  <a:pt x="119088" y="6766"/>
                </a:lnTo>
                <a:lnTo>
                  <a:pt x="118154" y="7140"/>
                </a:lnTo>
                <a:lnTo>
                  <a:pt x="117230" y="7537"/>
                </a:lnTo>
                <a:lnTo>
                  <a:pt x="116317" y="7956"/>
                </a:lnTo>
                <a:lnTo>
                  <a:pt x="115414" y="8398"/>
                </a:lnTo>
                <a:lnTo>
                  <a:pt x="114520" y="8863"/>
                </a:lnTo>
                <a:lnTo>
                  <a:pt x="113637" y="9350"/>
                </a:lnTo>
                <a:lnTo>
                  <a:pt x="112764" y="9860"/>
                </a:lnTo>
                <a:lnTo>
                  <a:pt x="111902" y="10393"/>
                </a:lnTo>
                <a:lnTo>
                  <a:pt x="111052" y="10949"/>
                </a:lnTo>
                <a:lnTo>
                  <a:pt x="110217" y="11529"/>
                </a:lnTo>
                <a:lnTo>
                  <a:pt x="109398" y="12133"/>
                </a:lnTo>
                <a:lnTo>
                  <a:pt x="108595" y="12761"/>
                </a:lnTo>
                <a:lnTo>
                  <a:pt x="107807" y="13414"/>
                </a:lnTo>
                <a:lnTo>
                  <a:pt x="107034" y="14090"/>
                </a:lnTo>
                <a:lnTo>
                  <a:pt x="106277" y="14790"/>
                </a:lnTo>
                <a:lnTo>
                  <a:pt x="105535" y="15515"/>
                </a:lnTo>
                <a:lnTo>
                  <a:pt x="104809" y="16263"/>
                </a:lnTo>
                <a:lnTo>
                  <a:pt x="104098" y="17036"/>
                </a:lnTo>
                <a:lnTo>
                  <a:pt x="103402" y="17833"/>
                </a:lnTo>
                <a:lnTo>
                  <a:pt x="102722" y="18653"/>
                </a:lnTo>
                <a:lnTo>
                  <a:pt x="102058" y="19498"/>
                </a:lnTo>
                <a:lnTo>
                  <a:pt x="101409" y="20367"/>
                </a:lnTo>
                <a:lnTo>
                  <a:pt x="100775" y="21260"/>
                </a:lnTo>
                <a:lnTo>
                  <a:pt x="100157" y="22177"/>
                </a:lnTo>
                <a:lnTo>
                  <a:pt x="99554" y="23118"/>
                </a:lnTo>
                <a:lnTo>
                  <a:pt x="98967" y="24083"/>
                </a:lnTo>
                <a:lnTo>
                  <a:pt x="98395" y="25072"/>
                </a:lnTo>
                <a:lnTo>
                  <a:pt x="97838" y="26085"/>
                </a:lnTo>
                <a:lnTo>
                  <a:pt x="97298" y="27122"/>
                </a:lnTo>
                <a:lnTo>
                  <a:pt x="96772" y="28184"/>
                </a:lnTo>
                <a:lnTo>
                  <a:pt x="96262" y="29269"/>
                </a:lnTo>
                <a:lnTo>
                  <a:pt x="95767" y="30378"/>
                </a:lnTo>
                <a:lnTo>
                  <a:pt x="95291" y="31513"/>
                </a:lnTo>
                <a:lnTo>
                  <a:pt x="94834" y="32674"/>
                </a:lnTo>
                <a:lnTo>
                  <a:pt x="94398" y="33861"/>
                </a:lnTo>
                <a:lnTo>
                  <a:pt x="93982" y="35074"/>
                </a:lnTo>
                <a:lnTo>
                  <a:pt x="93587" y="36314"/>
                </a:lnTo>
                <a:lnTo>
                  <a:pt x="93211" y="37579"/>
                </a:lnTo>
                <a:lnTo>
                  <a:pt x="92856" y="38871"/>
                </a:lnTo>
                <a:lnTo>
                  <a:pt x="92521" y="40189"/>
                </a:lnTo>
                <a:lnTo>
                  <a:pt x="92207" y="41534"/>
                </a:lnTo>
                <a:lnTo>
                  <a:pt x="91913" y="42904"/>
                </a:lnTo>
                <a:lnTo>
                  <a:pt x="91639" y="44301"/>
                </a:lnTo>
                <a:lnTo>
                  <a:pt x="91385" y="45724"/>
                </a:lnTo>
                <a:lnTo>
                  <a:pt x="91152" y="47173"/>
                </a:lnTo>
                <a:lnTo>
                  <a:pt x="90939" y="48649"/>
                </a:lnTo>
                <a:lnTo>
                  <a:pt x="90746" y="50151"/>
                </a:lnTo>
                <a:lnTo>
                  <a:pt x="90574" y="51679"/>
                </a:lnTo>
                <a:lnTo>
                  <a:pt x="90422" y="53233"/>
                </a:lnTo>
                <a:lnTo>
                  <a:pt x="90290" y="54813"/>
                </a:lnTo>
                <a:lnTo>
                  <a:pt x="90178" y="56420"/>
                </a:lnTo>
                <a:lnTo>
                  <a:pt x="90087" y="58053"/>
                </a:lnTo>
                <a:lnTo>
                  <a:pt x="90016" y="59712"/>
                </a:lnTo>
                <a:lnTo>
                  <a:pt x="89965" y="61397"/>
                </a:lnTo>
                <a:lnTo>
                  <a:pt x="89935" y="63109"/>
                </a:lnTo>
                <a:lnTo>
                  <a:pt x="89925" y="64847"/>
                </a:lnTo>
                <a:lnTo>
                  <a:pt x="89935" y="66584"/>
                </a:lnTo>
                <a:lnTo>
                  <a:pt x="89966" y="68294"/>
                </a:lnTo>
                <a:lnTo>
                  <a:pt x="90017" y="69976"/>
                </a:lnTo>
                <a:lnTo>
                  <a:pt x="90088" y="71631"/>
                </a:lnTo>
                <a:lnTo>
                  <a:pt x="90180" y="73259"/>
                </a:lnTo>
                <a:lnTo>
                  <a:pt x="90293" y="74859"/>
                </a:lnTo>
                <a:lnTo>
                  <a:pt x="90426" y="76431"/>
                </a:lnTo>
                <a:lnTo>
                  <a:pt x="90579" y="77976"/>
                </a:lnTo>
                <a:lnTo>
                  <a:pt x="90753" y="79494"/>
                </a:lnTo>
                <a:lnTo>
                  <a:pt x="90947" y="80984"/>
                </a:lnTo>
                <a:lnTo>
                  <a:pt x="91162" y="82447"/>
                </a:lnTo>
                <a:lnTo>
                  <a:pt x="91397" y="83882"/>
                </a:lnTo>
                <a:lnTo>
                  <a:pt x="91652" y="85290"/>
                </a:lnTo>
                <a:lnTo>
                  <a:pt x="91928" y="86670"/>
                </a:lnTo>
                <a:lnTo>
                  <a:pt x="92225" y="88022"/>
                </a:lnTo>
                <a:lnTo>
                  <a:pt x="92541" y="89348"/>
                </a:lnTo>
                <a:lnTo>
                  <a:pt x="92879" y="90646"/>
                </a:lnTo>
                <a:lnTo>
                  <a:pt x="93237" y="91916"/>
                </a:lnTo>
                <a:lnTo>
                  <a:pt x="93615" y="93159"/>
                </a:lnTo>
                <a:lnTo>
                  <a:pt x="94013" y="94374"/>
                </a:lnTo>
                <a:lnTo>
                  <a:pt x="94432" y="95562"/>
                </a:lnTo>
                <a:lnTo>
                  <a:pt x="94872" y="96722"/>
                </a:lnTo>
                <a:lnTo>
                  <a:pt x="95332" y="97855"/>
                </a:lnTo>
                <a:lnTo>
                  <a:pt x="95812" y="98961"/>
                </a:lnTo>
                <a:lnTo>
                  <a:pt x="96310" y="100040"/>
                </a:lnTo>
                <a:lnTo>
                  <a:pt x="96824" y="101096"/>
                </a:lnTo>
                <a:lnTo>
                  <a:pt x="97352" y="102126"/>
                </a:lnTo>
                <a:lnTo>
                  <a:pt x="97896" y="103133"/>
                </a:lnTo>
                <a:lnTo>
                  <a:pt x="98455" y="104115"/>
                </a:lnTo>
                <a:lnTo>
                  <a:pt x="99028" y="105072"/>
                </a:lnTo>
                <a:lnTo>
                  <a:pt x="99618" y="106006"/>
                </a:lnTo>
                <a:lnTo>
                  <a:pt x="100222" y="106915"/>
                </a:lnTo>
                <a:lnTo>
                  <a:pt x="100841" y="107799"/>
                </a:lnTo>
                <a:lnTo>
                  <a:pt x="101475" y="108659"/>
                </a:lnTo>
                <a:lnTo>
                  <a:pt x="102125" y="109495"/>
                </a:lnTo>
                <a:lnTo>
                  <a:pt x="102790" y="110307"/>
                </a:lnTo>
                <a:lnTo>
                  <a:pt x="103469" y="111094"/>
                </a:lnTo>
                <a:lnTo>
                  <a:pt x="104164" y="111856"/>
                </a:lnTo>
                <a:lnTo>
                  <a:pt x="104875" y="112595"/>
                </a:lnTo>
                <a:lnTo>
                  <a:pt x="105600" y="113309"/>
                </a:lnTo>
                <a:lnTo>
                  <a:pt x="106340" y="113998"/>
                </a:lnTo>
                <a:lnTo>
                  <a:pt x="107096" y="114663"/>
                </a:lnTo>
                <a:lnTo>
                  <a:pt x="107866" y="115304"/>
                </a:lnTo>
                <a:lnTo>
                  <a:pt x="108652" y="115921"/>
                </a:lnTo>
                <a:lnTo>
                  <a:pt x="109453" y="116513"/>
                </a:lnTo>
                <a:lnTo>
                  <a:pt x="110269" y="117081"/>
                </a:lnTo>
                <a:lnTo>
                  <a:pt x="111100" y="117624"/>
                </a:lnTo>
                <a:lnTo>
                  <a:pt x="111947" y="118143"/>
                </a:lnTo>
                <a:lnTo>
                  <a:pt x="112806" y="118639"/>
                </a:lnTo>
                <a:lnTo>
                  <a:pt x="113674" y="119114"/>
                </a:lnTo>
                <a:lnTo>
                  <a:pt x="114553" y="119568"/>
                </a:lnTo>
                <a:lnTo>
                  <a:pt x="115442" y="120000"/>
                </a:lnTo>
                <a:lnTo>
                  <a:pt x="116341" y="120412"/>
                </a:lnTo>
                <a:lnTo>
                  <a:pt x="117250" y="120802"/>
                </a:lnTo>
                <a:lnTo>
                  <a:pt x="118169" y="121172"/>
                </a:lnTo>
                <a:lnTo>
                  <a:pt x="119098" y="121520"/>
                </a:lnTo>
                <a:lnTo>
                  <a:pt x="120036" y="121847"/>
                </a:lnTo>
                <a:lnTo>
                  <a:pt x="120985" y="122153"/>
                </a:lnTo>
                <a:lnTo>
                  <a:pt x="121944" y="122438"/>
                </a:lnTo>
                <a:lnTo>
                  <a:pt x="122913" y="122702"/>
                </a:lnTo>
                <a:lnTo>
                  <a:pt x="123891" y="122944"/>
                </a:lnTo>
                <a:lnTo>
                  <a:pt x="124880" y="123166"/>
                </a:lnTo>
                <a:lnTo>
                  <a:pt x="125879" y="123367"/>
                </a:lnTo>
                <a:lnTo>
                  <a:pt x="126888" y="123546"/>
                </a:lnTo>
                <a:lnTo>
                  <a:pt x="127906" y="123704"/>
                </a:lnTo>
                <a:lnTo>
                  <a:pt x="128935" y="123841"/>
                </a:lnTo>
                <a:lnTo>
                  <a:pt x="129974" y="123958"/>
                </a:lnTo>
                <a:lnTo>
                  <a:pt x="131022" y="124052"/>
                </a:lnTo>
                <a:lnTo>
                  <a:pt x="132081" y="124126"/>
                </a:lnTo>
                <a:lnTo>
                  <a:pt x="133150" y="124179"/>
                </a:lnTo>
                <a:lnTo>
                  <a:pt x="134228" y="124211"/>
                </a:lnTo>
                <a:lnTo>
                  <a:pt x="135317" y="124221"/>
                </a:lnTo>
                <a:lnTo>
                  <a:pt x="136411" y="124213"/>
                </a:lnTo>
                <a:lnTo>
                  <a:pt x="137491" y="124186"/>
                </a:lnTo>
                <a:lnTo>
                  <a:pt x="138557" y="124142"/>
                </a:lnTo>
                <a:lnTo>
                  <a:pt x="139609" y="124081"/>
                </a:lnTo>
                <a:lnTo>
                  <a:pt x="140647" y="124002"/>
                </a:lnTo>
                <a:lnTo>
                  <a:pt x="141671" y="123906"/>
                </a:lnTo>
                <a:lnTo>
                  <a:pt x="142680" y="123792"/>
                </a:lnTo>
                <a:lnTo>
                  <a:pt x="143676" y="123660"/>
                </a:lnTo>
                <a:lnTo>
                  <a:pt x="144658" y="123512"/>
                </a:lnTo>
                <a:lnTo>
                  <a:pt x="145626" y="123345"/>
                </a:lnTo>
                <a:lnTo>
                  <a:pt x="146579" y="123161"/>
                </a:lnTo>
                <a:lnTo>
                  <a:pt x="147519" y="122959"/>
                </a:lnTo>
                <a:lnTo>
                  <a:pt x="148444" y="122740"/>
                </a:lnTo>
                <a:lnTo>
                  <a:pt x="149356" y="122504"/>
                </a:lnTo>
                <a:lnTo>
                  <a:pt x="150253" y="122250"/>
                </a:lnTo>
                <a:lnTo>
                  <a:pt x="151137" y="121978"/>
                </a:lnTo>
                <a:lnTo>
                  <a:pt x="152006" y="121689"/>
                </a:lnTo>
                <a:lnTo>
                  <a:pt x="152861" y="121382"/>
                </a:lnTo>
                <a:lnTo>
                  <a:pt x="153703" y="121058"/>
                </a:lnTo>
                <a:lnTo>
                  <a:pt x="154530" y="120716"/>
                </a:lnTo>
                <a:lnTo>
                  <a:pt x="155343" y="120357"/>
                </a:lnTo>
                <a:lnTo>
                  <a:pt x="156142" y="119980"/>
                </a:lnTo>
                <a:lnTo>
                  <a:pt x="156927" y="119586"/>
                </a:lnTo>
                <a:lnTo>
                  <a:pt x="157698" y="119174"/>
                </a:lnTo>
                <a:lnTo>
                  <a:pt x="158455" y="118746"/>
                </a:lnTo>
                <a:lnTo>
                  <a:pt x="159196" y="118306"/>
                </a:lnTo>
                <a:lnTo>
                  <a:pt x="159922" y="117853"/>
                </a:lnTo>
                <a:lnTo>
                  <a:pt x="160632" y="117386"/>
                </a:lnTo>
                <a:lnTo>
                  <a:pt x="161327" y="116907"/>
                </a:lnTo>
                <a:lnTo>
                  <a:pt x="162007" y="116414"/>
                </a:lnTo>
                <a:lnTo>
                  <a:pt x="162672" y="115909"/>
                </a:lnTo>
                <a:lnTo>
                  <a:pt x="163321" y="115390"/>
                </a:lnTo>
                <a:lnTo>
                  <a:pt x="163955" y="114859"/>
                </a:lnTo>
                <a:lnTo>
                  <a:pt x="164574" y="114314"/>
                </a:lnTo>
                <a:lnTo>
                  <a:pt x="165177" y="113756"/>
                </a:lnTo>
                <a:lnTo>
                  <a:pt x="165765" y="113186"/>
                </a:lnTo>
                <a:lnTo>
                  <a:pt x="166338" y="112602"/>
                </a:lnTo>
                <a:lnTo>
                  <a:pt x="166896" y="112006"/>
                </a:lnTo>
                <a:lnTo>
                  <a:pt x="167438" y="111396"/>
                </a:lnTo>
                <a:lnTo>
                  <a:pt x="167965" y="110773"/>
                </a:lnTo>
                <a:lnTo>
                  <a:pt x="168477" y="110138"/>
                </a:lnTo>
                <a:lnTo>
                  <a:pt x="168973" y="109489"/>
                </a:lnTo>
                <a:lnTo>
                  <a:pt x="169454" y="108827"/>
                </a:lnTo>
                <a:lnTo>
                  <a:pt x="169920" y="108152"/>
                </a:lnTo>
                <a:lnTo>
                  <a:pt x="170371" y="107464"/>
                </a:lnTo>
                <a:lnTo>
                  <a:pt x="170806" y="106764"/>
                </a:lnTo>
                <a:lnTo>
                  <a:pt x="171226" y="106050"/>
                </a:lnTo>
                <a:lnTo>
                  <a:pt x="171630" y="105323"/>
                </a:lnTo>
                <a:lnTo>
                  <a:pt x="172019" y="104585"/>
                </a:lnTo>
                <a:lnTo>
                  <a:pt x="172391" y="103838"/>
                </a:lnTo>
                <a:lnTo>
                  <a:pt x="172747" y="103082"/>
                </a:lnTo>
                <a:lnTo>
                  <a:pt x="173086" y="102316"/>
                </a:lnTo>
                <a:lnTo>
                  <a:pt x="173409" y="101542"/>
                </a:lnTo>
                <a:lnTo>
                  <a:pt x="173715" y="100758"/>
                </a:lnTo>
                <a:lnTo>
                  <a:pt x="174004" y="99965"/>
                </a:lnTo>
                <a:lnTo>
                  <a:pt x="174277" y="99163"/>
                </a:lnTo>
                <a:lnTo>
                  <a:pt x="174533" y="98352"/>
                </a:lnTo>
                <a:lnTo>
                  <a:pt x="174773" y="97531"/>
                </a:lnTo>
                <a:lnTo>
                  <a:pt x="174997" y="96702"/>
                </a:lnTo>
                <a:lnTo>
                  <a:pt x="175203" y="95863"/>
                </a:lnTo>
                <a:lnTo>
                  <a:pt x="175394" y="95015"/>
                </a:lnTo>
                <a:lnTo>
                  <a:pt x="175567" y="94158"/>
                </a:lnTo>
                <a:lnTo>
                  <a:pt x="175724" y="93292"/>
                </a:lnTo>
                <a:lnTo>
                  <a:pt x="175865" y="92417"/>
                </a:lnTo>
                <a:lnTo>
                  <a:pt x="175989" y="91532"/>
                </a:lnTo>
                <a:lnTo>
                  <a:pt x="176097" y="90639"/>
                </a:lnTo>
                <a:lnTo>
                  <a:pt x="176188" y="89736"/>
                </a:lnTo>
                <a:lnTo>
                  <a:pt x="176262" y="88824"/>
                </a:lnTo>
                <a:lnTo>
                  <a:pt x="176320" y="87903"/>
                </a:lnTo>
                <a:lnTo>
                  <a:pt x="176361" y="86973"/>
                </a:lnTo>
                <a:lnTo>
                  <a:pt x="176386" y="86033"/>
                </a:lnTo>
                <a:lnTo>
                  <a:pt x="176394" y="85085"/>
                </a:lnTo>
                <a:lnTo>
                  <a:pt x="176386" y="84101"/>
                </a:lnTo>
                <a:lnTo>
                  <a:pt x="176362" y="83130"/>
                </a:lnTo>
                <a:lnTo>
                  <a:pt x="176321" y="82172"/>
                </a:lnTo>
                <a:lnTo>
                  <a:pt x="176265" y="81228"/>
                </a:lnTo>
                <a:lnTo>
                  <a:pt x="176192" y="80296"/>
                </a:lnTo>
                <a:lnTo>
                  <a:pt x="176102" y="79377"/>
                </a:lnTo>
                <a:lnTo>
                  <a:pt x="175997" y="78472"/>
                </a:lnTo>
                <a:lnTo>
                  <a:pt x="175875" y="77579"/>
                </a:lnTo>
                <a:lnTo>
                  <a:pt x="175737" y="76700"/>
                </a:lnTo>
                <a:lnTo>
                  <a:pt x="175583" y="75833"/>
                </a:lnTo>
                <a:lnTo>
                  <a:pt x="175413" y="74980"/>
                </a:lnTo>
                <a:lnTo>
                  <a:pt x="175226" y="74139"/>
                </a:lnTo>
                <a:lnTo>
                  <a:pt x="175023" y="73312"/>
                </a:lnTo>
                <a:lnTo>
                  <a:pt x="174804" y="72497"/>
                </a:lnTo>
                <a:lnTo>
                  <a:pt x="174569" y="71696"/>
                </a:lnTo>
                <a:lnTo>
                  <a:pt x="174317" y="70908"/>
                </a:lnTo>
                <a:lnTo>
                  <a:pt x="174049" y="70133"/>
                </a:lnTo>
                <a:lnTo>
                  <a:pt x="173765" y="69370"/>
                </a:lnTo>
                <a:lnTo>
                  <a:pt x="173465" y="68621"/>
                </a:lnTo>
                <a:lnTo>
                  <a:pt x="173149" y="67885"/>
                </a:lnTo>
                <a:lnTo>
                  <a:pt x="172816" y="67162"/>
                </a:lnTo>
                <a:lnTo>
                  <a:pt x="172467" y="66452"/>
                </a:lnTo>
                <a:lnTo>
                  <a:pt x="172102" y="65755"/>
                </a:lnTo>
                <a:lnTo>
                  <a:pt x="171720" y="65071"/>
                </a:lnTo>
                <a:lnTo>
                  <a:pt x="171325" y="64401"/>
                </a:lnTo>
                <a:lnTo>
                  <a:pt x="170919" y="63744"/>
                </a:lnTo>
                <a:lnTo>
                  <a:pt x="170501" y="63101"/>
                </a:lnTo>
                <a:lnTo>
                  <a:pt x="170071" y="62472"/>
                </a:lnTo>
                <a:lnTo>
                  <a:pt x="169630" y="61858"/>
                </a:lnTo>
                <a:lnTo>
                  <a:pt x="169178" y="61257"/>
                </a:lnTo>
                <a:lnTo>
                  <a:pt x="168715" y="60670"/>
                </a:lnTo>
                <a:lnTo>
                  <a:pt x="168240" y="60097"/>
                </a:lnTo>
                <a:lnTo>
                  <a:pt x="167753" y="59538"/>
                </a:lnTo>
                <a:lnTo>
                  <a:pt x="167256" y="58993"/>
                </a:lnTo>
                <a:lnTo>
                  <a:pt x="166747" y="58462"/>
                </a:lnTo>
                <a:lnTo>
                  <a:pt x="166226" y="57945"/>
                </a:lnTo>
                <a:lnTo>
                  <a:pt x="165694" y="57442"/>
                </a:lnTo>
                <a:lnTo>
                  <a:pt x="165151" y="56953"/>
                </a:lnTo>
                <a:lnTo>
                  <a:pt x="164596" y="56478"/>
                </a:lnTo>
                <a:lnTo>
                  <a:pt x="164030" y="56017"/>
                </a:lnTo>
                <a:lnTo>
                  <a:pt x="163453" y="55569"/>
                </a:lnTo>
                <a:lnTo>
                  <a:pt x="162864" y="55136"/>
                </a:lnTo>
                <a:lnTo>
                  <a:pt x="162264" y="54717"/>
                </a:lnTo>
                <a:lnTo>
                  <a:pt x="161652" y="54312"/>
                </a:lnTo>
                <a:lnTo>
                  <a:pt x="161029" y="53920"/>
                </a:lnTo>
                <a:lnTo>
                  <a:pt x="160394" y="53543"/>
                </a:lnTo>
                <a:lnTo>
                  <a:pt x="159749" y="53179"/>
                </a:lnTo>
                <a:lnTo>
                  <a:pt x="159091" y="52830"/>
                </a:lnTo>
                <a:lnTo>
                  <a:pt x="158425" y="52494"/>
                </a:lnTo>
                <a:lnTo>
                  <a:pt x="157751" y="52173"/>
                </a:lnTo>
                <a:lnTo>
                  <a:pt x="157070" y="51866"/>
                </a:lnTo>
                <a:lnTo>
                  <a:pt x="156381" y="51574"/>
                </a:lnTo>
                <a:lnTo>
                  <a:pt x="155685" y="51295"/>
                </a:lnTo>
                <a:lnTo>
                  <a:pt x="154982" y="51031"/>
                </a:lnTo>
                <a:lnTo>
                  <a:pt x="154271" y="50781"/>
                </a:lnTo>
                <a:lnTo>
                  <a:pt x="153554" y="50545"/>
                </a:lnTo>
                <a:lnTo>
                  <a:pt x="152828" y="50324"/>
                </a:lnTo>
                <a:lnTo>
                  <a:pt x="152096" y="50117"/>
                </a:lnTo>
                <a:lnTo>
                  <a:pt x="151356" y="49924"/>
                </a:lnTo>
                <a:lnTo>
                  <a:pt x="150609" y="49746"/>
                </a:lnTo>
                <a:lnTo>
                  <a:pt x="149854" y="49582"/>
                </a:lnTo>
                <a:lnTo>
                  <a:pt x="149092" y="49432"/>
                </a:lnTo>
                <a:lnTo>
                  <a:pt x="148323" y="49296"/>
                </a:lnTo>
                <a:lnTo>
                  <a:pt x="147546" y="49175"/>
                </a:lnTo>
                <a:lnTo>
                  <a:pt x="146762" y="49068"/>
                </a:lnTo>
                <a:lnTo>
                  <a:pt x="145971" y="48975"/>
                </a:lnTo>
                <a:lnTo>
                  <a:pt x="145172" y="48896"/>
                </a:lnTo>
                <a:lnTo>
                  <a:pt x="144367" y="48832"/>
                </a:lnTo>
                <a:lnTo>
                  <a:pt x="143553" y="48782"/>
                </a:lnTo>
                <a:lnTo>
                  <a:pt x="142733" y="48746"/>
                </a:lnTo>
                <a:lnTo>
                  <a:pt x="141905" y="48725"/>
                </a:lnTo>
                <a:lnTo>
                  <a:pt x="141069" y="48718"/>
                </a:lnTo>
                <a:lnTo>
                  <a:pt x="140377" y="48722"/>
                </a:lnTo>
                <a:lnTo>
                  <a:pt x="139691" y="48735"/>
                </a:lnTo>
                <a:lnTo>
                  <a:pt x="139013" y="48758"/>
                </a:lnTo>
                <a:lnTo>
                  <a:pt x="138343" y="48789"/>
                </a:lnTo>
                <a:lnTo>
                  <a:pt x="137680" y="48828"/>
                </a:lnTo>
                <a:lnTo>
                  <a:pt x="137025" y="48877"/>
                </a:lnTo>
                <a:lnTo>
                  <a:pt x="136377" y="48935"/>
                </a:lnTo>
                <a:lnTo>
                  <a:pt x="135736" y="49001"/>
                </a:lnTo>
                <a:lnTo>
                  <a:pt x="135103" y="49076"/>
                </a:lnTo>
                <a:lnTo>
                  <a:pt x="134478" y="49160"/>
                </a:lnTo>
                <a:lnTo>
                  <a:pt x="133860" y="49253"/>
                </a:lnTo>
                <a:lnTo>
                  <a:pt x="133249" y="49355"/>
                </a:lnTo>
                <a:lnTo>
                  <a:pt x="132646" y="49465"/>
                </a:lnTo>
                <a:lnTo>
                  <a:pt x="132051" y="49585"/>
                </a:lnTo>
                <a:lnTo>
                  <a:pt x="131463" y="49713"/>
                </a:lnTo>
                <a:lnTo>
                  <a:pt x="130882" y="49850"/>
                </a:lnTo>
                <a:lnTo>
                  <a:pt x="130309" y="49996"/>
                </a:lnTo>
                <a:lnTo>
                  <a:pt x="129744" y="50151"/>
                </a:lnTo>
                <a:lnTo>
                  <a:pt x="129186" y="50314"/>
                </a:lnTo>
                <a:lnTo>
                  <a:pt x="128635" y="50487"/>
                </a:lnTo>
                <a:lnTo>
                  <a:pt x="128092" y="50668"/>
                </a:lnTo>
                <a:lnTo>
                  <a:pt x="127557" y="50859"/>
                </a:lnTo>
                <a:lnTo>
                  <a:pt x="127029" y="51058"/>
                </a:lnTo>
                <a:lnTo>
                  <a:pt x="126508" y="51265"/>
                </a:lnTo>
                <a:lnTo>
                  <a:pt x="125994" y="51481"/>
                </a:lnTo>
                <a:lnTo>
                  <a:pt x="125484" y="51702"/>
                </a:lnTo>
                <a:lnTo>
                  <a:pt x="124980" y="51930"/>
                </a:lnTo>
                <a:lnTo>
                  <a:pt x="124481" y="52163"/>
                </a:lnTo>
                <a:lnTo>
                  <a:pt x="123986" y="52403"/>
                </a:lnTo>
                <a:lnTo>
                  <a:pt x="123497" y="52650"/>
                </a:lnTo>
                <a:lnTo>
                  <a:pt x="123013" y="52902"/>
                </a:lnTo>
                <a:lnTo>
                  <a:pt x="122533" y="53161"/>
                </a:lnTo>
                <a:lnTo>
                  <a:pt x="122059" y="53426"/>
                </a:lnTo>
                <a:lnTo>
                  <a:pt x="121589" y="53697"/>
                </a:lnTo>
                <a:lnTo>
                  <a:pt x="121125" y="53974"/>
                </a:lnTo>
                <a:lnTo>
                  <a:pt x="120666" y="54258"/>
                </a:lnTo>
                <a:lnTo>
                  <a:pt x="120211" y="54547"/>
                </a:lnTo>
                <a:lnTo>
                  <a:pt x="119762" y="54843"/>
                </a:lnTo>
                <a:lnTo>
                  <a:pt x="119317" y="55145"/>
                </a:lnTo>
                <a:lnTo>
                  <a:pt x="118878" y="55454"/>
                </a:lnTo>
                <a:lnTo>
                  <a:pt x="118443" y="55768"/>
                </a:lnTo>
                <a:lnTo>
                  <a:pt x="118014" y="56089"/>
                </a:lnTo>
                <a:lnTo>
                  <a:pt x="117589" y="56416"/>
                </a:lnTo>
                <a:lnTo>
                  <a:pt x="117170" y="56749"/>
                </a:lnTo>
                <a:lnTo>
                  <a:pt x="116756" y="57089"/>
                </a:lnTo>
                <a:lnTo>
                  <a:pt x="116346" y="57435"/>
                </a:lnTo>
                <a:lnTo>
                  <a:pt x="115942" y="57786"/>
                </a:lnTo>
                <a:lnTo>
                  <a:pt x="115542" y="58144"/>
                </a:lnTo>
                <a:lnTo>
                  <a:pt x="115146" y="58507"/>
                </a:lnTo>
                <a:lnTo>
                  <a:pt x="114753" y="58873"/>
                </a:lnTo>
                <a:lnTo>
                  <a:pt x="114391" y="59215"/>
                </a:lnTo>
                <a:lnTo>
                  <a:pt x="114435" y="58132"/>
                </a:lnTo>
                <a:lnTo>
                  <a:pt x="114520" y="56548"/>
                </a:lnTo>
                <a:close/>
                <a:moveTo>
                  <a:pt x="115083" y="76219"/>
                </a:moveTo>
                <a:lnTo>
                  <a:pt x="115600" y="75762"/>
                </a:lnTo>
                <a:lnTo>
                  <a:pt x="116129" y="75313"/>
                </a:lnTo>
                <a:lnTo>
                  <a:pt x="116669" y="74873"/>
                </a:lnTo>
                <a:lnTo>
                  <a:pt x="117221" y="74441"/>
                </a:lnTo>
                <a:lnTo>
                  <a:pt x="117784" y="74016"/>
                </a:lnTo>
                <a:lnTo>
                  <a:pt x="118359" y="73600"/>
                </a:lnTo>
                <a:lnTo>
                  <a:pt x="118945" y="73193"/>
                </a:lnTo>
                <a:lnTo>
                  <a:pt x="119542" y="72793"/>
                </a:lnTo>
                <a:lnTo>
                  <a:pt x="120150" y="72405"/>
                </a:lnTo>
                <a:lnTo>
                  <a:pt x="120766" y="72034"/>
                </a:lnTo>
                <a:lnTo>
                  <a:pt x="121392" y="71680"/>
                </a:lnTo>
                <a:lnTo>
                  <a:pt x="122028" y="71342"/>
                </a:lnTo>
                <a:lnTo>
                  <a:pt x="122672" y="71020"/>
                </a:lnTo>
                <a:lnTo>
                  <a:pt x="123326" y="70715"/>
                </a:lnTo>
                <a:lnTo>
                  <a:pt x="123988" y="70426"/>
                </a:lnTo>
                <a:lnTo>
                  <a:pt x="124660" y="70154"/>
                </a:lnTo>
                <a:lnTo>
                  <a:pt x="125342" y="69899"/>
                </a:lnTo>
                <a:lnTo>
                  <a:pt x="126032" y="69659"/>
                </a:lnTo>
                <a:lnTo>
                  <a:pt x="126732" y="69437"/>
                </a:lnTo>
                <a:lnTo>
                  <a:pt x="127441" y="69231"/>
                </a:lnTo>
                <a:lnTo>
                  <a:pt x="128159" y="69041"/>
                </a:lnTo>
                <a:lnTo>
                  <a:pt x="128886" y="68868"/>
                </a:lnTo>
                <a:lnTo>
                  <a:pt x="129622" y="68711"/>
                </a:lnTo>
                <a:lnTo>
                  <a:pt x="130368" y="68571"/>
                </a:lnTo>
                <a:lnTo>
                  <a:pt x="131123" y="68447"/>
                </a:lnTo>
                <a:lnTo>
                  <a:pt x="131887" y="68340"/>
                </a:lnTo>
                <a:lnTo>
                  <a:pt x="132660" y="68249"/>
                </a:lnTo>
                <a:lnTo>
                  <a:pt x="133443" y="68175"/>
                </a:lnTo>
                <a:lnTo>
                  <a:pt x="134235" y="68117"/>
                </a:lnTo>
                <a:lnTo>
                  <a:pt x="135036" y="68076"/>
                </a:lnTo>
                <a:lnTo>
                  <a:pt x="135846" y="68051"/>
                </a:lnTo>
                <a:lnTo>
                  <a:pt x="136665" y="68043"/>
                </a:lnTo>
                <a:lnTo>
                  <a:pt x="137259" y="68051"/>
                </a:lnTo>
                <a:lnTo>
                  <a:pt x="137842" y="68075"/>
                </a:lnTo>
                <a:lnTo>
                  <a:pt x="138414" y="68115"/>
                </a:lnTo>
                <a:lnTo>
                  <a:pt x="138976" y="68170"/>
                </a:lnTo>
                <a:lnTo>
                  <a:pt x="139527" y="68242"/>
                </a:lnTo>
                <a:lnTo>
                  <a:pt x="140067" y="68329"/>
                </a:lnTo>
                <a:lnTo>
                  <a:pt x="140596" y="68432"/>
                </a:lnTo>
                <a:lnTo>
                  <a:pt x="141114" y="68551"/>
                </a:lnTo>
                <a:lnTo>
                  <a:pt x="141622" y="68686"/>
                </a:lnTo>
                <a:lnTo>
                  <a:pt x="142119" y="68837"/>
                </a:lnTo>
                <a:lnTo>
                  <a:pt x="142605" y="69004"/>
                </a:lnTo>
                <a:lnTo>
                  <a:pt x="143081" y="69186"/>
                </a:lnTo>
                <a:lnTo>
                  <a:pt x="143545" y="69385"/>
                </a:lnTo>
                <a:lnTo>
                  <a:pt x="143999" y="69599"/>
                </a:lnTo>
                <a:lnTo>
                  <a:pt x="144442" y="69829"/>
                </a:lnTo>
                <a:lnTo>
                  <a:pt x="144875" y="70075"/>
                </a:lnTo>
                <a:lnTo>
                  <a:pt x="145296" y="70337"/>
                </a:lnTo>
                <a:lnTo>
                  <a:pt x="145707" y="70615"/>
                </a:lnTo>
                <a:lnTo>
                  <a:pt x="146107" y="70909"/>
                </a:lnTo>
                <a:lnTo>
                  <a:pt x="146496" y="71219"/>
                </a:lnTo>
                <a:lnTo>
                  <a:pt x="146875" y="71544"/>
                </a:lnTo>
                <a:lnTo>
                  <a:pt x="147243" y="71886"/>
                </a:lnTo>
                <a:lnTo>
                  <a:pt x="147600" y="72243"/>
                </a:lnTo>
                <a:lnTo>
                  <a:pt x="147946" y="72616"/>
                </a:lnTo>
                <a:lnTo>
                  <a:pt x="148279" y="73003"/>
                </a:lnTo>
                <a:lnTo>
                  <a:pt x="148599" y="73403"/>
                </a:lnTo>
                <a:lnTo>
                  <a:pt x="148904" y="73814"/>
                </a:lnTo>
                <a:lnTo>
                  <a:pt x="149195" y="74238"/>
                </a:lnTo>
                <a:lnTo>
                  <a:pt x="149472" y="74674"/>
                </a:lnTo>
                <a:lnTo>
                  <a:pt x="149735" y="75122"/>
                </a:lnTo>
                <a:lnTo>
                  <a:pt x="149983" y="75582"/>
                </a:lnTo>
                <a:lnTo>
                  <a:pt x="150218" y="76054"/>
                </a:lnTo>
                <a:lnTo>
                  <a:pt x="150438" y="76539"/>
                </a:lnTo>
                <a:lnTo>
                  <a:pt x="150644" y="77036"/>
                </a:lnTo>
                <a:lnTo>
                  <a:pt x="150836" y="77545"/>
                </a:lnTo>
                <a:lnTo>
                  <a:pt x="151013" y="78066"/>
                </a:lnTo>
                <a:lnTo>
                  <a:pt x="151176" y="78599"/>
                </a:lnTo>
                <a:lnTo>
                  <a:pt x="151325" y="79145"/>
                </a:lnTo>
                <a:lnTo>
                  <a:pt x="151460" y="79703"/>
                </a:lnTo>
                <a:lnTo>
                  <a:pt x="151581" y="80272"/>
                </a:lnTo>
                <a:lnTo>
                  <a:pt x="151688" y="80855"/>
                </a:lnTo>
                <a:lnTo>
                  <a:pt x="151780" y="81449"/>
                </a:lnTo>
                <a:lnTo>
                  <a:pt x="151858" y="82055"/>
                </a:lnTo>
                <a:lnTo>
                  <a:pt x="151922" y="82674"/>
                </a:lnTo>
                <a:lnTo>
                  <a:pt x="151972" y="83305"/>
                </a:lnTo>
                <a:lnTo>
                  <a:pt x="152007" y="83948"/>
                </a:lnTo>
                <a:lnTo>
                  <a:pt x="152028" y="84603"/>
                </a:lnTo>
                <a:lnTo>
                  <a:pt x="152035" y="85270"/>
                </a:lnTo>
                <a:lnTo>
                  <a:pt x="152028" y="85968"/>
                </a:lnTo>
                <a:lnTo>
                  <a:pt x="152006" y="86656"/>
                </a:lnTo>
                <a:lnTo>
                  <a:pt x="151970" y="87333"/>
                </a:lnTo>
                <a:lnTo>
                  <a:pt x="151919" y="88000"/>
                </a:lnTo>
                <a:lnTo>
                  <a:pt x="151854" y="88658"/>
                </a:lnTo>
                <a:lnTo>
                  <a:pt x="151774" y="89305"/>
                </a:lnTo>
                <a:lnTo>
                  <a:pt x="151680" y="89941"/>
                </a:lnTo>
                <a:lnTo>
                  <a:pt x="151571" y="90568"/>
                </a:lnTo>
                <a:lnTo>
                  <a:pt x="151448" y="91185"/>
                </a:lnTo>
                <a:lnTo>
                  <a:pt x="151310" y="91791"/>
                </a:lnTo>
                <a:lnTo>
                  <a:pt x="151157" y="92387"/>
                </a:lnTo>
                <a:lnTo>
                  <a:pt x="150991" y="92973"/>
                </a:lnTo>
                <a:lnTo>
                  <a:pt x="150809" y="93549"/>
                </a:lnTo>
                <a:lnTo>
                  <a:pt x="150613" y="94114"/>
                </a:lnTo>
                <a:lnTo>
                  <a:pt x="150403" y="94670"/>
                </a:lnTo>
                <a:lnTo>
                  <a:pt x="150178" y="95215"/>
                </a:lnTo>
                <a:lnTo>
                  <a:pt x="149938" y="95750"/>
                </a:lnTo>
                <a:lnTo>
                  <a:pt x="149684" y="96275"/>
                </a:lnTo>
                <a:lnTo>
                  <a:pt x="149416" y="96790"/>
                </a:lnTo>
                <a:lnTo>
                  <a:pt x="149133" y="97294"/>
                </a:lnTo>
                <a:lnTo>
                  <a:pt x="148835" y="97789"/>
                </a:lnTo>
                <a:lnTo>
                  <a:pt x="148523" y="98273"/>
                </a:lnTo>
                <a:lnTo>
                  <a:pt x="148197" y="98747"/>
                </a:lnTo>
                <a:lnTo>
                  <a:pt x="147856" y="99211"/>
                </a:lnTo>
                <a:lnTo>
                  <a:pt x="147500" y="99660"/>
                </a:lnTo>
                <a:lnTo>
                  <a:pt x="147130" y="100090"/>
                </a:lnTo>
                <a:lnTo>
                  <a:pt x="146746" y="100501"/>
                </a:lnTo>
                <a:lnTo>
                  <a:pt x="146347" y="100893"/>
                </a:lnTo>
                <a:lnTo>
                  <a:pt x="145933" y="101266"/>
                </a:lnTo>
                <a:lnTo>
                  <a:pt x="145505" y="101619"/>
                </a:lnTo>
                <a:lnTo>
                  <a:pt x="145062" y="101954"/>
                </a:lnTo>
                <a:lnTo>
                  <a:pt x="144605" y="102269"/>
                </a:lnTo>
                <a:lnTo>
                  <a:pt x="144133" y="102566"/>
                </a:lnTo>
                <a:lnTo>
                  <a:pt x="143647" y="102843"/>
                </a:lnTo>
                <a:lnTo>
                  <a:pt x="143146" y="103101"/>
                </a:lnTo>
                <a:lnTo>
                  <a:pt x="142631" y="103340"/>
                </a:lnTo>
                <a:lnTo>
                  <a:pt x="142102" y="103560"/>
                </a:lnTo>
                <a:lnTo>
                  <a:pt x="141557" y="103760"/>
                </a:lnTo>
                <a:lnTo>
                  <a:pt x="140999" y="103942"/>
                </a:lnTo>
                <a:lnTo>
                  <a:pt x="140425" y="104105"/>
                </a:lnTo>
                <a:lnTo>
                  <a:pt x="139838" y="104248"/>
                </a:lnTo>
                <a:lnTo>
                  <a:pt x="139235" y="104372"/>
                </a:lnTo>
                <a:lnTo>
                  <a:pt x="138618" y="104477"/>
                </a:lnTo>
                <a:lnTo>
                  <a:pt x="137987" y="104563"/>
                </a:lnTo>
                <a:lnTo>
                  <a:pt x="137341" y="104630"/>
                </a:lnTo>
                <a:lnTo>
                  <a:pt x="136681" y="104678"/>
                </a:lnTo>
                <a:lnTo>
                  <a:pt x="136006" y="104707"/>
                </a:lnTo>
                <a:lnTo>
                  <a:pt x="135317" y="104716"/>
                </a:lnTo>
                <a:lnTo>
                  <a:pt x="134876" y="104711"/>
                </a:lnTo>
                <a:lnTo>
                  <a:pt x="134436" y="104694"/>
                </a:lnTo>
                <a:lnTo>
                  <a:pt x="133999" y="104666"/>
                </a:lnTo>
                <a:lnTo>
                  <a:pt x="133563" y="104627"/>
                </a:lnTo>
                <a:lnTo>
                  <a:pt x="133129" y="104577"/>
                </a:lnTo>
                <a:lnTo>
                  <a:pt x="132696" y="104516"/>
                </a:lnTo>
                <a:lnTo>
                  <a:pt x="132265" y="104443"/>
                </a:lnTo>
                <a:lnTo>
                  <a:pt x="131836" y="104360"/>
                </a:lnTo>
                <a:lnTo>
                  <a:pt x="131409" y="104265"/>
                </a:lnTo>
                <a:lnTo>
                  <a:pt x="130983" y="104159"/>
                </a:lnTo>
                <a:lnTo>
                  <a:pt x="130559" y="104042"/>
                </a:lnTo>
                <a:lnTo>
                  <a:pt x="130137" y="103914"/>
                </a:lnTo>
                <a:lnTo>
                  <a:pt x="129717" y="103774"/>
                </a:lnTo>
                <a:lnTo>
                  <a:pt x="129298" y="103624"/>
                </a:lnTo>
                <a:lnTo>
                  <a:pt x="128881" y="103462"/>
                </a:lnTo>
                <a:lnTo>
                  <a:pt x="128466" y="103289"/>
                </a:lnTo>
                <a:lnTo>
                  <a:pt x="128052" y="103105"/>
                </a:lnTo>
                <a:lnTo>
                  <a:pt x="127640" y="102910"/>
                </a:lnTo>
                <a:lnTo>
                  <a:pt x="127230" y="102704"/>
                </a:lnTo>
                <a:lnTo>
                  <a:pt x="126821" y="102487"/>
                </a:lnTo>
                <a:lnTo>
                  <a:pt x="126415" y="102258"/>
                </a:lnTo>
                <a:lnTo>
                  <a:pt x="126010" y="102018"/>
                </a:lnTo>
                <a:lnTo>
                  <a:pt x="125606" y="101768"/>
                </a:lnTo>
                <a:lnTo>
                  <a:pt x="125205" y="101506"/>
                </a:lnTo>
                <a:lnTo>
                  <a:pt x="124807" y="101231"/>
                </a:lnTo>
                <a:lnTo>
                  <a:pt x="124415" y="100941"/>
                </a:lnTo>
                <a:lnTo>
                  <a:pt x="124030" y="100637"/>
                </a:lnTo>
                <a:lnTo>
                  <a:pt x="123650" y="100318"/>
                </a:lnTo>
                <a:lnTo>
                  <a:pt x="123277" y="99984"/>
                </a:lnTo>
                <a:lnTo>
                  <a:pt x="122910" y="99636"/>
                </a:lnTo>
                <a:lnTo>
                  <a:pt x="122549" y="99272"/>
                </a:lnTo>
                <a:lnTo>
                  <a:pt x="122194" y="98895"/>
                </a:lnTo>
                <a:lnTo>
                  <a:pt x="121845" y="98502"/>
                </a:lnTo>
                <a:lnTo>
                  <a:pt x="121502" y="98095"/>
                </a:lnTo>
                <a:lnTo>
                  <a:pt x="121165" y="97673"/>
                </a:lnTo>
                <a:lnTo>
                  <a:pt x="120834" y="97236"/>
                </a:lnTo>
                <a:lnTo>
                  <a:pt x="120509" y="96785"/>
                </a:lnTo>
                <a:lnTo>
                  <a:pt x="120191" y="96319"/>
                </a:lnTo>
                <a:lnTo>
                  <a:pt x="119878" y="95838"/>
                </a:lnTo>
                <a:lnTo>
                  <a:pt x="119572" y="95342"/>
                </a:lnTo>
                <a:lnTo>
                  <a:pt x="119272" y="94832"/>
                </a:lnTo>
                <a:lnTo>
                  <a:pt x="118977" y="94307"/>
                </a:lnTo>
                <a:lnTo>
                  <a:pt x="118689" y="93767"/>
                </a:lnTo>
                <a:lnTo>
                  <a:pt x="118407" y="93213"/>
                </a:lnTo>
                <a:lnTo>
                  <a:pt x="118131" y="92644"/>
                </a:lnTo>
                <a:lnTo>
                  <a:pt x="117861" y="92060"/>
                </a:lnTo>
                <a:lnTo>
                  <a:pt x="117598" y="91462"/>
                </a:lnTo>
                <a:lnTo>
                  <a:pt x="117340" y="90849"/>
                </a:lnTo>
                <a:lnTo>
                  <a:pt x="117090" y="90219"/>
                </a:lnTo>
                <a:lnTo>
                  <a:pt x="116852" y="89571"/>
                </a:lnTo>
                <a:lnTo>
                  <a:pt x="116624" y="88905"/>
                </a:lnTo>
                <a:lnTo>
                  <a:pt x="116406" y="88221"/>
                </a:lnTo>
                <a:lnTo>
                  <a:pt x="116199" y="87518"/>
                </a:lnTo>
                <a:lnTo>
                  <a:pt x="116003" y="86798"/>
                </a:lnTo>
                <a:lnTo>
                  <a:pt x="115817" y="86060"/>
                </a:lnTo>
                <a:lnTo>
                  <a:pt x="115642" y="85303"/>
                </a:lnTo>
                <a:lnTo>
                  <a:pt x="115477" y="84528"/>
                </a:lnTo>
                <a:lnTo>
                  <a:pt x="115324" y="83735"/>
                </a:lnTo>
                <a:lnTo>
                  <a:pt x="115180" y="82924"/>
                </a:lnTo>
                <a:lnTo>
                  <a:pt x="115048" y="82095"/>
                </a:lnTo>
                <a:lnTo>
                  <a:pt x="114926" y="81248"/>
                </a:lnTo>
                <a:lnTo>
                  <a:pt x="114814" y="80383"/>
                </a:lnTo>
                <a:lnTo>
                  <a:pt x="114713" y="79500"/>
                </a:lnTo>
                <a:lnTo>
                  <a:pt x="114623" y="78598"/>
                </a:lnTo>
                <a:lnTo>
                  <a:pt x="114544" y="77678"/>
                </a:lnTo>
                <a:lnTo>
                  <a:pt x="114477" y="76779"/>
                </a:lnTo>
                <a:lnTo>
                  <a:pt x="114577" y="76684"/>
                </a:lnTo>
                <a:lnTo>
                  <a:pt x="115083" y="76219"/>
                </a:lnTo>
                <a:close/>
                <a:moveTo>
                  <a:pt x="33887" y="5483"/>
                </a:moveTo>
                <a:lnTo>
                  <a:pt x="33578" y="5883"/>
                </a:lnTo>
                <a:lnTo>
                  <a:pt x="33265" y="6281"/>
                </a:lnTo>
                <a:lnTo>
                  <a:pt x="32949" y="6676"/>
                </a:lnTo>
                <a:lnTo>
                  <a:pt x="32630" y="7069"/>
                </a:lnTo>
                <a:lnTo>
                  <a:pt x="32306" y="7458"/>
                </a:lnTo>
                <a:lnTo>
                  <a:pt x="31979" y="7846"/>
                </a:lnTo>
                <a:lnTo>
                  <a:pt x="31649" y="8230"/>
                </a:lnTo>
                <a:lnTo>
                  <a:pt x="31315" y="8612"/>
                </a:lnTo>
                <a:lnTo>
                  <a:pt x="30977" y="8991"/>
                </a:lnTo>
                <a:lnTo>
                  <a:pt x="30636" y="9368"/>
                </a:lnTo>
                <a:lnTo>
                  <a:pt x="30291" y="9742"/>
                </a:lnTo>
                <a:lnTo>
                  <a:pt x="29943" y="10113"/>
                </a:lnTo>
                <a:lnTo>
                  <a:pt x="29591" y="10482"/>
                </a:lnTo>
                <a:lnTo>
                  <a:pt x="29235" y="10848"/>
                </a:lnTo>
                <a:lnTo>
                  <a:pt x="28876" y="11212"/>
                </a:lnTo>
                <a:lnTo>
                  <a:pt x="28514" y="11573"/>
                </a:lnTo>
                <a:lnTo>
                  <a:pt x="28147" y="11931"/>
                </a:lnTo>
                <a:lnTo>
                  <a:pt x="27777" y="12287"/>
                </a:lnTo>
                <a:lnTo>
                  <a:pt x="27404" y="12639"/>
                </a:lnTo>
                <a:lnTo>
                  <a:pt x="27027" y="12990"/>
                </a:lnTo>
                <a:lnTo>
                  <a:pt x="26646" y="13337"/>
                </a:lnTo>
                <a:lnTo>
                  <a:pt x="26262" y="13683"/>
                </a:lnTo>
                <a:lnTo>
                  <a:pt x="25874" y="14025"/>
                </a:lnTo>
                <a:lnTo>
                  <a:pt x="25482" y="14365"/>
                </a:lnTo>
                <a:lnTo>
                  <a:pt x="25087" y="14701"/>
                </a:lnTo>
                <a:lnTo>
                  <a:pt x="24685" y="15035"/>
                </a:lnTo>
                <a:lnTo>
                  <a:pt x="24279" y="15364"/>
                </a:lnTo>
                <a:lnTo>
                  <a:pt x="23867" y="15690"/>
                </a:lnTo>
                <a:lnTo>
                  <a:pt x="23450" y="16013"/>
                </a:lnTo>
                <a:lnTo>
                  <a:pt x="23027" y="16332"/>
                </a:lnTo>
                <a:lnTo>
                  <a:pt x="22600" y="16647"/>
                </a:lnTo>
                <a:lnTo>
                  <a:pt x="22167" y="16959"/>
                </a:lnTo>
                <a:lnTo>
                  <a:pt x="21728" y="17267"/>
                </a:lnTo>
                <a:lnTo>
                  <a:pt x="21285" y="17572"/>
                </a:lnTo>
                <a:lnTo>
                  <a:pt x="20836" y="17873"/>
                </a:lnTo>
                <a:lnTo>
                  <a:pt x="20381" y="18170"/>
                </a:lnTo>
                <a:lnTo>
                  <a:pt x="19922" y="18464"/>
                </a:lnTo>
                <a:lnTo>
                  <a:pt x="19457" y="18755"/>
                </a:lnTo>
                <a:lnTo>
                  <a:pt x="18987" y="19041"/>
                </a:lnTo>
                <a:lnTo>
                  <a:pt x="18511" y="19325"/>
                </a:lnTo>
                <a:lnTo>
                  <a:pt x="18031" y="19604"/>
                </a:lnTo>
                <a:lnTo>
                  <a:pt x="17544" y="19881"/>
                </a:lnTo>
                <a:lnTo>
                  <a:pt x="17053" y="20153"/>
                </a:lnTo>
                <a:lnTo>
                  <a:pt x="16556" y="20422"/>
                </a:lnTo>
                <a:lnTo>
                  <a:pt x="16054" y="20688"/>
                </a:lnTo>
                <a:lnTo>
                  <a:pt x="15547" y="20950"/>
                </a:lnTo>
                <a:lnTo>
                  <a:pt x="15034" y="21208"/>
                </a:lnTo>
                <a:lnTo>
                  <a:pt x="14516" y="21463"/>
                </a:lnTo>
                <a:lnTo>
                  <a:pt x="13992" y="21714"/>
                </a:lnTo>
                <a:lnTo>
                  <a:pt x="13461" y="21960"/>
                </a:lnTo>
                <a:lnTo>
                  <a:pt x="12923" y="22202"/>
                </a:lnTo>
                <a:lnTo>
                  <a:pt x="12378" y="22439"/>
                </a:lnTo>
                <a:lnTo>
                  <a:pt x="11826" y="22673"/>
                </a:lnTo>
                <a:lnTo>
                  <a:pt x="11267" y="22902"/>
                </a:lnTo>
                <a:lnTo>
                  <a:pt x="10700" y="23126"/>
                </a:lnTo>
                <a:lnTo>
                  <a:pt x="10127" y="23347"/>
                </a:lnTo>
                <a:lnTo>
                  <a:pt x="9547" y="23563"/>
                </a:lnTo>
                <a:lnTo>
                  <a:pt x="8959" y="23774"/>
                </a:lnTo>
                <a:lnTo>
                  <a:pt x="8365" y="23982"/>
                </a:lnTo>
                <a:lnTo>
                  <a:pt x="7764" y="24185"/>
                </a:lnTo>
                <a:lnTo>
                  <a:pt x="7155" y="24383"/>
                </a:lnTo>
                <a:lnTo>
                  <a:pt x="6540" y="24578"/>
                </a:lnTo>
                <a:lnTo>
                  <a:pt x="5918" y="24768"/>
                </a:lnTo>
                <a:lnTo>
                  <a:pt x="5288" y="24953"/>
                </a:lnTo>
                <a:lnTo>
                  <a:pt x="4652" y="25135"/>
                </a:lnTo>
                <a:lnTo>
                  <a:pt x="4008" y="25312"/>
                </a:lnTo>
                <a:lnTo>
                  <a:pt x="3358" y="25484"/>
                </a:lnTo>
                <a:lnTo>
                  <a:pt x="2700" y="25653"/>
                </a:lnTo>
                <a:lnTo>
                  <a:pt x="2036" y="25817"/>
                </a:lnTo>
                <a:lnTo>
                  <a:pt x="1364" y="25977"/>
                </a:lnTo>
                <a:lnTo>
                  <a:pt x="686" y="26132"/>
                </a:lnTo>
                <a:lnTo>
                  <a:pt x="0" y="26283"/>
                </a:lnTo>
                <a:lnTo>
                  <a:pt x="0" y="48395"/>
                </a:lnTo>
                <a:lnTo>
                  <a:pt x="678" y="48296"/>
                </a:lnTo>
                <a:lnTo>
                  <a:pt x="1348" y="48194"/>
                </a:lnTo>
                <a:lnTo>
                  <a:pt x="2010" y="48088"/>
                </a:lnTo>
                <a:lnTo>
                  <a:pt x="2665" y="47978"/>
                </a:lnTo>
                <a:lnTo>
                  <a:pt x="3313" y="47864"/>
                </a:lnTo>
                <a:lnTo>
                  <a:pt x="3952" y="47747"/>
                </a:lnTo>
                <a:lnTo>
                  <a:pt x="4584" y="47625"/>
                </a:lnTo>
                <a:lnTo>
                  <a:pt x="5208" y="47500"/>
                </a:lnTo>
                <a:lnTo>
                  <a:pt x="5825" y="47370"/>
                </a:lnTo>
                <a:lnTo>
                  <a:pt x="6434" y="47237"/>
                </a:lnTo>
                <a:lnTo>
                  <a:pt x="7035" y="47100"/>
                </a:lnTo>
                <a:lnTo>
                  <a:pt x="7629" y="46959"/>
                </a:lnTo>
                <a:lnTo>
                  <a:pt x="8215" y="46815"/>
                </a:lnTo>
                <a:lnTo>
                  <a:pt x="8793" y="46666"/>
                </a:lnTo>
                <a:lnTo>
                  <a:pt x="9364" y="46514"/>
                </a:lnTo>
                <a:lnTo>
                  <a:pt x="9927" y="46357"/>
                </a:lnTo>
                <a:lnTo>
                  <a:pt x="10483" y="46197"/>
                </a:lnTo>
                <a:lnTo>
                  <a:pt x="11031" y="46033"/>
                </a:lnTo>
                <a:lnTo>
                  <a:pt x="11571" y="45865"/>
                </a:lnTo>
                <a:lnTo>
                  <a:pt x="12103" y="45694"/>
                </a:lnTo>
                <a:lnTo>
                  <a:pt x="12628" y="45518"/>
                </a:lnTo>
                <a:lnTo>
                  <a:pt x="13145" y="45338"/>
                </a:lnTo>
                <a:lnTo>
                  <a:pt x="13655" y="45155"/>
                </a:lnTo>
                <a:lnTo>
                  <a:pt x="14157" y="44968"/>
                </a:lnTo>
                <a:lnTo>
                  <a:pt x="14652" y="44777"/>
                </a:lnTo>
                <a:lnTo>
                  <a:pt x="15141" y="44584"/>
                </a:lnTo>
                <a:lnTo>
                  <a:pt x="15624" y="44389"/>
                </a:lnTo>
                <a:lnTo>
                  <a:pt x="16101" y="44191"/>
                </a:lnTo>
                <a:lnTo>
                  <a:pt x="16571" y="43990"/>
                </a:lnTo>
                <a:lnTo>
                  <a:pt x="17036" y="43787"/>
                </a:lnTo>
                <a:lnTo>
                  <a:pt x="17495" y="43582"/>
                </a:lnTo>
                <a:lnTo>
                  <a:pt x="17947" y="43374"/>
                </a:lnTo>
                <a:lnTo>
                  <a:pt x="18393" y="43164"/>
                </a:lnTo>
                <a:lnTo>
                  <a:pt x="18834" y="42951"/>
                </a:lnTo>
                <a:lnTo>
                  <a:pt x="19268" y="42736"/>
                </a:lnTo>
                <a:lnTo>
                  <a:pt x="19696" y="42519"/>
                </a:lnTo>
                <a:lnTo>
                  <a:pt x="20118" y="42298"/>
                </a:lnTo>
                <a:lnTo>
                  <a:pt x="20534" y="42076"/>
                </a:lnTo>
                <a:lnTo>
                  <a:pt x="20944" y="41851"/>
                </a:lnTo>
                <a:lnTo>
                  <a:pt x="21348" y="41623"/>
                </a:lnTo>
                <a:lnTo>
                  <a:pt x="21745" y="41393"/>
                </a:lnTo>
                <a:lnTo>
                  <a:pt x="22137" y="41161"/>
                </a:lnTo>
                <a:lnTo>
                  <a:pt x="22523" y="40926"/>
                </a:lnTo>
                <a:lnTo>
                  <a:pt x="22902" y="40689"/>
                </a:lnTo>
                <a:lnTo>
                  <a:pt x="23275" y="40449"/>
                </a:lnTo>
                <a:lnTo>
                  <a:pt x="23643" y="40207"/>
                </a:lnTo>
                <a:lnTo>
                  <a:pt x="24004" y="39962"/>
                </a:lnTo>
                <a:lnTo>
                  <a:pt x="24359" y="39715"/>
                </a:lnTo>
                <a:lnTo>
                  <a:pt x="24709" y="39466"/>
                </a:lnTo>
                <a:lnTo>
                  <a:pt x="25054" y="39216"/>
                </a:lnTo>
                <a:lnTo>
                  <a:pt x="25394" y="38965"/>
                </a:lnTo>
                <a:lnTo>
                  <a:pt x="25730" y="38712"/>
                </a:lnTo>
                <a:lnTo>
                  <a:pt x="26061" y="38459"/>
                </a:lnTo>
                <a:lnTo>
                  <a:pt x="26387" y="38204"/>
                </a:lnTo>
                <a:lnTo>
                  <a:pt x="26709" y="37949"/>
                </a:lnTo>
                <a:lnTo>
                  <a:pt x="27025" y="37692"/>
                </a:lnTo>
                <a:lnTo>
                  <a:pt x="27338" y="37434"/>
                </a:lnTo>
                <a:lnTo>
                  <a:pt x="27645" y="37175"/>
                </a:lnTo>
                <a:lnTo>
                  <a:pt x="27948" y="36915"/>
                </a:lnTo>
                <a:lnTo>
                  <a:pt x="28246" y="36654"/>
                </a:lnTo>
                <a:lnTo>
                  <a:pt x="28540" y="36392"/>
                </a:lnTo>
                <a:lnTo>
                  <a:pt x="28829" y="36129"/>
                </a:lnTo>
                <a:lnTo>
                  <a:pt x="29113" y="35865"/>
                </a:lnTo>
                <a:lnTo>
                  <a:pt x="29392" y="35599"/>
                </a:lnTo>
                <a:lnTo>
                  <a:pt x="29667" y="35333"/>
                </a:lnTo>
                <a:lnTo>
                  <a:pt x="29937" y="35065"/>
                </a:lnTo>
                <a:lnTo>
                  <a:pt x="30203" y="34797"/>
                </a:lnTo>
                <a:lnTo>
                  <a:pt x="30464" y="34527"/>
                </a:lnTo>
                <a:lnTo>
                  <a:pt x="30720" y="34256"/>
                </a:lnTo>
                <a:lnTo>
                  <a:pt x="30971" y="33984"/>
                </a:lnTo>
                <a:lnTo>
                  <a:pt x="31218" y="33711"/>
                </a:lnTo>
                <a:lnTo>
                  <a:pt x="31460" y="33437"/>
                </a:lnTo>
                <a:lnTo>
                  <a:pt x="31460" y="122603"/>
                </a:lnTo>
                <a:lnTo>
                  <a:pt x="56538" y="122603"/>
                </a:lnTo>
                <a:lnTo>
                  <a:pt x="56538" y="5483"/>
                </a:lnTo>
                <a:lnTo>
                  <a:pt x="33887" y="5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71C97-BDE3-4DD9-9B7D-C9326F07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902" y="1066097"/>
            <a:ext cx="92042" cy="146430"/>
          </a:xfrm>
          <a:custGeom xmlns:a="http://schemas.openxmlformats.org/drawingml/2006/main">
            <a:pathLst>
              <a:path w="92042" h="146430">
                <a:moveTo>
                  <a:pt x="58572" y="0"/>
                </a:moveTo>
                <a:lnTo>
                  <a:pt x="35562" y="0"/>
                </a:lnTo>
                <a:lnTo>
                  <a:pt x="35562" y="54388"/>
                </a:lnTo>
                <a:lnTo>
                  <a:pt x="0" y="54388"/>
                </a:lnTo>
                <a:lnTo>
                  <a:pt x="46021" y="146430"/>
                </a:lnTo>
                <a:lnTo>
                  <a:pt x="92042" y="54388"/>
                </a:lnTo>
                <a:lnTo>
                  <a:pt x="58572" y="54388"/>
                </a:lnTo>
                <a:lnTo>
                  <a:pt x="585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c194cf4ef4ef7"/>
          <a:stretch xmlns:a="http://schemas.openxmlformats.org/drawingml/2006/main"/>
        </p:blipFill>
        <p:spPr>
          <a:xfrm xmlns:a="http://schemas.openxmlformats.org/drawingml/2006/main">
            <a:off x="1790541" y="584969"/>
            <a:ext cx="554343" cy="554343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4bdacbf89452d"/>
          <a:stretch xmlns:a="http://schemas.openxmlformats.org/drawingml/2006/main"/>
        </p:blipFill>
        <p:spPr>
          <a:xfrm xmlns:a="http://schemas.openxmlformats.org/drawingml/2006/main">
            <a:off x="518978" y="557775"/>
            <a:ext cx="1139486" cy="1133789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50946c3b540ac"/>
          <a:stretch xmlns:a="http://schemas.openxmlformats.org/drawingml/2006/main"/>
        </p:blipFill>
        <p:spPr>
          <a:xfrm xmlns:a="http://schemas.openxmlformats.org/drawingml/2006/main">
            <a:off x="7234041" y="392518"/>
            <a:ext cx="1180951" cy="2008187"/>
          </a:xfrm>
          <a:prstGeom xmlns:a="http://schemas.openxmlformats.org/drawingml/2006/main" prst="rect">
            <a:avLst/>
          </a:prstGeom>
        </p:spPr>
      </p:pic>
      <p:sp>
        <p:nvSpPr>
          <p:cNvPr id="22" name="Text OS">
            <a:extLst xmlns:a="http://schemas.openxmlformats.org/drawingml/2006/main">
              <a:ext uri="{FF2B5EF4-FFF2-40B4-BE49-F238E27FC236}">
                <a16:creationId xmlns:a16="http://schemas.microsoft.com/office/drawing/2014/main" id="{EED27C68-9748-419B-8063-2558CCC0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90" y="734354"/>
            <a:ext cx="230783" cy="124221"/>
          </a:xfrm>
          <a:custGeom xmlns:a="http://schemas.openxmlformats.org/drawingml/2006/main">
            <a:pathLst>
              <a:path w="230783" h="124221">
                <a:moveTo>
                  <a:pt x="58965" y="124221"/>
                </a:moveTo>
                <a:cubicBezTo>
                  <a:pt x="46321" y="124221"/>
                  <a:pt x="35610" y="121660"/>
                  <a:pt x="26831" y="116536"/>
                </a:cubicBezTo>
                <a:cubicBezTo>
                  <a:pt x="18052" y="111413"/>
                  <a:pt x="11385" y="104222"/>
                  <a:pt x="6831" y="94964"/>
                </a:cubicBezTo>
                <a:cubicBezTo>
                  <a:pt x="2277" y="85706"/>
                  <a:pt x="0" y="74784"/>
                  <a:pt x="0" y="62201"/>
                </a:cubicBezTo>
                <a:cubicBezTo>
                  <a:pt x="0" y="49617"/>
                  <a:pt x="2277" y="38666"/>
                  <a:pt x="6831" y="29348"/>
                </a:cubicBezTo>
                <a:cubicBezTo>
                  <a:pt x="11385" y="20029"/>
                  <a:pt x="18052" y="12809"/>
                  <a:pt x="26831" y="7685"/>
                </a:cubicBezTo>
                <a:cubicBezTo>
                  <a:pt x="35610" y="2562"/>
                  <a:pt x="46321" y="0"/>
                  <a:pt x="58965" y="0"/>
                </a:cubicBezTo>
                <a:cubicBezTo>
                  <a:pt x="71609" y="0"/>
                  <a:pt x="82305" y="2562"/>
                  <a:pt x="91054" y="7685"/>
                </a:cubicBezTo>
                <a:cubicBezTo>
                  <a:pt x="99803" y="12809"/>
                  <a:pt x="106454" y="20029"/>
                  <a:pt x="111008" y="29348"/>
                </a:cubicBezTo>
                <a:cubicBezTo>
                  <a:pt x="115562" y="38666"/>
                  <a:pt x="117840" y="49617"/>
                  <a:pt x="117840" y="62201"/>
                </a:cubicBezTo>
                <a:cubicBezTo>
                  <a:pt x="117840" y="74784"/>
                  <a:pt x="115562" y="85706"/>
                  <a:pt x="111008" y="94964"/>
                </a:cubicBezTo>
                <a:cubicBezTo>
                  <a:pt x="106454" y="104222"/>
                  <a:pt x="99803" y="111413"/>
                  <a:pt x="91054" y="116536"/>
                </a:cubicBezTo>
                <a:cubicBezTo>
                  <a:pt x="82305" y="121660"/>
                  <a:pt x="71609" y="124221"/>
                  <a:pt x="58965" y="124221"/>
                </a:cubicBezTo>
                <a:moveTo>
                  <a:pt x="58965" y="103188"/>
                </a:moveTo>
                <a:cubicBezTo>
                  <a:pt x="66815" y="103188"/>
                  <a:pt x="73137" y="101331"/>
                  <a:pt x="77930" y="97615"/>
                </a:cubicBezTo>
                <a:cubicBezTo>
                  <a:pt x="82724" y="93900"/>
                  <a:pt x="86230" y="88926"/>
                  <a:pt x="88447" y="82694"/>
                </a:cubicBezTo>
                <a:cubicBezTo>
                  <a:pt x="90664" y="76462"/>
                  <a:pt x="91773" y="69631"/>
                  <a:pt x="91773" y="62201"/>
                </a:cubicBezTo>
                <a:cubicBezTo>
                  <a:pt x="91773" y="54650"/>
                  <a:pt x="90664" y="47759"/>
                  <a:pt x="88447" y="41527"/>
                </a:cubicBezTo>
                <a:cubicBezTo>
                  <a:pt x="86230" y="35295"/>
                  <a:pt x="82724" y="30321"/>
                  <a:pt x="77930" y="26606"/>
                </a:cubicBezTo>
                <a:cubicBezTo>
                  <a:pt x="73137" y="22891"/>
                  <a:pt x="66815" y="21033"/>
                  <a:pt x="58965" y="21033"/>
                </a:cubicBezTo>
                <a:cubicBezTo>
                  <a:pt x="51055" y="21033"/>
                  <a:pt x="44688" y="22891"/>
                  <a:pt x="39864" y="26606"/>
                </a:cubicBezTo>
                <a:cubicBezTo>
                  <a:pt x="35040" y="30321"/>
                  <a:pt x="31535" y="35295"/>
                  <a:pt x="29348" y="41527"/>
                </a:cubicBezTo>
                <a:cubicBezTo>
                  <a:pt x="27160" y="47759"/>
                  <a:pt x="26067" y="54650"/>
                  <a:pt x="26067" y="62201"/>
                </a:cubicBezTo>
                <a:cubicBezTo>
                  <a:pt x="26067" y="69631"/>
                  <a:pt x="27160" y="76462"/>
                  <a:pt x="29348" y="82694"/>
                </a:cubicBezTo>
                <a:cubicBezTo>
                  <a:pt x="31535" y="88926"/>
                  <a:pt x="35040" y="93900"/>
                  <a:pt x="39864" y="97615"/>
                </a:cubicBezTo>
                <a:cubicBezTo>
                  <a:pt x="44688" y="101331"/>
                  <a:pt x="51055" y="103188"/>
                  <a:pt x="58965" y="103188"/>
                </a:cubicBezTo>
                <a:close/>
                <a:moveTo>
                  <a:pt x="182874" y="124221"/>
                </a:moveTo>
                <a:cubicBezTo>
                  <a:pt x="173705" y="124221"/>
                  <a:pt x="165451" y="122917"/>
                  <a:pt x="158110" y="120309"/>
                </a:cubicBezTo>
                <a:cubicBezTo>
                  <a:pt x="150770" y="117700"/>
                  <a:pt x="144942" y="113547"/>
                  <a:pt x="140628" y="107851"/>
                </a:cubicBezTo>
                <a:cubicBezTo>
                  <a:pt x="136313" y="102155"/>
                  <a:pt x="134156" y="94718"/>
                  <a:pt x="134156" y="85543"/>
                </a:cubicBezTo>
                <a:lnTo>
                  <a:pt x="160043" y="85543"/>
                </a:lnTo>
                <a:cubicBezTo>
                  <a:pt x="160163" y="90224"/>
                  <a:pt x="161241" y="93900"/>
                  <a:pt x="163279" y="96570"/>
                </a:cubicBezTo>
                <a:cubicBezTo>
                  <a:pt x="165316" y="99241"/>
                  <a:pt x="168058" y="101146"/>
                  <a:pt x="171503" y="102287"/>
                </a:cubicBezTo>
                <a:cubicBezTo>
                  <a:pt x="174949" y="103427"/>
                  <a:pt x="178889" y="103997"/>
                  <a:pt x="183323" y="103997"/>
                </a:cubicBezTo>
                <a:cubicBezTo>
                  <a:pt x="187578" y="103997"/>
                  <a:pt x="191323" y="103487"/>
                  <a:pt x="194559" y="102466"/>
                </a:cubicBezTo>
                <a:cubicBezTo>
                  <a:pt x="197795" y="101446"/>
                  <a:pt x="200326" y="99870"/>
                  <a:pt x="202154" y="97739"/>
                </a:cubicBezTo>
                <a:cubicBezTo>
                  <a:pt x="203982" y="95608"/>
                  <a:pt x="204896" y="92892"/>
                  <a:pt x="204896" y="89590"/>
                </a:cubicBezTo>
                <a:cubicBezTo>
                  <a:pt x="204896" y="86412"/>
                  <a:pt x="204117" y="83789"/>
                  <a:pt x="202559" y="81720"/>
                </a:cubicBezTo>
                <a:cubicBezTo>
                  <a:pt x="201001" y="79650"/>
                  <a:pt x="198244" y="77762"/>
                  <a:pt x="194289" y="76054"/>
                </a:cubicBezTo>
                <a:cubicBezTo>
                  <a:pt x="190334" y="74344"/>
                  <a:pt x="184791" y="72500"/>
                  <a:pt x="177660" y="70521"/>
                </a:cubicBezTo>
                <a:cubicBezTo>
                  <a:pt x="169331" y="68122"/>
                  <a:pt x="162125" y="65483"/>
                  <a:pt x="156043" y="62605"/>
                </a:cubicBezTo>
                <a:cubicBezTo>
                  <a:pt x="149961" y="59727"/>
                  <a:pt x="145257" y="56010"/>
                  <a:pt x="141931" y="51454"/>
                </a:cubicBezTo>
                <a:cubicBezTo>
                  <a:pt x="138605" y="46896"/>
                  <a:pt x="136942" y="40959"/>
                  <a:pt x="136942" y="33642"/>
                </a:cubicBezTo>
                <a:cubicBezTo>
                  <a:pt x="136942" y="25787"/>
                  <a:pt x="138845" y="19385"/>
                  <a:pt x="142650" y="14438"/>
                </a:cubicBezTo>
                <a:cubicBezTo>
                  <a:pt x="146455" y="9490"/>
                  <a:pt x="151714" y="5847"/>
                  <a:pt x="158425" y="3508"/>
                </a:cubicBezTo>
                <a:cubicBezTo>
                  <a:pt x="165136" y="1169"/>
                  <a:pt x="172837" y="0"/>
                  <a:pt x="181525" y="0"/>
                </a:cubicBezTo>
                <a:cubicBezTo>
                  <a:pt x="189795" y="0"/>
                  <a:pt x="197390" y="1259"/>
                  <a:pt x="204311" y="3778"/>
                </a:cubicBezTo>
                <a:cubicBezTo>
                  <a:pt x="211233" y="6297"/>
                  <a:pt x="216760" y="10135"/>
                  <a:pt x="220895" y="15292"/>
                </a:cubicBezTo>
                <a:cubicBezTo>
                  <a:pt x="225030" y="20449"/>
                  <a:pt x="227097" y="27015"/>
                  <a:pt x="227097" y="34991"/>
                </a:cubicBezTo>
                <a:lnTo>
                  <a:pt x="201210" y="34991"/>
                </a:lnTo>
                <a:cubicBezTo>
                  <a:pt x="201270" y="29828"/>
                  <a:pt x="199353" y="25971"/>
                  <a:pt x="195458" y="23421"/>
                </a:cubicBezTo>
                <a:cubicBezTo>
                  <a:pt x="191563" y="20870"/>
                  <a:pt x="186889" y="19595"/>
                  <a:pt x="181436" y="19595"/>
                </a:cubicBezTo>
                <a:cubicBezTo>
                  <a:pt x="176042" y="19595"/>
                  <a:pt x="171578" y="20601"/>
                  <a:pt x="168043" y="22612"/>
                </a:cubicBezTo>
                <a:cubicBezTo>
                  <a:pt x="164507" y="24623"/>
                  <a:pt x="162739" y="27730"/>
                  <a:pt x="162739" y="31932"/>
                </a:cubicBezTo>
                <a:cubicBezTo>
                  <a:pt x="162739" y="34331"/>
                  <a:pt x="163488" y="36445"/>
                  <a:pt x="164987" y="38274"/>
                </a:cubicBezTo>
                <a:cubicBezTo>
                  <a:pt x="166485" y="40104"/>
                  <a:pt x="169256" y="41888"/>
                  <a:pt x="173301" y="43628"/>
                </a:cubicBezTo>
                <a:cubicBezTo>
                  <a:pt x="177346" y="45366"/>
                  <a:pt x="183203" y="47344"/>
                  <a:pt x="190874" y="49563"/>
                </a:cubicBezTo>
                <a:cubicBezTo>
                  <a:pt x="200042" y="52262"/>
                  <a:pt x="207562" y="55095"/>
                  <a:pt x="213435" y="58063"/>
                </a:cubicBezTo>
                <a:cubicBezTo>
                  <a:pt x="219307" y="61031"/>
                  <a:pt x="223667" y="64869"/>
                  <a:pt x="226513" y="69577"/>
                </a:cubicBezTo>
                <a:cubicBezTo>
                  <a:pt x="229359" y="74284"/>
                  <a:pt x="230783" y="80476"/>
                  <a:pt x="230783" y="88152"/>
                </a:cubicBezTo>
                <a:cubicBezTo>
                  <a:pt x="230783" y="96727"/>
                  <a:pt x="228685" y="103653"/>
                  <a:pt x="224491" y="108930"/>
                </a:cubicBezTo>
                <a:cubicBezTo>
                  <a:pt x="220296" y="114207"/>
                  <a:pt x="214588" y="118075"/>
                  <a:pt x="207367" y="120533"/>
                </a:cubicBezTo>
                <a:cubicBezTo>
                  <a:pt x="200147" y="122992"/>
                  <a:pt x="191982" y="124221"/>
                  <a:pt x="182874" y="1242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Aliased">
            <a:extLst xmlns:a="http://schemas.openxmlformats.org/drawingml/2006/main">
              <a:ext uri="{FF2B5EF4-FFF2-40B4-BE49-F238E27FC236}">
                <a16:creationId xmlns:a16="http://schemas.microsoft.com/office/drawing/2014/main" id="{0994076E-3F41-4A13-AC82-F9FA6576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229" y="1386112"/>
            <a:ext cx="614037" cy="125120"/>
          </a:xfrm>
          <a:custGeom xmlns:a="http://schemas.openxmlformats.org/drawingml/2006/main">
            <a:pathLst>
              <a:path w="614037" h="125120">
                <a:moveTo>
                  <a:pt x="0" y="123502"/>
                </a:moveTo>
                <a:lnTo>
                  <a:pt x="43504" y="2517"/>
                </a:lnTo>
                <a:lnTo>
                  <a:pt x="70021" y="2517"/>
                </a:lnTo>
                <a:lnTo>
                  <a:pt x="113615" y="123502"/>
                </a:lnTo>
                <a:lnTo>
                  <a:pt x="87279" y="123502"/>
                </a:lnTo>
                <a:lnTo>
                  <a:pt x="78650" y="96896"/>
                </a:lnTo>
                <a:lnTo>
                  <a:pt x="34965" y="96896"/>
                </a:lnTo>
                <a:lnTo>
                  <a:pt x="26067" y="123502"/>
                </a:lnTo>
                <a:lnTo>
                  <a:pt x="0" y="123502"/>
                </a:lnTo>
                <a:moveTo>
                  <a:pt x="40988" y="75953"/>
                </a:moveTo>
                <a:lnTo>
                  <a:pt x="72447" y="75953"/>
                </a:lnTo>
                <a:lnTo>
                  <a:pt x="56718" y="27505"/>
                </a:lnTo>
                <a:lnTo>
                  <a:pt x="40988" y="75953"/>
                </a:lnTo>
                <a:close/>
                <a:moveTo>
                  <a:pt x="161365" y="123502"/>
                </a:moveTo>
                <a:cubicBezTo>
                  <a:pt x="152436" y="123502"/>
                  <a:pt x="145545" y="122439"/>
                  <a:pt x="140691" y="120311"/>
                </a:cubicBezTo>
                <a:cubicBezTo>
                  <a:pt x="135837" y="118184"/>
                  <a:pt x="132451" y="114888"/>
                  <a:pt x="130534" y="110424"/>
                </a:cubicBezTo>
                <a:cubicBezTo>
                  <a:pt x="128616" y="105960"/>
                  <a:pt x="127658" y="100132"/>
                  <a:pt x="127658" y="92941"/>
                </a:cubicBezTo>
                <a:lnTo>
                  <a:pt x="127658" y="2517"/>
                </a:lnTo>
                <a:lnTo>
                  <a:pt x="151387" y="2517"/>
                </a:lnTo>
                <a:lnTo>
                  <a:pt x="151387" y="91503"/>
                </a:lnTo>
                <a:cubicBezTo>
                  <a:pt x="151387" y="96117"/>
                  <a:pt x="152016" y="99503"/>
                  <a:pt x="153275" y="101660"/>
                </a:cubicBezTo>
                <a:cubicBezTo>
                  <a:pt x="154533" y="103817"/>
                  <a:pt x="157469" y="104896"/>
                  <a:pt x="162084" y="104896"/>
                </a:cubicBezTo>
                <a:lnTo>
                  <a:pt x="167567" y="104896"/>
                </a:lnTo>
                <a:lnTo>
                  <a:pt x="167567" y="123502"/>
                </a:lnTo>
                <a:lnTo>
                  <a:pt x="161365" y="123502"/>
                </a:lnTo>
                <a:close/>
                <a:moveTo>
                  <a:pt x="181851" y="123502"/>
                </a:moveTo>
                <a:lnTo>
                  <a:pt x="181851" y="34696"/>
                </a:lnTo>
                <a:lnTo>
                  <a:pt x="205671" y="34696"/>
                </a:lnTo>
                <a:lnTo>
                  <a:pt x="205671" y="123502"/>
                </a:lnTo>
                <a:lnTo>
                  <a:pt x="181851" y="123502"/>
                </a:lnTo>
                <a:moveTo>
                  <a:pt x="193806" y="23190"/>
                </a:moveTo>
                <a:cubicBezTo>
                  <a:pt x="189432" y="23190"/>
                  <a:pt x="186091" y="22082"/>
                  <a:pt x="183784" y="19865"/>
                </a:cubicBezTo>
                <a:cubicBezTo>
                  <a:pt x="181477" y="17647"/>
                  <a:pt x="180323" y="14891"/>
                  <a:pt x="180323" y="11595"/>
                </a:cubicBezTo>
                <a:cubicBezTo>
                  <a:pt x="180323" y="8239"/>
                  <a:pt x="181477" y="5468"/>
                  <a:pt x="183784" y="3281"/>
                </a:cubicBezTo>
                <a:cubicBezTo>
                  <a:pt x="186091" y="1094"/>
                  <a:pt x="189432" y="0"/>
                  <a:pt x="193806" y="0"/>
                </a:cubicBezTo>
                <a:cubicBezTo>
                  <a:pt x="198180" y="0"/>
                  <a:pt x="201521" y="1094"/>
                  <a:pt x="203828" y="3281"/>
                </a:cubicBezTo>
                <a:cubicBezTo>
                  <a:pt x="206135" y="5468"/>
                  <a:pt x="207289" y="8239"/>
                  <a:pt x="207289" y="11595"/>
                </a:cubicBezTo>
                <a:cubicBezTo>
                  <a:pt x="207289" y="14891"/>
                  <a:pt x="206135" y="17647"/>
                  <a:pt x="203828" y="19865"/>
                </a:cubicBezTo>
                <a:cubicBezTo>
                  <a:pt x="201521" y="22082"/>
                  <a:pt x="198180" y="23190"/>
                  <a:pt x="193806" y="23190"/>
                </a:cubicBezTo>
                <a:close/>
                <a:moveTo>
                  <a:pt x="255464" y="125120"/>
                </a:moveTo>
                <a:cubicBezTo>
                  <a:pt x="250491" y="125120"/>
                  <a:pt x="245847" y="124152"/>
                  <a:pt x="241532" y="122216"/>
                </a:cubicBezTo>
                <a:cubicBezTo>
                  <a:pt x="237218" y="120280"/>
                  <a:pt x="233727" y="117360"/>
                  <a:pt x="231060" y="113458"/>
                </a:cubicBezTo>
                <a:cubicBezTo>
                  <a:pt x="228394" y="109553"/>
                  <a:pt x="227061" y="104667"/>
                  <a:pt x="227061" y="98798"/>
                </a:cubicBezTo>
                <a:cubicBezTo>
                  <a:pt x="227061" y="90630"/>
                  <a:pt x="229487" y="84473"/>
                  <a:pt x="234341" y="80329"/>
                </a:cubicBezTo>
                <a:cubicBezTo>
                  <a:pt x="239195" y="76183"/>
                  <a:pt x="245981" y="73369"/>
                  <a:pt x="254700" y="71886"/>
                </a:cubicBezTo>
                <a:cubicBezTo>
                  <a:pt x="263419" y="70403"/>
                  <a:pt x="273561" y="69540"/>
                  <a:pt x="285126" y="69299"/>
                </a:cubicBezTo>
                <a:lnTo>
                  <a:pt x="285126" y="64476"/>
                </a:lnTo>
                <a:cubicBezTo>
                  <a:pt x="285126" y="58600"/>
                  <a:pt x="283763" y="54579"/>
                  <a:pt x="281037" y="52414"/>
                </a:cubicBezTo>
                <a:cubicBezTo>
                  <a:pt x="278310" y="50250"/>
                  <a:pt x="274790" y="49167"/>
                  <a:pt x="270475" y="49167"/>
                </a:cubicBezTo>
                <a:cubicBezTo>
                  <a:pt x="265741" y="49167"/>
                  <a:pt x="261846" y="50322"/>
                  <a:pt x="258790" y="52631"/>
                </a:cubicBezTo>
                <a:cubicBezTo>
                  <a:pt x="255734" y="54938"/>
                  <a:pt x="254206" y="58676"/>
                  <a:pt x="254206" y="63847"/>
                </a:cubicBezTo>
                <a:lnTo>
                  <a:pt x="231914" y="63847"/>
                </a:lnTo>
                <a:cubicBezTo>
                  <a:pt x="231914" y="56261"/>
                  <a:pt x="233547" y="50252"/>
                  <a:pt x="236813" y="45822"/>
                </a:cubicBezTo>
                <a:cubicBezTo>
                  <a:pt x="240079" y="41389"/>
                  <a:pt x="244603" y="38202"/>
                  <a:pt x="250386" y="36260"/>
                </a:cubicBezTo>
                <a:cubicBezTo>
                  <a:pt x="256168" y="34318"/>
                  <a:pt x="262865" y="33347"/>
                  <a:pt x="270475" y="33347"/>
                </a:cubicBezTo>
                <a:cubicBezTo>
                  <a:pt x="276048" y="33347"/>
                  <a:pt x="281142" y="33817"/>
                  <a:pt x="285756" y="34757"/>
                </a:cubicBezTo>
                <a:cubicBezTo>
                  <a:pt x="290370" y="35698"/>
                  <a:pt x="294370" y="37320"/>
                  <a:pt x="297755" y="39625"/>
                </a:cubicBezTo>
                <a:cubicBezTo>
                  <a:pt x="301141" y="41929"/>
                  <a:pt x="303763" y="45067"/>
                  <a:pt x="305620" y="49041"/>
                </a:cubicBezTo>
                <a:cubicBezTo>
                  <a:pt x="307478" y="53013"/>
                  <a:pt x="308407" y="57970"/>
                  <a:pt x="308407" y="63914"/>
                </a:cubicBezTo>
                <a:lnTo>
                  <a:pt x="308407" y="123502"/>
                </a:lnTo>
                <a:lnTo>
                  <a:pt x="286115" y="123502"/>
                </a:lnTo>
                <a:lnTo>
                  <a:pt x="285396" y="112177"/>
                </a:lnTo>
                <a:cubicBezTo>
                  <a:pt x="281681" y="116431"/>
                  <a:pt x="277366" y="119652"/>
                  <a:pt x="272453" y="121839"/>
                </a:cubicBezTo>
                <a:cubicBezTo>
                  <a:pt x="267539" y="124027"/>
                  <a:pt x="261876" y="125120"/>
                  <a:pt x="255464" y="125120"/>
                </a:cubicBezTo>
                <a:moveTo>
                  <a:pt x="263284" y="108761"/>
                </a:moveTo>
                <a:cubicBezTo>
                  <a:pt x="267779" y="108761"/>
                  <a:pt x="271928" y="107568"/>
                  <a:pt x="275733" y="105183"/>
                </a:cubicBezTo>
                <a:cubicBezTo>
                  <a:pt x="279539" y="102795"/>
                  <a:pt x="282580" y="100072"/>
                  <a:pt x="284857" y="97014"/>
                </a:cubicBezTo>
                <a:lnTo>
                  <a:pt x="284857" y="82512"/>
                </a:lnTo>
                <a:cubicBezTo>
                  <a:pt x="272273" y="82574"/>
                  <a:pt x="263464" y="83782"/>
                  <a:pt x="258431" y="86138"/>
                </a:cubicBezTo>
                <a:cubicBezTo>
                  <a:pt x="253397" y="88494"/>
                  <a:pt x="250880" y="92303"/>
                  <a:pt x="250880" y="97565"/>
                </a:cubicBezTo>
                <a:cubicBezTo>
                  <a:pt x="250880" y="101359"/>
                  <a:pt x="252034" y="104173"/>
                  <a:pt x="254341" y="106008"/>
                </a:cubicBezTo>
                <a:cubicBezTo>
                  <a:pt x="256648" y="107844"/>
                  <a:pt x="259629" y="108761"/>
                  <a:pt x="263284" y="108761"/>
                </a:cubicBezTo>
                <a:close/>
                <a:moveTo>
                  <a:pt x="369877" y="125120"/>
                </a:moveTo>
                <a:cubicBezTo>
                  <a:pt x="365023" y="125120"/>
                  <a:pt x="360259" y="124666"/>
                  <a:pt x="355585" y="123758"/>
                </a:cubicBezTo>
                <a:cubicBezTo>
                  <a:pt x="350911" y="122850"/>
                  <a:pt x="346687" y="121290"/>
                  <a:pt x="342911" y="119078"/>
                </a:cubicBezTo>
                <a:cubicBezTo>
                  <a:pt x="339136" y="116867"/>
                  <a:pt x="336140" y="113853"/>
                  <a:pt x="333923" y="110036"/>
                </a:cubicBezTo>
                <a:cubicBezTo>
                  <a:pt x="331706" y="106220"/>
                  <a:pt x="330597" y="101464"/>
                  <a:pt x="330597" y="95770"/>
                </a:cubicBezTo>
                <a:lnTo>
                  <a:pt x="352709" y="95770"/>
                </a:lnTo>
                <a:cubicBezTo>
                  <a:pt x="352709" y="100802"/>
                  <a:pt x="354432" y="104300"/>
                  <a:pt x="357877" y="106264"/>
                </a:cubicBezTo>
                <a:cubicBezTo>
                  <a:pt x="361323" y="108228"/>
                  <a:pt x="365353" y="109211"/>
                  <a:pt x="369967" y="109211"/>
                </a:cubicBezTo>
                <a:cubicBezTo>
                  <a:pt x="374521" y="109211"/>
                  <a:pt x="378057" y="108456"/>
                  <a:pt x="380573" y="106947"/>
                </a:cubicBezTo>
                <a:cubicBezTo>
                  <a:pt x="383090" y="105435"/>
                  <a:pt x="384349" y="102891"/>
                  <a:pt x="384349" y="99315"/>
                </a:cubicBezTo>
                <a:cubicBezTo>
                  <a:pt x="384349" y="95983"/>
                  <a:pt x="382865" y="93500"/>
                  <a:pt x="379899" y="91865"/>
                </a:cubicBezTo>
                <a:cubicBezTo>
                  <a:pt x="376933" y="90229"/>
                  <a:pt x="371735" y="88562"/>
                  <a:pt x="364304" y="86866"/>
                </a:cubicBezTo>
                <a:cubicBezTo>
                  <a:pt x="358072" y="85351"/>
                  <a:pt x="352514" y="83518"/>
                  <a:pt x="347630" y="81369"/>
                </a:cubicBezTo>
                <a:cubicBezTo>
                  <a:pt x="342747" y="79219"/>
                  <a:pt x="338927" y="76343"/>
                  <a:pt x="336170" y="72740"/>
                </a:cubicBezTo>
                <a:cubicBezTo>
                  <a:pt x="333414" y="69135"/>
                  <a:pt x="332035" y="64394"/>
                  <a:pt x="332035" y="58518"/>
                </a:cubicBezTo>
                <a:cubicBezTo>
                  <a:pt x="332035" y="53913"/>
                  <a:pt x="333084" y="50006"/>
                  <a:pt x="335181" y="46796"/>
                </a:cubicBezTo>
                <a:cubicBezTo>
                  <a:pt x="337279" y="43585"/>
                  <a:pt x="340080" y="40995"/>
                  <a:pt x="343586" y="39027"/>
                </a:cubicBezTo>
                <a:cubicBezTo>
                  <a:pt x="347091" y="37059"/>
                  <a:pt x="351046" y="35621"/>
                  <a:pt x="355450" y="34713"/>
                </a:cubicBezTo>
                <a:cubicBezTo>
                  <a:pt x="359855" y="33802"/>
                  <a:pt x="364364" y="33347"/>
                  <a:pt x="368978" y="33347"/>
                </a:cubicBezTo>
                <a:cubicBezTo>
                  <a:pt x="373472" y="33347"/>
                  <a:pt x="377877" y="33802"/>
                  <a:pt x="382191" y="34710"/>
                </a:cubicBezTo>
                <a:cubicBezTo>
                  <a:pt x="386506" y="35618"/>
                  <a:pt x="390401" y="37148"/>
                  <a:pt x="393876" y="39299"/>
                </a:cubicBezTo>
                <a:cubicBezTo>
                  <a:pt x="397352" y="41449"/>
                  <a:pt x="400138" y="44341"/>
                  <a:pt x="402236" y="47976"/>
                </a:cubicBezTo>
                <a:cubicBezTo>
                  <a:pt x="404333" y="51611"/>
                  <a:pt x="405382" y="56154"/>
                  <a:pt x="405382" y="61605"/>
                </a:cubicBezTo>
                <a:lnTo>
                  <a:pt x="383270" y="61605"/>
                </a:lnTo>
                <a:cubicBezTo>
                  <a:pt x="383270" y="56997"/>
                  <a:pt x="381847" y="53802"/>
                  <a:pt x="379000" y="52021"/>
                </a:cubicBezTo>
                <a:cubicBezTo>
                  <a:pt x="376154" y="50238"/>
                  <a:pt x="372813" y="49347"/>
                  <a:pt x="368978" y="49347"/>
                </a:cubicBezTo>
                <a:cubicBezTo>
                  <a:pt x="364843" y="49347"/>
                  <a:pt x="361593" y="49967"/>
                  <a:pt x="359226" y="51206"/>
                </a:cubicBezTo>
                <a:cubicBezTo>
                  <a:pt x="356859" y="52444"/>
                  <a:pt x="355675" y="54487"/>
                  <a:pt x="355675" y="57336"/>
                </a:cubicBezTo>
                <a:cubicBezTo>
                  <a:pt x="355675" y="58970"/>
                  <a:pt x="356424" y="60409"/>
                  <a:pt x="357922" y="61653"/>
                </a:cubicBezTo>
                <a:cubicBezTo>
                  <a:pt x="359420" y="62894"/>
                  <a:pt x="361817" y="64045"/>
                  <a:pt x="365113" y="65105"/>
                </a:cubicBezTo>
                <a:cubicBezTo>
                  <a:pt x="368409" y="66165"/>
                  <a:pt x="372753" y="67301"/>
                  <a:pt x="378146" y="68512"/>
                </a:cubicBezTo>
                <a:cubicBezTo>
                  <a:pt x="383839" y="69845"/>
                  <a:pt x="388933" y="71572"/>
                  <a:pt x="393427" y="73692"/>
                </a:cubicBezTo>
                <a:cubicBezTo>
                  <a:pt x="397921" y="75812"/>
                  <a:pt x="401487" y="78659"/>
                  <a:pt x="404123" y="82234"/>
                </a:cubicBezTo>
                <a:cubicBezTo>
                  <a:pt x="406760" y="85807"/>
                  <a:pt x="408078" y="90440"/>
                  <a:pt x="408078" y="96135"/>
                </a:cubicBezTo>
                <a:cubicBezTo>
                  <a:pt x="408078" y="101466"/>
                  <a:pt x="407015" y="105979"/>
                  <a:pt x="404887" y="109674"/>
                </a:cubicBezTo>
                <a:cubicBezTo>
                  <a:pt x="402760" y="113369"/>
                  <a:pt x="399914" y="116352"/>
                  <a:pt x="396348" y="118623"/>
                </a:cubicBezTo>
                <a:cubicBezTo>
                  <a:pt x="392783" y="120895"/>
                  <a:pt x="388708" y="122545"/>
                  <a:pt x="384124" y="123575"/>
                </a:cubicBezTo>
                <a:cubicBezTo>
                  <a:pt x="379540" y="124605"/>
                  <a:pt x="374791" y="125120"/>
                  <a:pt x="369877" y="125120"/>
                </a:cubicBezTo>
                <a:close/>
                <a:moveTo>
                  <a:pt x="468883" y="125120"/>
                </a:moveTo>
                <a:cubicBezTo>
                  <a:pt x="459116" y="125120"/>
                  <a:pt x="450906" y="123286"/>
                  <a:pt x="444255" y="119618"/>
                </a:cubicBezTo>
                <a:cubicBezTo>
                  <a:pt x="437603" y="115949"/>
                  <a:pt x="432570" y="110659"/>
                  <a:pt x="429154" y="103747"/>
                </a:cubicBezTo>
                <a:cubicBezTo>
                  <a:pt x="425738" y="96834"/>
                  <a:pt x="424031" y="88526"/>
                  <a:pt x="424031" y="78824"/>
                </a:cubicBezTo>
                <a:cubicBezTo>
                  <a:pt x="424031" y="69425"/>
                  <a:pt x="425694" y="61331"/>
                  <a:pt x="429019" y="54541"/>
                </a:cubicBezTo>
                <a:cubicBezTo>
                  <a:pt x="432345" y="47749"/>
                  <a:pt x="437229" y="42519"/>
                  <a:pt x="443671" y="38850"/>
                </a:cubicBezTo>
                <a:cubicBezTo>
                  <a:pt x="450112" y="35182"/>
                  <a:pt x="458037" y="33347"/>
                  <a:pt x="467445" y="33347"/>
                </a:cubicBezTo>
                <a:cubicBezTo>
                  <a:pt x="480509" y="33347"/>
                  <a:pt x="490830" y="37209"/>
                  <a:pt x="498411" y="44931"/>
                </a:cubicBezTo>
                <a:cubicBezTo>
                  <a:pt x="505991" y="52654"/>
                  <a:pt x="509781" y="63663"/>
                  <a:pt x="509781" y="77959"/>
                </a:cubicBezTo>
                <a:cubicBezTo>
                  <a:pt x="509781" y="78685"/>
                  <a:pt x="509751" y="79669"/>
                  <a:pt x="509691" y="80911"/>
                </a:cubicBezTo>
                <a:cubicBezTo>
                  <a:pt x="509631" y="82152"/>
                  <a:pt x="509541" y="83106"/>
                  <a:pt x="509422" y="83773"/>
                </a:cubicBezTo>
                <a:lnTo>
                  <a:pt x="447850" y="83773"/>
                </a:lnTo>
                <a:cubicBezTo>
                  <a:pt x="447970" y="88003"/>
                  <a:pt x="448734" y="91957"/>
                  <a:pt x="450142" y="95635"/>
                </a:cubicBezTo>
                <a:cubicBezTo>
                  <a:pt x="451550" y="99313"/>
                  <a:pt x="453783" y="102271"/>
                  <a:pt x="456839" y="104508"/>
                </a:cubicBezTo>
                <a:cubicBezTo>
                  <a:pt x="459895" y="106744"/>
                  <a:pt x="463910" y="107862"/>
                  <a:pt x="468883" y="107862"/>
                </a:cubicBezTo>
                <a:cubicBezTo>
                  <a:pt x="474037" y="107862"/>
                  <a:pt x="478171" y="106705"/>
                  <a:pt x="481288" y="104390"/>
                </a:cubicBezTo>
                <a:cubicBezTo>
                  <a:pt x="484404" y="102076"/>
                  <a:pt x="485992" y="98634"/>
                  <a:pt x="486051" y="94065"/>
                </a:cubicBezTo>
                <a:lnTo>
                  <a:pt x="509511" y="94065"/>
                </a:lnTo>
                <a:cubicBezTo>
                  <a:pt x="509212" y="100986"/>
                  <a:pt x="507339" y="106754"/>
                  <a:pt x="503894" y="111368"/>
                </a:cubicBezTo>
                <a:cubicBezTo>
                  <a:pt x="500448" y="115982"/>
                  <a:pt x="495744" y="119427"/>
                  <a:pt x="489782" y="121705"/>
                </a:cubicBezTo>
                <a:cubicBezTo>
                  <a:pt x="483819" y="123982"/>
                  <a:pt x="476853" y="125120"/>
                  <a:pt x="468883" y="125120"/>
                </a:cubicBezTo>
                <a:moveTo>
                  <a:pt x="448120" y="68672"/>
                </a:moveTo>
                <a:lnTo>
                  <a:pt x="486141" y="68672"/>
                </a:lnTo>
                <a:cubicBezTo>
                  <a:pt x="485962" y="62380"/>
                  <a:pt x="484149" y="57676"/>
                  <a:pt x="480703" y="54560"/>
                </a:cubicBezTo>
                <a:cubicBezTo>
                  <a:pt x="477258" y="51444"/>
                  <a:pt x="472838" y="49886"/>
                  <a:pt x="467445" y="49886"/>
                </a:cubicBezTo>
                <a:cubicBezTo>
                  <a:pt x="461932" y="49886"/>
                  <a:pt x="457423" y="51490"/>
                  <a:pt x="453917" y="54698"/>
                </a:cubicBezTo>
                <a:cubicBezTo>
                  <a:pt x="450412" y="57906"/>
                  <a:pt x="448479" y="62564"/>
                  <a:pt x="448120" y="68672"/>
                </a:cubicBezTo>
                <a:close/>
                <a:moveTo>
                  <a:pt x="561814" y="125120"/>
                </a:moveTo>
                <a:cubicBezTo>
                  <a:pt x="555222" y="125120"/>
                  <a:pt x="549305" y="123453"/>
                  <a:pt x="544061" y="120118"/>
                </a:cubicBezTo>
                <a:cubicBezTo>
                  <a:pt x="538818" y="116782"/>
                  <a:pt x="534683" y="111674"/>
                  <a:pt x="531657" y="104792"/>
                </a:cubicBezTo>
                <a:cubicBezTo>
                  <a:pt x="528631" y="97910"/>
                  <a:pt x="527118" y="89163"/>
                  <a:pt x="527118" y="78551"/>
                </a:cubicBezTo>
                <a:cubicBezTo>
                  <a:pt x="527118" y="68304"/>
                  <a:pt x="528751" y="59846"/>
                  <a:pt x="532017" y="53176"/>
                </a:cubicBezTo>
                <a:cubicBezTo>
                  <a:pt x="535283" y="46505"/>
                  <a:pt x="539702" y="41534"/>
                  <a:pt x="545275" y="38260"/>
                </a:cubicBezTo>
                <a:cubicBezTo>
                  <a:pt x="550848" y="34985"/>
                  <a:pt x="557110" y="33347"/>
                  <a:pt x="564061" y="33347"/>
                </a:cubicBezTo>
                <a:cubicBezTo>
                  <a:pt x="570173" y="33347"/>
                  <a:pt x="575416" y="34606"/>
                  <a:pt x="579791" y="37123"/>
                </a:cubicBezTo>
                <a:cubicBezTo>
                  <a:pt x="584165" y="39639"/>
                  <a:pt x="587641" y="42935"/>
                  <a:pt x="590218" y="47010"/>
                </a:cubicBezTo>
                <a:lnTo>
                  <a:pt x="590218" y="2517"/>
                </a:lnTo>
                <a:lnTo>
                  <a:pt x="614037" y="2517"/>
                </a:lnTo>
                <a:lnTo>
                  <a:pt x="614037" y="123502"/>
                </a:lnTo>
                <a:lnTo>
                  <a:pt x="591206" y="123502"/>
                </a:lnTo>
                <a:lnTo>
                  <a:pt x="590218" y="111098"/>
                </a:lnTo>
                <a:cubicBezTo>
                  <a:pt x="587101" y="115413"/>
                  <a:pt x="583236" y="118828"/>
                  <a:pt x="578622" y="121345"/>
                </a:cubicBezTo>
                <a:cubicBezTo>
                  <a:pt x="574008" y="123862"/>
                  <a:pt x="568405" y="125120"/>
                  <a:pt x="561814" y="125120"/>
                </a:cubicBezTo>
                <a:moveTo>
                  <a:pt x="568825" y="106963"/>
                </a:moveTo>
                <a:cubicBezTo>
                  <a:pt x="573858" y="106963"/>
                  <a:pt x="578203" y="105527"/>
                  <a:pt x="581858" y="102655"/>
                </a:cubicBezTo>
                <a:cubicBezTo>
                  <a:pt x="585514" y="99782"/>
                  <a:pt x="588300" y="96422"/>
                  <a:pt x="590218" y="92573"/>
                </a:cubicBezTo>
                <a:lnTo>
                  <a:pt x="590218" y="66448"/>
                </a:lnTo>
                <a:cubicBezTo>
                  <a:pt x="588360" y="62414"/>
                  <a:pt x="585753" y="58900"/>
                  <a:pt x="582397" y="55906"/>
                </a:cubicBezTo>
                <a:cubicBezTo>
                  <a:pt x="579042" y="52911"/>
                  <a:pt x="574907" y="51414"/>
                  <a:pt x="569993" y="51414"/>
                </a:cubicBezTo>
                <a:cubicBezTo>
                  <a:pt x="564121" y="51414"/>
                  <a:pt x="559567" y="53736"/>
                  <a:pt x="556331" y="58380"/>
                </a:cubicBezTo>
                <a:cubicBezTo>
                  <a:pt x="553095" y="63025"/>
                  <a:pt x="551477" y="69747"/>
                  <a:pt x="551477" y="78548"/>
                </a:cubicBezTo>
                <a:cubicBezTo>
                  <a:pt x="551477" y="88204"/>
                  <a:pt x="553020" y="95353"/>
                  <a:pt x="556106" y="99997"/>
                </a:cubicBezTo>
                <a:cubicBezTo>
                  <a:pt x="559192" y="104641"/>
                  <a:pt x="563432" y="106963"/>
                  <a:pt x="568825" y="10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344e03a5240ea"/>
          <a:stretch xmlns:a="http://schemas.openxmlformats.org/drawingml/2006/main"/>
        </p:blipFill>
        <p:spPr>
          <a:xfrm xmlns:a="http://schemas.openxmlformats.org/drawingml/2006/main">
            <a:off x="5179357" y="773237"/>
            <a:ext cx="1135881" cy="1135881"/>
          </a:xfrm>
          <a:prstGeom xmlns:a="http://schemas.openxmlformats.org/drawingml/2006/main" prst="rect">
            <a:avLst/>
          </a:prstGeom>
        </p:spPr>
      </p:pic>
      <p:sp>
        <p:nvSpPr>
          <p:cNvPr id="25" name="Text Real">
            <a:extLst xmlns:a="http://schemas.openxmlformats.org/drawingml/2006/main">
              <a:ext uri="{FF2B5EF4-FFF2-40B4-BE49-F238E27FC236}">
                <a16:creationId xmlns:a16="http://schemas.microsoft.com/office/drawing/2014/main" id="{15293DEA-D52A-41DD-A19C-1FF614D0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247" y="562314"/>
            <a:ext cx="359542" cy="122603"/>
          </a:xfrm>
          <a:custGeom xmlns:a="http://schemas.openxmlformats.org/drawingml/2006/main">
            <a:pathLst>
              <a:path w="359542" h="122603">
                <a:moveTo>
                  <a:pt x="0" y="120985"/>
                </a:moveTo>
                <a:lnTo>
                  <a:pt x="0" y="0"/>
                </a:lnTo>
                <a:lnTo>
                  <a:pt x="49796" y="0"/>
                </a:lnTo>
                <a:cubicBezTo>
                  <a:pt x="57586" y="0"/>
                  <a:pt x="64538" y="1093"/>
                  <a:pt x="70650" y="3278"/>
                </a:cubicBezTo>
                <a:cubicBezTo>
                  <a:pt x="76762" y="5461"/>
                  <a:pt x="81601" y="8991"/>
                  <a:pt x="85166" y="13868"/>
                </a:cubicBezTo>
                <a:cubicBezTo>
                  <a:pt x="88732" y="18744"/>
                  <a:pt x="90514" y="25221"/>
                  <a:pt x="90514" y="33300"/>
                </a:cubicBezTo>
                <a:cubicBezTo>
                  <a:pt x="90514" y="40961"/>
                  <a:pt x="88462" y="47454"/>
                  <a:pt x="84357" y="52779"/>
                </a:cubicBezTo>
                <a:cubicBezTo>
                  <a:pt x="80253" y="58105"/>
                  <a:pt x="74035" y="61905"/>
                  <a:pt x="65706" y="64178"/>
                </a:cubicBezTo>
                <a:cubicBezTo>
                  <a:pt x="70800" y="64959"/>
                  <a:pt x="74874" y="66505"/>
                  <a:pt x="77930" y="68816"/>
                </a:cubicBezTo>
                <a:cubicBezTo>
                  <a:pt x="80987" y="71126"/>
                  <a:pt x="83458" y="74232"/>
                  <a:pt x="85346" y="78133"/>
                </a:cubicBezTo>
                <a:cubicBezTo>
                  <a:pt x="87234" y="82033"/>
                  <a:pt x="88956" y="86835"/>
                  <a:pt x="90514" y="92537"/>
                </a:cubicBezTo>
                <a:lnTo>
                  <a:pt x="98514" y="120985"/>
                </a:lnTo>
                <a:lnTo>
                  <a:pt x="72088" y="120985"/>
                </a:lnTo>
                <a:lnTo>
                  <a:pt x="66425" y="97570"/>
                </a:lnTo>
                <a:cubicBezTo>
                  <a:pt x="65227" y="92286"/>
                  <a:pt x="63848" y="87963"/>
                  <a:pt x="62290" y="84602"/>
                </a:cubicBezTo>
                <a:cubicBezTo>
                  <a:pt x="60732" y="81238"/>
                  <a:pt x="58620" y="78732"/>
                  <a:pt x="55954" y="77082"/>
                </a:cubicBezTo>
                <a:cubicBezTo>
                  <a:pt x="53287" y="75431"/>
                  <a:pt x="49617" y="74605"/>
                  <a:pt x="44943" y="74605"/>
                </a:cubicBezTo>
                <a:lnTo>
                  <a:pt x="25258" y="74605"/>
                </a:lnTo>
                <a:lnTo>
                  <a:pt x="25258" y="120985"/>
                </a:lnTo>
                <a:lnTo>
                  <a:pt x="0" y="120985"/>
                </a:lnTo>
                <a:moveTo>
                  <a:pt x="25258" y="53751"/>
                </a:moveTo>
                <a:lnTo>
                  <a:pt x="45572" y="53751"/>
                </a:lnTo>
                <a:cubicBezTo>
                  <a:pt x="49527" y="53751"/>
                  <a:pt x="52927" y="53124"/>
                  <a:pt x="55774" y="51869"/>
                </a:cubicBezTo>
                <a:cubicBezTo>
                  <a:pt x="58620" y="50615"/>
                  <a:pt x="60822" y="48733"/>
                  <a:pt x="62380" y="46223"/>
                </a:cubicBezTo>
                <a:cubicBezTo>
                  <a:pt x="63938" y="43712"/>
                  <a:pt x="64717" y="40634"/>
                  <a:pt x="64717" y="36988"/>
                </a:cubicBezTo>
                <a:cubicBezTo>
                  <a:pt x="64717" y="31670"/>
                  <a:pt x="63099" y="27666"/>
                  <a:pt x="59864" y="24977"/>
                </a:cubicBezTo>
                <a:cubicBezTo>
                  <a:pt x="56628" y="22288"/>
                  <a:pt x="52343" y="20943"/>
                  <a:pt x="47010" y="20943"/>
                </a:cubicBezTo>
                <a:lnTo>
                  <a:pt x="25258" y="20943"/>
                </a:lnTo>
                <a:lnTo>
                  <a:pt x="25258" y="53751"/>
                </a:lnTo>
                <a:close/>
                <a:moveTo>
                  <a:pt x="156466" y="122603"/>
                </a:moveTo>
                <a:cubicBezTo>
                  <a:pt x="146698" y="122603"/>
                  <a:pt x="138489" y="120769"/>
                  <a:pt x="131837" y="117101"/>
                </a:cubicBezTo>
                <a:cubicBezTo>
                  <a:pt x="125186" y="113432"/>
                  <a:pt x="120152" y="108142"/>
                  <a:pt x="116737" y="101230"/>
                </a:cubicBezTo>
                <a:cubicBezTo>
                  <a:pt x="113321" y="94317"/>
                  <a:pt x="111613" y="86009"/>
                  <a:pt x="111613" y="76307"/>
                </a:cubicBezTo>
                <a:cubicBezTo>
                  <a:pt x="111613" y="66908"/>
                  <a:pt x="113276" y="58814"/>
                  <a:pt x="116602" y="52024"/>
                </a:cubicBezTo>
                <a:cubicBezTo>
                  <a:pt x="119928" y="45232"/>
                  <a:pt x="124811" y="40002"/>
                  <a:pt x="131253" y="36333"/>
                </a:cubicBezTo>
                <a:cubicBezTo>
                  <a:pt x="137695" y="32665"/>
                  <a:pt x="145620" y="30831"/>
                  <a:pt x="155028" y="30831"/>
                </a:cubicBezTo>
                <a:cubicBezTo>
                  <a:pt x="168091" y="30831"/>
                  <a:pt x="178413" y="34692"/>
                  <a:pt x="185993" y="42415"/>
                </a:cubicBezTo>
                <a:cubicBezTo>
                  <a:pt x="193574" y="50137"/>
                  <a:pt x="197364" y="61146"/>
                  <a:pt x="197364" y="75442"/>
                </a:cubicBezTo>
                <a:cubicBezTo>
                  <a:pt x="197364" y="76168"/>
                  <a:pt x="197334" y="77152"/>
                  <a:pt x="197274" y="78394"/>
                </a:cubicBezTo>
                <a:cubicBezTo>
                  <a:pt x="197214" y="79635"/>
                  <a:pt x="197124" y="80590"/>
                  <a:pt x="197004" y="81256"/>
                </a:cubicBezTo>
                <a:lnTo>
                  <a:pt x="135433" y="81256"/>
                </a:lnTo>
                <a:cubicBezTo>
                  <a:pt x="135553" y="85486"/>
                  <a:pt x="136317" y="89440"/>
                  <a:pt x="137725" y="93118"/>
                </a:cubicBezTo>
                <a:cubicBezTo>
                  <a:pt x="139133" y="96796"/>
                  <a:pt x="141365" y="99754"/>
                  <a:pt x="144421" y="101992"/>
                </a:cubicBezTo>
                <a:cubicBezTo>
                  <a:pt x="147477" y="104228"/>
                  <a:pt x="151492" y="105345"/>
                  <a:pt x="156466" y="105345"/>
                </a:cubicBezTo>
                <a:cubicBezTo>
                  <a:pt x="161619" y="105345"/>
                  <a:pt x="165754" y="104188"/>
                  <a:pt x="168870" y="101874"/>
                </a:cubicBezTo>
                <a:cubicBezTo>
                  <a:pt x="171986" y="99559"/>
                  <a:pt x="173574" y="96117"/>
                  <a:pt x="173634" y="91548"/>
                </a:cubicBezTo>
                <a:lnTo>
                  <a:pt x="197094" y="91548"/>
                </a:lnTo>
                <a:cubicBezTo>
                  <a:pt x="196794" y="98469"/>
                  <a:pt x="194922" y="104237"/>
                  <a:pt x="191476" y="108851"/>
                </a:cubicBezTo>
                <a:cubicBezTo>
                  <a:pt x="188031" y="113465"/>
                  <a:pt x="183327" y="116911"/>
                  <a:pt x="177364" y="119188"/>
                </a:cubicBezTo>
                <a:cubicBezTo>
                  <a:pt x="171402" y="121465"/>
                  <a:pt x="164436" y="122603"/>
                  <a:pt x="156466" y="122603"/>
                </a:cubicBezTo>
                <a:moveTo>
                  <a:pt x="135702" y="66156"/>
                </a:moveTo>
                <a:lnTo>
                  <a:pt x="173724" y="66156"/>
                </a:lnTo>
                <a:cubicBezTo>
                  <a:pt x="173544" y="59864"/>
                  <a:pt x="171731" y="55160"/>
                  <a:pt x="168286" y="52044"/>
                </a:cubicBezTo>
                <a:cubicBezTo>
                  <a:pt x="164840" y="48928"/>
                  <a:pt x="160421" y="47370"/>
                  <a:pt x="155028" y="47370"/>
                </a:cubicBezTo>
                <a:cubicBezTo>
                  <a:pt x="149515" y="47370"/>
                  <a:pt x="145006" y="48973"/>
                  <a:pt x="141500" y="52181"/>
                </a:cubicBezTo>
                <a:cubicBezTo>
                  <a:pt x="137995" y="55389"/>
                  <a:pt x="136062" y="60047"/>
                  <a:pt x="135702" y="66156"/>
                </a:cubicBezTo>
                <a:close/>
                <a:moveTo>
                  <a:pt x="241263" y="122603"/>
                </a:moveTo>
                <a:cubicBezTo>
                  <a:pt x="236290" y="122603"/>
                  <a:pt x="231646" y="121635"/>
                  <a:pt x="227331" y="119699"/>
                </a:cubicBezTo>
                <a:cubicBezTo>
                  <a:pt x="223017" y="117763"/>
                  <a:pt x="219526" y="114843"/>
                  <a:pt x="216859" y="110941"/>
                </a:cubicBezTo>
                <a:cubicBezTo>
                  <a:pt x="214193" y="107036"/>
                  <a:pt x="212860" y="102150"/>
                  <a:pt x="212860" y="96281"/>
                </a:cubicBezTo>
                <a:cubicBezTo>
                  <a:pt x="212860" y="88113"/>
                  <a:pt x="215286" y="81957"/>
                  <a:pt x="220140" y="77813"/>
                </a:cubicBezTo>
                <a:cubicBezTo>
                  <a:pt x="224994" y="73667"/>
                  <a:pt x="231780" y="70852"/>
                  <a:pt x="240499" y="69369"/>
                </a:cubicBezTo>
                <a:cubicBezTo>
                  <a:pt x="249218" y="67886"/>
                  <a:pt x="259360" y="67023"/>
                  <a:pt x="270925" y="66782"/>
                </a:cubicBezTo>
                <a:lnTo>
                  <a:pt x="270925" y="61959"/>
                </a:lnTo>
                <a:cubicBezTo>
                  <a:pt x="270925" y="56083"/>
                  <a:pt x="269562" y="52062"/>
                  <a:pt x="266836" y="49898"/>
                </a:cubicBezTo>
                <a:cubicBezTo>
                  <a:pt x="264109" y="47733"/>
                  <a:pt x="260589" y="46650"/>
                  <a:pt x="256274" y="46650"/>
                </a:cubicBezTo>
                <a:cubicBezTo>
                  <a:pt x="251540" y="46650"/>
                  <a:pt x="247645" y="47805"/>
                  <a:pt x="244589" y="50114"/>
                </a:cubicBezTo>
                <a:cubicBezTo>
                  <a:pt x="241533" y="52421"/>
                  <a:pt x="240005" y="56160"/>
                  <a:pt x="240005" y="61330"/>
                </a:cubicBezTo>
                <a:lnTo>
                  <a:pt x="217713" y="61330"/>
                </a:lnTo>
                <a:cubicBezTo>
                  <a:pt x="217713" y="53744"/>
                  <a:pt x="219346" y="47736"/>
                  <a:pt x="222612" y="43305"/>
                </a:cubicBezTo>
                <a:cubicBezTo>
                  <a:pt x="225878" y="38873"/>
                  <a:pt x="230402" y="35685"/>
                  <a:pt x="236185" y="33743"/>
                </a:cubicBezTo>
                <a:cubicBezTo>
                  <a:pt x="241967" y="31802"/>
                  <a:pt x="248664" y="30831"/>
                  <a:pt x="256274" y="30831"/>
                </a:cubicBezTo>
                <a:cubicBezTo>
                  <a:pt x="261847" y="30831"/>
                  <a:pt x="266941" y="31301"/>
                  <a:pt x="271555" y="32241"/>
                </a:cubicBezTo>
                <a:cubicBezTo>
                  <a:pt x="276169" y="33181"/>
                  <a:pt x="280169" y="34803"/>
                  <a:pt x="283554" y="37109"/>
                </a:cubicBezTo>
                <a:cubicBezTo>
                  <a:pt x="286940" y="39412"/>
                  <a:pt x="289562" y="42550"/>
                  <a:pt x="291419" y="46524"/>
                </a:cubicBezTo>
                <a:cubicBezTo>
                  <a:pt x="293277" y="50496"/>
                  <a:pt x="294206" y="55454"/>
                  <a:pt x="294206" y="61397"/>
                </a:cubicBezTo>
                <a:lnTo>
                  <a:pt x="294206" y="120985"/>
                </a:lnTo>
                <a:lnTo>
                  <a:pt x="271914" y="120985"/>
                </a:lnTo>
                <a:lnTo>
                  <a:pt x="271195" y="109660"/>
                </a:lnTo>
                <a:cubicBezTo>
                  <a:pt x="267480" y="113915"/>
                  <a:pt x="263165" y="117135"/>
                  <a:pt x="258252" y="119323"/>
                </a:cubicBezTo>
                <a:cubicBezTo>
                  <a:pt x="253338" y="121510"/>
                  <a:pt x="247675" y="122603"/>
                  <a:pt x="241263" y="122603"/>
                </a:cubicBezTo>
                <a:moveTo>
                  <a:pt x="249083" y="106244"/>
                </a:moveTo>
                <a:cubicBezTo>
                  <a:pt x="253578" y="106244"/>
                  <a:pt x="257727" y="105051"/>
                  <a:pt x="261532" y="102666"/>
                </a:cubicBezTo>
                <a:cubicBezTo>
                  <a:pt x="265338" y="100278"/>
                  <a:pt x="268379" y="97555"/>
                  <a:pt x="270656" y="94497"/>
                </a:cubicBezTo>
                <a:lnTo>
                  <a:pt x="270656" y="79995"/>
                </a:lnTo>
                <a:cubicBezTo>
                  <a:pt x="258072" y="80057"/>
                  <a:pt x="249263" y="81266"/>
                  <a:pt x="244230" y="83621"/>
                </a:cubicBezTo>
                <a:cubicBezTo>
                  <a:pt x="239196" y="85977"/>
                  <a:pt x="236679" y="89786"/>
                  <a:pt x="236679" y="95048"/>
                </a:cubicBezTo>
                <a:cubicBezTo>
                  <a:pt x="236679" y="98842"/>
                  <a:pt x="237833" y="101656"/>
                  <a:pt x="240140" y="103492"/>
                </a:cubicBezTo>
                <a:cubicBezTo>
                  <a:pt x="242447" y="105327"/>
                  <a:pt x="245428" y="106244"/>
                  <a:pt x="249083" y="106244"/>
                </a:cubicBezTo>
                <a:close/>
                <a:moveTo>
                  <a:pt x="353340" y="120985"/>
                </a:moveTo>
                <a:cubicBezTo>
                  <a:pt x="344411" y="120985"/>
                  <a:pt x="337520" y="119922"/>
                  <a:pt x="332666" y="117795"/>
                </a:cubicBezTo>
                <a:cubicBezTo>
                  <a:pt x="327812" y="115667"/>
                  <a:pt x="324426" y="112371"/>
                  <a:pt x="322509" y="107907"/>
                </a:cubicBezTo>
                <a:cubicBezTo>
                  <a:pt x="320591" y="103443"/>
                  <a:pt x="319633" y="97615"/>
                  <a:pt x="319633" y="90425"/>
                </a:cubicBezTo>
                <a:lnTo>
                  <a:pt x="319633" y="0"/>
                </a:lnTo>
                <a:lnTo>
                  <a:pt x="343362" y="0"/>
                </a:lnTo>
                <a:lnTo>
                  <a:pt x="343362" y="88986"/>
                </a:lnTo>
                <a:cubicBezTo>
                  <a:pt x="343362" y="93600"/>
                  <a:pt x="343992" y="96986"/>
                  <a:pt x="345250" y="99143"/>
                </a:cubicBezTo>
                <a:cubicBezTo>
                  <a:pt x="346508" y="101301"/>
                  <a:pt x="349445" y="102379"/>
                  <a:pt x="354059" y="102379"/>
                </a:cubicBezTo>
                <a:lnTo>
                  <a:pt x="359542" y="102379"/>
                </a:lnTo>
                <a:lnTo>
                  <a:pt x="359542" y="120985"/>
                </a:lnTo>
                <a:lnTo>
                  <a:pt x="353340" y="120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0729f2ede4f00"/>
          <a:stretch xmlns:a="http://schemas.openxmlformats.org/drawingml/2006/main"/>
        </p:blipFill>
        <p:spPr>
          <a:xfrm xmlns:a="http://schemas.openxmlformats.org/drawingml/2006/main">
            <a:off x="6424302" y="620531"/>
            <a:ext cx="712751" cy="707049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d9342bcec44ed"/>
          <a:stretch xmlns:a="http://schemas.openxmlformats.org/drawingml/2006/main"/>
        </p:blipFill>
        <p:spPr>
          <a:xfrm xmlns:a="http://schemas.openxmlformats.org/drawingml/2006/main">
            <a:off x="6321514" y="1373601"/>
            <a:ext cx="928786" cy="928786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5861a8edd4631"/>
          <a:stretch xmlns:a="http://schemas.openxmlformats.org/drawingml/2006/main"/>
        </p:blipFill>
        <p:spPr>
          <a:xfrm xmlns:a="http://schemas.openxmlformats.org/drawingml/2006/main">
            <a:off x="12032296" y="592108"/>
            <a:ext cx="1173534" cy="922876"/>
          </a:xfrm>
          <a:prstGeom xmlns:a="http://schemas.openxmlformats.org/drawingml/2006/main" prst="rect">
            <a:avLst/>
          </a:prstGeom>
        </p:spPr>
      </p:pic>
      <p:sp>
        <p:nvSpPr>
          <p:cNvPr id="29" name="Text OS">
            <a:extLst xmlns:a="http://schemas.openxmlformats.org/drawingml/2006/main">
              <a:ext uri="{FF2B5EF4-FFF2-40B4-BE49-F238E27FC236}">
                <a16:creationId xmlns:a16="http://schemas.microsoft.com/office/drawing/2014/main" id="{05828034-1008-45A2-8554-1A16881F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214" y="631795"/>
            <a:ext cx="230781" cy="124221"/>
          </a:xfrm>
          <a:custGeom xmlns:a="http://schemas.openxmlformats.org/drawingml/2006/main">
            <a:pathLst>
              <a:path w="230781" h="124221">
                <a:moveTo>
                  <a:pt x="58965" y="124221"/>
                </a:moveTo>
                <a:cubicBezTo>
                  <a:pt x="46321" y="124221"/>
                  <a:pt x="35610" y="121660"/>
                  <a:pt x="26831" y="116536"/>
                </a:cubicBezTo>
                <a:cubicBezTo>
                  <a:pt x="18052" y="111413"/>
                  <a:pt x="11385" y="104222"/>
                  <a:pt x="6831" y="94964"/>
                </a:cubicBezTo>
                <a:cubicBezTo>
                  <a:pt x="2277" y="85706"/>
                  <a:pt x="0" y="74784"/>
                  <a:pt x="0" y="62201"/>
                </a:cubicBezTo>
                <a:cubicBezTo>
                  <a:pt x="0" y="49617"/>
                  <a:pt x="2277" y="38666"/>
                  <a:pt x="6831" y="29348"/>
                </a:cubicBezTo>
                <a:cubicBezTo>
                  <a:pt x="11385" y="20029"/>
                  <a:pt x="18052" y="12809"/>
                  <a:pt x="26831" y="7685"/>
                </a:cubicBezTo>
                <a:cubicBezTo>
                  <a:pt x="35610" y="2562"/>
                  <a:pt x="46321" y="0"/>
                  <a:pt x="58965" y="0"/>
                </a:cubicBezTo>
                <a:cubicBezTo>
                  <a:pt x="71609" y="0"/>
                  <a:pt x="82305" y="2562"/>
                  <a:pt x="91054" y="7685"/>
                </a:cubicBezTo>
                <a:cubicBezTo>
                  <a:pt x="99803" y="12809"/>
                  <a:pt x="106454" y="20029"/>
                  <a:pt x="111008" y="29348"/>
                </a:cubicBezTo>
                <a:cubicBezTo>
                  <a:pt x="115562" y="38666"/>
                  <a:pt x="117840" y="49617"/>
                  <a:pt x="117840" y="62201"/>
                </a:cubicBezTo>
                <a:cubicBezTo>
                  <a:pt x="117840" y="74784"/>
                  <a:pt x="115562" y="85706"/>
                  <a:pt x="111008" y="94964"/>
                </a:cubicBezTo>
                <a:cubicBezTo>
                  <a:pt x="106454" y="104222"/>
                  <a:pt x="99803" y="111413"/>
                  <a:pt x="91054" y="116536"/>
                </a:cubicBezTo>
                <a:cubicBezTo>
                  <a:pt x="82305" y="121660"/>
                  <a:pt x="71609" y="124221"/>
                  <a:pt x="58965" y="124221"/>
                </a:cubicBezTo>
                <a:moveTo>
                  <a:pt x="58965" y="103188"/>
                </a:moveTo>
                <a:cubicBezTo>
                  <a:pt x="66815" y="103188"/>
                  <a:pt x="73137" y="101331"/>
                  <a:pt x="77930" y="97615"/>
                </a:cubicBezTo>
                <a:cubicBezTo>
                  <a:pt x="82724" y="93900"/>
                  <a:pt x="86230" y="88926"/>
                  <a:pt x="88447" y="82694"/>
                </a:cubicBezTo>
                <a:cubicBezTo>
                  <a:pt x="90664" y="76462"/>
                  <a:pt x="91773" y="69631"/>
                  <a:pt x="91773" y="62201"/>
                </a:cubicBezTo>
                <a:cubicBezTo>
                  <a:pt x="91773" y="54650"/>
                  <a:pt x="90664" y="47759"/>
                  <a:pt x="88447" y="41527"/>
                </a:cubicBezTo>
                <a:cubicBezTo>
                  <a:pt x="86230" y="35295"/>
                  <a:pt x="82724" y="30321"/>
                  <a:pt x="77930" y="26606"/>
                </a:cubicBezTo>
                <a:cubicBezTo>
                  <a:pt x="73137" y="22891"/>
                  <a:pt x="66815" y="21033"/>
                  <a:pt x="58965" y="21033"/>
                </a:cubicBezTo>
                <a:cubicBezTo>
                  <a:pt x="51055" y="21033"/>
                  <a:pt x="44688" y="22891"/>
                  <a:pt x="39864" y="26606"/>
                </a:cubicBezTo>
                <a:cubicBezTo>
                  <a:pt x="35040" y="30321"/>
                  <a:pt x="31535" y="35295"/>
                  <a:pt x="29348" y="41527"/>
                </a:cubicBezTo>
                <a:cubicBezTo>
                  <a:pt x="27160" y="47759"/>
                  <a:pt x="26067" y="54650"/>
                  <a:pt x="26067" y="62201"/>
                </a:cubicBezTo>
                <a:cubicBezTo>
                  <a:pt x="26067" y="69631"/>
                  <a:pt x="27160" y="76462"/>
                  <a:pt x="29348" y="82694"/>
                </a:cubicBezTo>
                <a:cubicBezTo>
                  <a:pt x="31535" y="88926"/>
                  <a:pt x="35040" y="93900"/>
                  <a:pt x="39864" y="97615"/>
                </a:cubicBezTo>
                <a:cubicBezTo>
                  <a:pt x="44688" y="101331"/>
                  <a:pt x="51055" y="103188"/>
                  <a:pt x="58965" y="103188"/>
                </a:cubicBezTo>
                <a:close/>
                <a:moveTo>
                  <a:pt x="182873" y="124221"/>
                </a:moveTo>
                <a:cubicBezTo>
                  <a:pt x="173704" y="124221"/>
                  <a:pt x="165450" y="122917"/>
                  <a:pt x="158109" y="120309"/>
                </a:cubicBezTo>
                <a:cubicBezTo>
                  <a:pt x="150769" y="117700"/>
                  <a:pt x="144941" y="113547"/>
                  <a:pt x="140627" y="107851"/>
                </a:cubicBezTo>
                <a:cubicBezTo>
                  <a:pt x="136312" y="102155"/>
                  <a:pt x="134155" y="94718"/>
                  <a:pt x="134155" y="85543"/>
                </a:cubicBezTo>
                <a:lnTo>
                  <a:pt x="160042" y="85543"/>
                </a:lnTo>
                <a:cubicBezTo>
                  <a:pt x="160162" y="90224"/>
                  <a:pt x="161240" y="93900"/>
                  <a:pt x="163278" y="96570"/>
                </a:cubicBezTo>
                <a:cubicBezTo>
                  <a:pt x="165315" y="99241"/>
                  <a:pt x="168057" y="101146"/>
                  <a:pt x="171502" y="102287"/>
                </a:cubicBezTo>
                <a:cubicBezTo>
                  <a:pt x="174948" y="103427"/>
                  <a:pt x="178888" y="103997"/>
                  <a:pt x="183322" y="103997"/>
                </a:cubicBezTo>
                <a:cubicBezTo>
                  <a:pt x="187577" y="103997"/>
                  <a:pt x="191322" y="103487"/>
                  <a:pt x="194558" y="102466"/>
                </a:cubicBezTo>
                <a:cubicBezTo>
                  <a:pt x="197794" y="101446"/>
                  <a:pt x="200325" y="99870"/>
                  <a:pt x="202153" y="97739"/>
                </a:cubicBezTo>
                <a:cubicBezTo>
                  <a:pt x="203981" y="95608"/>
                  <a:pt x="204894" y="92892"/>
                  <a:pt x="204894" y="89590"/>
                </a:cubicBezTo>
                <a:cubicBezTo>
                  <a:pt x="204894" y="86412"/>
                  <a:pt x="204115" y="83789"/>
                  <a:pt x="202557" y="81720"/>
                </a:cubicBezTo>
                <a:cubicBezTo>
                  <a:pt x="200999" y="79650"/>
                  <a:pt x="198243" y="77762"/>
                  <a:pt x="194288" y="76054"/>
                </a:cubicBezTo>
                <a:cubicBezTo>
                  <a:pt x="190333" y="74344"/>
                  <a:pt x="184790" y="72500"/>
                  <a:pt x="177659" y="70521"/>
                </a:cubicBezTo>
                <a:cubicBezTo>
                  <a:pt x="169330" y="68122"/>
                  <a:pt x="162124" y="65483"/>
                  <a:pt x="156042" y="62605"/>
                </a:cubicBezTo>
                <a:cubicBezTo>
                  <a:pt x="149960" y="59727"/>
                  <a:pt x="145256" y="56010"/>
                  <a:pt x="141930" y="51454"/>
                </a:cubicBezTo>
                <a:cubicBezTo>
                  <a:pt x="138604" y="46896"/>
                  <a:pt x="136941" y="40959"/>
                  <a:pt x="136941" y="33642"/>
                </a:cubicBezTo>
                <a:cubicBezTo>
                  <a:pt x="136941" y="25787"/>
                  <a:pt x="138844" y="19385"/>
                  <a:pt x="142649" y="14438"/>
                </a:cubicBezTo>
                <a:cubicBezTo>
                  <a:pt x="146454" y="9490"/>
                  <a:pt x="151712" y="5847"/>
                  <a:pt x="158424" y="3508"/>
                </a:cubicBezTo>
                <a:cubicBezTo>
                  <a:pt x="165135" y="1169"/>
                  <a:pt x="172835" y="0"/>
                  <a:pt x="181524" y="0"/>
                </a:cubicBezTo>
                <a:cubicBezTo>
                  <a:pt x="189794" y="0"/>
                  <a:pt x="197389" y="1259"/>
                  <a:pt x="204310" y="3778"/>
                </a:cubicBezTo>
                <a:cubicBezTo>
                  <a:pt x="211231" y="6297"/>
                  <a:pt x="216759" y="10135"/>
                  <a:pt x="220894" y="15292"/>
                </a:cubicBezTo>
                <a:cubicBezTo>
                  <a:pt x="225029" y="20449"/>
                  <a:pt x="227096" y="27015"/>
                  <a:pt x="227096" y="34991"/>
                </a:cubicBezTo>
                <a:lnTo>
                  <a:pt x="201209" y="34991"/>
                </a:lnTo>
                <a:cubicBezTo>
                  <a:pt x="201269" y="29828"/>
                  <a:pt x="199352" y="25971"/>
                  <a:pt x="195457" y="23421"/>
                </a:cubicBezTo>
                <a:cubicBezTo>
                  <a:pt x="191561" y="20870"/>
                  <a:pt x="186887" y="19595"/>
                  <a:pt x="181434" y="19595"/>
                </a:cubicBezTo>
                <a:cubicBezTo>
                  <a:pt x="176041" y="19595"/>
                  <a:pt x="171577" y="20601"/>
                  <a:pt x="168042" y="22612"/>
                </a:cubicBezTo>
                <a:cubicBezTo>
                  <a:pt x="164506" y="24623"/>
                  <a:pt x="162738" y="27730"/>
                  <a:pt x="162738" y="31932"/>
                </a:cubicBezTo>
                <a:cubicBezTo>
                  <a:pt x="162738" y="34331"/>
                  <a:pt x="163487" y="36445"/>
                  <a:pt x="164985" y="38274"/>
                </a:cubicBezTo>
                <a:cubicBezTo>
                  <a:pt x="166484" y="40104"/>
                  <a:pt x="169255" y="41888"/>
                  <a:pt x="173300" y="43628"/>
                </a:cubicBezTo>
                <a:cubicBezTo>
                  <a:pt x="177345" y="45366"/>
                  <a:pt x="183202" y="47344"/>
                  <a:pt x="190872" y="49563"/>
                </a:cubicBezTo>
                <a:cubicBezTo>
                  <a:pt x="200041" y="52262"/>
                  <a:pt x="207561" y="55095"/>
                  <a:pt x="213434" y="58063"/>
                </a:cubicBezTo>
                <a:cubicBezTo>
                  <a:pt x="219306" y="61031"/>
                  <a:pt x="223665" y="64869"/>
                  <a:pt x="226512" y="69577"/>
                </a:cubicBezTo>
                <a:cubicBezTo>
                  <a:pt x="229358" y="74284"/>
                  <a:pt x="230781" y="80476"/>
                  <a:pt x="230781" y="88152"/>
                </a:cubicBezTo>
                <a:cubicBezTo>
                  <a:pt x="230781" y="96727"/>
                  <a:pt x="228684" y="103653"/>
                  <a:pt x="224489" y="108930"/>
                </a:cubicBezTo>
                <a:cubicBezTo>
                  <a:pt x="220295" y="114207"/>
                  <a:pt x="214587" y="118075"/>
                  <a:pt x="207366" y="120533"/>
                </a:cubicBezTo>
                <a:cubicBezTo>
                  <a:pt x="200146" y="122992"/>
                  <a:pt x="191981" y="124221"/>
                  <a:pt x="182873" y="1242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Aliased">
            <a:extLst xmlns:a="http://schemas.openxmlformats.org/drawingml/2006/main">
              <a:ext uri="{FF2B5EF4-FFF2-40B4-BE49-F238E27FC236}">
                <a16:creationId xmlns:a16="http://schemas.microsoft.com/office/drawing/2014/main" id="{86DAAB1D-A5D4-4A73-9FA6-01181DD4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762" y="750174"/>
            <a:ext cx="614038" cy="125120"/>
          </a:xfrm>
          <a:custGeom xmlns:a="http://schemas.openxmlformats.org/drawingml/2006/main">
            <a:pathLst>
              <a:path w="614038" h="125120">
                <a:moveTo>
                  <a:pt x="0" y="123502"/>
                </a:moveTo>
                <a:lnTo>
                  <a:pt x="43504" y="2517"/>
                </a:lnTo>
                <a:lnTo>
                  <a:pt x="70021" y="2517"/>
                </a:lnTo>
                <a:lnTo>
                  <a:pt x="113615" y="123502"/>
                </a:lnTo>
                <a:lnTo>
                  <a:pt x="87279" y="123502"/>
                </a:lnTo>
                <a:lnTo>
                  <a:pt x="78650" y="96896"/>
                </a:lnTo>
                <a:lnTo>
                  <a:pt x="34965" y="96896"/>
                </a:lnTo>
                <a:lnTo>
                  <a:pt x="26067" y="123502"/>
                </a:lnTo>
                <a:lnTo>
                  <a:pt x="0" y="123502"/>
                </a:lnTo>
                <a:moveTo>
                  <a:pt x="40988" y="75953"/>
                </a:moveTo>
                <a:lnTo>
                  <a:pt x="72447" y="75953"/>
                </a:lnTo>
                <a:lnTo>
                  <a:pt x="56718" y="27505"/>
                </a:lnTo>
                <a:lnTo>
                  <a:pt x="40988" y="75953"/>
                </a:lnTo>
                <a:close/>
                <a:moveTo>
                  <a:pt x="161366" y="123502"/>
                </a:moveTo>
                <a:cubicBezTo>
                  <a:pt x="152438" y="123502"/>
                  <a:pt x="145546" y="122439"/>
                  <a:pt x="140693" y="120311"/>
                </a:cubicBezTo>
                <a:cubicBezTo>
                  <a:pt x="135839" y="118184"/>
                  <a:pt x="132453" y="114888"/>
                  <a:pt x="130536" y="110424"/>
                </a:cubicBezTo>
                <a:cubicBezTo>
                  <a:pt x="128618" y="105960"/>
                  <a:pt x="127659" y="100132"/>
                  <a:pt x="127659" y="92941"/>
                </a:cubicBezTo>
                <a:lnTo>
                  <a:pt x="127659" y="2517"/>
                </a:lnTo>
                <a:lnTo>
                  <a:pt x="151389" y="2517"/>
                </a:lnTo>
                <a:lnTo>
                  <a:pt x="151389" y="91503"/>
                </a:lnTo>
                <a:cubicBezTo>
                  <a:pt x="151389" y="96117"/>
                  <a:pt x="152018" y="99503"/>
                  <a:pt x="153277" y="101660"/>
                </a:cubicBezTo>
                <a:cubicBezTo>
                  <a:pt x="154535" y="103817"/>
                  <a:pt x="157471" y="104896"/>
                  <a:pt x="162085" y="104896"/>
                </a:cubicBezTo>
                <a:lnTo>
                  <a:pt x="167568" y="104896"/>
                </a:lnTo>
                <a:lnTo>
                  <a:pt x="167568" y="123502"/>
                </a:lnTo>
                <a:lnTo>
                  <a:pt x="161366" y="123502"/>
                </a:lnTo>
                <a:close/>
                <a:moveTo>
                  <a:pt x="181853" y="123502"/>
                </a:moveTo>
                <a:lnTo>
                  <a:pt x="181853" y="34696"/>
                </a:lnTo>
                <a:lnTo>
                  <a:pt x="205672" y="34696"/>
                </a:lnTo>
                <a:lnTo>
                  <a:pt x="205672" y="123502"/>
                </a:lnTo>
                <a:lnTo>
                  <a:pt x="181853" y="123502"/>
                </a:lnTo>
                <a:moveTo>
                  <a:pt x="193807" y="23190"/>
                </a:moveTo>
                <a:cubicBezTo>
                  <a:pt x="189433" y="23190"/>
                  <a:pt x="186092" y="22082"/>
                  <a:pt x="183785" y="19865"/>
                </a:cubicBezTo>
                <a:cubicBezTo>
                  <a:pt x="181478" y="17647"/>
                  <a:pt x="180325" y="14891"/>
                  <a:pt x="180325" y="11595"/>
                </a:cubicBezTo>
                <a:cubicBezTo>
                  <a:pt x="180325" y="8239"/>
                  <a:pt x="181478" y="5468"/>
                  <a:pt x="183785" y="3281"/>
                </a:cubicBezTo>
                <a:cubicBezTo>
                  <a:pt x="186092" y="1094"/>
                  <a:pt x="189433" y="0"/>
                  <a:pt x="193807" y="0"/>
                </a:cubicBezTo>
                <a:cubicBezTo>
                  <a:pt x="198182" y="0"/>
                  <a:pt x="201523" y="1094"/>
                  <a:pt x="203830" y="3281"/>
                </a:cubicBezTo>
                <a:cubicBezTo>
                  <a:pt x="206137" y="5468"/>
                  <a:pt x="207290" y="8239"/>
                  <a:pt x="207290" y="11595"/>
                </a:cubicBezTo>
                <a:cubicBezTo>
                  <a:pt x="207290" y="14891"/>
                  <a:pt x="206137" y="17647"/>
                  <a:pt x="203830" y="19865"/>
                </a:cubicBezTo>
                <a:cubicBezTo>
                  <a:pt x="201523" y="22082"/>
                  <a:pt x="198182" y="23190"/>
                  <a:pt x="193807" y="23190"/>
                </a:cubicBezTo>
                <a:close/>
                <a:moveTo>
                  <a:pt x="255465" y="125120"/>
                </a:moveTo>
                <a:cubicBezTo>
                  <a:pt x="250492" y="125120"/>
                  <a:pt x="245848" y="124152"/>
                  <a:pt x="241533" y="122216"/>
                </a:cubicBezTo>
                <a:cubicBezTo>
                  <a:pt x="237219" y="120280"/>
                  <a:pt x="233728" y="117360"/>
                  <a:pt x="231062" y="113458"/>
                </a:cubicBezTo>
                <a:cubicBezTo>
                  <a:pt x="228395" y="109553"/>
                  <a:pt x="227062" y="104667"/>
                  <a:pt x="227062" y="98798"/>
                </a:cubicBezTo>
                <a:cubicBezTo>
                  <a:pt x="227062" y="90630"/>
                  <a:pt x="229489" y="84473"/>
                  <a:pt x="234342" y="80329"/>
                </a:cubicBezTo>
                <a:cubicBezTo>
                  <a:pt x="239196" y="76183"/>
                  <a:pt x="245983" y="73369"/>
                  <a:pt x="254701" y="71886"/>
                </a:cubicBezTo>
                <a:cubicBezTo>
                  <a:pt x="263420" y="70403"/>
                  <a:pt x="273562" y="69540"/>
                  <a:pt x="285128" y="69299"/>
                </a:cubicBezTo>
                <a:lnTo>
                  <a:pt x="285128" y="64476"/>
                </a:lnTo>
                <a:cubicBezTo>
                  <a:pt x="285128" y="58600"/>
                  <a:pt x="283764" y="54579"/>
                  <a:pt x="281038" y="52414"/>
                </a:cubicBezTo>
                <a:cubicBezTo>
                  <a:pt x="278311" y="50250"/>
                  <a:pt x="274791" y="49167"/>
                  <a:pt x="270476" y="49167"/>
                </a:cubicBezTo>
                <a:cubicBezTo>
                  <a:pt x="265742" y="49167"/>
                  <a:pt x="261847" y="50322"/>
                  <a:pt x="258791" y="52631"/>
                </a:cubicBezTo>
                <a:cubicBezTo>
                  <a:pt x="255735" y="54938"/>
                  <a:pt x="254207" y="58676"/>
                  <a:pt x="254207" y="63847"/>
                </a:cubicBezTo>
                <a:lnTo>
                  <a:pt x="231916" y="63847"/>
                </a:lnTo>
                <a:cubicBezTo>
                  <a:pt x="231916" y="56261"/>
                  <a:pt x="233548" y="50252"/>
                  <a:pt x="236814" y="45822"/>
                </a:cubicBezTo>
                <a:cubicBezTo>
                  <a:pt x="240080" y="41389"/>
                  <a:pt x="244604" y="38202"/>
                  <a:pt x="250387" y="36260"/>
                </a:cubicBezTo>
                <a:cubicBezTo>
                  <a:pt x="256170" y="34318"/>
                  <a:pt x="262866" y="33347"/>
                  <a:pt x="270476" y="33347"/>
                </a:cubicBezTo>
                <a:cubicBezTo>
                  <a:pt x="276049" y="33347"/>
                  <a:pt x="281143" y="33817"/>
                  <a:pt x="285757" y="34757"/>
                </a:cubicBezTo>
                <a:cubicBezTo>
                  <a:pt x="290371" y="35698"/>
                  <a:pt x="294371" y="37320"/>
                  <a:pt x="297756" y="39625"/>
                </a:cubicBezTo>
                <a:cubicBezTo>
                  <a:pt x="301142" y="41929"/>
                  <a:pt x="303764" y="45067"/>
                  <a:pt x="305621" y="49041"/>
                </a:cubicBezTo>
                <a:cubicBezTo>
                  <a:pt x="307479" y="53013"/>
                  <a:pt x="308408" y="57970"/>
                  <a:pt x="308408" y="63914"/>
                </a:cubicBezTo>
                <a:lnTo>
                  <a:pt x="308408" y="123502"/>
                </a:lnTo>
                <a:lnTo>
                  <a:pt x="286116" y="123502"/>
                </a:lnTo>
                <a:lnTo>
                  <a:pt x="285397" y="112177"/>
                </a:lnTo>
                <a:cubicBezTo>
                  <a:pt x="281682" y="116431"/>
                  <a:pt x="277367" y="119652"/>
                  <a:pt x="272454" y="121839"/>
                </a:cubicBezTo>
                <a:cubicBezTo>
                  <a:pt x="267540" y="124027"/>
                  <a:pt x="261877" y="125120"/>
                  <a:pt x="255465" y="125120"/>
                </a:cubicBezTo>
                <a:moveTo>
                  <a:pt x="263285" y="108761"/>
                </a:moveTo>
                <a:cubicBezTo>
                  <a:pt x="267780" y="108761"/>
                  <a:pt x="271929" y="107568"/>
                  <a:pt x="275735" y="105183"/>
                </a:cubicBezTo>
                <a:cubicBezTo>
                  <a:pt x="279540" y="102795"/>
                  <a:pt x="282581" y="100072"/>
                  <a:pt x="284858" y="97014"/>
                </a:cubicBezTo>
                <a:lnTo>
                  <a:pt x="284858" y="82512"/>
                </a:lnTo>
                <a:cubicBezTo>
                  <a:pt x="272274" y="82574"/>
                  <a:pt x="263465" y="83782"/>
                  <a:pt x="258432" y="86138"/>
                </a:cubicBezTo>
                <a:cubicBezTo>
                  <a:pt x="253398" y="88494"/>
                  <a:pt x="250881" y="92303"/>
                  <a:pt x="250881" y="97565"/>
                </a:cubicBezTo>
                <a:cubicBezTo>
                  <a:pt x="250881" y="101359"/>
                  <a:pt x="252035" y="104173"/>
                  <a:pt x="254342" y="106008"/>
                </a:cubicBezTo>
                <a:cubicBezTo>
                  <a:pt x="256649" y="107844"/>
                  <a:pt x="259630" y="108761"/>
                  <a:pt x="263285" y="108761"/>
                </a:cubicBezTo>
                <a:close/>
                <a:moveTo>
                  <a:pt x="369878" y="125120"/>
                </a:moveTo>
                <a:cubicBezTo>
                  <a:pt x="365024" y="125120"/>
                  <a:pt x="360260" y="124666"/>
                  <a:pt x="355586" y="123758"/>
                </a:cubicBezTo>
                <a:cubicBezTo>
                  <a:pt x="350912" y="122850"/>
                  <a:pt x="346687" y="121290"/>
                  <a:pt x="342912" y="119078"/>
                </a:cubicBezTo>
                <a:cubicBezTo>
                  <a:pt x="339137" y="116867"/>
                  <a:pt x="336141" y="113853"/>
                  <a:pt x="333924" y="110036"/>
                </a:cubicBezTo>
                <a:cubicBezTo>
                  <a:pt x="331707" y="106220"/>
                  <a:pt x="330598" y="101464"/>
                  <a:pt x="330598" y="95770"/>
                </a:cubicBezTo>
                <a:lnTo>
                  <a:pt x="352710" y="95770"/>
                </a:lnTo>
                <a:cubicBezTo>
                  <a:pt x="352710" y="100802"/>
                  <a:pt x="354433" y="104300"/>
                  <a:pt x="357878" y="106264"/>
                </a:cubicBezTo>
                <a:cubicBezTo>
                  <a:pt x="361324" y="108228"/>
                  <a:pt x="365354" y="109211"/>
                  <a:pt x="369968" y="109211"/>
                </a:cubicBezTo>
                <a:cubicBezTo>
                  <a:pt x="374522" y="109211"/>
                  <a:pt x="378057" y="108456"/>
                  <a:pt x="380574" y="106947"/>
                </a:cubicBezTo>
                <a:cubicBezTo>
                  <a:pt x="383091" y="105435"/>
                  <a:pt x="384349" y="102891"/>
                  <a:pt x="384349" y="99315"/>
                </a:cubicBezTo>
                <a:cubicBezTo>
                  <a:pt x="384349" y="95983"/>
                  <a:pt x="382866" y="93500"/>
                  <a:pt x="379900" y="91865"/>
                </a:cubicBezTo>
                <a:cubicBezTo>
                  <a:pt x="376934" y="90229"/>
                  <a:pt x="371736" y="88562"/>
                  <a:pt x="364305" y="86866"/>
                </a:cubicBezTo>
                <a:cubicBezTo>
                  <a:pt x="358073" y="85351"/>
                  <a:pt x="352515" y="83518"/>
                  <a:pt x="347631" y="81369"/>
                </a:cubicBezTo>
                <a:cubicBezTo>
                  <a:pt x="342748" y="79219"/>
                  <a:pt x="338927" y="76343"/>
                  <a:pt x="336171" y="72740"/>
                </a:cubicBezTo>
                <a:cubicBezTo>
                  <a:pt x="333414" y="69135"/>
                  <a:pt x="332036" y="64394"/>
                  <a:pt x="332036" y="58518"/>
                </a:cubicBezTo>
                <a:cubicBezTo>
                  <a:pt x="332036" y="53913"/>
                  <a:pt x="333085" y="50006"/>
                  <a:pt x="335182" y="46796"/>
                </a:cubicBezTo>
                <a:cubicBezTo>
                  <a:pt x="337280" y="43585"/>
                  <a:pt x="340081" y="40995"/>
                  <a:pt x="343586" y="39027"/>
                </a:cubicBezTo>
                <a:cubicBezTo>
                  <a:pt x="347092" y="37059"/>
                  <a:pt x="351047" y="35621"/>
                  <a:pt x="355451" y="34713"/>
                </a:cubicBezTo>
                <a:cubicBezTo>
                  <a:pt x="359856" y="33802"/>
                  <a:pt x="364365" y="33347"/>
                  <a:pt x="368979" y="33347"/>
                </a:cubicBezTo>
                <a:cubicBezTo>
                  <a:pt x="373473" y="33347"/>
                  <a:pt x="377878" y="33802"/>
                  <a:pt x="382192" y="34710"/>
                </a:cubicBezTo>
                <a:cubicBezTo>
                  <a:pt x="386507" y="35618"/>
                  <a:pt x="390402" y="37148"/>
                  <a:pt x="393877" y="39299"/>
                </a:cubicBezTo>
                <a:cubicBezTo>
                  <a:pt x="397353" y="41449"/>
                  <a:pt x="400139" y="44341"/>
                  <a:pt x="402237" y="47976"/>
                </a:cubicBezTo>
                <a:cubicBezTo>
                  <a:pt x="404334" y="51611"/>
                  <a:pt x="405383" y="56154"/>
                  <a:pt x="405383" y="61605"/>
                </a:cubicBezTo>
                <a:lnTo>
                  <a:pt x="383271" y="61605"/>
                </a:lnTo>
                <a:cubicBezTo>
                  <a:pt x="383271" y="56997"/>
                  <a:pt x="381848" y="53802"/>
                  <a:pt x="379001" y="52021"/>
                </a:cubicBezTo>
                <a:cubicBezTo>
                  <a:pt x="376155" y="50238"/>
                  <a:pt x="372814" y="49347"/>
                  <a:pt x="368979" y="49347"/>
                </a:cubicBezTo>
                <a:cubicBezTo>
                  <a:pt x="364844" y="49347"/>
                  <a:pt x="361593" y="49967"/>
                  <a:pt x="359226" y="51206"/>
                </a:cubicBezTo>
                <a:cubicBezTo>
                  <a:pt x="356860" y="52444"/>
                  <a:pt x="355676" y="54487"/>
                  <a:pt x="355676" y="57336"/>
                </a:cubicBezTo>
                <a:cubicBezTo>
                  <a:pt x="355676" y="58970"/>
                  <a:pt x="356425" y="60409"/>
                  <a:pt x="357923" y="61653"/>
                </a:cubicBezTo>
                <a:cubicBezTo>
                  <a:pt x="359421" y="62894"/>
                  <a:pt x="361818" y="64045"/>
                  <a:pt x="365114" y="65105"/>
                </a:cubicBezTo>
                <a:cubicBezTo>
                  <a:pt x="368410" y="66165"/>
                  <a:pt x="372754" y="67301"/>
                  <a:pt x="378147" y="68512"/>
                </a:cubicBezTo>
                <a:cubicBezTo>
                  <a:pt x="383840" y="69845"/>
                  <a:pt x="388934" y="71572"/>
                  <a:pt x="393428" y="73692"/>
                </a:cubicBezTo>
                <a:cubicBezTo>
                  <a:pt x="397922" y="75812"/>
                  <a:pt x="401488" y="78659"/>
                  <a:pt x="404124" y="82234"/>
                </a:cubicBezTo>
                <a:cubicBezTo>
                  <a:pt x="406761" y="85807"/>
                  <a:pt x="408079" y="90440"/>
                  <a:pt x="408079" y="96135"/>
                </a:cubicBezTo>
                <a:cubicBezTo>
                  <a:pt x="408079" y="101466"/>
                  <a:pt x="407015" y="105979"/>
                  <a:pt x="404888" y="109674"/>
                </a:cubicBezTo>
                <a:cubicBezTo>
                  <a:pt x="402761" y="113369"/>
                  <a:pt x="399915" y="116352"/>
                  <a:pt x="396349" y="118623"/>
                </a:cubicBezTo>
                <a:cubicBezTo>
                  <a:pt x="392784" y="120895"/>
                  <a:pt x="388709" y="122545"/>
                  <a:pt x="384125" y="123575"/>
                </a:cubicBezTo>
                <a:cubicBezTo>
                  <a:pt x="379541" y="124605"/>
                  <a:pt x="374792" y="125120"/>
                  <a:pt x="369878" y="125120"/>
                </a:cubicBezTo>
                <a:close/>
                <a:moveTo>
                  <a:pt x="468885" y="125120"/>
                </a:moveTo>
                <a:cubicBezTo>
                  <a:pt x="459117" y="125120"/>
                  <a:pt x="450908" y="123286"/>
                  <a:pt x="444256" y="119618"/>
                </a:cubicBezTo>
                <a:cubicBezTo>
                  <a:pt x="437605" y="115949"/>
                  <a:pt x="432571" y="110659"/>
                  <a:pt x="429156" y="103747"/>
                </a:cubicBezTo>
                <a:cubicBezTo>
                  <a:pt x="425740" y="96834"/>
                  <a:pt x="424032" y="88526"/>
                  <a:pt x="424032" y="78824"/>
                </a:cubicBezTo>
                <a:cubicBezTo>
                  <a:pt x="424032" y="69425"/>
                  <a:pt x="425695" y="61331"/>
                  <a:pt x="429021" y="54541"/>
                </a:cubicBezTo>
                <a:cubicBezTo>
                  <a:pt x="432346" y="47749"/>
                  <a:pt x="437230" y="42519"/>
                  <a:pt x="443672" y="38850"/>
                </a:cubicBezTo>
                <a:cubicBezTo>
                  <a:pt x="450114" y="35182"/>
                  <a:pt x="458039" y="33347"/>
                  <a:pt x="467447" y="33347"/>
                </a:cubicBezTo>
                <a:cubicBezTo>
                  <a:pt x="480510" y="33347"/>
                  <a:pt x="490832" y="37209"/>
                  <a:pt x="498412" y="44931"/>
                </a:cubicBezTo>
                <a:cubicBezTo>
                  <a:pt x="505992" y="52654"/>
                  <a:pt x="509783" y="63663"/>
                  <a:pt x="509783" y="77959"/>
                </a:cubicBezTo>
                <a:cubicBezTo>
                  <a:pt x="509783" y="78685"/>
                  <a:pt x="509753" y="79669"/>
                  <a:pt x="509693" y="80911"/>
                </a:cubicBezTo>
                <a:cubicBezTo>
                  <a:pt x="509633" y="82152"/>
                  <a:pt x="509543" y="83106"/>
                  <a:pt x="509423" y="83773"/>
                </a:cubicBezTo>
                <a:lnTo>
                  <a:pt x="447852" y="83773"/>
                </a:lnTo>
                <a:cubicBezTo>
                  <a:pt x="447971" y="88003"/>
                  <a:pt x="448736" y="91957"/>
                  <a:pt x="450144" y="95635"/>
                </a:cubicBezTo>
                <a:cubicBezTo>
                  <a:pt x="451552" y="99313"/>
                  <a:pt x="453784" y="102271"/>
                  <a:pt x="456840" y="104508"/>
                </a:cubicBezTo>
                <a:cubicBezTo>
                  <a:pt x="459896" y="106744"/>
                  <a:pt x="463911" y="107862"/>
                  <a:pt x="468885" y="107862"/>
                </a:cubicBezTo>
                <a:cubicBezTo>
                  <a:pt x="474038" y="107862"/>
                  <a:pt x="478173" y="106705"/>
                  <a:pt x="481289" y="104390"/>
                </a:cubicBezTo>
                <a:cubicBezTo>
                  <a:pt x="484405" y="102076"/>
                  <a:pt x="485993" y="98634"/>
                  <a:pt x="486053" y="94065"/>
                </a:cubicBezTo>
                <a:lnTo>
                  <a:pt x="509513" y="94065"/>
                </a:lnTo>
                <a:cubicBezTo>
                  <a:pt x="509213" y="100986"/>
                  <a:pt x="507341" y="106754"/>
                  <a:pt x="503895" y="111368"/>
                </a:cubicBezTo>
                <a:cubicBezTo>
                  <a:pt x="500449" y="115982"/>
                  <a:pt x="495745" y="119427"/>
                  <a:pt x="489783" y="121705"/>
                </a:cubicBezTo>
                <a:cubicBezTo>
                  <a:pt x="483821" y="123982"/>
                  <a:pt x="476855" y="125120"/>
                  <a:pt x="468885" y="125120"/>
                </a:cubicBezTo>
                <a:moveTo>
                  <a:pt x="448121" y="68672"/>
                </a:moveTo>
                <a:lnTo>
                  <a:pt x="486143" y="68672"/>
                </a:lnTo>
                <a:cubicBezTo>
                  <a:pt x="485963" y="62380"/>
                  <a:pt x="484150" y="57676"/>
                  <a:pt x="480705" y="54560"/>
                </a:cubicBezTo>
                <a:cubicBezTo>
                  <a:pt x="477259" y="51444"/>
                  <a:pt x="472840" y="49886"/>
                  <a:pt x="467447" y="49886"/>
                </a:cubicBezTo>
                <a:cubicBezTo>
                  <a:pt x="461934" y="49886"/>
                  <a:pt x="457424" y="51490"/>
                  <a:pt x="453919" y="54698"/>
                </a:cubicBezTo>
                <a:cubicBezTo>
                  <a:pt x="450413" y="57906"/>
                  <a:pt x="448481" y="62564"/>
                  <a:pt x="448121" y="68672"/>
                </a:cubicBezTo>
                <a:close/>
                <a:moveTo>
                  <a:pt x="561815" y="125120"/>
                </a:moveTo>
                <a:cubicBezTo>
                  <a:pt x="555223" y="125120"/>
                  <a:pt x="549306" y="123453"/>
                  <a:pt x="544063" y="120118"/>
                </a:cubicBezTo>
                <a:cubicBezTo>
                  <a:pt x="538819" y="116782"/>
                  <a:pt x="534685" y="111674"/>
                  <a:pt x="531658" y="104792"/>
                </a:cubicBezTo>
                <a:cubicBezTo>
                  <a:pt x="528632" y="97910"/>
                  <a:pt x="527119" y="89163"/>
                  <a:pt x="527119" y="78551"/>
                </a:cubicBezTo>
                <a:cubicBezTo>
                  <a:pt x="527119" y="68304"/>
                  <a:pt x="528752" y="59846"/>
                  <a:pt x="532018" y="53176"/>
                </a:cubicBezTo>
                <a:cubicBezTo>
                  <a:pt x="535284" y="46505"/>
                  <a:pt x="539703" y="41534"/>
                  <a:pt x="545276" y="38260"/>
                </a:cubicBezTo>
                <a:cubicBezTo>
                  <a:pt x="550849" y="34985"/>
                  <a:pt x="557111" y="33347"/>
                  <a:pt x="564062" y="33347"/>
                </a:cubicBezTo>
                <a:cubicBezTo>
                  <a:pt x="570174" y="33347"/>
                  <a:pt x="575418" y="34606"/>
                  <a:pt x="579792" y="37123"/>
                </a:cubicBezTo>
                <a:cubicBezTo>
                  <a:pt x="584166" y="39639"/>
                  <a:pt x="587642" y="42935"/>
                  <a:pt x="590219" y="47010"/>
                </a:cubicBezTo>
                <a:lnTo>
                  <a:pt x="590219" y="2517"/>
                </a:lnTo>
                <a:lnTo>
                  <a:pt x="614038" y="2517"/>
                </a:lnTo>
                <a:lnTo>
                  <a:pt x="614038" y="123502"/>
                </a:lnTo>
                <a:lnTo>
                  <a:pt x="591207" y="123502"/>
                </a:lnTo>
                <a:lnTo>
                  <a:pt x="590219" y="111098"/>
                </a:lnTo>
                <a:cubicBezTo>
                  <a:pt x="587103" y="115413"/>
                  <a:pt x="583238" y="118828"/>
                  <a:pt x="578623" y="121345"/>
                </a:cubicBezTo>
                <a:cubicBezTo>
                  <a:pt x="574009" y="123862"/>
                  <a:pt x="568407" y="125120"/>
                  <a:pt x="561815" y="125120"/>
                </a:cubicBezTo>
                <a:moveTo>
                  <a:pt x="568826" y="106963"/>
                </a:moveTo>
                <a:cubicBezTo>
                  <a:pt x="573860" y="106963"/>
                  <a:pt x="578204" y="105527"/>
                  <a:pt x="581859" y="102655"/>
                </a:cubicBezTo>
                <a:cubicBezTo>
                  <a:pt x="585515" y="99782"/>
                  <a:pt x="588301" y="96422"/>
                  <a:pt x="590219" y="92573"/>
                </a:cubicBezTo>
                <a:lnTo>
                  <a:pt x="590219" y="66448"/>
                </a:lnTo>
                <a:cubicBezTo>
                  <a:pt x="588361" y="62414"/>
                  <a:pt x="585754" y="58900"/>
                  <a:pt x="582399" y="55906"/>
                </a:cubicBezTo>
                <a:cubicBezTo>
                  <a:pt x="579043" y="52911"/>
                  <a:pt x="574908" y="51414"/>
                  <a:pt x="569994" y="51414"/>
                </a:cubicBezTo>
                <a:cubicBezTo>
                  <a:pt x="564122" y="51414"/>
                  <a:pt x="559568" y="53736"/>
                  <a:pt x="556332" y="58380"/>
                </a:cubicBezTo>
                <a:cubicBezTo>
                  <a:pt x="553096" y="63025"/>
                  <a:pt x="551478" y="69747"/>
                  <a:pt x="551478" y="78548"/>
                </a:cubicBezTo>
                <a:cubicBezTo>
                  <a:pt x="551478" y="88204"/>
                  <a:pt x="553021" y="95353"/>
                  <a:pt x="556107" y="99997"/>
                </a:cubicBezTo>
                <a:cubicBezTo>
                  <a:pt x="559193" y="104641"/>
                  <a:pt x="563433" y="106963"/>
                  <a:pt x="568826" y="10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e97b7389d418b"/>
          <a:stretch xmlns:a="http://schemas.openxmlformats.org/drawingml/2006/main"/>
        </p:blipFill>
        <p:spPr>
          <a:xfrm xmlns:a="http://schemas.openxmlformats.org/drawingml/2006/main">
            <a:off x="9978088" y="671021"/>
            <a:ext cx="2070943" cy="1135310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36a8e0cb74d1d"/>
          <a:stretch xmlns:a="http://schemas.openxmlformats.org/drawingml/2006/main"/>
        </p:blipFill>
        <p:spPr>
          <a:xfrm xmlns:a="http://schemas.openxmlformats.org/drawingml/2006/main">
            <a:off x="10167401" y="2001160"/>
            <a:ext cx="1133789" cy="1133789"/>
          </a:xfrm>
          <a:prstGeom xmlns:a="http://schemas.openxmlformats.org/drawingml/2006/main" prst="rect">
            <a:avLst/>
          </a:prstGeom>
        </p:spPr>
      </p:pic>
      <p:sp>
        <p:nvSpPr>
          <p:cNvPr id="33" name="Text ForensicDump">
            <a:extLst xmlns:a="http://schemas.openxmlformats.org/drawingml/2006/main">
              <a:ext uri="{FF2B5EF4-FFF2-40B4-BE49-F238E27FC236}">
                <a16:creationId xmlns:a16="http://schemas.microsoft.com/office/drawing/2014/main" id="{7BDA4BF4-9F4A-43CC-B89B-643EF07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2352" y="1967669"/>
            <a:ext cx="1246788" cy="155681"/>
          </a:xfrm>
          <a:custGeom xmlns:a="http://schemas.openxmlformats.org/drawingml/2006/main">
            <a:pathLst>
              <a:path w="1246788" h="155681">
                <a:moveTo>
                  <a:pt x="580661" y="23138"/>
                </a:moveTo>
                <a:lnTo>
                  <a:pt x="581170" y="23098"/>
                </a:lnTo>
                <a:lnTo>
                  <a:pt x="581668" y="23046"/>
                </a:lnTo>
                <a:lnTo>
                  <a:pt x="582156" y="22983"/>
                </a:lnTo>
                <a:lnTo>
                  <a:pt x="582633" y="22907"/>
                </a:lnTo>
                <a:lnTo>
                  <a:pt x="583099" y="22821"/>
                </a:lnTo>
                <a:lnTo>
                  <a:pt x="583554" y="22723"/>
                </a:lnTo>
                <a:lnTo>
                  <a:pt x="583999" y="22613"/>
                </a:lnTo>
                <a:lnTo>
                  <a:pt x="584432" y="22492"/>
                </a:lnTo>
                <a:lnTo>
                  <a:pt x="584855" y="22359"/>
                </a:lnTo>
                <a:lnTo>
                  <a:pt x="585267" y="22215"/>
                </a:lnTo>
                <a:lnTo>
                  <a:pt x="585669" y="22059"/>
                </a:lnTo>
                <a:lnTo>
                  <a:pt x="586060" y="21891"/>
                </a:lnTo>
                <a:lnTo>
                  <a:pt x="586439" y="21712"/>
                </a:lnTo>
                <a:lnTo>
                  <a:pt x="586809" y="21522"/>
                </a:lnTo>
                <a:lnTo>
                  <a:pt x="587167" y="21320"/>
                </a:lnTo>
                <a:lnTo>
                  <a:pt x="587515" y="21106"/>
                </a:lnTo>
                <a:lnTo>
                  <a:pt x="587851" y="20881"/>
                </a:lnTo>
                <a:lnTo>
                  <a:pt x="588177" y="20644"/>
                </a:lnTo>
                <a:lnTo>
                  <a:pt x="588493" y="20396"/>
                </a:lnTo>
                <a:lnTo>
                  <a:pt x="588797" y="20136"/>
                </a:lnTo>
                <a:lnTo>
                  <a:pt x="589091" y="19865"/>
                </a:lnTo>
                <a:lnTo>
                  <a:pt x="589373" y="19585"/>
                </a:lnTo>
                <a:lnTo>
                  <a:pt x="589644" y="19299"/>
                </a:lnTo>
                <a:lnTo>
                  <a:pt x="589902" y="19008"/>
                </a:lnTo>
                <a:lnTo>
                  <a:pt x="590148" y="18711"/>
                </a:lnTo>
                <a:lnTo>
                  <a:pt x="590383" y="18409"/>
                </a:lnTo>
                <a:lnTo>
                  <a:pt x="590605" y="18101"/>
                </a:lnTo>
                <a:lnTo>
                  <a:pt x="590815" y="17787"/>
                </a:lnTo>
                <a:lnTo>
                  <a:pt x="591014" y="17468"/>
                </a:lnTo>
                <a:lnTo>
                  <a:pt x="591200" y="17143"/>
                </a:lnTo>
                <a:lnTo>
                  <a:pt x="591374" y="16812"/>
                </a:lnTo>
                <a:lnTo>
                  <a:pt x="591536" y="16476"/>
                </a:lnTo>
                <a:lnTo>
                  <a:pt x="591686" y="16134"/>
                </a:lnTo>
                <a:lnTo>
                  <a:pt x="591825" y="15787"/>
                </a:lnTo>
                <a:lnTo>
                  <a:pt x="591951" y="15434"/>
                </a:lnTo>
                <a:lnTo>
                  <a:pt x="592065" y="15075"/>
                </a:lnTo>
                <a:lnTo>
                  <a:pt x="592167" y="14711"/>
                </a:lnTo>
                <a:lnTo>
                  <a:pt x="592257" y="14341"/>
                </a:lnTo>
                <a:lnTo>
                  <a:pt x="592335" y="13966"/>
                </a:lnTo>
                <a:lnTo>
                  <a:pt x="592401" y="13585"/>
                </a:lnTo>
                <a:lnTo>
                  <a:pt x="592456" y="13198"/>
                </a:lnTo>
                <a:lnTo>
                  <a:pt x="592498" y="12806"/>
                </a:lnTo>
                <a:lnTo>
                  <a:pt x="592528" y="12408"/>
                </a:lnTo>
                <a:lnTo>
                  <a:pt x="592546" y="12004"/>
                </a:lnTo>
                <a:lnTo>
                  <a:pt x="592552" y="11595"/>
                </a:lnTo>
                <a:lnTo>
                  <a:pt x="592546" y="11179"/>
                </a:lnTo>
                <a:lnTo>
                  <a:pt x="592528" y="10768"/>
                </a:lnTo>
                <a:lnTo>
                  <a:pt x="592498" y="10364"/>
                </a:lnTo>
                <a:lnTo>
                  <a:pt x="592456" y="9966"/>
                </a:lnTo>
                <a:lnTo>
                  <a:pt x="592401" y="9574"/>
                </a:lnTo>
                <a:lnTo>
                  <a:pt x="592335" y="9188"/>
                </a:lnTo>
                <a:lnTo>
                  <a:pt x="592257" y="8808"/>
                </a:lnTo>
                <a:lnTo>
                  <a:pt x="592167" y="8434"/>
                </a:lnTo>
                <a:lnTo>
                  <a:pt x="592065" y="8066"/>
                </a:lnTo>
                <a:lnTo>
                  <a:pt x="591951" y="7705"/>
                </a:lnTo>
                <a:lnTo>
                  <a:pt x="591825" y="7349"/>
                </a:lnTo>
                <a:lnTo>
                  <a:pt x="591686" y="7000"/>
                </a:lnTo>
                <a:lnTo>
                  <a:pt x="591536" y="6656"/>
                </a:lnTo>
                <a:lnTo>
                  <a:pt x="591374" y="6319"/>
                </a:lnTo>
                <a:lnTo>
                  <a:pt x="591200" y="5988"/>
                </a:lnTo>
                <a:lnTo>
                  <a:pt x="591014" y="5663"/>
                </a:lnTo>
                <a:lnTo>
                  <a:pt x="590815" y="5344"/>
                </a:lnTo>
                <a:lnTo>
                  <a:pt x="590605" y="5031"/>
                </a:lnTo>
                <a:lnTo>
                  <a:pt x="590383" y="4724"/>
                </a:lnTo>
                <a:lnTo>
                  <a:pt x="590148" y="4423"/>
                </a:lnTo>
                <a:lnTo>
                  <a:pt x="589902" y="4128"/>
                </a:lnTo>
                <a:lnTo>
                  <a:pt x="589644" y="3840"/>
                </a:lnTo>
                <a:lnTo>
                  <a:pt x="589373" y="3557"/>
                </a:lnTo>
                <a:lnTo>
                  <a:pt x="589091" y="3281"/>
                </a:lnTo>
                <a:lnTo>
                  <a:pt x="588797" y="3013"/>
                </a:lnTo>
                <a:lnTo>
                  <a:pt x="588493" y="2757"/>
                </a:lnTo>
                <a:lnTo>
                  <a:pt x="588177" y="2512"/>
                </a:lnTo>
                <a:lnTo>
                  <a:pt x="587851" y="2278"/>
                </a:lnTo>
                <a:lnTo>
                  <a:pt x="587515" y="2056"/>
                </a:lnTo>
                <a:lnTo>
                  <a:pt x="587167" y="1845"/>
                </a:lnTo>
                <a:lnTo>
                  <a:pt x="586809" y="1646"/>
                </a:lnTo>
                <a:lnTo>
                  <a:pt x="586439" y="1458"/>
                </a:lnTo>
                <a:lnTo>
                  <a:pt x="586060" y="1282"/>
                </a:lnTo>
                <a:lnTo>
                  <a:pt x="585669" y="1116"/>
                </a:lnTo>
                <a:lnTo>
                  <a:pt x="585267" y="963"/>
                </a:lnTo>
                <a:lnTo>
                  <a:pt x="584855" y="820"/>
                </a:lnTo>
                <a:lnTo>
                  <a:pt x="584432" y="689"/>
                </a:lnTo>
                <a:lnTo>
                  <a:pt x="583999" y="570"/>
                </a:lnTo>
                <a:lnTo>
                  <a:pt x="583554" y="461"/>
                </a:lnTo>
                <a:lnTo>
                  <a:pt x="583099" y="365"/>
                </a:lnTo>
                <a:lnTo>
                  <a:pt x="582633" y="279"/>
                </a:lnTo>
                <a:lnTo>
                  <a:pt x="582156" y="205"/>
                </a:lnTo>
                <a:lnTo>
                  <a:pt x="581668" y="142"/>
                </a:lnTo>
                <a:lnTo>
                  <a:pt x="581170" y="91"/>
                </a:lnTo>
                <a:lnTo>
                  <a:pt x="580661" y="51"/>
                </a:lnTo>
                <a:lnTo>
                  <a:pt x="580141" y="23"/>
                </a:lnTo>
                <a:lnTo>
                  <a:pt x="579610" y="6"/>
                </a:lnTo>
                <a:lnTo>
                  <a:pt x="579069" y="0"/>
                </a:lnTo>
                <a:lnTo>
                  <a:pt x="578527" y="6"/>
                </a:lnTo>
                <a:lnTo>
                  <a:pt x="577997" y="23"/>
                </a:lnTo>
                <a:lnTo>
                  <a:pt x="577477" y="51"/>
                </a:lnTo>
                <a:lnTo>
                  <a:pt x="576968" y="91"/>
                </a:lnTo>
                <a:lnTo>
                  <a:pt x="576469" y="142"/>
                </a:lnTo>
                <a:lnTo>
                  <a:pt x="575982" y="205"/>
                </a:lnTo>
                <a:lnTo>
                  <a:pt x="575505" y="279"/>
                </a:lnTo>
                <a:lnTo>
                  <a:pt x="575039" y="365"/>
                </a:lnTo>
                <a:lnTo>
                  <a:pt x="574584" y="461"/>
                </a:lnTo>
                <a:lnTo>
                  <a:pt x="574139" y="570"/>
                </a:lnTo>
                <a:lnTo>
                  <a:pt x="573705" y="689"/>
                </a:lnTo>
                <a:lnTo>
                  <a:pt x="573283" y="820"/>
                </a:lnTo>
                <a:lnTo>
                  <a:pt x="572870" y="963"/>
                </a:lnTo>
                <a:lnTo>
                  <a:pt x="572469" y="1116"/>
                </a:lnTo>
                <a:lnTo>
                  <a:pt x="572078" y="1282"/>
                </a:lnTo>
                <a:lnTo>
                  <a:pt x="571698" y="1458"/>
                </a:lnTo>
                <a:lnTo>
                  <a:pt x="571329" y="1646"/>
                </a:lnTo>
                <a:lnTo>
                  <a:pt x="570971" y="1845"/>
                </a:lnTo>
                <a:lnTo>
                  <a:pt x="570623" y="2056"/>
                </a:lnTo>
                <a:lnTo>
                  <a:pt x="570286" y="2278"/>
                </a:lnTo>
                <a:lnTo>
                  <a:pt x="569960" y="2512"/>
                </a:lnTo>
                <a:lnTo>
                  <a:pt x="569645" y="2757"/>
                </a:lnTo>
                <a:lnTo>
                  <a:pt x="569340" y="3013"/>
                </a:lnTo>
                <a:lnTo>
                  <a:pt x="569047" y="3281"/>
                </a:lnTo>
                <a:lnTo>
                  <a:pt x="568764" y="3557"/>
                </a:lnTo>
                <a:lnTo>
                  <a:pt x="568494" y="3840"/>
                </a:lnTo>
                <a:lnTo>
                  <a:pt x="568236" y="4128"/>
                </a:lnTo>
                <a:lnTo>
                  <a:pt x="567989" y="4423"/>
                </a:lnTo>
                <a:lnTo>
                  <a:pt x="567755" y="4724"/>
                </a:lnTo>
                <a:lnTo>
                  <a:pt x="567533" y="5031"/>
                </a:lnTo>
                <a:lnTo>
                  <a:pt x="567322" y="5344"/>
                </a:lnTo>
                <a:lnTo>
                  <a:pt x="567124" y="5663"/>
                </a:lnTo>
                <a:lnTo>
                  <a:pt x="566938" y="5988"/>
                </a:lnTo>
                <a:lnTo>
                  <a:pt x="566764" y="6319"/>
                </a:lnTo>
                <a:lnTo>
                  <a:pt x="566601" y="6656"/>
                </a:lnTo>
                <a:lnTo>
                  <a:pt x="566451" y="7000"/>
                </a:lnTo>
                <a:lnTo>
                  <a:pt x="566313" y="7349"/>
                </a:lnTo>
                <a:lnTo>
                  <a:pt x="566187" y="7705"/>
                </a:lnTo>
                <a:lnTo>
                  <a:pt x="566073" y="8066"/>
                </a:lnTo>
                <a:lnTo>
                  <a:pt x="565971" y="8434"/>
                </a:lnTo>
                <a:lnTo>
                  <a:pt x="565880" y="8808"/>
                </a:lnTo>
                <a:lnTo>
                  <a:pt x="565802" y="9188"/>
                </a:lnTo>
                <a:lnTo>
                  <a:pt x="565736" y="9574"/>
                </a:lnTo>
                <a:lnTo>
                  <a:pt x="565682" y="9966"/>
                </a:lnTo>
                <a:lnTo>
                  <a:pt x="565640" y="10364"/>
                </a:lnTo>
                <a:lnTo>
                  <a:pt x="565610" y="10768"/>
                </a:lnTo>
                <a:lnTo>
                  <a:pt x="565592" y="11179"/>
                </a:lnTo>
                <a:lnTo>
                  <a:pt x="565586" y="11595"/>
                </a:lnTo>
                <a:lnTo>
                  <a:pt x="565592" y="12004"/>
                </a:lnTo>
                <a:lnTo>
                  <a:pt x="565610" y="12408"/>
                </a:lnTo>
                <a:lnTo>
                  <a:pt x="565640" y="12806"/>
                </a:lnTo>
                <a:lnTo>
                  <a:pt x="565682" y="13198"/>
                </a:lnTo>
                <a:lnTo>
                  <a:pt x="565736" y="13585"/>
                </a:lnTo>
                <a:lnTo>
                  <a:pt x="565802" y="13966"/>
                </a:lnTo>
                <a:lnTo>
                  <a:pt x="565880" y="14341"/>
                </a:lnTo>
                <a:lnTo>
                  <a:pt x="565971" y="14711"/>
                </a:lnTo>
                <a:lnTo>
                  <a:pt x="566073" y="15075"/>
                </a:lnTo>
                <a:lnTo>
                  <a:pt x="566187" y="15434"/>
                </a:lnTo>
                <a:lnTo>
                  <a:pt x="566313" y="15787"/>
                </a:lnTo>
                <a:lnTo>
                  <a:pt x="566451" y="16134"/>
                </a:lnTo>
                <a:lnTo>
                  <a:pt x="566601" y="16476"/>
                </a:lnTo>
                <a:lnTo>
                  <a:pt x="566764" y="16812"/>
                </a:lnTo>
                <a:lnTo>
                  <a:pt x="566938" y="17143"/>
                </a:lnTo>
                <a:lnTo>
                  <a:pt x="567124" y="17468"/>
                </a:lnTo>
                <a:lnTo>
                  <a:pt x="567322" y="17787"/>
                </a:lnTo>
                <a:lnTo>
                  <a:pt x="567533" y="18101"/>
                </a:lnTo>
                <a:lnTo>
                  <a:pt x="567755" y="18409"/>
                </a:lnTo>
                <a:lnTo>
                  <a:pt x="567989" y="18711"/>
                </a:lnTo>
                <a:lnTo>
                  <a:pt x="568236" y="19008"/>
                </a:lnTo>
                <a:lnTo>
                  <a:pt x="568494" y="19299"/>
                </a:lnTo>
                <a:lnTo>
                  <a:pt x="568764" y="19585"/>
                </a:lnTo>
                <a:lnTo>
                  <a:pt x="569047" y="19865"/>
                </a:lnTo>
                <a:lnTo>
                  <a:pt x="569340" y="20136"/>
                </a:lnTo>
                <a:lnTo>
                  <a:pt x="569645" y="20396"/>
                </a:lnTo>
                <a:lnTo>
                  <a:pt x="569960" y="20644"/>
                </a:lnTo>
                <a:lnTo>
                  <a:pt x="570286" y="20881"/>
                </a:lnTo>
                <a:lnTo>
                  <a:pt x="570623" y="21106"/>
                </a:lnTo>
                <a:lnTo>
                  <a:pt x="570971" y="21320"/>
                </a:lnTo>
                <a:lnTo>
                  <a:pt x="571329" y="21522"/>
                </a:lnTo>
                <a:lnTo>
                  <a:pt x="571698" y="21712"/>
                </a:lnTo>
                <a:lnTo>
                  <a:pt x="572078" y="21891"/>
                </a:lnTo>
                <a:lnTo>
                  <a:pt x="572469" y="22059"/>
                </a:lnTo>
                <a:lnTo>
                  <a:pt x="572870" y="22215"/>
                </a:lnTo>
                <a:lnTo>
                  <a:pt x="573283" y="22359"/>
                </a:lnTo>
                <a:lnTo>
                  <a:pt x="573705" y="22492"/>
                </a:lnTo>
                <a:lnTo>
                  <a:pt x="574139" y="22613"/>
                </a:lnTo>
                <a:lnTo>
                  <a:pt x="574584" y="22723"/>
                </a:lnTo>
                <a:lnTo>
                  <a:pt x="575039" y="22821"/>
                </a:lnTo>
                <a:lnTo>
                  <a:pt x="575505" y="22907"/>
                </a:lnTo>
                <a:lnTo>
                  <a:pt x="575982" y="22983"/>
                </a:lnTo>
                <a:lnTo>
                  <a:pt x="576469" y="23046"/>
                </a:lnTo>
                <a:lnTo>
                  <a:pt x="576968" y="23098"/>
                </a:lnTo>
                <a:lnTo>
                  <a:pt x="577477" y="23138"/>
                </a:lnTo>
                <a:lnTo>
                  <a:pt x="577997" y="23167"/>
                </a:lnTo>
                <a:lnTo>
                  <a:pt x="578527" y="23185"/>
                </a:lnTo>
                <a:lnTo>
                  <a:pt x="579069" y="23190"/>
                </a:lnTo>
                <a:lnTo>
                  <a:pt x="579610" y="23185"/>
                </a:lnTo>
                <a:lnTo>
                  <a:pt x="580141" y="23167"/>
                </a:lnTo>
                <a:lnTo>
                  <a:pt x="580661" y="23138"/>
                </a:lnTo>
                <a:close/>
                <a:moveTo>
                  <a:pt x="73526" y="51684"/>
                </a:moveTo>
                <a:lnTo>
                  <a:pt x="25258" y="51684"/>
                </a:lnTo>
                <a:lnTo>
                  <a:pt x="25258" y="23460"/>
                </a:lnTo>
                <a:lnTo>
                  <a:pt x="79099" y="23460"/>
                </a:lnTo>
                <a:lnTo>
                  <a:pt x="79099" y="2517"/>
                </a:lnTo>
                <a:lnTo>
                  <a:pt x="0" y="2517"/>
                </a:lnTo>
                <a:lnTo>
                  <a:pt x="0" y="123502"/>
                </a:lnTo>
                <a:lnTo>
                  <a:pt x="25258" y="123502"/>
                </a:lnTo>
                <a:lnTo>
                  <a:pt x="25258" y="71728"/>
                </a:lnTo>
                <a:lnTo>
                  <a:pt x="73526" y="71728"/>
                </a:lnTo>
                <a:lnTo>
                  <a:pt x="73526" y="51684"/>
                </a:lnTo>
                <a:close/>
                <a:moveTo>
                  <a:pt x="223251" y="63425"/>
                </a:moveTo>
                <a:lnTo>
                  <a:pt x="223500" y="63098"/>
                </a:lnTo>
                <a:lnTo>
                  <a:pt x="223753" y="62776"/>
                </a:lnTo>
                <a:lnTo>
                  <a:pt x="224010" y="62461"/>
                </a:lnTo>
                <a:lnTo>
                  <a:pt x="224270" y="62152"/>
                </a:lnTo>
                <a:lnTo>
                  <a:pt x="224534" y="61849"/>
                </a:lnTo>
                <a:lnTo>
                  <a:pt x="224802" y="61552"/>
                </a:lnTo>
                <a:lnTo>
                  <a:pt x="225073" y="61262"/>
                </a:lnTo>
                <a:lnTo>
                  <a:pt x="225349" y="60977"/>
                </a:lnTo>
                <a:lnTo>
                  <a:pt x="225628" y="60699"/>
                </a:lnTo>
                <a:lnTo>
                  <a:pt x="225911" y="60427"/>
                </a:lnTo>
                <a:lnTo>
                  <a:pt x="226197" y="60162"/>
                </a:lnTo>
                <a:lnTo>
                  <a:pt x="226487" y="59902"/>
                </a:lnTo>
                <a:lnTo>
                  <a:pt x="226781" y="59649"/>
                </a:lnTo>
                <a:lnTo>
                  <a:pt x="227079" y="59402"/>
                </a:lnTo>
                <a:lnTo>
                  <a:pt x="227381" y="59161"/>
                </a:lnTo>
                <a:lnTo>
                  <a:pt x="227686" y="58926"/>
                </a:lnTo>
                <a:lnTo>
                  <a:pt x="227995" y="58697"/>
                </a:lnTo>
                <a:lnTo>
                  <a:pt x="228307" y="58475"/>
                </a:lnTo>
                <a:lnTo>
                  <a:pt x="228624" y="58259"/>
                </a:lnTo>
                <a:lnTo>
                  <a:pt x="228944" y="58049"/>
                </a:lnTo>
                <a:lnTo>
                  <a:pt x="229268" y="57845"/>
                </a:lnTo>
                <a:lnTo>
                  <a:pt x="229596" y="57647"/>
                </a:lnTo>
                <a:lnTo>
                  <a:pt x="229927" y="57455"/>
                </a:lnTo>
                <a:lnTo>
                  <a:pt x="230261" y="57268"/>
                </a:lnTo>
                <a:lnTo>
                  <a:pt x="230599" y="57085"/>
                </a:lnTo>
                <a:lnTo>
                  <a:pt x="230939" y="56907"/>
                </a:lnTo>
                <a:lnTo>
                  <a:pt x="231283" y="56734"/>
                </a:lnTo>
                <a:lnTo>
                  <a:pt x="231629" y="56566"/>
                </a:lnTo>
                <a:lnTo>
                  <a:pt x="231979" y="56403"/>
                </a:lnTo>
                <a:lnTo>
                  <a:pt x="232332" y="56244"/>
                </a:lnTo>
                <a:lnTo>
                  <a:pt x="232688" y="56090"/>
                </a:lnTo>
                <a:lnTo>
                  <a:pt x="233048" y="55941"/>
                </a:lnTo>
                <a:lnTo>
                  <a:pt x="233410" y="55796"/>
                </a:lnTo>
                <a:lnTo>
                  <a:pt x="233775" y="55656"/>
                </a:lnTo>
                <a:lnTo>
                  <a:pt x="234144" y="55522"/>
                </a:lnTo>
                <a:lnTo>
                  <a:pt x="234516" y="55391"/>
                </a:lnTo>
                <a:lnTo>
                  <a:pt x="234891" y="55266"/>
                </a:lnTo>
                <a:lnTo>
                  <a:pt x="235269" y="55146"/>
                </a:lnTo>
                <a:lnTo>
                  <a:pt x="235650" y="55030"/>
                </a:lnTo>
                <a:lnTo>
                  <a:pt x="236034" y="54919"/>
                </a:lnTo>
                <a:lnTo>
                  <a:pt x="236421" y="54812"/>
                </a:lnTo>
                <a:lnTo>
                  <a:pt x="236812" y="54711"/>
                </a:lnTo>
                <a:lnTo>
                  <a:pt x="237205" y="54614"/>
                </a:lnTo>
                <a:lnTo>
                  <a:pt x="237602" y="54522"/>
                </a:lnTo>
                <a:lnTo>
                  <a:pt x="238002" y="54435"/>
                </a:lnTo>
                <a:lnTo>
                  <a:pt x="238405" y="54352"/>
                </a:lnTo>
                <a:lnTo>
                  <a:pt x="238810" y="54274"/>
                </a:lnTo>
                <a:lnTo>
                  <a:pt x="239217" y="54199"/>
                </a:lnTo>
                <a:lnTo>
                  <a:pt x="239625" y="54127"/>
                </a:lnTo>
                <a:lnTo>
                  <a:pt x="240035" y="54059"/>
                </a:lnTo>
                <a:lnTo>
                  <a:pt x="240447" y="53994"/>
                </a:lnTo>
                <a:lnTo>
                  <a:pt x="240860" y="53932"/>
                </a:lnTo>
                <a:lnTo>
                  <a:pt x="241274" y="53874"/>
                </a:lnTo>
                <a:lnTo>
                  <a:pt x="241690" y="53819"/>
                </a:lnTo>
                <a:lnTo>
                  <a:pt x="242108" y="53767"/>
                </a:lnTo>
                <a:lnTo>
                  <a:pt x="242527" y="53719"/>
                </a:lnTo>
                <a:lnTo>
                  <a:pt x="242948" y="53674"/>
                </a:lnTo>
                <a:lnTo>
                  <a:pt x="243371" y="53632"/>
                </a:lnTo>
                <a:lnTo>
                  <a:pt x="243795" y="53594"/>
                </a:lnTo>
                <a:lnTo>
                  <a:pt x="244220" y="53559"/>
                </a:lnTo>
                <a:lnTo>
                  <a:pt x="244647" y="53527"/>
                </a:lnTo>
                <a:lnTo>
                  <a:pt x="245076" y="53499"/>
                </a:lnTo>
                <a:lnTo>
                  <a:pt x="245506" y="53474"/>
                </a:lnTo>
                <a:lnTo>
                  <a:pt x="245938" y="53452"/>
                </a:lnTo>
                <a:lnTo>
                  <a:pt x="246371" y="53434"/>
                </a:lnTo>
                <a:lnTo>
                  <a:pt x="246806" y="53418"/>
                </a:lnTo>
                <a:lnTo>
                  <a:pt x="247243" y="53407"/>
                </a:lnTo>
                <a:lnTo>
                  <a:pt x="247681" y="53398"/>
                </a:lnTo>
                <a:lnTo>
                  <a:pt x="248120" y="53393"/>
                </a:lnTo>
                <a:lnTo>
                  <a:pt x="248562" y="53392"/>
                </a:lnTo>
                <a:lnTo>
                  <a:pt x="250809" y="53392"/>
                </a:lnTo>
                <a:lnTo>
                  <a:pt x="250809" y="33347"/>
                </a:lnTo>
                <a:lnTo>
                  <a:pt x="249011" y="33347"/>
                </a:lnTo>
                <a:lnTo>
                  <a:pt x="248207" y="33355"/>
                </a:lnTo>
                <a:lnTo>
                  <a:pt x="247413" y="33377"/>
                </a:lnTo>
                <a:lnTo>
                  <a:pt x="246629" y="33413"/>
                </a:lnTo>
                <a:lnTo>
                  <a:pt x="245855" y="33465"/>
                </a:lnTo>
                <a:lnTo>
                  <a:pt x="245091" y="33531"/>
                </a:lnTo>
                <a:lnTo>
                  <a:pt x="244337" y="33611"/>
                </a:lnTo>
                <a:lnTo>
                  <a:pt x="243593" y="33707"/>
                </a:lnTo>
                <a:lnTo>
                  <a:pt x="242859" y="33817"/>
                </a:lnTo>
                <a:lnTo>
                  <a:pt x="242135" y="33941"/>
                </a:lnTo>
                <a:lnTo>
                  <a:pt x="241421" y="34081"/>
                </a:lnTo>
                <a:lnTo>
                  <a:pt x="240717" y="34235"/>
                </a:lnTo>
                <a:lnTo>
                  <a:pt x="240023" y="34404"/>
                </a:lnTo>
                <a:lnTo>
                  <a:pt x="239338" y="34587"/>
                </a:lnTo>
                <a:lnTo>
                  <a:pt x="238664" y="34785"/>
                </a:lnTo>
                <a:lnTo>
                  <a:pt x="238000" y="34998"/>
                </a:lnTo>
                <a:lnTo>
                  <a:pt x="237346" y="35225"/>
                </a:lnTo>
                <a:lnTo>
                  <a:pt x="236702" y="35467"/>
                </a:lnTo>
                <a:lnTo>
                  <a:pt x="236068" y="35724"/>
                </a:lnTo>
                <a:lnTo>
                  <a:pt x="235443" y="35995"/>
                </a:lnTo>
                <a:lnTo>
                  <a:pt x="234829" y="36281"/>
                </a:lnTo>
                <a:lnTo>
                  <a:pt x="234225" y="36582"/>
                </a:lnTo>
                <a:lnTo>
                  <a:pt x="233631" y="36897"/>
                </a:lnTo>
                <a:lnTo>
                  <a:pt x="233046" y="37227"/>
                </a:lnTo>
                <a:lnTo>
                  <a:pt x="232472" y="37572"/>
                </a:lnTo>
                <a:lnTo>
                  <a:pt x="231909" y="37930"/>
                </a:lnTo>
                <a:lnTo>
                  <a:pt x="231357" y="38302"/>
                </a:lnTo>
                <a:lnTo>
                  <a:pt x="230818" y="38686"/>
                </a:lnTo>
                <a:lnTo>
                  <a:pt x="230290" y="39083"/>
                </a:lnTo>
                <a:lnTo>
                  <a:pt x="229774" y="39492"/>
                </a:lnTo>
                <a:lnTo>
                  <a:pt x="229270" y="39915"/>
                </a:lnTo>
                <a:lnTo>
                  <a:pt x="228778" y="40350"/>
                </a:lnTo>
                <a:lnTo>
                  <a:pt x="228297" y="40798"/>
                </a:lnTo>
                <a:lnTo>
                  <a:pt x="227829" y="41259"/>
                </a:lnTo>
                <a:lnTo>
                  <a:pt x="227372" y="41732"/>
                </a:lnTo>
                <a:lnTo>
                  <a:pt x="226928" y="42219"/>
                </a:lnTo>
                <a:lnTo>
                  <a:pt x="226495" y="42718"/>
                </a:lnTo>
                <a:lnTo>
                  <a:pt x="226074" y="43230"/>
                </a:lnTo>
                <a:lnTo>
                  <a:pt x="225665" y="43755"/>
                </a:lnTo>
                <a:lnTo>
                  <a:pt x="225267" y="44292"/>
                </a:lnTo>
                <a:lnTo>
                  <a:pt x="224882" y="44843"/>
                </a:lnTo>
                <a:lnTo>
                  <a:pt x="224508" y="45406"/>
                </a:lnTo>
                <a:lnTo>
                  <a:pt x="224147" y="45982"/>
                </a:lnTo>
                <a:lnTo>
                  <a:pt x="223797" y="46571"/>
                </a:lnTo>
                <a:lnTo>
                  <a:pt x="223459" y="47172"/>
                </a:lnTo>
                <a:lnTo>
                  <a:pt x="223133" y="47787"/>
                </a:lnTo>
                <a:lnTo>
                  <a:pt x="222818" y="48414"/>
                </a:lnTo>
                <a:lnTo>
                  <a:pt x="222516" y="49054"/>
                </a:lnTo>
                <a:lnTo>
                  <a:pt x="222225" y="49707"/>
                </a:lnTo>
                <a:lnTo>
                  <a:pt x="221776" y="34696"/>
                </a:lnTo>
                <a:lnTo>
                  <a:pt x="198945" y="34696"/>
                </a:lnTo>
                <a:lnTo>
                  <a:pt x="198945" y="123502"/>
                </a:lnTo>
                <a:lnTo>
                  <a:pt x="222765" y="123502"/>
                </a:lnTo>
                <a:lnTo>
                  <a:pt x="222765" y="64099"/>
                </a:lnTo>
                <a:lnTo>
                  <a:pt x="223006" y="63759"/>
                </a:lnTo>
                <a:lnTo>
                  <a:pt x="223251" y="63425"/>
                </a:lnTo>
                <a:close/>
                <a:moveTo>
                  <a:pt x="390919" y="63213"/>
                </a:moveTo>
                <a:lnTo>
                  <a:pt x="391245" y="62822"/>
                </a:lnTo>
                <a:lnTo>
                  <a:pt x="391576" y="62436"/>
                </a:lnTo>
                <a:lnTo>
                  <a:pt x="391910" y="62055"/>
                </a:lnTo>
                <a:lnTo>
                  <a:pt x="392250" y="61680"/>
                </a:lnTo>
                <a:lnTo>
                  <a:pt x="392594" y="61309"/>
                </a:lnTo>
                <a:lnTo>
                  <a:pt x="392943" y="60943"/>
                </a:lnTo>
                <a:lnTo>
                  <a:pt x="393296" y="60583"/>
                </a:lnTo>
                <a:lnTo>
                  <a:pt x="393653" y="60228"/>
                </a:lnTo>
                <a:lnTo>
                  <a:pt x="394015" y="59877"/>
                </a:lnTo>
                <a:lnTo>
                  <a:pt x="394382" y="59532"/>
                </a:lnTo>
                <a:lnTo>
                  <a:pt x="394753" y="59192"/>
                </a:lnTo>
                <a:lnTo>
                  <a:pt x="395129" y="58857"/>
                </a:lnTo>
                <a:lnTo>
                  <a:pt x="395509" y="58527"/>
                </a:lnTo>
                <a:lnTo>
                  <a:pt x="395894" y="58202"/>
                </a:lnTo>
                <a:lnTo>
                  <a:pt x="396283" y="57882"/>
                </a:lnTo>
                <a:lnTo>
                  <a:pt x="396677" y="57567"/>
                </a:lnTo>
                <a:lnTo>
                  <a:pt x="397075" y="57258"/>
                </a:lnTo>
                <a:lnTo>
                  <a:pt x="397478" y="56953"/>
                </a:lnTo>
                <a:lnTo>
                  <a:pt x="397885" y="56653"/>
                </a:lnTo>
                <a:lnTo>
                  <a:pt x="398297" y="56359"/>
                </a:lnTo>
                <a:lnTo>
                  <a:pt x="398714" y="56069"/>
                </a:lnTo>
                <a:lnTo>
                  <a:pt x="399135" y="55785"/>
                </a:lnTo>
                <a:lnTo>
                  <a:pt x="399561" y="55509"/>
                </a:lnTo>
                <a:lnTo>
                  <a:pt x="399995" y="55245"/>
                </a:lnTo>
                <a:lnTo>
                  <a:pt x="400436" y="54992"/>
                </a:lnTo>
                <a:lnTo>
                  <a:pt x="400884" y="54752"/>
                </a:lnTo>
                <a:lnTo>
                  <a:pt x="401338" y="54523"/>
                </a:lnTo>
                <a:lnTo>
                  <a:pt x="401800" y="54305"/>
                </a:lnTo>
                <a:lnTo>
                  <a:pt x="402269" y="54100"/>
                </a:lnTo>
                <a:lnTo>
                  <a:pt x="402745" y="53906"/>
                </a:lnTo>
                <a:lnTo>
                  <a:pt x="403228" y="53724"/>
                </a:lnTo>
                <a:lnTo>
                  <a:pt x="403718" y="53554"/>
                </a:lnTo>
                <a:lnTo>
                  <a:pt x="404215" y="53395"/>
                </a:lnTo>
                <a:lnTo>
                  <a:pt x="404719" y="53249"/>
                </a:lnTo>
                <a:lnTo>
                  <a:pt x="405230" y="53114"/>
                </a:lnTo>
                <a:lnTo>
                  <a:pt x="405748" y="52990"/>
                </a:lnTo>
                <a:lnTo>
                  <a:pt x="406273" y="52879"/>
                </a:lnTo>
                <a:lnTo>
                  <a:pt x="406805" y="52779"/>
                </a:lnTo>
                <a:lnTo>
                  <a:pt x="407344" y="52691"/>
                </a:lnTo>
                <a:lnTo>
                  <a:pt x="407890" y="52614"/>
                </a:lnTo>
                <a:lnTo>
                  <a:pt x="408443" y="52550"/>
                </a:lnTo>
                <a:lnTo>
                  <a:pt x="409003" y="52497"/>
                </a:lnTo>
                <a:lnTo>
                  <a:pt x="409570" y="52456"/>
                </a:lnTo>
                <a:lnTo>
                  <a:pt x="410145" y="52427"/>
                </a:lnTo>
                <a:lnTo>
                  <a:pt x="410726" y="52409"/>
                </a:lnTo>
                <a:lnTo>
                  <a:pt x="411314" y="52403"/>
                </a:lnTo>
                <a:lnTo>
                  <a:pt x="411708" y="52407"/>
                </a:lnTo>
                <a:lnTo>
                  <a:pt x="412095" y="52417"/>
                </a:lnTo>
                <a:lnTo>
                  <a:pt x="412476" y="52434"/>
                </a:lnTo>
                <a:lnTo>
                  <a:pt x="412851" y="52459"/>
                </a:lnTo>
                <a:lnTo>
                  <a:pt x="413219" y="52490"/>
                </a:lnTo>
                <a:lnTo>
                  <a:pt x="413581" y="52529"/>
                </a:lnTo>
                <a:lnTo>
                  <a:pt x="413936" y="52574"/>
                </a:lnTo>
                <a:lnTo>
                  <a:pt x="414285" y="52627"/>
                </a:lnTo>
                <a:lnTo>
                  <a:pt x="414628" y="52686"/>
                </a:lnTo>
                <a:lnTo>
                  <a:pt x="414964" y="52752"/>
                </a:lnTo>
                <a:lnTo>
                  <a:pt x="415294" y="52826"/>
                </a:lnTo>
                <a:lnTo>
                  <a:pt x="415617" y="52906"/>
                </a:lnTo>
                <a:lnTo>
                  <a:pt x="415934" y="52993"/>
                </a:lnTo>
                <a:lnTo>
                  <a:pt x="416245" y="53087"/>
                </a:lnTo>
                <a:lnTo>
                  <a:pt x="416549" y="53189"/>
                </a:lnTo>
                <a:lnTo>
                  <a:pt x="416847" y="53297"/>
                </a:lnTo>
                <a:lnTo>
                  <a:pt x="417138" y="53412"/>
                </a:lnTo>
                <a:lnTo>
                  <a:pt x="417423" y="53534"/>
                </a:lnTo>
                <a:lnTo>
                  <a:pt x="417702" y="53664"/>
                </a:lnTo>
                <a:lnTo>
                  <a:pt x="417974" y="53800"/>
                </a:lnTo>
                <a:lnTo>
                  <a:pt x="418240" y="53943"/>
                </a:lnTo>
                <a:lnTo>
                  <a:pt x="418500" y="54093"/>
                </a:lnTo>
                <a:lnTo>
                  <a:pt x="418753" y="54250"/>
                </a:lnTo>
                <a:lnTo>
                  <a:pt x="418999" y="54414"/>
                </a:lnTo>
                <a:lnTo>
                  <a:pt x="419240" y="54585"/>
                </a:lnTo>
                <a:lnTo>
                  <a:pt x="419475" y="54761"/>
                </a:lnTo>
                <a:lnTo>
                  <a:pt x="419705" y="54943"/>
                </a:lnTo>
                <a:lnTo>
                  <a:pt x="419929" y="55130"/>
                </a:lnTo>
                <a:lnTo>
                  <a:pt x="420148" y="55324"/>
                </a:lnTo>
                <a:lnTo>
                  <a:pt x="420362" y="55523"/>
                </a:lnTo>
                <a:lnTo>
                  <a:pt x="420570" y="55727"/>
                </a:lnTo>
                <a:lnTo>
                  <a:pt x="420772" y="55938"/>
                </a:lnTo>
                <a:lnTo>
                  <a:pt x="420969" y="56154"/>
                </a:lnTo>
                <a:lnTo>
                  <a:pt x="421161" y="56376"/>
                </a:lnTo>
                <a:lnTo>
                  <a:pt x="421347" y="56603"/>
                </a:lnTo>
                <a:lnTo>
                  <a:pt x="421527" y="56836"/>
                </a:lnTo>
                <a:lnTo>
                  <a:pt x="421702" y="57075"/>
                </a:lnTo>
                <a:lnTo>
                  <a:pt x="421872" y="57320"/>
                </a:lnTo>
                <a:lnTo>
                  <a:pt x="422036" y="57570"/>
                </a:lnTo>
                <a:lnTo>
                  <a:pt x="422195" y="57826"/>
                </a:lnTo>
                <a:lnTo>
                  <a:pt x="422348" y="58088"/>
                </a:lnTo>
                <a:lnTo>
                  <a:pt x="422496" y="58355"/>
                </a:lnTo>
                <a:lnTo>
                  <a:pt x="422639" y="58628"/>
                </a:lnTo>
                <a:lnTo>
                  <a:pt x="422776" y="58907"/>
                </a:lnTo>
                <a:lnTo>
                  <a:pt x="422907" y="59192"/>
                </a:lnTo>
                <a:lnTo>
                  <a:pt x="423033" y="59482"/>
                </a:lnTo>
                <a:lnTo>
                  <a:pt x="423154" y="59778"/>
                </a:lnTo>
                <a:lnTo>
                  <a:pt x="423269" y="60080"/>
                </a:lnTo>
                <a:lnTo>
                  <a:pt x="423379" y="60386"/>
                </a:lnTo>
                <a:lnTo>
                  <a:pt x="423484" y="60697"/>
                </a:lnTo>
                <a:lnTo>
                  <a:pt x="423585" y="61012"/>
                </a:lnTo>
                <a:lnTo>
                  <a:pt x="423681" y="61331"/>
                </a:lnTo>
                <a:lnTo>
                  <a:pt x="423772" y="61654"/>
                </a:lnTo>
                <a:lnTo>
                  <a:pt x="423859" y="61981"/>
                </a:lnTo>
                <a:lnTo>
                  <a:pt x="423941" y="62313"/>
                </a:lnTo>
                <a:lnTo>
                  <a:pt x="424018" y="62648"/>
                </a:lnTo>
                <a:lnTo>
                  <a:pt x="424090" y="62988"/>
                </a:lnTo>
                <a:lnTo>
                  <a:pt x="424158" y="63332"/>
                </a:lnTo>
                <a:lnTo>
                  <a:pt x="424221" y="63680"/>
                </a:lnTo>
                <a:lnTo>
                  <a:pt x="424280" y="64032"/>
                </a:lnTo>
                <a:lnTo>
                  <a:pt x="424334" y="64388"/>
                </a:lnTo>
                <a:lnTo>
                  <a:pt x="424383" y="64749"/>
                </a:lnTo>
                <a:lnTo>
                  <a:pt x="424427" y="65113"/>
                </a:lnTo>
                <a:lnTo>
                  <a:pt x="424467" y="65482"/>
                </a:lnTo>
                <a:lnTo>
                  <a:pt x="424502" y="65854"/>
                </a:lnTo>
                <a:lnTo>
                  <a:pt x="424533" y="66231"/>
                </a:lnTo>
                <a:lnTo>
                  <a:pt x="424559" y="66612"/>
                </a:lnTo>
                <a:lnTo>
                  <a:pt x="424580" y="66998"/>
                </a:lnTo>
                <a:lnTo>
                  <a:pt x="424596" y="67387"/>
                </a:lnTo>
                <a:lnTo>
                  <a:pt x="424608" y="67780"/>
                </a:lnTo>
                <a:lnTo>
                  <a:pt x="424615" y="68178"/>
                </a:lnTo>
                <a:lnTo>
                  <a:pt x="424617" y="68580"/>
                </a:lnTo>
                <a:lnTo>
                  <a:pt x="424617" y="123502"/>
                </a:lnTo>
                <a:lnTo>
                  <a:pt x="448257" y="123502"/>
                </a:lnTo>
                <a:lnTo>
                  <a:pt x="448257" y="65675"/>
                </a:lnTo>
                <a:lnTo>
                  <a:pt x="448244" y="64368"/>
                </a:lnTo>
                <a:lnTo>
                  <a:pt x="448206" y="63087"/>
                </a:lnTo>
                <a:lnTo>
                  <a:pt x="448142" y="61833"/>
                </a:lnTo>
                <a:lnTo>
                  <a:pt x="448052" y="60605"/>
                </a:lnTo>
                <a:lnTo>
                  <a:pt x="447937" y="59403"/>
                </a:lnTo>
                <a:lnTo>
                  <a:pt x="447796" y="58228"/>
                </a:lnTo>
                <a:lnTo>
                  <a:pt x="447630" y="57079"/>
                </a:lnTo>
                <a:lnTo>
                  <a:pt x="447438" y="55957"/>
                </a:lnTo>
                <a:lnTo>
                  <a:pt x="447220" y="54861"/>
                </a:lnTo>
                <a:lnTo>
                  <a:pt x="446977" y="53791"/>
                </a:lnTo>
                <a:lnTo>
                  <a:pt x="446709" y="52748"/>
                </a:lnTo>
                <a:lnTo>
                  <a:pt x="446414" y="51731"/>
                </a:lnTo>
                <a:lnTo>
                  <a:pt x="446094" y="50741"/>
                </a:lnTo>
                <a:lnTo>
                  <a:pt x="445749" y="49777"/>
                </a:lnTo>
                <a:lnTo>
                  <a:pt x="445378" y="48839"/>
                </a:lnTo>
                <a:lnTo>
                  <a:pt x="444981" y="47928"/>
                </a:lnTo>
                <a:lnTo>
                  <a:pt x="444559" y="47043"/>
                </a:lnTo>
                <a:lnTo>
                  <a:pt x="444111" y="46185"/>
                </a:lnTo>
                <a:lnTo>
                  <a:pt x="443637" y="45353"/>
                </a:lnTo>
                <a:lnTo>
                  <a:pt x="443138" y="44547"/>
                </a:lnTo>
                <a:lnTo>
                  <a:pt x="442614" y="43768"/>
                </a:lnTo>
                <a:lnTo>
                  <a:pt x="442064" y="43015"/>
                </a:lnTo>
                <a:lnTo>
                  <a:pt x="441488" y="42289"/>
                </a:lnTo>
                <a:lnTo>
                  <a:pt x="440886" y="41589"/>
                </a:lnTo>
                <a:lnTo>
                  <a:pt x="440262" y="40916"/>
                </a:lnTo>
                <a:lnTo>
                  <a:pt x="439616" y="40272"/>
                </a:lnTo>
                <a:lnTo>
                  <a:pt x="438950" y="39657"/>
                </a:lnTo>
                <a:lnTo>
                  <a:pt x="438262" y="39071"/>
                </a:lnTo>
                <a:lnTo>
                  <a:pt x="437554" y="38513"/>
                </a:lnTo>
                <a:lnTo>
                  <a:pt x="436825" y="37983"/>
                </a:lnTo>
                <a:lnTo>
                  <a:pt x="436074" y="37482"/>
                </a:lnTo>
                <a:lnTo>
                  <a:pt x="435303" y="37010"/>
                </a:lnTo>
                <a:lnTo>
                  <a:pt x="434511" y="36567"/>
                </a:lnTo>
                <a:lnTo>
                  <a:pt x="433699" y="36152"/>
                </a:lnTo>
                <a:lnTo>
                  <a:pt x="432865" y="35765"/>
                </a:lnTo>
                <a:lnTo>
                  <a:pt x="432010" y="35408"/>
                </a:lnTo>
                <a:lnTo>
                  <a:pt x="431135" y="35079"/>
                </a:lnTo>
                <a:lnTo>
                  <a:pt x="430238" y="34778"/>
                </a:lnTo>
                <a:lnTo>
                  <a:pt x="429321" y="34506"/>
                </a:lnTo>
                <a:lnTo>
                  <a:pt x="428382" y="34263"/>
                </a:lnTo>
                <a:lnTo>
                  <a:pt x="427423" y="34049"/>
                </a:lnTo>
                <a:lnTo>
                  <a:pt x="426443" y="33862"/>
                </a:lnTo>
                <a:lnTo>
                  <a:pt x="425442" y="33705"/>
                </a:lnTo>
                <a:lnTo>
                  <a:pt x="424420" y="33576"/>
                </a:lnTo>
                <a:lnTo>
                  <a:pt x="423377" y="33476"/>
                </a:lnTo>
                <a:lnTo>
                  <a:pt x="422313" y="33405"/>
                </a:lnTo>
                <a:lnTo>
                  <a:pt x="421228" y="33362"/>
                </a:lnTo>
                <a:lnTo>
                  <a:pt x="420123" y="33347"/>
                </a:lnTo>
                <a:lnTo>
                  <a:pt x="419172" y="33355"/>
                </a:lnTo>
                <a:lnTo>
                  <a:pt x="418235" y="33378"/>
                </a:lnTo>
                <a:lnTo>
                  <a:pt x="417314" y="33416"/>
                </a:lnTo>
                <a:lnTo>
                  <a:pt x="416408" y="33469"/>
                </a:lnTo>
                <a:lnTo>
                  <a:pt x="415516" y="33537"/>
                </a:lnTo>
                <a:lnTo>
                  <a:pt x="414640" y="33620"/>
                </a:lnTo>
                <a:lnTo>
                  <a:pt x="413778" y="33718"/>
                </a:lnTo>
                <a:lnTo>
                  <a:pt x="412932" y="33832"/>
                </a:lnTo>
                <a:lnTo>
                  <a:pt x="412101" y="33960"/>
                </a:lnTo>
                <a:lnTo>
                  <a:pt x="411284" y="34104"/>
                </a:lnTo>
                <a:lnTo>
                  <a:pt x="410483" y="34263"/>
                </a:lnTo>
                <a:lnTo>
                  <a:pt x="409696" y="34437"/>
                </a:lnTo>
                <a:lnTo>
                  <a:pt x="408925" y="34626"/>
                </a:lnTo>
                <a:lnTo>
                  <a:pt x="408168" y="34831"/>
                </a:lnTo>
                <a:lnTo>
                  <a:pt x="407427" y="35050"/>
                </a:lnTo>
                <a:lnTo>
                  <a:pt x="406700" y="35285"/>
                </a:lnTo>
                <a:lnTo>
                  <a:pt x="405988" y="35535"/>
                </a:lnTo>
                <a:lnTo>
                  <a:pt x="405292" y="35800"/>
                </a:lnTo>
                <a:lnTo>
                  <a:pt x="404610" y="36080"/>
                </a:lnTo>
                <a:lnTo>
                  <a:pt x="403943" y="36375"/>
                </a:lnTo>
                <a:lnTo>
                  <a:pt x="403292" y="36685"/>
                </a:lnTo>
                <a:lnTo>
                  <a:pt x="402655" y="37011"/>
                </a:lnTo>
                <a:lnTo>
                  <a:pt x="402033" y="37351"/>
                </a:lnTo>
                <a:lnTo>
                  <a:pt x="401427" y="37707"/>
                </a:lnTo>
                <a:lnTo>
                  <a:pt x="400832" y="38072"/>
                </a:lnTo>
                <a:lnTo>
                  <a:pt x="400248" y="38442"/>
                </a:lnTo>
                <a:lnTo>
                  <a:pt x="399673" y="38817"/>
                </a:lnTo>
                <a:lnTo>
                  <a:pt x="399107" y="39196"/>
                </a:lnTo>
                <a:lnTo>
                  <a:pt x="398551" y="39580"/>
                </a:lnTo>
                <a:lnTo>
                  <a:pt x="398005" y="39968"/>
                </a:lnTo>
                <a:lnTo>
                  <a:pt x="397469" y="40361"/>
                </a:lnTo>
                <a:lnTo>
                  <a:pt x="396942" y="40758"/>
                </a:lnTo>
                <a:lnTo>
                  <a:pt x="396425" y="41160"/>
                </a:lnTo>
                <a:lnTo>
                  <a:pt x="395918" y="41566"/>
                </a:lnTo>
                <a:lnTo>
                  <a:pt x="395420" y="41977"/>
                </a:lnTo>
                <a:lnTo>
                  <a:pt x="394932" y="42392"/>
                </a:lnTo>
                <a:lnTo>
                  <a:pt x="394454" y="42812"/>
                </a:lnTo>
                <a:lnTo>
                  <a:pt x="393986" y="43236"/>
                </a:lnTo>
                <a:lnTo>
                  <a:pt x="393527" y="43665"/>
                </a:lnTo>
                <a:lnTo>
                  <a:pt x="393077" y="44099"/>
                </a:lnTo>
                <a:lnTo>
                  <a:pt x="392638" y="44537"/>
                </a:lnTo>
                <a:lnTo>
                  <a:pt x="392208" y="44979"/>
                </a:lnTo>
                <a:lnTo>
                  <a:pt x="391788" y="45426"/>
                </a:lnTo>
                <a:lnTo>
                  <a:pt x="391377" y="45878"/>
                </a:lnTo>
                <a:lnTo>
                  <a:pt x="390976" y="46334"/>
                </a:lnTo>
                <a:lnTo>
                  <a:pt x="390585" y="46794"/>
                </a:lnTo>
                <a:lnTo>
                  <a:pt x="390203" y="47259"/>
                </a:lnTo>
                <a:lnTo>
                  <a:pt x="389831" y="47729"/>
                </a:lnTo>
                <a:lnTo>
                  <a:pt x="389382" y="34696"/>
                </a:lnTo>
                <a:lnTo>
                  <a:pt x="366461" y="34696"/>
                </a:lnTo>
                <a:lnTo>
                  <a:pt x="366461" y="123502"/>
                </a:lnTo>
                <a:lnTo>
                  <a:pt x="390281" y="123502"/>
                </a:lnTo>
                <a:lnTo>
                  <a:pt x="390281" y="64010"/>
                </a:lnTo>
                <a:lnTo>
                  <a:pt x="390598" y="63608"/>
                </a:lnTo>
                <a:lnTo>
                  <a:pt x="390919" y="63213"/>
                </a:lnTo>
                <a:close/>
                <a:moveTo>
                  <a:pt x="567114" y="123502"/>
                </a:moveTo>
                <a:lnTo>
                  <a:pt x="590934" y="123502"/>
                </a:lnTo>
                <a:lnTo>
                  <a:pt x="590934" y="34696"/>
                </a:lnTo>
                <a:lnTo>
                  <a:pt x="567114" y="34696"/>
                </a:lnTo>
                <a:lnTo>
                  <a:pt x="567114" y="123502"/>
                </a:lnTo>
                <a:close/>
                <a:moveTo>
                  <a:pt x="138234" y="124971"/>
                </a:moveTo>
                <a:lnTo>
                  <a:pt x="139304" y="124887"/>
                </a:lnTo>
                <a:lnTo>
                  <a:pt x="140361" y="124785"/>
                </a:lnTo>
                <a:lnTo>
                  <a:pt x="141407" y="124664"/>
                </a:lnTo>
                <a:lnTo>
                  <a:pt x="142440" y="124524"/>
                </a:lnTo>
                <a:lnTo>
                  <a:pt x="143462" y="124366"/>
                </a:lnTo>
                <a:lnTo>
                  <a:pt x="144471" y="124189"/>
                </a:lnTo>
                <a:lnTo>
                  <a:pt x="145468" y="123993"/>
                </a:lnTo>
                <a:lnTo>
                  <a:pt x="146454" y="123779"/>
                </a:lnTo>
                <a:lnTo>
                  <a:pt x="147427" y="123546"/>
                </a:lnTo>
                <a:lnTo>
                  <a:pt x="148389" y="123295"/>
                </a:lnTo>
                <a:lnTo>
                  <a:pt x="149338" y="123024"/>
                </a:lnTo>
                <a:lnTo>
                  <a:pt x="150275" y="122736"/>
                </a:lnTo>
                <a:lnTo>
                  <a:pt x="151200" y="122428"/>
                </a:lnTo>
                <a:lnTo>
                  <a:pt x="152114" y="122102"/>
                </a:lnTo>
                <a:lnTo>
                  <a:pt x="153015" y="121758"/>
                </a:lnTo>
                <a:lnTo>
                  <a:pt x="153904" y="121394"/>
                </a:lnTo>
                <a:lnTo>
                  <a:pt x="154782" y="121013"/>
                </a:lnTo>
                <a:lnTo>
                  <a:pt x="155647" y="120612"/>
                </a:lnTo>
                <a:lnTo>
                  <a:pt x="156500" y="120193"/>
                </a:lnTo>
                <a:lnTo>
                  <a:pt x="157341" y="119755"/>
                </a:lnTo>
                <a:lnTo>
                  <a:pt x="158169" y="119299"/>
                </a:lnTo>
                <a:lnTo>
                  <a:pt x="158981" y="118827"/>
                </a:lnTo>
                <a:lnTo>
                  <a:pt x="159777" y="118338"/>
                </a:lnTo>
                <a:lnTo>
                  <a:pt x="160558" y="117832"/>
                </a:lnTo>
                <a:lnTo>
                  <a:pt x="161324" y="117310"/>
                </a:lnTo>
                <a:lnTo>
                  <a:pt x="162074" y="116770"/>
                </a:lnTo>
                <a:lnTo>
                  <a:pt x="162809" y="116214"/>
                </a:lnTo>
                <a:lnTo>
                  <a:pt x="163528" y="115641"/>
                </a:lnTo>
                <a:lnTo>
                  <a:pt x="164232" y="115052"/>
                </a:lnTo>
                <a:lnTo>
                  <a:pt x="164921" y="114446"/>
                </a:lnTo>
                <a:lnTo>
                  <a:pt x="165593" y="113823"/>
                </a:lnTo>
                <a:lnTo>
                  <a:pt x="166251" y="113183"/>
                </a:lnTo>
                <a:lnTo>
                  <a:pt x="166893" y="112527"/>
                </a:lnTo>
                <a:lnTo>
                  <a:pt x="167520" y="111853"/>
                </a:lnTo>
                <a:lnTo>
                  <a:pt x="168131" y="111164"/>
                </a:lnTo>
                <a:lnTo>
                  <a:pt x="168727" y="110457"/>
                </a:lnTo>
                <a:lnTo>
                  <a:pt x="169307" y="109734"/>
                </a:lnTo>
                <a:lnTo>
                  <a:pt x="169872" y="108994"/>
                </a:lnTo>
                <a:lnTo>
                  <a:pt x="170421" y="108237"/>
                </a:lnTo>
                <a:lnTo>
                  <a:pt x="170955" y="107463"/>
                </a:lnTo>
                <a:lnTo>
                  <a:pt x="171473" y="106673"/>
                </a:lnTo>
                <a:lnTo>
                  <a:pt x="171976" y="105866"/>
                </a:lnTo>
                <a:lnTo>
                  <a:pt x="172464" y="105043"/>
                </a:lnTo>
                <a:lnTo>
                  <a:pt x="172936" y="104202"/>
                </a:lnTo>
                <a:lnTo>
                  <a:pt x="173391" y="103346"/>
                </a:lnTo>
                <a:lnTo>
                  <a:pt x="173826" y="102475"/>
                </a:lnTo>
                <a:lnTo>
                  <a:pt x="174242" y="101588"/>
                </a:lnTo>
                <a:lnTo>
                  <a:pt x="174639" y="100688"/>
                </a:lnTo>
                <a:lnTo>
                  <a:pt x="175016" y="99772"/>
                </a:lnTo>
                <a:lnTo>
                  <a:pt x="175374" y="98841"/>
                </a:lnTo>
                <a:lnTo>
                  <a:pt x="175713" y="97896"/>
                </a:lnTo>
                <a:lnTo>
                  <a:pt x="176032" y="96935"/>
                </a:lnTo>
                <a:lnTo>
                  <a:pt x="176332" y="95960"/>
                </a:lnTo>
                <a:lnTo>
                  <a:pt x="176613" y="94970"/>
                </a:lnTo>
                <a:lnTo>
                  <a:pt x="176874" y="93965"/>
                </a:lnTo>
                <a:lnTo>
                  <a:pt x="177116" y="92946"/>
                </a:lnTo>
                <a:lnTo>
                  <a:pt x="177338" y="91911"/>
                </a:lnTo>
                <a:lnTo>
                  <a:pt x="177542" y="90862"/>
                </a:lnTo>
                <a:lnTo>
                  <a:pt x="177725" y="89797"/>
                </a:lnTo>
                <a:lnTo>
                  <a:pt x="177890" y="88718"/>
                </a:lnTo>
                <a:lnTo>
                  <a:pt x="178035" y="87624"/>
                </a:lnTo>
                <a:lnTo>
                  <a:pt x="178161" y="86516"/>
                </a:lnTo>
                <a:lnTo>
                  <a:pt x="178267" y="85392"/>
                </a:lnTo>
                <a:lnTo>
                  <a:pt x="178354" y="84253"/>
                </a:lnTo>
                <a:lnTo>
                  <a:pt x="178422" y="83100"/>
                </a:lnTo>
                <a:lnTo>
                  <a:pt x="178470" y="81932"/>
                </a:lnTo>
                <a:lnTo>
                  <a:pt x="178499" y="80749"/>
                </a:lnTo>
                <a:lnTo>
                  <a:pt x="178509" y="79551"/>
                </a:lnTo>
                <a:lnTo>
                  <a:pt x="178499" y="78331"/>
                </a:lnTo>
                <a:lnTo>
                  <a:pt x="178470" y="77126"/>
                </a:lnTo>
                <a:lnTo>
                  <a:pt x="178422" y="75937"/>
                </a:lnTo>
                <a:lnTo>
                  <a:pt x="178354" y="74763"/>
                </a:lnTo>
                <a:lnTo>
                  <a:pt x="178267" y="73604"/>
                </a:lnTo>
                <a:lnTo>
                  <a:pt x="178161" y="72460"/>
                </a:lnTo>
                <a:lnTo>
                  <a:pt x="178035" y="71332"/>
                </a:lnTo>
                <a:lnTo>
                  <a:pt x="177890" y="70219"/>
                </a:lnTo>
                <a:lnTo>
                  <a:pt x="177725" y="69122"/>
                </a:lnTo>
                <a:lnTo>
                  <a:pt x="177542" y="68040"/>
                </a:lnTo>
                <a:lnTo>
                  <a:pt x="177338" y="66973"/>
                </a:lnTo>
                <a:lnTo>
                  <a:pt x="177116" y="65921"/>
                </a:lnTo>
                <a:lnTo>
                  <a:pt x="176874" y="64885"/>
                </a:lnTo>
                <a:lnTo>
                  <a:pt x="176613" y="63864"/>
                </a:lnTo>
                <a:lnTo>
                  <a:pt x="176332" y="62858"/>
                </a:lnTo>
                <a:lnTo>
                  <a:pt x="176032" y="61868"/>
                </a:lnTo>
                <a:lnTo>
                  <a:pt x="175713" y="60892"/>
                </a:lnTo>
                <a:lnTo>
                  <a:pt x="175374" y="59933"/>
                </a:lnTo>
                <a:lnTo>
                  <a:pt x="175016" y="58988"/>
                </a:lnTo>
                <a:lnTo>
                  <a:pt x="174639" y="58059"/>
                </a:lnTo>
                <a:lnTo>
                  <a:pt x="174242" y="57145"/>
                </a:lnTo>
                <a:lnTo>
                  <a:pt x="173826" y="56247"/>
                </a:lnTo>
                <a:lnTo>
                  <a:pt x="173391" y="55364"/>
                </a:lnTo>
                <a:lnTo>
                  <a:pt x="172936" y="54496"/>
                </a:lnTo>
                <a:lnTo>
                  <a:pt x="172464" y="53644"/>
                </a:lnTo>
                <a:lnTo>
                  <a:pt x="171976" y="52809"/>
                </a:lnTo>
                <a:lnTo>
                  <a:pt x="171473" y="51991"/>
                </a:lnTo>
                <a:lnTo>
                  <a:pt x="170955" y="51190"/>
                </a:lnTo>
                <a:lnTo>
                  <a:pt x="170421" y="50407"/>
                </a:lnTo>
                <a:lnTo>
                  <a:pt x="169872" y="49640"/>
                </a:lnTo>
                <a:lnTo>
                  <a:pt x="169307" y="48891"/>
                </a:lnTo>
                <a:lnTo>
                  <a:pt x="168727" y="48158"/>
                </a:lnTo>
                <a:lnTo>
                  <a:pt x="168131" y="47443"/>
                </a:lnTo>
                <a:lnTo>
                  <a:pt x="167520" y="46744"/>
                </a:lnTo>
                <a:lnTo>
                  <a:pt x="166893" y="46063"/>
                </a:lnTo>
                <a:lnTo>
                  <a:pt x="166251" y="45399"/>
                </a:lnTo>
                <a:lnTo>
                  <a:pt x="165593" y="44752"/>
                </a:lnTo>
                <a:lnTo>
                  <a:pt x="164921" y="44122"/>
                </a:lnTo>
                <a:lnTo>
                  <a:pt x="164232" y="43509"/>
                </a:lnTo>
                <a:lnTo>
                  <a:pt x="163528" y="42913"/>
                </a:lnTo>
                <a:lnTo>
                  <a:pt x="162809" y="42334"/>
                </a:lnTo>
                <a:lnTo>
                  <a:pt x="162074" y="41772"/>
                </a:lnTo>
                <a:lnTo>
                  <a:pt x="161324" y="41228"/>
                </a:lnTo>
                <a:lnTo>
                  <a:pt x="160558" y="40700"/>
                </a:lnTo>
                <a:lnTo>
                  <a:pt x="159777" y="40189"/>
                </a:lnTo>
                <a:lnTo>
                  <a:pt x="158981" y="39696"/>
                </a:lnTo>
                <a:lnTo>
                  <a:pt x="158169" y="39220"/>
                </a:lnTo>
                <a:lnTo>
                  <a:pt x="157341" y="38760"/>
                </a:lnTo>
                <a:lnTo>
                  <a:pt x="156500" y="38319"/>
                </a:lnTo>
                <a:lnTo>
                  <a:pt x="155647" y="37896"/>
                </a:lnTo>
                <a:lnTo>
                  <a:pt x="154782" y="37492"/>
                </a:lnTo>
                <a:lnTo>
                  <a:pt x="153904" y="37106"/>
                </a:lnTo>
                <a:lnTo>
                  <a:pt x="153015" y="36740"/>
                </a:lnTo>
                <a:lnTo>
                  <a:pt x="152114" y="36392"/>
                </a:lnTo>
                <a:lnTo>
                  <a:pt x="151200" y="36063"/>
                </a:lnTo>
                <a:lnTo>
                  <a:pt x="150275" y="35753"/>
                </a:lnTo>
                <a:lnTo>
                  <a:pt x="149338" y="35462"/>
                </a:lnTo>
                <a:lnTo>
                  <a:pt x="148389" y="35189"/>
                </a:lnTo>
                <a:lnTo>
                  <a:pt x="147427" y="34936"/>
                </a:lnTo>
                <a:lnTo>
                  <a:pt x="146454" y="34701"/>
                </a:lnTo>
                <a:lnTo>
                  <a:pt x="145468" y="34484"/>
                </a:lnTo>
                <a:lnTo>
                  <a:pt x="144471" y="34287"/>
                </a:lnTo>
                <a:lnTo>
                  <a:pt x="143462" y="34109"/>
                </a:lnTo>
                <a:lnTo>
                  <a:pt x="142440" y="33949"/>
                </a:lnTo>
                <a:lnTo>
                  <a:pt x="141407" y="33808"/>
                </a:lnTo>
                <a:lnTo>
                  <a:pt x="140361" y="33686"/>
                </a:lnTo>
                <a:lnTo>
                  <a:pt x="139304" y="33582"/>
                </a:lnTo>
                <a:lnTo>
                  <a:pt x="138234" y="33498"/>
                </a:lnTo>
                <a:lnTo>
                  <a:pt x="137153" y="33432"/>
                </a:lnTo>
                <a:lnTo>
                  <a:pt x="136059" y="33385"/>
                </a:lnTo>
                <a:lnTo>
                  <a:pt x="134954" y="33357"/>
                </a:lnTo>
                <a:lnTo>
                  <a:pt x="133836" y="33347"/>
                </a:lnTo>
                <a:lnTo>
                  <a:pt x="132733" y="33357"/>
                </a:lnTo>
                <a:lnTo>
                  <a:pt x="131642" y="33385"/>
                </a:lnTo>
                <a:lnTo>
                  <a:pt x="130562" y="33432"/>
                </a:lnTo>
                <a:lnTo>
                  <a:pt x="129493" y="33498"/>
                </a:lnTo>
                <a:lnTo>
                  <a:pt x="128436" y="33582"/>
                </a:lnTo>
                <a:lnTo>
                  <a:pt x="127390" y="33686"/>
                </a:lnTo>
                <a:lnTo>
                  <a:pt x="126355" y="33808"/>
                </a:lnTo>
                <a:lnTo>
                  <a:pt x="125332" y="33949"/>
                </a:lnTo>
                <a:lnTo>
                  <a:pt x="124320" y="34109"/>
                </a:lnTo>
                <a:lnTo>
                  <a:pt x="123320" y="34287"/>
                </a:lnTo>
                <a:lnTo>
                  <a:pt x="122331" y="34484"/>
                </a:lnTo>
                <a:lnTo>
                  <a:pt x="121353" y="34701"/>
                </a:lnTo>
                <a:lnTo>
                  <a:pt x="120387" y="34936"/>
                </a:lnTo>
                <a:lnTo>
                  <a:pt x="119432" y="35189"/>
                </a:lnTo>
                <a:lnTo>
                  <a:pt x="118489" y="35462"/>
                </a:lnTo>
                <a:lnTo>
                  <a:pt x="117557" y="35753"/>
                </a:lnTo>
                <a:lnTo>
                  <a:pt x="116636" y="36063"/>
                </a:lnTo>
                <a:lnTo>
                  <a:pt x="115727" y="36392"/>
                </a:lnTo>
                <a:lnTo>
                  <a:pt x="114829" y="36740"/>
                </a:lnTo>
                <a:lnTo>
                  <a:pt x="113943" y="37106"/>
                </a:lnTo>
                <a:lnTo>
                  <a:pt x="113068" y="37492"/>
                </a:lnTo>
                <a:lnTo>
                  <a:pt x="112204" y="37896"/>
                </a:lnTo>
                <a:lnTo>
                  <a:pt x="111352" y="38319"/>
                </a:lnTo>
                <a:lnTo>
                  <a:pt x="110511" y="38760"/>
                </a:lnTo>
                <a:lnTo>
                  <a:pt x="109684" y="39220"/>
                </a:lnTo>
                <a:lnTo>
                  <a:pt x="108872" y="39696"/>
                </a:lnTo>
                <a:lnTo>
                  <a:pt x="108076" y="40189"/>
                </a:lnTo>
                <a:lnTo>
                  <a:pt x="107296" y="40700"/>
                </a:lnTo>
                <a:lnTo>
                  <a:pt x="106532" y="41228"/>
                </a:lnTo>
                <a:lnTo>
                  <a:pt x="105784" y="41772"/>
                </a:lnTo>
                <a:lnTo>
                  <a:pt x="105051" y="42334"/>
                </a:lnTo>
                <a:lnTo>
                  <a:pt x="104334" y="42913"/>
                </a:lnTo>
                <a:lnTo>
                  <a:pt x="103633" y="43509"/>
                </a:lnTo>
                <a:lnTo>
                  <a:pt x="102947" y="44122"/>
                </a:lnTo>
                <a:lnTo>
                  <a:pt x="102277" y="44752"/>
                </a:lnTo>
                <a:lnTo>
                  <a:pt x="101624" y="45399"/>
                </a:lnTo>
                <a:lnTo>
                  <a:pt x="100985" y="46063"/>
                </a:lnTo>
                <a:lnTo>
                  <a:pt x="100363" y="46744"/>
                </a:lnTo>
                <a:lnTo>
                  <a:pt x="99756" y="47443"/>
                </a:lnTo>
                <a:lnTo>
                  <a:pt x="99165" y="48158"/>
                </a:lnTo>
                <a:lnTo>
                  <a:pt x="98590" y="48891"/>
                </a:lnTo>
                <a:lnTo>
                  <a:pt x="98031" y="49640"/>
                </a:lnTo>
                <a:lnTo>
                  <a:pt x="97487" y="50407"/>
                </a:lnTo>
                <a:lnTo>
                  <a:pt x="96959" y="51190"/>
                </a:lnTo>
                <a:lnTo>
                  <a:pt x="96447" y="51991"/>
                </a:lnTo>
                <a:lnTo>
                  <a:pt x="95951" y="52809"/>
                </a:lnTo>
                <a:lnTo>
                  <a:pt x="95471" y="53644"/>
                </a:lnTo>
                <a:lnTo>
                  <a:pt x="95006" y="54496"/>
                </a:lnTo>
                <a:lnTo>
                  <a:pt x="94558" y="55364"/>
                </a:lnTo>
                <a:lnTo>
                  <a:pt x="94130" y="56247"/>
                </a:lnTo>
                <a:lnTo>
                  <a:pt x="93721" y="57145"/>
                </a:lnTo>
                <a:lnTo>
                  <a:pt x="93330" y="58059"/>
                </a:lnTo>
                <a:lnTo>
                  <a:pt x="92959" y="58988"/>
                </a:lnTo>
                <a:lnTo>
                  <a:pt x="92607" y="59933"/>
                </a:lnTo>
                <a:lnTo>
                  <a:pt x="92274" y="60892"/>
                </a:lnTo>
                <a:lnTo>
                  <a:pt x="91960" y="61868"/>
                </a:lnTo>
                <a:lnTo>
                  <a:pt x="91665" y="62858"/>
                </a:lnTo>
                <a:lnTo>
                  <a:pt x="91388" y="63864"/>
                </a:lnTo>
                <a:lnTo>
                  <a:pt x="91131" y="64885"/>
                </a:lnTo>
                <a:lnTo>
                  <a:pt x="90893" y="65921"/>
                </a:lnTo>
                <a:lnTo>
                  <a:pt x="90675" y="66973"/>
                </a:lnTo>
                <a:lnTo>
                  <a:pt x="90475" y="68040"/>
                </a:lnTo>
                <a:lnTo>
                  <a:pt x="90294" y="69122"/>
                </a:lnTo>
                <a:lnTo>
                  <a:pt x="90132" y="70219"/>
                </a:lnTo>
                <a:lnTo>
                  <a:pt x="89989" y="71332"/>
                </a:lnTo>
                <a:lnTo>
                  <a:pt x="89865" y="72460"/>
                </a:lnTo>
                <a:lnTo>
                  <a:pt x="89761" y="73604"/>
                </a:lnTo>
                <a:lnTo>
                  <a:pt x="89675" y="74763"/>
                </a:lnTo>
                <a:lnTo>
                  <a:pt x="89608" y="75937"/>
                </a:lnTo>
                <a:lnTo>
                  <a:pt x="89561" y="77126"/>
                </a:lnTo>
                <a:lnTo>
                  <a:pt x="89532" y="78331"/>
                </a:lnTo>
                <a:lnTo>
                  <a:pt x="89523" y="79551"/>
                </a:lnTo>
                <a:lnTo>
                  <a:pt x="89532" y="80749"/>
                </a:lnTo>
                <a:lnTo>
                  <a:pt x="89561" y="81932"/>
                </a:lnTo>
                <a:lnTo>
                  <a:pt x="89608" y="83100"/>
                </a:lnTo>
                <a:lnTo>
                  <a:pt x="89675" y="84253"/>
                </a:lnTo>
                <a:lnTo>
                  <a:pt x="89761" y="85392"/>
                </a:lnTo>
                <a:lnTo>
                  <a:pt x="89865" y="86516"/>
                </a:lnTo>
                <a:lnTo>
                  <a:pt x="89989" y="87624"/>
                </a:lnTo>
                <a:lnTo>
                  <a:pt x="90132" y="88718"/>
                </a:lnTo>
                <a:lnTo>
                  <a:pt x="90294" y="89797"/>
                </a:lnTo>
                <a:lnTo>
                  <a:pt x="90475" y="90862"/>
                </a:lnTo>
                <a:lnTo>
                  <a:pt x="90675" y="91911"/>
                </a:lnTo>
                <a:lnTo>
                  <a:pt x="90893" y="92946"/>
                </a:lnTo>
                <a:lnTo>
                  <a:pt x="91131" y="93965"/>
                </a:lnTo>
                <a:lnTo>
                  <a:pt x="91388" y="94970"/>
                </a:lnTo>
                <a:lnTo>
                  <a:pt x="91665" y="95960"/>
                </a:lnTo>
                <a:lnTo>
                  <a:pt x="91960" y="96935"/>
                </a:lnTo>
                <a:lnTo>
                  <a:pt x="92274" y="97896"/>
                </a:lnTo>
                <a:lnTo>
                  <a:pt x="92607" y="98841"/>
                </a:lnTo>
                <a:lnTo>
                  <a:pt x="92959" y="99772"/>
                </a:lnTo>
                <a:lnTo>
                  <a:pt x="93330" y="100688"/>
                </a:lnTo>
                <a:lnTo>
                  <a:pt x="93721" y="101588"/>
                </a:lnTo>
                <a:lnTo>
                  <a:pt x="94130" y="102475"/>
                </a:lnTo>
                <a:lnTo>
                  <a:pt x="94558" y="103346"/>
                </a:lnTo>
                <a:lnTo>
                  <a:pt x="95006" y="104202"/>
                </a:lnTo>
                <a:lnTo>
                  <a:pt x="95471" y="105043"/>
                </a:lnTo>
                <a:lnTo>
                  <a:pt x="95951" y="105866"/>
                </a:lnTo>
                <a:lnTo>
                  <a:pt x="96447" y="106673"/>
                </a:lnTo>
                <a:lnTo>
                  <a:pt x="96959" y="107463"/>
                </a:lnTo>
                <a:lnTo>
                  <a:pt x="97487" y="108237"/>
                </a:lnTo>
                <a:lnTo>
                  <a:pt x="98031" y="108994"/>
                </a:lnTo>
                <a:lnTo>
                  <a:pt x="98590" y="109734"/>
                </a:lnTo>
                <a:lnTo>
                  <a:pt x="99165" y="110457"/>
                </a:lnTo>
                <a:lnTo>
                  <a:pt x="99756" y="111164"/>
                </a:lnTo>
                <a:lnTo>
                  <a:pt x="100363" y="111853"/>
                </a:lnTo>
                <a:lnTo>
                  <a:pt x="100985" y="112527"/>
                </a:lnTo>
                <a:lnTo>
                  <a:pt x="101624" y="113183"/>
                </a:lnTo>
                <a:lnTo>
                  <a:pt x="102277" y="113823"/>
                </a:lnTo>
                <a:lnTo>
                  <a:pt x="102947" y="114446"/>
                </a:lnTo>
                <a:lnTo>
                  <a:pt x="103633" y="115052"/>
                </a:lnTo>
                <a:lnTo>
                  <a:pt x="104334" y="115641"/>
                </a:lnTo>
                <a:lnTo>
                  <a:pt x="105051" y="116214"/>
                </a:lnTo>
                <a:lnTo>
                  <a:pt x="105784" y="116770"/>
                </a:lnTo>
                <a:lnTo>
                  <a:pt x="106532" y="117310"/>
                </a:lnTo>
                <a:lnTo>
                  <a:pt x="107296" y="117832"/>
                </a:lnTo>
                <a:lnTo>
                  <a:pt x="108076" y="118338"/>
                </a:lnTo>
                <a:lnTo>
                  <a:pt x="108872" y="118827"/>
                </a:lnTo>
                <a:lnTo>
                  <a:pt x="109684" y="119299"/>
                </a:lnTo>
                <a:lnTo>
                  <a:pt x="110511" y="119755"/>
                </a:lnTo>
                <a:lnTo>
                  <a:pt x="111352" y="120193"/>
                </a:lnTo>
                <a:lnTo>
                  <a:pt x="112204" y="120612"/>
                </a:lnTo>
                <a:lnTo>
                  <a:pt x="113068" y="121013"/>
                </a:lnTo>
                <a:lnTo>
                  <a:pt x="113943" y="121394"/>
                </a:lnTo>
                <a:lnTo>
                  <a:pt x="114829" y="121758"/>
                </a:lnTo>
                <a:lnTo>
                  <a:pt x="115727" y="122102"/>
                </a:lnTo>
                <a:lnTo>
                  <a:pt x="116636" y="122428"/>
                </a:lnTo>
                <a:lnTo>
                  <a:pt x="117557" y="122736"/>
                </a:lnTo>
                <a:lnTo>
                  <a:pt x="118489" y="123024"/>
                </a:lnTo>
                <a:lnTo>
                  <a:pt x="119432" y="123295"/>
                </a:lnTo>
                <a:lnTo>
                  <a:pt x="120387" y="123546"/>
                </a:lnTo>
                <a:lnTo>
                  <a:pt x="121353" y="123779"/>
                </a:lnTo>
                <a:lnTo>
                  <a:pt x="122331" y="123993"/>
                </a:lnTo>
                <a:lnTo>
                  <a:pt x="123320" y="124189"/>
                </a:lnTo>
                <a:lnTo>
                  <a:pt x="124320" y="124366"/>
                </a:lnTo>
                <a:lnTo>
                  <a:pt x="125332" y="124524"/>
                </a:lnTo>
                <a:lnTo>
                  <a:pt x="126355" y="124664"/>
                </a:lnTo>
                <a:lnTo>
                  <a:pt x="127390" y="124785"/>
                </a:lnTo>
                <a:lnTo>
                  <a:pt x="128436" y="124887"/>
                </a:lnTo>
                <a:lnTo>
                  <a:pt x="129493" y="124971"/>
                </a:lnTo>
                <a:lnTo>
                  <a:pt x="130562" y="125036"/>
                </a:lnTo>
                <a:lnTo>
                  <a:pt x="131642" y="125083"/>
                </a:lnTo>
                <a:lnTo>
                  <a:pt x="132733" y="125111"/>
                </a:lnTo>
                <a:lnTo>
                  <a:pt x="133836" y="125120"/>
                </a:lnTo>
                <a:lnTo>
                  <a:pt x="134954" y="125111"/>
                </a:lnTo>
                <a:lnTo>
                  <a:pt x="136059" y="125083"/>
                </a:lnTo>
                <a:lnTo>
                  <a:pt x="137153" y="125036"/>
                </a:lnTo>
                <a:lnTo>
                  <a:pt x="138234" y="124971"/>
                </a:lnTo>
                <a:close/>
                <a:moveTo>
                  <a:pt x="131381" y="106860"/>
                </a:moveTo>
                <a:lnTo>
                  <a:pt x="130795" y="106802"/>
                </a:lnTo>
                <a:lnTo>
                  <a:pt x="130221" y="106731"/>
                </a:lnTo>
                <a:lnTo>
                  <a:pt x="129658" y="106647"/>
                </a:lnTo>
                <a:lnTo>
                  <a:pt x="129107" y="106551"/>
                </a:lnTo>
                <a:lnTo>
                  <a:pt x="128567" y="106441"/>
                </a:lnTo>
                <a:lnTo>
                  <a:pt x="128039" y="106319"/>
                </a:lnTo>
                <a:lnTo>
                  <a:pt x="127522" y="106183"/>
                </a:lnTo>
                <a:lnTo>
                  <a:pt x="127016" y="106035"/>
                </a:lnTo>
                <a:lnTo>
                  <a:pt x="126522" y="105874"/>
                </a:lnTo>
                <a:lnTo>
                  <a:pt x="126039" y="105700"/>
                </a:lnTo>
                <a:lnTo>
                  <a:pt x="125567" y="105513"/>
                </a:lnTo>
                <a:lnTo>
                  <a:pt x="125107" y="105313"/>
                </a:lnTo>
                <a:lnTo>
                  <a:pt x="124659" y="105100"/>
                </a:lnTo>
                <a:lnTo>
                  <a:pt x="124221" y="104875"/>
                </a:lnTo>
                <a:lnTo>
                  <a:pt x="123795" y="104636"/>
                </a:lnTo>
                <a:lnTo>
                  <a:pt x="123381" y="104385"/>
                </a:lnTo>
                <a:lnTo>
                  <a:pt x="122978" y="104120"/>
                </a:lnTo>
                <a:lnTo>
                  <a:pt x="122586" y="103843"/>
                </a:lnTo>
                <a:lnTo>
                  <a:pt x="122205" y="103553"/>
                </a:lnTo>
                <a:lnTo>
                  <a:pt x="121836" y="103250"/>
                </a:lnTo>
                <a:lnTo>
                  <a:pt x="121478" y="102936"/>
                </a:lnTo>
                <a:lnTo>
                  <a:pt x="121128" y="102614"/>
                </a:lnTo>
                <a:lnTo>
                  <a:pt x="120787" y="102282"/>
                </a:lnTo>
                <a:lnTo>
                  <a:pt x="120454" y="101942"/>
                </a:lnTo>
                <a:lnTo>
                  <a:pt x="120131" y="101593"/>
                </a:lnTo>
                <a:lnTo>
                  <a:pt x="119817" y="101236"/>
                </a:lnTo>
                <a:lnTo>
                  <a:pt x="119511" y="100870"/>
                </a:lnTo>
                <a:lnTo>
                  <a:pt x="119215" y="100494"/>
                </a:lnTo>
                <a:lnTo>
                  <a:pt x="118927" y="100111"/>
                </a:lnTo>
                <a:lnTo>
                  <a:pt x="118648" y="99718"/>
                </a:lnTo>
                <a:lnTo>
                  <a:pt x="118378" y="99317"/>
                </a:lnTo>
                <a:lnTo>
                  <a:pt x="118117" y="98907"/>
                </a:lnTo>
                <a:lnTo>
                  <a:pt x="117865" y="98488"/>
                </a:lnTo>
                <a:lnTo>
                  <a:pt x="117622" y="98060"/>
                </a:lnTo>
                <a:lnTo>
                  <a:pt x="117388" y="97624"/>
                </a:lnTo>
                <a:lnTo>
                  <a:pt x="117162" y="97179"/>
                </a:lnTo>
                <a:lnTo>
                  <a:pt x="116946" y="96725"/>
                </a:lnTo>
                <a:lnTo>
                  <a:pt x="116738" y="96263"/>
                </a:lnTo>
                <a:lnTo>
                  <a:pt x="116540" y="95791"/>
                </a:lnTo>
                <a:lnTo>
                  <a:pt x="116350" y="95311"/>
                </a:lnTo>
                <a:lnTo>
                  <a:pt x="116169" y="94823"/>
                </a:lnTo>
                <a:lnTo>
                  <a:pt x="115997" y="94325"/>
                </a:lnTo>
                <a:lnTo>
                  <a:pt x="115834" y="93819"/>
                </a:lnTo>
                <a:lnTo>
                  <a:pt x="115679" y="93304"/>
                </a:lnTo>
                <a:lnTo>
                  <a:pt x="115533" y="92782"/>
                </a:lnTo>
                <a:lnTo>
                  <a:pt x="115392" y="92256"/>
                </a:lnTo>
                <a:lnTo>
                  <a:pt x="115258" y="91725"/>
                </a:lnTo>
                <a:lnTo>
                  <a:pt x="115130" y="91190"/>
                </a:lnTo>
                <a:lnTo>
                  <a:pt x="115008" y="90651"/>
                </a:lnTo>
                <a:lnTo>
                  <a:pt x="114893" y="90107"/>
                </a:lnTo>
                <a:lnTo>
                  <a:pt x="114784" y="89559"/>
                </a:lnTo>
                <a:lnTo>
                  <a:pt x="114681" y="89006"/>
                </a:lnTo>
                <a:lnTo>
                  <a:pt x="114584" y="88448"/>
                </a:lnTo>
                <a:lnTo>
                  <a:pt x="114493" y="87887"/>
                </a:lnTo>
                <a:lnTo>
                  <a:pt x="114409" y="87320"/>
                </a:lnTo>
                <a:lnTo>
                  <a:pt x="114331" y="86750"/>
                </a:lnTo>
                <a:lnTo>
                  <a:pt x="114259" y="86175"/>
                </a:lnTo>
                <a:lnTo>
                  <a:pt x="114194" y="85595"/>
                </a:lnTo>
                <a:lnTo>
                  <a:pt x="114134" y="85011"/>
                </a:lnTo>
                <a:lnTo>
                  <a:pt x="114081" y="84422"/>
                </a:lnTo>
                <a:lnTo>
                  <a:pt x="114035" y="83830"/>
                </a:lnTo>
                <a:lnTo>
                  <a:pt x="113994" y="83232"/>
                </a:lnTo>
                <a:lnTo>
                  <a:pt x="113960" y="82630"/>
                </a:lnTo>
                <a:lnTo>
                  <a:pt x="113932" y="82024"/>
                </a:lnTo>
                <a:lnTo>
                  <a:pt x="113910" y="81413"/>
                </a:lnTo>
                <a:lnTo>
                  <a:pt x="113894" y="80798"/>
                </a:lnTo>
                <a:lnTo>
                  <a:pt x="113885" y="80178"/>
                </a:lnTo>
                <a:lnTo>
                  <a:pt x="113882" y="79554"/>
                </a:lnTo>
                <a:lnTo>
                  <a:pt x="113885" y="78915"/>
                </a:lnTo>
                <a:lnTo>
                  <a:pt x="113894" y="78280"/>
                </a:lnTo>
                <a:lnTo>
                  <a:pt x="113910" y="77650"/>
                </a:lnTo>
                <a:lnTo>
                  <a:pt x="113932" y="77025"/>
                </a:lnTo>
                <a:lnTo>
                  <a:pt x="113960" y="76405"/>
                </a:lnTo>
                <a:lnTo>
                  <a:pt x="113994" y="75789"/>
                </a:lnTo>
                <a:lnTo>
                  <a:pt x="114035" y="75178"/>
                </a:lnTo>
                <a:lnTo>
                  <a:pt x="114081" y="74572"/>
                </a:lnTo>
                <a:lnTo>
                  <a:pt x="114134" y="73971"/>
                </a:lnTo>
                <a:lnTo>
                  <a:pt x="114194" y="73375"/>
                </a:lnTo>
                <a:lnTo>
                  <a:pt x="114259" y="72783"/>
                </a:lnTo>
                <a:lnTo>
                  <a:pt x="114331" y="72196"/>
                </a:lnTo>
                <a:lnTo>
                  <a:pt x="114409" y="71614"/>
                </a:lnTo>
                <a:lnTo>
                  <a:pt x="114493" y="71037"/>
                </a:lnTo>
                <a:lnTo>
                  <a:pt x="114584" y="70464"/>
                </a:lnTo>
                <a:lnTo>
                  <a:pt x="114681" y="69896"/>
                </a:lnTo>
                <a:lnTo>
                  <a:pt x="114784" y="69333"/>
                </a:lnTo>
                <a:lnTo>
                  <a:pt x="114893" y="68775"/>
                </a:lnTo>
                <a:lnTo>
                  <a:pt x="115008" y="68222"/>
                </a:lnTo>
                <a:lnTo>
                  <a:pt x="115130" y="67673"/>
                </a:lnTo>
                <a:lnTo>
                  <a:pt x="115258" y="67129"/>
                </a:lnTo>
                <a:lnTo>
                  <a:pt x="115392" y="66590"/>
                </a:lnTo>
                <a:lnTo>
                  <a:pt x="115533" y="66056"/>
                </a:lnTo>
                <a:lnTo>
                  <a:pt x="115679" y="65526"/>
                </a:lnTo>
                <a:lnTo>
                  <a:pt x="115834" y="65004"/>
                </a:lnTo>
                <a:lnTo>
                  <a:pt x="115997" y="64490"/>
                </a:lnTo>
                <a:lnTo>
                  <a:pt x="116169" y="63985"/>
                </a:lnTo>
                <a:lnTo>
                  <a:pt x="116350" y="63489"/>
                </a:lnTo>
                <a:lnTo>
                  <a:pt x="116540" y="63002"/>
                </a:lnTo>
                <a:lnTo>
                  <a:pt x="116738" y="62524"/>
                </a:lnTo>
                <a:lnTo>
                  <a:pt x="116946" y="62055"/>
                </a:lnTo>
                <a:lnTo>
                  <a:pt x="117162" y="61594"/>
                </a:lnTo>
                <a:lnTo>
                  <a:pt x="117388" y="61143"/>
                </a:lnTo>
                <a:lnTo>
                  <a:pt x="117622" y="60701"/>
                </a:lnTo>
                <a:lnTo>
                  <a:pt x="117865" y="60267"/>
                </a:lnTo>
                <a:lnTo>
                  <a:pt x="118117" y="59842"/>
                </a:lnTo>
                <a:lnTo>
                  <a:pt x="118378" y="59427"/>
                </a:lnTo>
                <a:lnTo>
                  <a:pt x="118648" y="59020"/>
                </a:lnTo>
                <a:lnTo>
                  <a:pt x="118927" y="58622"/>
                </a:lnTo>
                <a:lnTo>
                  <a:pt x="119215" y="58233"/>
                </a:lnTo>
                <a:lnTo>
                  <a:pt x="119511" y="57853"/>
                </a:lnTo>
                <a:lnTo>
                  <a:pt x="119817" y="57482"/>
                </a:lnTo>
                <a:lnTo>
                  <a:pt x="120131" y="57120"/>
                </a:lnTo>
                <a:lnTo>
                  <a:pt x="120454" y="56766"/>
                </a:lnTo>
                <a:lnTo>
                  <a:pt x="120787" y="56422"/>
                </a:lnTo>
                <a:lnTo>
                  <a:pt x="121128" y="56087"/>
                </a:lnTo>
                <a:lnTo>
                  <a:pt x="121478" y="55760"/>
                </a:lnTo>
                <a:lnTo>
                  <a:pt x="121836" y="55442"/>
                </a:lnTo>
                <a:lnTo>
                  <a:pt x="122205" y="55136"/>
                </a:lnTo>
                <a:lnTo>
                  <a:pt x="122586" y="54842"/>
                </a:lnTo>
                <a:lnTo>
                  <a:pt x="122978" y="54561"/>
                </a:lnTo>
                <a:lnTo>
                  <a:pt x="123381" y="54294"/>
                </a:lnTo>
                <a:lnTo>
                  <a:pt x="123795" y="54039"/>
                </a:lnTo>
                <a:lnTo>
                  <a:pt x="124221" y="53798"/>
                </a:lnTo>
                <a:lnTo>
                  <a:pt x="124659" y="53570"/>
                </a:lnTo>
                <a:lnTo>
                  <a:pt x="125107" y="53354"/>
                </a:lnTo>
                <a:lnTo>
                  <a:pt x="125567" y="53152"/>
                </a:lnTo>
                <a:lnTo>
                  <a:pt x="126039" y="52963"/>
                </a:lnTo>
                <a:lnTo>
                  <a:pt x="126522" y="52787"/>
                </a:lnTo>
                <a:lnTo>
                  <a:pt x="127016" y="52624"/>
                </a:lnTo>
                <a:lnTo>
                  <a:pt x="127522" y="52474"/>
                </a:lnTo>
                <a:lnTo>
                  <a:pt x="128039" y="52336"/>
                </a:lnTo>
                <a:lnTo>
                  <a:pt x="128567" y="52213"/>
                </a:lnTo>
                <a:lnTo>
                  <a:pt x="129107" y="52102"/>
                </a:lnTo>
                <a:lnTo>
                  <a:pt x="129658" y="52004"/>
                </a:lnTo>
                <a:lnTo>
                  <a:pt x="130221" y="51919"/>
                </a:lnTo>
                <a:lnTo>
                  <a:pt x="130795" y="51847"/>
                </a:lnTo>
                <a:lnTo>
                  <a:pt x="131381" y="51788"/>
                </a:lnTo>
                <a:lnTo>
                  <a:pt x="131977" y="51743"/>
                </a:lnTo>
                <a:lnTo>
                  <a:pt x="132586" y="51710"/>
                </a:lnTo>
                <a:lnTo>
                  <a:pt x="133205" y="51691"/>
                </a:lnTo>
                <a:lnTo>
                  <a:pt x="133836" y="51684"/>
                </a:lnTo>
                <a:lnTo>
                  <a:pt x="134482" y="51691"/>
                </a:lnTo>
                <a:lnTo>
                  <a:pt x="135116" y="51710"/>
                </a:lnTo>
                <a:lnTo>
                  <a:pt x="135738" y="51743"/>
                </a:lnTo>
                <a:lnTo>
                  <a:pt x="136349" y="51788"/>
                </a:lnTo>
                <a:lnTo>
                  <a:pt x="136948" y="51847"/>
                </a:lnTo>
                <a:lnTo>
                  <a:pt x="137535" y="51919"/>
                </a:lnTo>
                <a:lnTo>
                  <a:pt x="138111" y="52004"/>
                </a:lnTo>
                <a:lnTo>
                  <a:pt x="138675" y="52102"/>
                </a:lnTo>
                <a:lnTo>
                  <a:pt x="139227" y="52213"/>
                </a:lnTo>
                <a:lnTo>
                  <a:pt x="139768" y="52336"/>
                </a:lnTo>
                <a:lnTo>
                  <a:pt x="140296" y="52474"/>
                </a:lnTo>
                <a:lnTo>
                  <a:pt x="140813" y="52624"/>
                </a:lnTo>
                <a:lnTo>
                  <a:pt x="141319" y="52787"/>
                </a:lnTo>
                <a:lnTo>
                  <a:pt x="141813" y="52963"/>
                </a:lnTo>
                <a:lnTo>
                  <a:pt x="142294" y="53152"/>
                </a:lnTo>
                <a:lnTo>
                  <a:pt x="142765" y="53354"/>
                </a:lnTo>
                <a:lnTo>
                  <a:pt x="143223" y="53570"/>
                </a:lnTo>
                <a:lnTo>
                  <a:pt x="143670" y="53798"/>
                </a:lnTo>
                <a:lnTo>
                  <a:pt x="144105" y="54039"/>
                </a:lnTo>
                <a:lnTo>
                  <a:pt x="144529" y="54294"/>
                </a:lnTo>
                <a:lnTo>
                  <a:pt x="144940" y="54561"/>
                </a:lnTo>
                <a:lnTo>
                  <a:pt x="145341" y="54842"/>
                </a:lnTo>
                <a:lnTo>
                  <a:pt x="145729" y="55136"/>
                </a:lnTo>
                <a:lnTo>
                  <a:pt x="146105" y="55442"/>
                </a:lnTo>
                <a:lnTo>
                  <a:pt x="146472" y="55760"/>
                </a:lnTo>
                <a:lnTo>
                  <a:pt x="146829" y="56087"/>
                </a:lnTo>
                <a:lnTo>
                  <a:pt x="147177" y="56422"/>
                </a:lnTo>
                <a:lnTo>
                  <a:pt x="147516" y="56766"/>
                </a:lnTo>
                <a:lnTo>
                  <a:pt x="147846" y="57120"/>
                </a:lnTo>
                <a:lnTo>
                  <a:pt x="148167" y="57482"/>
                </a:lnTo>
                <a:lnTo>
                  <a:pt x="148479" y="57853"/>
                </a:lnTo>
                <a:lnTo>
                  <a:pt x="148782" y="58233"/>
                </a:lnTo>
                <a:lnTo>
                  <a:pt x="149076" y="58622"/>
                </a:lnTo>
                <a:lnTo>
                  <a:pt x="149361" y="59020"/>
                </a:lnTo>
                <a:lnTo>
                  <a:pt x="149636" y="59427"/>
                </a:lnTo>
                <a:lnTo>
                  <a:pt x="149903" y="59842"/>
                </a:lnTo>
                <a:lnTo>
                  <a:pt x="150161" y="60267"/>
                </a:lnTo>
                <a:lnTo>
                  <a:pt x="150409" y="60701"/>
                </a:lnTo>
                <a:lnTo>
                  <a:pt x="150649" y="61143"/>
                </a:lnTo>
                <a:lnTo>
                  <a:pt x="150879" y="61594"/>
                </a:lnTo>
                <a:lnTo>
                  <a:pt x="151101" y="62055"/>
                </a:lnTo>
                <a:lnTo>
                  <a:pt x="151313" y="62524"/>
                </a:lnTo>
                <a:lnTo>
                  <a:pt x="151517" y="63002"/>
                </a:lnTo>
                <a:lnTo>
                  <a:pt x="151711" y="63489"/>
                </a:lnTo>
                <a:lnTo>
                  <a:pt x="151896" y="63985"/>
                </a:lnTo>
                <a:lnTo>
                  <a:pt x="152072" y="64490"/>
                </a:lnTo>
                <a:lnTo>
                  <a:pt x="152239" y="65004"/>
                </a:lnTo>
                <a:lnTo>
                  <a:pt x="152397" y="65526"/>
                </a:lnTo>
                <a:lnTo>
                  <a:pt x="152548" y="66056"/>
                </a:lnTo>
                <a:lnTo>
                  <a:pt x="152692" y="66590"/>
                </a:lnTo>
                <a:lnTo>
                  <a:pt x="152829" y="67129"/>
                </a:lnTo>
                <a:lnTo>
                  <a:pt x="152960" y="67673"/>
                </a:lnTo>
                <a:lnTo>
                  <a:pt x="153085" y="68222"/>
                </a:lnTo>
                <a:lnTo>
                  <a:pt x="153204" y="68775"/>
                </a:lnTo>
                <a:lnTo>
                  <a:pt x="153316" y="69333"/>
                </a:lnTo>
                <a:lnTo>
                  <a:pt x="153421" y="69896"/>
                </a:lnTo>
                <a:lnTo>
                  <a:pt x="153520" y="70464"/>
                </a:lnTo>
                <a:lnTo>
                  <a:pt x="153613" y="71037"/>
                </a:lnTo>
                <a:lnTo>
                  <a:pt x="153699" y="71614"/>
                </a:lnTo>
                <a:lnTo>
                  <a:pt x="153779" y="72196"/>
                </a:lnTo>
                <a:lnTo>
                  <a:pt x="153853" y="72783"/>
                </a:lnTo>
                <a:lnTo>
                  <a:pt x="153920" y="73375"/>
                </a:lnTo>
                <a:lnTo>
                  <a:pt x="153981" y="73971"/>
                </a:lnTo>
                <a:lnTo>
                  <a:pt x="154035" y="74572"/>
                </a:lnTo>
                <a:lnTo>
                  <a:pt x="154083" y="75178"/>
                </a:lnTo>
                <a:lnTo>
                  <a:pt x="154125" y="75789"/>
                </a:lnTo>
                <a:lnTo>
                  <a:pt x="154160" y="76405"/>
                </a:lnTo>
                <a:lnTo>
                  <a:pt x="154189" y="77025"/>
                </a:lnTo>
                <a:lnTo>
                  <a:pt x="154211" y="77650"/>
                </a:lnTo>
                <a:lnTo>
                  <a:pt x="154227" y="78280"/>
                </a:lnTo>
                <a:lnTo>
                  <a:pt x="154237" y="78915"/>
                </a:lnTo>
                <a:lnTo>
                  <a:pt x="154240" y="79554"/>
                </a:lnTo>
                <a:lnTo>
                  <a:pt x="154237" y="80178"/>
                </a:lnTo>
                <a:lnTo>
                  <a:pt x="154227" y="80798"/>
                </a:lnTo>
                <a:lnTo>
                  <a:pt x="154211" y="81413"/>
                </a:lnTo>
                <a:lnTo>
                  <a:pt x="154189" y="82024"/>
                </a:lnTo>
                <a:lnTo>
                  <a:pt x="154160" y="82630"/>
                </a:lnTo>
                <a:lnTo>
                  <a:pt x="154125" y="83232"/>
                </a:lnTo>
                <a:lnTo>
                  <a:pt x="154083" y="83830"/>
                </a:lnTo>
                <a:lnTo>
                  <a:pt x="154035" y="84422"/>
                </a:lnTo>
                <a:lnTo>
                  <a:pt x="153981" y="85011"/>
                </a:lnTo>
                <a:lnTo>
                  <a:pt x="153920" y="85595"/>
                </a:lnTo>
                <a:lnTo>
                  <a:pt x="153853" y="86175"/>
                </a:lnTo>
                <a:lnTo>
                  <a:pt x="153779" y="86750"/>
                </a:lnTo>
                <a:lnTo>
                  <a:pt x="153699" y="87320"/>
                </a:lnTo>
                <a:lnTo>
                  <a:pt x="153613" y="87887"/>
                </a:lnTo>
                <a:lnTo>
                  <a:pt x="153520" y="88448"/>
                </a:lnTo>
                <a:lnTo>
                  <a:pt x="153421" y="89006"/>
                </a:lnTo>
                <a:lnTo>
                  <a:pt x="153316" y="89559"/>
                </a:lnTo>
                <a:lnTo>
                  <a:pt x="153204" y="90107"/>
                </a:lnTo>
                <a:lnTo>
                  <a:pt x="153085" y="90651"/>
                </a:lnTo>
                <a:lnTo>
                  <a:pt x="152960" y="91190"/>
                </a:lnTo>
                <a:lnTo>
                  <a:pt x="152829" y="91725"/>
                </a:lnTo>
                <a:lnTo>
                  <a:pt x="152692" y="92256"/>
                </a:lnTo>
                <a:lnTo>
                  <a:pt x="152548" y="92782"/>
                </a:lnTo>
                <a:lnTo>
                  <a:pt x="152397" y="93304"/>
                </a:lnTo>
                <a:lnTo>
                  <a:pt x="152239" y="93819"/>
                </a:lnTo>
                <a:lnTo>
                  <a:pt x="152072" y="94325"/>
                </a:lnTo>
                <a:lnTo>
                  <a:pt x="151896" y="94823"/>
                </a:lnTo>
                <a:lnTo>
                  <a:pt x="151711" y="95311"/>
                </a:lnTo>
                <a:lnTo>
                  <a:pt x="151517" y="95791"/>
                </a:lnTo>
                <a:lnTo>
                  <a:pt x="151313" y="96263"/>
                </a:lnTo>
                <a:lnTo>
                  <a:pt x="151101" y="96725"/>
                </a:lnTo>
                <a:lnTo>
                  <a:pt x="150879" y="97179"/>
                </a:lnTo>
                <a:lnTo>
                  <a:pt x="150649" y="97624"/>
                </a:lnTo>
                <a:lnTo>
                  <a:pt x="150409" y="98060"/>
                </a:lnTo>
                <a:lnTo>
                  <a:pt x="150161" y="98488"/>
                </a:lnTo>
                <a:lnTo>
                  <a:pt x="149903" y="98907"/>
                </a:lnTo>
                <a:lnTo>
                  <a:pt x="149636" y="99317"/>
                </a:lnTo>
                <a:lnTo>
                  <a:pt x="149361" y="99718"/>
                </a:lnTo>
                <a:lnTo>
                  <a:pt x="149076" y="100111"/>
                </a:lnTo>
                <a:lnTo>
                  <a:pt x="148782" y="100494"/>
                </a:lnTo>
                <a:lnTo>
                  <a:pt x="148479" y="100870"/>
                </a:lnTo>
                <a:lnTo>
                  <a:pt x="148167" y="101236"/>
                </a:lnTo>
                <a:lnTo>
                  <a:pt x="147846" y="101593"/>
                </a:lnTo>
                <a:lnTo>
                  <a:pt x="147516" y="101942"/>
                </a:lnTo>
                <a:lnTo>
                  <a:pt x="147177" y="102282"/>
                </a:lnTo>
                <a:lnTo>
                  <a:pt x="146829" y="102614"/>
                </a:lnTo>
                <a:lnTo>
                  <a:pt x="146472" y="102936"/>
                </a:lnTo>
                <a:lnTo>
                  <a:pt x="146105" y="103250"/>
                </a:lnTo>
                <a:lnTo>
                  <a:pt x="145729" y="103553"/>
                </a:lnTo>
                <a:lnTo>
                  <a:pt x="145341" y="103843"/>
                </a:lnTo>
                <a:lnTo>
                  <a:pt x="144940" y="104120"/>
                </a:lnTo>
                <a:lnTo>
                  <a:pt x="144529" y="104385"/>
                </a:lnTo>
                <a:lnTo>
                  <a:pt x="144105" y="104636"/>
                </a:lnTo>
                <a:lnTo>
                  <a:pt x="143670" y="104875"/>
                </a:lnTo>
                <a:lnTo>
                  <a:pt x="143223" y="105100"/>
                </a:lnTo>
                <a:lnTo>
                  <a:pt x="142765" y="105313"/>
                </a:lnTo>
                <a:lnTo>
                  <a:pt x="142294" y="105513"/>
                </a:lnTo>
                <a:lnTo>
                  <a:pt x="141813" y="105700"/>
                </a:lnTo>
                <a:lnTo>
                  <a:pt x="141319" y="105874"/>
                </a:lnTo>
                <a:lnTo>
                  <a:pt x="140813" y="106035"/>
                </a:lnTo>
                <a:lnTo>
                  <a:pt x="140296" y="106183"/>
                </a:lnTo>
                <a:lnTo>
                  <a:pt x="139768" y="106319"/>
                </a:lnTo>
                <a:lnTo>
                  <a:pt x="139227" y="106441"/>
                </a:lnTo>
                <a:lnTo>
                  <a:pt x="138675" y="106551"/>
                </a:lnTo>
                <a:lnTo>
                  <a:pt x="138111" y="106647"/>
                </a:lnTo>
                <a:lnTo>
                  <a:pt x="137535" y="106731"/>
                </a:lnTo>
                <a:lnTo>
                  <a:pt x="136948" y="106802"/>
                </a:lnTo>
                <a:lnTo>
                  <a:pt x="136349" y="106860"/>
                </a:lnTo>
                <a:lnTo>
                  <a:pt x="135738" y="106905"/>
                </a:lnTo>
                <a:lnTo>
                  <a:pt x="135116" y="106938"/>
                </a:lnTo>
                <a:lnTo>
                  <a:pt x="134482" y="106957"/>
                </a:lnTo>
                <a:lnTo>
                  <a:pt x="133836" y="106963"/>
                </a:lnTo>
                <a:lnTo>
                  <a:pt x="133205" y="106957"/>
                </a:lnTo>
                <a:lnTo>
                  <a:pt x="132586" y="106938"/>
                </a:lnTo>
                <a:lnTo>
                  <a:pt x="131977" y="106905"/>
                </a:lnTo>
                <a:lnTo>
                  <a:pt x="131381" y="106860"/>
                </a:lnTo>
                <a:close/>
                <a:moveTo>
                  <a:pt x="307634" y="125025"/>
                </a:moveTo>
                <a:lnTo>
                  <a:pt x="308583" y="124972"/>
                </a:lnTo>
                <a:lnTo>
                  <a:pt x="309522" y="124907"/>
                </a:lnTo>
                <a:lnTo>
                  <a:pt x="310450" y="124830"/>
                </a:lnTo>
                <a:lnTo>
                  <a:pt x="311368" y="124741"/>
                </a:lnTo>
                <a:lnTo>
                  <a:pt x="312276" y="124640"/>
                </a:lnTo>
                <a:lnTo>
                  <a:pt x="313172" y="124527"/>
                </a:lnTo>
                <a:lnTo>
                  <a:pt x="314059" y="124403"/>
                </a:lnTo>
                <a:lnTo>
                  <a:pt x="314935" y="124266"/>
                </a:lnTo>
                <a:lnTo>
                  <a:pt x="315800" y="124118"/>
                </a:lnTo>
                <a:lnTo>
                  <a:pt x="316655" y="123958"/>
                </a:lnTo>
                <a:lnTo>
                  <a:pt x="317500" y="123786"/>
                </a:lnTo>
                <a:lnTo>
                  <a:pt x="318334" y="123602"/>
                </a:lnTo>
                <a:lnTo>
                  <a:pt x="319158" y="123406"/>
                </a:lnTo>
                <a:lnTo>
                  <a:pt x="319971" y="123199"/>
                </a:lnTo>
                <a:lnTo>
                  <a:pt x="320774" y="122980"/>
                </a:lnTo>
                <a:lnTo>
                  <a:pt x="321566" y="122748"/>
                </a:lnTo>
                <a:lnTo>
                  <a:pt x="322348" y="122505"/>
                </a:lnTo>
                <a:lnTo>
                  <a:pt x="323120" y="122250"/>
                </a:lnTo>
                <a:lnTo>
                  <a:pt x="323881" y="121983"/>
                </a:lnTo>
                <a:lnTo>
                  <a:pt x="324631" y="121705"/>
                </a:lnTo>
                <a:lnTo>
                  <a:pt x="325370" y="121414"/>
                </a:lnTo>
                <a:lnTo>
                  <a:pt x="326096" y="121111"/>
                </a:lnTo>
                <a:lnTo>
                  <a:pt x="326808" y="120796"/>
                </a:lnTo>
                <a:lnTo>
                  <a:pt x="327508" y="120469"/>
                </a:lnTo>
                <a:lnTo>
                  <a:pt x="328194" y="120129"/>
                </a:lnTo>
                <a:lnTo>
                  <a:pt x="328867" y="119778"/>
                </a:lnTo>
                <a:lnTo>
                  <a:pt x="329527" y="119414"/>
                </a:lnTo>
                <a:lnTo>
                  <a:pt x="330174" y="119038"/>
                </a:lnTo>
                <a:lnTo>
                  <a:pt x="330808" y="118650"/>
                </a:lnTo>
                <a:lnTo>
                  <a:pt x="331429" y="118250"/>
                </a:lnTo>
                <a:lnTo>
                  <a:pt x="332036" y="117837"/>
                </a:lnTo>
                <a:lnTo>
                  <a:pt x="332631" y="117413"/>
                </a:lnTo>
                <a:lnTo>
                  <a:pt x="333212" y="116976"/>
                </a:lnTo>
                <a:lnTo>
                  <a:pt x="333781" y="116527"/>
                </a:lnTo>
                <a:lnTo>
                  <a:pt x="334336" y="116066"/>
                </a:lnTo>
                <a:lnTo>
                  <a:pt x="334878" y="115592"/>
                </a:lnTo>
                <a:lnTo>
                  <a:pt x="335407" y="115107"/>
                </a:lnTo>
                <a:lnTo>
                  <a:pt x="335923" y="114609"/>
                </a:lnTo>
                <a:lnTo>
                  <a:pt x="336426" y="114099"/>
                </a:lnTo>
                <a:lnTo>
                  <a:pt x="336916" y="113577"/>
                </a:lnTo>
                <a:lnTo>
                  <a:pt x="337392" y="113043"/>
                </a:lnTo>
                <a:lnTo>
                  <a:pt x="337856" y="112497"/>
                </a:lnTo>
                <a:lnTo>
                  <a:pt x="338306" y="111938"/>
                </a:lnTo>
                <a:lnTo>
                  <a:pt x="338743" y="111368"/>
                </a:lnTo>
                <a:lnTo>
                  <a:pt x="339166" y="110785"/>
                </a:lnTo>
                <a:lnTo>
                  <a:pt x="339572" y="110190"/>
                </a:lnTo>
                <a:lnTo>
                  <a:pt x="339962" y="109583"/>
                </a:lnTo>
                <a:lnTo>
                  <a:pt x="340335" y="108965"/>
                </a:lnTo>
                <a:lnTo>
                  <a:pt x="340692" y="108334"/>
                </a:lnTo>
                <a:lnTo>
                  <a:pt x="341032" y="107691"/>
                </a:lnTo>
                <a:lnTo>
                  <a:pt x="341357" y="107036"/>
                </a:lnTo>
                <a:lnTo>
                  <a:pt x="341664" y="106369"/>
                </a:lnTo>
                <a:lnTo>
                  <a:pt x="341956" y="105690"/>
                </a:lnTo>
                <a:lnTo>
                  <a:pt x="342231" y="104999"/>
                </a:lnTo>
                <a:lnTo>
                  <a:pt x="342490" y="104296"/>
                </a:lnTo>
                <a:lnTo>
                  <a:pt x="342732" y="103581"/>
                </a:lnTo>
                <a:lnTo>
                  <a:pt x="342958" y="102855"/>
                </a:lnTo>
                <a:lnTo>
                  <a:pt x="343167" y="102116"/>
                </a:lnTo>
                <a:lnTo>
                  <a:pt x="343360" y="101365"/>
                </a:lnTo>
                <a:lnTo>
                  <a:pt x="343537" y="100602"/>
                </a:lnTo>
                <a:lnTo>
                  <a:pt x="343697" y="99826"/>
                </a:lnTo>
                <a:lnTo>
                  <a:pt x="343841" y="99039"/>
                </a:lnTo>
                <a:lnTo>
                  <a:pt x="343969" y="98240"/>
                </a:lnTo>
                <a:lnTo>
                  <a:pt x="344080" y="97429"/>
                </a:lnTo>
                <a:lnTo>
                  <a:pt x="344175" y="96606"/>
                </a:lnTo>
                <a:lnTo>
                  <a:pt x="344253" y="95771"/>
                </a:lnTo>
                <a:lnTo>
                  <a:pt x="344315" y="94924"/>
                </a:lnTo>
                <a:lnTo>
                  <a:pt x="344361" y="94065"/>
                </a:lnTo>
                <a:lnTo>
                  <a:pt x="320901" y="94065"/>
                </a:lnTo>
                <a:lnTo>
                  <a:pt x="320886" y="94630"/>
                </a:lnTo>
                <a:lnTo>
                  <a:pt x="320854" y="95184"/>
                </a:lnTo>
                <a:lnTo>
                  <a:pt x="320807" y="95725"/>
                </a:lnTo>
                <a:lnTo>
                  <a:pt x="320744" y="96256"/>
                </a:lnTo>
                <a:lnTo>
                  <a:pt x="320665" y="96774"/>
                </a:lnTo>
                <a:lnTo>
                  <a:pt x="320570" y="97280"/>
                </a:lnTo>
                <a:lnTo>
                  <a:pt x="320459" y="97775"/>
                </a:lnTo>
                <a:lnTo>
                  <a:pt x="320332" y="98258"/>
                </a:lnTo>
                <a:lnTo>
                  <a:pt x="320189" y="98730"/>
                </a:lnTo>
                <a:lnTo>
                  <a:pt x="320030" y="99189"/>
                </a:lnTo>
                <a:lnTo>
                  <a:pt x="319856" y="99637"/>
                </a:lnTo>
                <a:lnTo>
                  <a:pt x="319665" y="100073"/>
                </a:lnTo>
                <a:lnTo>
                  <a:pt x="319459" y="100497"/>
                </a:lnTo>
                <a:lnTo>
                  <a:pt x="319236" y="100910"/>
                </a:lnTo>
                <a:lnTo>
                  <a:pt x="318998" y="101311"/>
                </a:lnTo>
                <a:lnTo>
                  <a:pt x="318744" y="101700"/>
                </a:lnTo>
                <a:lnTo>
                  <a:pt x="318474" y="102078"/>
                </a:lnTo>
                <a:lnTo>
                  <a:pt x="318188" y="102443"/>
                </a:lnTo>
                <a:lnTo>
                  <a:pt x="317886" y="102797"/>
                </a:lnTo>
                <a:lnTo>
                  <a:pt x="317568" y="103139"/>
                </a:lnTo>
                <a:lnTo>
                  <a:pt x="317234" y="103470"/>
                </a:lnTo>
                <a:lnTo>
                  <a:pt x="316884" y="103788"/>
                </a:lnTo>
                <a:lnTo>
                  <a:pt x="316519" y="104095"/>
                </a:lnTo>
                <a:lnTo>
                  <a:pt x="316137" y="104390"/>
                </a:lnTo>
                <a:lnTo>
                  <a:pt x="315742" y="104674"/>
                </a:lnTo>
                <a:lnTo>
                  <a:pt x="315337" y="104945"/>
                </a:lnTo>
                <a:lnTo>
                  <a:pt x="314921" y="105204"/>
                </a:lnTo>
                <a:lnTo>
                  <a:pt x="314494" y="105451"/>
                </a:lnTo>
                <a:lnTo>
                  <a:pt x="314057" y="105686"/>
                </a:lnTo>
                <a:lnTo>
                  <a:pt x="313609" y="105909"/>
                </a:lnTo>
                <a:lnTo>
                  <a:pt x="313151" y="106120"/>
                </a:lnTo>
                <a:lnTo>
                  <a:pt x="312681" y="106319"/>
                </a:lnTo>
                <a:lnTo>
                  <a:pt x="312202" y="106506"/>
                </a:lnTo>
                <a:lnTo>
                  <a:pt x="311711" y="106681"/>
                </a:lnTo>
                <a:lnTo>
                  <a:pt x="311211" y="106844"/>
                </a:lnTo>
                <a:lnTo>
                  <a:pt x="310699" y="106994"/>
                </a:lnTo>
                <a:lnTo>
                  <a:pt x="310177" y="107133"/>
                </a:lnTo>
                <a:lnTo>
                  <a:pt x="309644" y="107260"/>
                </a:lnTo>
                <a:lnTo>
                  <a:pt x="309101" y="107374"/>
                </a:lnTo>
                <a:lnTo>
                  <a:pt x="308547" y="107476"/>
                </a:lnTo>
                <a:lnTo>
                  <a:pt x="307982" y="107567"/>
                </a:lnTo>
                <a:lnTo>
                  <a:pt x="307407" y="107645"/>
                </a:lnTo>
                <a:lnTo>
                  <a:pt x="306821" y="107712"/>
                </a:lnTo>
                <a:lnTo>
                  <a:pt x="306225" y="107766"/>
                </a:lnTo>
                <a:lnTo>
                  <a:pt x="305618" y="107808"/>
                </a:lnTo>
                <a:lnTo>
                  <a:pt x="305000" y="107838"/>
                </a:lnTo>
                <a:lnTo>
                  <a:pt x="304372" y="107856"/>
                </a:lnTo>
                <a:lnTo>
                  <a:pt x="303733" y="107862"/>
                </a:lnTo>
                <a:lnTo>
                  <a:pt x="303116" y="107856"/>
                </a:lnTo>
                <a:lnTo>
                  <a:pt x="302509" y="107839"/>
                </a:lnTo>
                <a:lnTo>
                  <a:pt x="301913" y="107810"/>
                </a:lnTo>
                <a:lnTo>
                  <a:pt x="301326" y="107769"/>
                </a:lnTo>
                <a:lnTo>
                  <a:pt x="300749" y="107717"/>
                </a:lnTo>
                <a:lnTo>
                  <a:pt x="300182" y="107653"/>
                </a:lnTo>
                <a:lnTo>
                  <a:pt x="299626" y="107577"/>
                </a:lnTo>
                <a:lnTo>
                  <a:pt x="299079" y="107490"/>
                </a:lnTo>
                <a:lnTo>
                  <a:pt x="298542" y="107391"/>
                </a:lnTo>
                <a:lnTo>
                  <a:pt x="298015" y="107280"/>
                </a:lnTo>
                <a:lnTo>
                  <a:pt x="297498" y="107158"/>
                </a:lnTo>
                <a:lnTo>
                  <a:pt x="296992" y="107024"/>
                </a:lnTo>
                <a:lnTo>
                  <a:pt x="296495" y="106878"/>
                </a:lnTo>
                <a:lnTo>
                  <a:pt x="296008" y="106721"/>
                </a:lnTo>
                <a:lnTo>
                  <a:pt x="295531" y="106552"/>
                </a:lnTo>
                <a:lnTo>
                  <a:pt x="295064" y="106372"/>
                </a:lnTo>
                <a:lnTo>
                  <a:pt x="294607" y="106180"/>
                </a:lnTo>
                <a:lnTo>
                  <a:pt x="294160" y="105976"/>
                </a:lnTo>
                <a:lnTo>
                  <a:pt x="293723" y="105760"/>
                </a:lnTo>
                <a:lnTo>
                  <a:pt x="293296" y="105533"/>
                </a:lnTo>
                <a:lnTo>
                  <a:pt x="292879" y="105294"/>
                </a:lnTo>
                <a:lnTo>
                  <a:pt x="292472" y="105044"/>
                </a:lnTo>
                <a:lnTo>
                  <a:pt x="292075" y="104782"/>
                </a:lnTo>
                <a:lnTo>
                  <a:pt x="291688" y="104508"/>
                </a:lnTo>
                <a:lnTo>
                  <a:pt x="291311" y="104225"/>
                </a:lnTo>
                <a:lnTo>
                  <a:pt x="290941" y="103934"/>
                </a:lnTo>
                <a:lnTo>
                  <a:pt x="290581" y="103635"/>
                </a:lnTo>
                <a:lnTo>
                  <a:pt x="290229" y="103330"/>
                </a:lnTo>
                <a:lnTo>
                  <a:pt x="289886" y="103016"/>
                </a:lnTo>
                <a:lnTo>
                  <a:pt x="289551" y="102695"/>
                </a:lnTo>
                <a:lnTo>
                  <a:pt x="289224" y="102367"/>
                </a:lnTo>
                <a:lnTo>
                  <a:pt x="288907" y="102031"/>
                </a:lnTo>
                <a:lnTo>
                  <a:pt x="288598" y="101687"/>
                </a:lnTo>
                <a:lnTo>
                  <a:pt x="288297" y="101336"/>
                </a:lnTo>
                <a:lnTo>
                  <a:pt x="288005" y="100978"/>
                </a:lnTo>
                <a:lnTo>
                  <a:pt x="287722" y="100612"/>
                </a:lnTo>
                <a:lnTo>
                  <a:pt x="287447" y="100238"/>
                </a:lnTo>
                <a:lnTo>
                  <a:pt x="287181" y="99857"/>
                </a:lnTo>
                <a:lnTo>
                  <a:pt x="286924" y="99469"/>
                </a:lnTo>
                <a:lnTo>
                  <a:pt x="286675" y="99073"/>
                </a:lnTo>
                <a:lnTo>
                  <a:pt x="286434" y="98669"/>
                </a:lnTo>
                <a:lnTo>
                  <a:pt x="286202" y="98258"/>
                </a:lnTo>
                <a:lnTo>
                  <a:pt x="285979" y="97840"/>
                </a:lnTo>
                <a:lnTo>
                  <a:pt x="285765" y="97414"/>
                </a:lnTo>
                <a:lnTo>
                  <a:pt x="285559" y="96980"/>
                </a:lnTo>
                <a:lnTo>
                  <a:pt x="285361" y="96539"/>
                </a:lnTo>
                <a:lnTo>
                  <a:pt x="285172" y="96091"/>
                </a:lnTo>
                <a:lnTo>
                  <a:pt x="284992" y="95635"/>
                </a:lnTo>
                <a:lnTo>
                  <a:pt x="284819" y="95174"/>
                </a:lnTo>
                <a:lnTo>
                  <a:pt x="284653" y="94710"/>
                </a:lnTo>
                <a:lnTo>
                  <a:pt x="284494" y="94243"/>
                </a:lnTo>
                <a:lnTo>
                  <a:pt x="284341" y="93773"/>
                </a:lnTo>
                <a:lnTo>
                  <a:pt x="284196" y="93300"/>
                </a:lnTo>
                <a:lnTo>
                  <a:pt x="284056" y="92825"/>
                </a:lnTo>
                <a:lnTo>
                  <a:pt x="283924" y="92346"/>
                </a:lnTo>
                <a:lnTo>
                  <a:pt x="283798" y="91865"/>
                </a:lnTo>
                <a:lnTo>
                  <a:pt x="283679" y="91381"/>
                </a:lnTo>
                <a:lnTo>
                  <a:pt x="283567" y="90894"/>
                </a:lnTo>
                <a:lnTo>
                  <a:pt x="283462" y="90404"/>
                </a:lnTo>
                <a:lnTo>
                  <a:pt x="283363" y="89911"/>
                </a:lnTo>
                <a:lnTo>
                  <a:pt x="283271" y="89415"/>
                </a:lnTo>
                <a:lnTo>
                  <a:pt x="283185" y="88917"/>
                </a:lnTo>
                <a:lnTo>
                  <a:pt x="283106" y="88415"/>
                </a:lnTo>
                <a:lnTo>
                  <a:pt x="283034" y="87911"/>
                </a:lnTo>
                <a:lnTo>
                  <a:pt x="282969" y="87404"/>
                </a:lnTo>
                <a:lnTo>
                  <a:pt x="282910" y="86894"/>
                </a:lnTo>
                <a:lnTo>
                  <a:pt x="282859" y="86381"/>
                </a:lnTo>
                <a:lnTo>
                  <a:pt x="282813" y="85865"/>
                </a:lnTo>
                <a:lnTo>
                  <a:pt x="282775" y="85346"/>
                </a:lnTo>
                <a:lnTo>
                  <a:pt x="282743" y="84825"/>
                </a:lnTo>
                <a:lnTo>
                  <a:pt x="282718" y="84300"/>
                </a:lnTo>
                <a:lnTo>
                  <a:pt x="282700" y="83773"/>
                </a:lnTo>
                <a:lnTo>
                  <a:pt x="344271" y="83773"/>
                </a:lnTo>
                <a:lnTo>
                  <a:pt x="344286" y="83688"/>
                </a:lnTo>
                <a:lnTo>
                  <a:pt x="344300" y="83600"/>
                </a:lnTo>
                <a:lnTo>
                  <a:pt x="344315" y="83510"/>
                </a:lnTo>
                <a:lnTo>
                  <a:pt x="344329" y="83416"/>
                </a:lnTo>
                <a:lnTo>
                  <a:pt x="344342" y="83319"/>
                </a:lnTo>
                <a:lnTo>
                  <a:pt x="344355" y="83219"/>
                </a:lnTo>
                <a:lnTo>
                  <a:pt x="344368" y="83116"/>
                </a:lnTo>
                <a:lnTo>
                  <a:pt x="344381" y="83011"/>
                </a:lnTo>
                <a:lnTo>
                  <a:pt x="344393" y="82902"/>
                </a:lnTo>
                <a:lnTo>
                  <a:pt x="344405" y="82790"/>
                </a:lnTo>
                <a:lnTo>
                  <a:pt x="344417" y="82675"/>
                </a:lnTo>
                <a:lnTo>
                  <a:pt x="344428" y="82557"/>
                </a:lnTo>
                <a:lnTo>
                  <a:pt x="344440" y="82437"/>
                </a:lnTo>
                <a:lnTo>
                  <a:pt x="344450" y="82313"/>
                </a:lnTo>
                <a:lnTo>
                  <a:pt x="344461" y="82186"/>
                </a:lnTo>
                <a:lnTo>
                  <a:pt x="344471" y="82056"/>
                </a:lnTo>
                <a:lnTo>
                  <a:pt x="344481" y="81924"/>
                </a:lnTo>
                <a:lnTo>
                  <a:pt x="344490" y="81788"/>
                </a:lnTo>
                <a:lnTo>
                  <a:pt x="344499" y="81649"/>
                </a:lnTo>
                <a:lnTo>
                  <a:pt x="344508" y="81508"/>
                </a:lnTo>
                <a:lnTo>
                  <a:pt x="344517" y="81363"/>
                </a:lnTo>
                <a:lnTo>
                  <a:pt x="344525" y="81215"/>
                </a:lnTo>
                <a:lnTo>
                  <a:pt x="344533" y="81064"/>
                </a:lnTo>
                <a:lnTo>
                  <a:pt x="344541" y="80911"/>
                </a:lnTo>
                <a:lnTo>
                  <a:pt x="344548" y="80757"/>
                </a:lnTo>
                <a:lnTo>
                  <a:pt x="344555" y="80606"/>
                </a:lnTo>
                <a:lnTo>
                  <a:pt x="344562" y="80457"/>
                </a:lnTo>
                <a:lnTo>
                  <a:pt x="344568" y="80311"/>
                </a:lnTo>
                <a:lnTo>
                  <a:pt x="344574" y="80168"/>
                </a:lnTo>
                <a:lnTo>
                  <a:pt x="344580" y="80028"/>
                </a:lnTo>
                <a:lnTo>
                  <a:pt x="344586" y="79890"/>
                </a:lnTo>
                <a:lnTo>
                  <a:pt x="344591" y="79755"/>
                </a:lnTo>
                <a:lnTo>
                  <a:pt x="344596" y="79623"/>
                </a:lnTo>
                <a:lnTo>
                  <a:pt x="344600" y="79493"/>
                </a:lnTo>
                <a:lnTo>
                  <a:pt x="344604" y="79366"/>
                </a:lnTo>
                <a:lnTo>
                  <a:pt x="344608" y="79242"/>
                </a:lnTo>
                <a:lnTo>
                  <a:pt x="344612" y="79120"/>
                </a:lnTo>
                <a:lnTo>
                  <a:pt x="344615" y="79001"/>
                </a:lnTo>
                <a:lnTo>
                  <a:pt x="344618" y="78885"/>
                </a:lnTo>
                <a:lnTo>
                  <a:pt x="344621" y="78771"/>
                </a:lnTo>
                <a:lnTo>
                  <a:pt x="344623" y="78660"/>
                </a:lnTo>
                <a:lnTo>
                  <a:pt x="344625" y="78552"/>
                </a:lnTo>
                <a:lnTo>
                  <a:pt x="344627" y="78446"/>
                </a:lnTo>
                <a:lnTo>
                  <a:pt x="344628" y="78343"/>
                </a:lnTo>
                <a:lnTo>
                  <a:pt x="344629" y="78243"/>
                </a:lnTo>
                <a:lnTo>
                  <a:pt x="344630" y="78146"/>
                </a:lnTo>
                <a:lnTo>
                  <a:pt x="344631" y="78051"/>
                </a:lnTo>
                <a:lnTo>
                  <a:pt x="344631" y="77959"/>
                </a:lnTo>
                <a:lnTo>
                  <a:pt x="344611" y="76189"/>
                </a:lnTo>
                <a:lnTo>
                  <a:pt x="344552" y="74453"/>
                </a:lnTo>
                <a:lnTo>
                  <a:pt x="344453" y="72752"/>
                </a:lnTo>
                <a:lnTo>
                  <a:pt x="344315" y="71085"/>
                </a:lnTo>
                <a:lnTo>
                  <a:pt x="344137" y="69452"/>
                </a:lnTo>
                <a:lnTo>
                  <a:pt x="343920" y="67853"/>
                </a:lnTo>
                <a:lnTo>
                  <a:pt x="343663" y="66289"/>
                </a:lnTo>
                <a:lnTo>
                  <a:pt x="343367" y="64759"/>
                </a:lnTo>
                <a:lnTo>
                  <a:pt x="343032" y="63263"/>
                </a:lnTo>
                <a:lnTo>
                  <a:pt x="342657" y="61801"/>
                </a:lnTo>
                <a:lnTo>
                  <a:pt x="342242" y="60373"/>
                </a:lnTo>
                <a:lnTo>
                  <a:pt x="341788" y="58980"/>
                </a:lnTo>
                <a:lnTo>
                  <a:pt x="341295" y="57621"/>
                </a:lnTo>
                <a:lnTo>
                  <a:pt x="340762" y="56296"/>
                </a:lnTo>
                <a:lnTo>
                  <a:pt x="340189" y="55006"/>
                </a:lnTo>
                <a:lnTo>
                  <a:pt x="339577" y="53749"/>
                </a:lnTo>
                <a:lnTo>
                  <a:pt x="338926" y="52527"/>
                </a:lnTo>
                <a:lnTo>
                  <a:pt x="338235" y="51340"/>
                </a:lnTo>
                <a:lnTo>
                  <a:pt x="337504" y="50186"/>
                </a:lnTo>
                <a:lnTo>
                  <a:pt x="336735" y="49067"/>
                </a:lnTo>
                <a:lnTo>
                  <a:pt x="335925" y="47981"/>
                </a:lnTo>
                <a:lnTo>
                  <a:pt x="335076" y="46930"/>
                </a:lnTo>
                <a:lnTo>
                  <a:pt x="334188" y="45914"/>
                </a:lnTo>
                <a:lnTo>
                  <a:pt x="333260" y="44931"/>
                </a:lnTo>
                <a:lnTo>
                  <a:pt x="332298" y="43986"/>
                </a:lnTo>
                <a:lnTo>
                  <a:pt x="331308" y="43081"/>
                </a:lnTo>
                <a:lnTo>
                  <a:pt x="330289" y="42216"/>
                </a:lnTo>
                <a:lnTo>
                  <a:pt x="329242" y="41392"/>
                </a:lnTo>
                <a:lnTo>
                  <a:pt x="328166" y="40607"/>
                </a:lnTo>
                <a:lnTo>
                  <a:pt x="327061" y="39863"/>
                </a:lnTo>
                <a:lnTo>
                  <a:pt x="325928" y="39160"/>
                </a:lnTo>
                <a:lnTo>
                  <a:pt x="324766" y="38496"/>
                </a:lnTo>
                <a:lnTo>
                  <a:pt x="323576" y="37872"/>
                </a:lnTo>
                <a:lnTo>
                  <a:pt x="322357" y="37289"/>
                </a:lnTo>
                <a:lnTo>
                  <a:pt x="321110" y="36746"/>
                </a:lnTo>
                <a:lnTo>
                  <a:pt x="319834" y="36243"/>
                </a:lnTo>
                <a:lnTo>
                  <a:pt x="318529" y="35781"/>
                </a:lnTo>
                <a:lnTo>
                  <a:pt x="317196" y="35359"/>
                </a:lnTo>
                <a:lnTo>
                  <a:pt x="315834" y="34976"/>
                </a:lnTo>
                <a:lnTo>
                  <a:pt x="314444" y="34635"/>
                </a:lnTo>
                <a:lnTo>
                  <a:pt x="313025" y="34333"/>
                </a:lnTo>
                <a:lnTo>
                  <a:pt x="311578" y="34071"/>
                </a:lnTo>
                <a:lnTo>
                  <a:pt x="310102" y="33850"/>
                </a:lnTo>
                <a:lnTo>
                  <a:pt x="308598" y="33669"/>
                </a:lnTo>
                <a:lnTo>
                  <a:pt x="307065" y="33528"/>
                </a:lnTo>
                <a:lnTo>
                  <a:pt x="305503" y="33428"/>
                </a:lnTo>
                <a:lnTo>
                  <a:pt x="303913" y="33368"/>
                </a:lnTo>
                <a:lnTo>
                  <a:pt x="302295" y="33347"/>
                </a:lnTo>
                <a:lnTo>
                  <a:pt x="301126" y="33357"/>
                </a:lnTo>
                <a:lnTo>
                  <a:pt x="299974" y="33386"/>
                </a:lnTo>
                <a:lnTo>
                  <a:pt x="298836" y="33433"/>
                </a:lnTo>
                <a:lnTo>
                  <a:pt x="297714" y="33500"/>
                </a:lnTo>
                <a:lnTo>
                  <a:pt x="296608" y="33586"/>
                </a:lnTo>
                <a:lnTo>
                  <a:pt x="295517" y="33691"/>
                </a:lnTo>
                <a:lnTo>
                  <a:pt x="294441" y="33816"/>
                </a:lnTo>
                <a:lnTo>
                  <a:pt x="293381" y="33959"/>
                </a:lnTo>
                <a:lnTo>
                  <a:pt x="292336" y="34121"/>
                </a:lnTo>
                <a:lnTo>
                  <a:pt x="291307" y="34303"/>
                </a:lnTo>
                <a:lnTo>
                  <a:pt x="290293" y="34503"/>
                </a:lnTo>
                <a:lnTo>
                  <a:pt x="289295" y="34723"/>
                </a:lnTo>
                <a:lnTo>
                  <a:pt x="288312" y="34962"/>
                </a:lnTo>
                <a:lnTo>
                  <a:pt x="287345" y="35220"/>
                </a:lnTo>
                <a:lnTo>
                  <a:pt x="286393" y="35497"/>
                </a:lnTo>
                <a:lnTo>
                  <a:pt x="285456" y="35793"/>
                </a:lnTo>
                <a:lnTo>
                  <a:pt x="284535" y="36108"/>
                </a:lnTo>
                <a:lnTo>
                  <a:pt x="283630" y="36443"/>
                </a:lnTo>
                <a:lnTo>
                  <a:pt x="282739" y="36796"/>
                </a:lnTo>
                <a:lnTo>
                  <a:pt x="281865" y="37169"/>
                </a:lnTo>
                <a:lnTo>
                  <a:pt x="281005" y="37560"/>
                </a:lnTo>
                <a:lnTo>
                  <a:pt x="280161" y="37971"/>
                </a:lnTo>
                <a:lnTo>
                  <a:pt x="279333" y="38401"/>
                </a:lnTo>
                <a:lnTo>
                  <a:pt x="278520" y="38850"/>
                </a:lnTo>
                <a:lnTo>
                  <a:pt x="277723" y="39317"/>
                </a:lnTo>
                <a:lnTo>
                  <a:pt x="276942" y="39800"/>
                </a:lnTo>
                <a:lnTo>
                  <a:pt x="276177" y="40299"/>
                </a:lnTo>
                <a:lnTo>
                  <a:pt x="275429" y="40814"/>
                </a:lnTo>
                <a:lnTo>
                  <a:pt x="274697" y="41346"/>
                </a:lnTo>
                <a:lnTo>
                  <a:pt x="273981" y="41894"/>
                </a:lnTo>
                <a:lnTo>
                  <a:pt x="273281" y="42459"/>
                </a:lnTo>
                <a:lnTo>
                  <a:pt x="272598" y="43039"/>
                </a:lnTo>
                <a:lnTo>
                  <a:pt x="271930" y="43636"/>
                </a:lnTo>
                <a:lnTo>
                  <a:pt x="271279" y="44249"/>
                </a:lnTo>
                <a:lnTo>
                  <a:pt x="270645" y="44878"/>
                </a:lnTo>
                <a:lnTo>
                  <a:pt x="270026" y="45524"/>
                </a:lnTo>
                <a:lnTo>
                  <a:pt x="269424" y="46186"/>
                </a:lnTo>
                <a:lnTo>
                  <a:pt x="268837" y="46864"/>
                </a:lnTo>
                <a:lnTo>
                  <a:pt x="268268" y="47559"/>
                </a:lnTo>
                <a:lnTo>
                  <a:pt x="267714" y="48269"/>
                </a:lnTo>
                <a:lnTo>
                  <a:pt x="267176" y="48996"/>
                </a:lnTo>
                <a:lnTo>
                  <a:pt x="266655" y="49740"/>
                </a:lnTo>
                <a:lnTo>
                  <a:pt x="266150" y="50499"/>
                </a:lnTo>
                <a:lnTo>
                  <a:pt x="265662" y="51275"/>
                </a:lnTo>
                <a:lnTo>
                  <a:pt x="265189" y="52067"/>
                </a:lnTo>
                <a:lnTo>
                  <a:pt x="264733" y="52875"/>
                </a:lnTo>
                <a:lnTo>
                  <a:pt x="264293" y="53700"/>
                </a:lnTo>
                <a:lnTo>
                  <a:pt x="263869" y="54541"/>
                </a:lnTo>
                <a:lnTo>
                  <a:pt x="263462" y="55396"/>
                </a:lnTo>
                <a:lnTo>
                  <a:pt x="263072" y="56265"/>
                </a:lnTo>
                <a:lnTo>
                  <a:pt x="262700" y="57148"/>
                </a:lnTo>
                <a:lnTo>
                  <a:pt x="262345" y="58044"/>
                </a:lnTo>
                <a:lnTo>
                  <a:pt x="262007" y="58954"/>
                </a:lnTo>
                <a:lnTo>
                  <a:pt x="261686" y="59878"/>
                </a:lnTo>
                <a:lnTo>
                  <a:pt x="261383" y="60815"/>
                </a:lnTo>
                <a:lnTo>
                  <a:pt x="261097" y="61765"/>
                </a:lnTo>
                <a:lnTo>
                  <a:pt x="260829" y="62730"/>
                </a:lnTo>
                <a:lnTo>
                  <a:pt x="260578" y="63708"/>
                </a:lnTo>
                <a:lnTo>
                  <a:pt x="260344" y="64699"/>
                </a:lnTo>
                <a:lnTo>
                  <a:pt x="260127" y="65704"/>
                </a:lnTo>
                <a:lnTo>
                  <a:pt x="259928" y="66723"/>
                </a:lnTo>
                <a:lnTo>
                  <a:pt x="259746" y="67755"/>
                </a:lnTo>
                <a:lnTo>
                  <a:pt x="259582" y="68800"/>
                </a:lnTo>
                <a:lnTo>
                  <a:pt x="259434" y="69860"/>
                </a:lnTo>
                <a:lnTo>
                  <a:pt x="259305" y="70933"/>
                </a:lnTo>
                <a:lnTo>
                  <a:pt x="259192" y="72019"/>
                </a:lnTo>
                <a:lnTo>
                  <a:pt x="259097" y="73119"/>
                </a:lnTo>
                <a:lnTo>
                  <a:pt x="259019" y="74233"/>
                </a:lnTo>
                <a:lnTo>
                  <a:pt x="258958" y="75360"/>
                </a:lnTo>
                <a:lnTo>
                  <a:pt x="258915" y="76501"/>
                </a:lnTo>
                <a:lnTo>
                  <a:pt x="258889" y="77656"/>
                </a:lnTo>
                <a:lnTo>
                  <a:pt x="258880" y="78824"/>
                </a:lnTo>
                <a:lnTo>
                  <a:pt x="258889" y="80029"/>
                </a:lnTo>
                <a:lnTo>
                  <a:pt x="258916" y="81220"/>
                </a:lnTo>
                <a:lnTo>
                  <a:pt x="258960" y="82397"/>
                </a:lnTo>
                <a:lnTo>
                  <a:pt x="259023" y="83559"/>
                </a:lnTo>
                <a:lnTo>
                  <a:pt x="259103" y="84706"/>
                </a:lnTo>
                <a:lnTo>
                  <a:pt x="259200" y="85839"/>
                </a:lnTo>
                <a:lnTo>
                  <a:pt x="259316" y="86957"/>
                </a:lnTo>
                <a:lnTo>
                  <a:pt x="259449" y="88061"/>
                </a:lnTo>
                <a:lnTo>
                  <a:pt x="259601" y="89150"/>
                </a:lnTo>
                <a:lnTo>
                  <a:pt x="259770" y="90225"/>
                </a:lnTo>
                <a:lnTo>
                  <a:pt x="259956" y="91285"/>
                </a:lnTo>
                <a:lnTo>
                  <a:pt x="260161" y="92331"/>
                </a:lnTo>
                <a:lnTo>
                  <a:pt x="260383" y="93362"/>
                </a:lnTo>
                <a:lnTo>
                  <a:pt x="260624" y="94379"/>
                </a:lnTo>
                <a:lnTo>
                  <a:pt x="260882" y="95381"/>
                </a:lnTo>
                <a:lnTo>
                  <a:pt x="261157" y="96369"/>
                </a:lnTo>
                <a:lnTo>
                  <a:pt x="261451" y="97342"/>
                </a:lnTo>
                <a:lnTo>
                  <a:pt x="261762" y="98301"/>
                </a:lnTo>
                <a:lnTo>
                  <a:pt x="262091" y="99245"/>
                </a:lnTo>
                <a:lnTo>
                  <a:pt x="262438" y="100174"/>
                </a:lnTo>
                <a:lnTo>
                  <a:pt x="262803" y="101089"/>
                </a:lnTo>
                <a:lnTo>
                  <a:pt x="263185" y="101990"/>
                </a:lnTo>
                <a:lnTo>
                  <a:pt x="263586" y="102876"/>
                </a:lnTo>
                <a:lnTo>
                  <a:pt x="264004" y="103747"/>
                </a:lnTo>
                <a:lnTo>
                  <a:pt x="264439" y="104603"/>
                </a:lnTo>
                <a:lnTo>
                  <a:pt x="264891" y="105441"/>
                </a:lnTo>
                <a:lnTo>
                  <a:pt x="265360" y="106263"/>
                </a:lnTo>
                <a:lnTo>
                  <a:pt x="265846" y="107068"/>
                </a:lnTo>
                <a:lnTo>
                  <a:pt x="266349" y="107856"/>
                </a:lnTo>
                <a:lnTo>
                  <a:pt x="266869" y="108627"/>
                </a:lnTo>
                <a:lnTo>
                  <a:pt x="267405" y="109381"/>
                </a:lnTo>
                <a:lnTo>
                  <a:pt x="267959" y="110118"/>
                </a:lnTo>
                <a:lnTo>
                  <a:pt x="268529" y="110839"/>
                </a:lnTo>
                <a:lnTo>
                  <a:pt x="269116" y="111542"/>
                </a:lnTo>
                <a:lnTo>
                  <a:pt x="269720" y="112229"/>
                </a:lnTo>
                <a:lnTo>
                  <a:pt x="270341" y="112899"/>
                </a:lnTo>
                <a:lnTo>
                  <a:pt x="270978" y="113551"/>
                </a:lnTo>
                <a:lnTo>
                  <a:pt x="271633" y="114187"/>
                </a:lnTo>
                <a:lnTo>
                  <a:pt x="272304" y="114806"/>
                </a:lnTo>
                <a:lnTo>
                  <a:pt x="272992" y="115409"/>
                </a:lnTo>
                <a:lnTo>
                  <a:pt x="273697" y="115994"/>
                </a:lnTo>
                <a:lnTo>
                  <a:pt x="274419" y="116562"/>
                </a:lnTo>
                <a:lnTo>
                  <a:pt x="275158" y="117114"/>
                </a:lnTo>
                <a:lnTo>
                  <a:pt x="275913" y="117648"/>
                </a:lnTo>
                <a:lnTo>
                  <a:pt x="276686" y="118166"/>
                </a:lnTo>
                <a:lnTo>
                  <a:pt x="277475" y="118667"/>
                </a:lnTo>
                <a:lnTo>
                  <a:pt x="278281" y="119151"/>
                </a:lnTo>
                <a:lnTo>
                  <a:pt x="279104" y="119618"/>
                </a:lnTo>
                <a:lnTo>
                  <a:pt x="279944" y="120067"/>
                </a:lnTo>
                <a:lnTo>
                  <a:pt x="280800" y="120496"/>
                </a:lnTo>
                <a:lnTo>
                  <a:pt x="281672" y="120907"/>
                </a:lnTo>
                <a:lnTo>
                  <a:pt x="282560" y="121299"/>
                </a:lnTo>
                <a:lnTo>
                  <a:pt x="283464" y="121671"/>
                </a:lnTo>
                <a:lnTo>
                  <a:pt x="284385" y="122025"/>
                </a:lnTo>
                <a:lnTo>
                  <a:pt x="285322" y="122359"/>
                </a:lnTo>
                <a:lnTo>
                  <a:pt x="286275" y="122675"/>
                </a:lnTo>
                <a:lnTo>
                  <a:pt x="287245" y="122971"/>
                </a:lnTo>
                <a:lnTo>
                  <a:pt x="288230" y="123248"/>
                </a:lnTo>
                <a:lnTo>
                  <a:pt x="289232" y="123506"/>
                </a:lnTo>
                <a:lnTo>
                  <a:pt x="290250" y="123745"/>
                </a:lnTo>
                <a:lnTo>
                  <a:pt x="291284" y="123964"/>
                </a:lnTo>
                <a:lnTo>
                  <a:pt x="292335" y="124165"/>
                </a:lnTo>
                <a:lnTo>
                  <a:pt x="293402" y="124346"/>
                </a:lnTo>
                <a:lnTo>
                  <a:pt x="294485" y="124509"/>
                </a:lnTo>
                <a:lnTo>
                  <a:pt x="295584" y="124652"/>
                </a:lnTo>
                <a:lnTo>
                  <a:pt x="296699" y="124776"/>
                </a:lnTo>
                <a:lnTo>
                  <a:pt x="297831" y="124881"/>
                </a:lnTo>
                <a:lnTo>
                  <a:pt x="298979" y="124967"/>
                </a:lnTo>
                <a:lnTo>
                  <a:pt x="300143" y="125034"/>
                </a:lnTo>
                <a:lnTo>
                  <a:pt x="301323" y="125082"/>
                </a:lnTo>
                <a:lnTo>
                  <a:pt x="302520" y="125111"/>
                </a:lnTo>
                <a:lnTo>
                  <a:pt x="303733" y="125120"/>
                </a:lnTo>
                <a:lnTo>
                  <a:pt x="304724" y="125114"/>
                </a:lnTo>
                <a:lnTo>
                  <a:pt x="305704" y="125096"/>
                </a:lnTo>
                <a:lnTo>
                  <a:pt x="306675" y="125067"/>
                </a:lnTo>
                <a:lnTo>
                  <a:pt x="307634" y="125025"/>
                </a:lnTo>
                <a:close/>
                <a:moveTo>
                  <a:pt x="283280" y="65739"/>
                </a:moveTo>
                <a:lnTo>
                  <a:pt x="283399" y="65043"/>
                </a:lnTo>
                <a:lnTo>
                  <a:pt x="283534" y="64363"/>
                </a:lnTo>
                <a:lnTo>
                  <a:pt x="283685" y="63698"/>
                </a:lnTo>
                <a:lnTo>
                  <a:pt x="283853" y="63047"/>
                </a:lnTo>
                <a:lnTo>
                  <a:pt x="284038" y="62412"/>
                </a:lnTo>
                <a:lnTo>
                  <a:pt x="284238" y="61792"/>
                </a:lnTo>
                <a:lnTo>
                  <a:pt x="284455" y="61187"/>
                </a:lnTo>
                <a:lnTo>
                  <a:pt x="284688" y="60597"/>
                </a:lnTo>
                <a:lnTo>
                  <a:pt x="284938" y="60023"/>
                </a:lnTo>
                <a:lnTo>
                  <a:pt x="285204" y="59463"/>
                </a:lnTo>
                <a:lnTo>
                  <a:pt x="285487" y="58919"/>
                </a:lnTo>
                <a:lnTo>
                  <a:pt x="285786" y="58389"/>
                </a:lnTo>
                <a:lnTo>
                  <a:pt x="286101" y="57875"/>
                </a:lnTo>
                <a:lnTo>
                  <a:pt x="286433" y="57376"/>
                </a:lnTo>
                <a:lnTo>
                  <a:pt x="286781" y="56892"/>
                </a:lnTo>
                <a:lnTo>
                  <a:pt x="287145" y="56423"/>
                </a:lnTo>
                <a:lnTo>
                  <a:pt x="287526" y="55969"/>
                </a:lnTo>
                <a:lnTo>
                  <a:pt x="287923" y="55530"/>
                </a:lnTo>
                <a:lnTo>
                  <a:pt x="288337" y="55106"/>
                </a:lnTo>
                <a:lnTo>
                  <a:pt x="288767" y="54698"/>
                </a:lnTo>
                <a:lnTo>
                  <a:pt x="289210" y="54305"/>
                </a:lnTo>
                <a:lnTo>
                  <a:pt x="289664" y="53929"/>
                </a:lnTo>
                <a:lnTo>
                  <a:pt x="290129" y="53570"/>
                </a:lnTo>
                <a:lnTo>
                  <a:pt x="290603" y="53228"/>
                </a:lnTo>
                <a:lnTo>
                  <a:pt x="291089" y="52902"/>
                </a:lnTo>
                <a:lnTo>
                  <a:pt x="291584" y="52593"/>
                </a:lnTo>
                <a:lnTo>
                  <a:pt x="292091" y="52300"/>
                </a:lnTo>
                <a:lnTo>
                  <a:pt x="292607" y="52025"/>
                </a:lnTo>
                <a:lnTo>
                  <a:pt x="293134" y="51766"/>
                </a:lnTo>
                <a:lnTo>
                  <a:pt x="293672" y="51524"/>
                </a:lnTo>
                <a:lnTo>
                  <a:pt x="294220" y="51298"/>
                </a:lnTo>
                <a:lnTo>
                  <a:pt x="294778" y="51089"/>
                </a:lnTo>
                <a:lnTo>
                  <a:pt x="295347" y="50897"/>
                </a:lnTo>
                <a:lnTo>
                  <a:pt x="295926" y="50722"/>
                </a:lnTo>
                <a:lnTo>
                  <a:pt x="296516" y="50563"/>
                </a:lnTo>
                <a:lnTo>
                  <a:pt x="297116" y="50421"/>
                </a:lnTo>
                <a:lnTo>
                  <a:pt x="297727" y="50296"/>
                </a:lnTo>
                <a:lnTo>
                  <a:pt x="298348" y="50187"/>
                </a:lnTo>
                <a:lnTo>
                  <a:pt x="298980" y="50095"/>
                </a:lnTo>
                <a:lnTo>
                  <a:pt x="299622" y="50020"/>
                </a:lnTo>
                <a:lnTo>
                  <a:pt x="300274" y="49961"/>
                </a:lnTo>
                <a:lnTo>
                  <a:pt x="300937" y="49920"/>
                </a:lnTo>
                <a:lnTo>
                  <a:pt x="301611" y="49895"/>
                </a:lnTo>
                <a:lnTo>
                  <a:pt x="302295" y="49886"/>
                </a:lnTo>
                <a:lnTo>
                  <a:pt x="302964" y="49894"/>
                </a:lnTo>
                <a:lnTo>
                  <a:pt x="303623" y="49919"/>
                </a:lnTo>
                <a:lnTo>
                  <a:pt x="304272" y="49959"/>
                </a:lnTo>
                <a:lnTo>
                  <a:pt x="304910" y="50016"/>
                </a:lnTo>
                <a:lnTo>
                  <a:pt x="305539" y="50089"/>
                </a:lnTo>
                <a:lnTo>
                  <a:pt x="306157" y="50178"/>
                </a:lnTo>
                <a:lnTo>
                  <a:pt x="306765" y="50284"/>
                </a:lnTo>
                <a:lnTo>
                  <a:pt x="307363" y="50406"/>
                </a:lnTo>
                <a:lnTo>
                  <a:pt x="307951" y="50544"/>
                </a:lnTo>
                <a:lnTo>
                  <a:pt x="308529" y="50698"/>
                </a:lnTo>
                <a:lnTo>
                  <a:pt x="309097" y="50868"/>
                </a:lnTo>
                <a:lnTo>
                  <a:pt x="309654" y="51055"/>
                </a:lnTo>
                <a:lnTo>
                  <a:pt x="310201" y="51258"/>
                </a:lnTo>
                <a:lnTo>
                  <a:pt x="310739" y="51477"/>
                </a:lnTo>
                <a:lnTo>
                  <a:pt x="311266" y="51712"/>
                </a:lnTo>
                <a:lnTo>
                  <a:pt x="311783" y="51964"/>
                </a:lnTo>
                <a:lnTo>
                  <a:pt x="312289" y="52231"/>
                </a:lnTo>
                <a:lnTo>
                  <a:pt x="312786" y="52515"/>
                </a:lnTo>
                <a:lnTo>
                  <a:pt x="313273" y="52816"/>
                </a:lnTo>
                <a:lnTo>
                  <a:pt x="313749" y="53132"/>
                </a:lnTo>
                <a:lnTo>
                  <a:pt x="314215" y="53465"/>
                </a:lnTo>
                <a:lnTo>
                  <a:pt x="314671" y="53814"/>
                </a:lnTo>
                <a:lnTo>
                  <a:pt x="315117" y="54179"/>
                </a:lnTo>
                <a:lnTo>
                  <a:pt x="315553" y="54560"/>
                </a:lnTo>
                <a:lnTo>
                  <a:pt x="315975" y="54958"/>
                </a:lnTo>
                <a:lnTo>
                  <a:pt x="316380" y="55372"/>
                </a:lnTo>
                <a:lnTo>
                  <a:pt x="316768" y="55803"/>
                </a:lnTo>
                <a:lnTo>
                  <a:pt x="317140" y="56251"/>
                </a:lnTo>
                <a:lnTo>
                  <a:pt x="317494" y="56715"/>
                </a:lnTo>
                <a:lnTo>
                  <a:pt x="317831" y="57195"/>
                </a:lnTo>
                <a:lnTo>
                  <a:pt x="318151" y="57692"/>
                </a:lnTo>
                <a:lnTo>
                  <a:pt x="318454" y="58206"/>
                </a:lnTo>
                <a:lnTo>
                  <a:pt x="318740" y="58736"/>
                </a:lnTo>
                <a:lnTo>
                  <a:pt x="319009" y="59282"/>
                </a:lnTo>
                <a:lnTo>
                  <a:pt x="319261" y="59846"/>
                </a:lnTo>
                <a:lnTo>
                  <a:pt x="319497" y="60425"/>
                </a:lnTo>
                <a:lnTo>
                  <a:pt x="319715" y="61022"/>
                </a:lnTo>
                <a:lnTo>
                  <a:pt x="319916" y="61634"/>
                </a:lnTo>
                <a:lnTo>
                  <a:pt x="320100" y="62264"/>
                </a:lnTo>
                <a:lnTo>
                  <a:pt x="320267" y="62910"/>
                </a:lnTo>
                <a:lnTo>
                  <a:pt x="320417" y="63572"/>
                </a:lnTo>
                <a:lnTo>
                  <a:pt x="320550" y="64251"/>
                </a:lnTo>
                <a:lnTo>
                  <a:pt x="320666" y="64947"/>
                </a:lnTo>
                <a:lnTo>
                  <a:pt x="320765" y="65659"/>
                </a:lnTo>
                <a:lnTo>
                  <a:pt x="320847" y="66387"/>
                </a:lnTo>
                <a:lnTo>
                  <a:pt x="320912" y="67132"/>
                </a:lnTo>
                <a:lnTo>
                  <a:pt x="320960" y="67894"/>
                </a:lnTo>
                <a:lnTo>
                  <a:pt x="320991" y="68672"/>
                </a:lnTo>
                <a:lnTo>
                  <a:pt x="282969" y="68672"/>
                </a:lnTo>
                <a:lnTo>
                  <a:pt x="283023" y="67916"/>
                </a:lnTo>
                <a:lnTo>
                  <a:pt x="283092" y="67175"/>
                </a:lnTo>
                <a:lnTo>
                  <a:pt x="283178" y="66450"/>
                </a:lnTo>
                <a:lnTo>
                  <a:pt x="283280" y="65739"/>
                </a:lnTo>
                <a:close/>
                <a:moveTo>
                  <a:pt x="510909" y="125077"/>
                </a:moveTo>
                <a:lnTo>
                  <a:pt x="511516" y="125053"/>
                </a:lnTo>
                <a:lnTo>
                  <a:pt x="512121" y="125024"/>
                </a:lnTo>
                <a:lnTo>
                  <a:pt x="512724" y="124989"/>
                </a:lnTo>
                <a:lnTo>
                  <a:pt x="513325" y="124949"/>
                </a:lnTo>
                <a:lnTo>
                  <a:pt x="513925" y="124903"/>
                </a:lnTo>
                <a:lnTo>
                  <a:pt x="514523" y="124852"/>
                </a:lnTo>
                <a:lnTo>
                  <a:pt x="515119" y="124796"/>
                </a:lnTo>
                <a:lnTo>
                  <a:pt x="515713" y="124734"/>
                </a:lnTo>
                <a:lnTo>
                  <a:pt x="516306" y="124667"/>
                </a:lnTo>
                <a:lnTo>
                  <a:pt x="516897" y="124595"/>
                </a:lnTo>
                <a:lnTo>
                  <a:pt x="517486" y="124517"/>
                </a:lnTo>
                <a:lnTo>
                  <a:pt x="518074" y="124434"/>
                </a:lnTo>
                <a:lnTo>
                  <a:pt x="518660" y="124345"/>
                </a:lnTo>
                <a:lnTo>
                  <a:pt x="519244" y="124251"/>
                </a:lnTo>
                <a:lnTo>
                  <a:pt x="519827" y="124152"/>
                </a:lnTo>
                <a:lnTo>
                  <a:pt x="520407" y="124047"/>
                </a:lnTo>
                <a:lnTo>
                  <a:pt x="520986" y="123937"/>
                </a:lnTo>
                <a:lnTo>
                  <a:pt x="521564" y="123822"/>
                </a:lnTo>
                <a:lnTo>
                  <a:pt x="522139" y="123701"/>
                </a:lnTo>
                <a:lnTo>
                  <a:pt x="522713" y="123575"/>
                </a:lnTo>
                <a:lnTo>
                  <a:pt x="523283" y="123443"/>
                </a:lnTo>
                <a:lnTo>
                  <a:pt x="523848" y="123305"/>
                </a:lnTo>
                <a:lnTo>
                  <a:pt x="524408" y="123160"/>
                </a:lnTo>
                <a:lnTo>
                  <a:pt x="524963" y="123009"/>
                </a:lnTo>
                <a:lnTo>
                  <a:pt x="525512" y="122851"/>
                </a:lnTo>
                <a:lnTo>
                  <a:pt x="526056" y="122686"/>
                </a:lnTo>
                <a:lnTo>
                  <a:pt x="526594" y="122516"/>
                </a:lnTo>
                <a:lnTo>
                  <a:pt x="527127" y="122338"/>
                </a:lnTo>
                <a:lnTo>
                  <a:pt x="527655" y="122155"/>
                </a:lnTo>
                <a:lnTo>
                  <a:pt x="528178" y="121965"/>
                </a:lnTo>
                <a:lnTo>
                  <a:pt x="528695" y="121768"/>
                </a:lnTo>
                <a:lnTo>
                  <a:pt x="529207" y="121565"/>
                </a:lnTo>
                <a:lnTo>
                  <a:pt x="529714" y="121355"/>
                </a:lnTo>
                <a:lnTo>
                  <a:pt x="530215" y="121139"/>
                </a:lnTo>
                <a:lnTo>
                  <a:pt x="530711" y="120917"/>
                </a:lnTo>
                <a:lnTo>
                  <a:pt x="531202" y="120688"/>
                </a:lnTo>
                <a:lnTo>
                  <a:pt x="531688" y="120452"/>
                </a:lnTo>
                <a:lnTo>
                  <a:pt x="532168" y="120210"/>
                </a:lnTo>
                <a:lnTo>
                  <a:pt x="532643" y="119962"/>
                </a:lnTo>
                <a:lnTo>
                  <a:pt x="533112" y="119707"/>
                </a:lnTo>
                <a:lnTo>
                  <a:pt x="533577" y="119446"/>
                </a:lnTo>
                <a:lnTo>
                  <a:pt x="534035" y="119178"/>
                </a:lnTo>
                <a:lnTo>
                  <a:pt x="534489" y="118904"/>
                </a:lnTo>
                <a:lnTo>
                  <a:pt x="534937" y="118623"/>
                </a:lnTo>
                <a:lnTo>
                  <a:pt x="535379" y="118336"/>
                </a:lnTo>
                <a:lnTo>
                  <a:pt x="535814" y="118040"/>
                </a:lnTo>
                <a:lnTo>
                  <a:pt x="536241" y="117738"/>
                </a:lnTo>
                <a:lnTo>
                  <a:pt x="536660" y="117428"/>
                </a:lnTo>
                <a:lnTo>
                  <a:pt x="537072" y="117111"/>
                </a:lnTo>
                <a:lnTo>
                  <a:pt x="537477" y="116786"/>
                </a:lnTo>
                <a:lnTo>
                  <a:pt x="537874" y="116454"/>
                </a:lnTo>
                <a:lnTo>
                  <a:pt x="538263" y="116115"/>
                </a:lnTo>
                <a:lnTo>
                  <a:pt x="538645" y="115768"/>
                </a:lnTo>
                <a:lnTo>
                  <a:pt x="539020" y="115413"/>
                </a:lnTo>
                <a:lnTo>
                  <a:pt x="539387" y="115051"/>
                </a:lnTo>
                <a:lnTo>
                  <a:pt x="539746" y="114682"/>
                </a:lnTo>
                <a:lnTo>
                  <a:pt x="540098" y="114306"/>
                </a:lnTo>
                <a:lnTo>
                  <a:pt x="540443" y="113922"/>
                </a:lnTo>
                <a:lnTo>
                  <a:pt x="540780" y="113530"/>
                </a:lnTo>
                <a:lnTo>
                  <a:pt x="541110" y="113131"/>
                </a:lnTo>
                <a:lnTo>
                  <a:pt x="541432" y="112725"/>
                </a:lnTo>
                <a:lnTo>
                  <a:pt x="541746" y="112312"/>
                </a:lnTo>
                <a:lnTo>
                  <a:pt x="542053" y="111890"/>
                </a:lnTo>
                <a:lnTo>
                  <a:pt x="542353" y="111462"/>
                </a:lnTo>
                <a:lnTo>
                  <a:pt x="542645" y="111026"/>
                </a:lnTo>
                <a:lnTo>
                  <a:pt x="542930" y="110583"/>
                </a:lnTo>
                <a:lnTo>
                  <a:pt x="543207" y="110132"/>
                </a:lnTo>
                <a:lnTo>
                  <a:pt x="543477" y="109674"/>
                </a:lnTo>
                <a:lnTo>
                  <a:pt x="543737" y="109208"/>
                </a:lnTo>
                <a:lnTo>
                  <a:pt x="543986" y="108733"/>
                </a:lnTo>
                <a:lnTo>
                  <a:pt x="544224" y="108250"/>
                </a:lnTo>
                <a:lnTo>
                  <a:pt x="544452" y="107758"/>
                </a:lnTo>
                <a:lnTo>
                  <a:pt x="544668" y="107258"/>
                </a:lnTo>
                <a:lnTo>
                  <a:pt x="544873" y="106750"/>
                </a:lnTo>
                <a:lnTo>
                  <a:pt x="545066" y="106232"/>
                </a:lnTo>
                <a:lnTo>
                  <a:pt x="545249" y="105707"/>
                </a:lnTo>
                <a:lnTo>
                  <a:pt x="545421" y="105172"/>
                </a:lnTo>
                <a:lnTo>
                  <a:pt x="545582" y="104629"/>
                </a:lnTo>
                <a:lnTo>
                  <a:pt x="545731" y="104078"/>
                </a:lnTo>
                <a:lnTo>
                  <a:pt x="545870" y="103518"/>
                </a:lnTo>
                <a:lnTo>
                  <a:pt x="545997" y="102950"/>
                </a:lnTo>
                <a:lnTo>
                  <a:pt x="546113" y="102373"/>
                </a:lnTo>
                <a:lnTo>
                  <a:pt x="546219" y="101788"/>
                </a:lnTo>
                <a:lnTo>
                  <a:pt x="546313" y="101194"/>
                </a:lnTo>
                <a:lnTo>
                  <a:pt x="546396" y="100591"/>
                </a:lnTo>
                <a:lnTo>
                  <a:pt x="546468" y="99980"/>
                </a:lnTo>
                <a:lnTo>
                  <a:pt x="546529" y="99361"/>
                </a:lnTo>
                <a:lnTo>
                  <a:pt x="546579" y="98733"/>
                </a:lnTo>
                <a:lnTo>
                  <a:pt x="546618" y="98096"/>
                </a:lnTo>
                <a:lnTo>
                  <a:pt x="546645" y="97451"/>
                </a:lnTo>
                <a:lnTo>
                  <a:pt x="546662" y="96797"/>
                </a:lnTo>
                <a:lnTo>
                  <a:pt x="546667" y="96135"/>
                </a:lnTo>
                <a:lnTo>
                  <a:pt x="546661" y="95429"/>
                </a:lnTo>
                <a:lnTo>
                  <a:pt x="546640" y="94733"/>
                </a:lnTo>
                <a:lnTo>
                  <a:pt x="546606" y="94049"/>
                </a:lnTo>
                <a:lnTo>
                  <a:pt x="546558" y="93376"/>
                </a:lnTo>
                <a:lnTo>
                  <a:pt x="546496" y="92714"/>
                </a:lnTo>
                <a:lnTo>
                  <a:pt x="546420" y="92063"/>
                </a:lnTo>
                <a:lnTo>
                  <a:pt x="546331" y="91423"/>
                </a:lnTo>
                <a:lnTo>
                  <a:pt x="546228" y="90794"/>
                </a:lnTo>
                <a:lnTo>
                  <a:pt x="546111" y="90176"/>
                </a:lnTo>
                <a:lnTo>
                  <a:pt x="545981" y="89569"/>
                </a:lnTo>
                <a:lnTo>
                  <a:pt x="545837" y="88974"/>
                </a:lnTo>
                <a:lnTo>
                  <a:pt x="545679" y="88389"/>
                </a:lnTo>
                <a:lnTo>
                  <a:pt x="545507" y="87815"/>
                </a:lnTo>
                <a:lnTo>
                  <a:pt x="545322" y="87252"/>
                </a:lnTo>
                <a:lnTo>
                  <a:pt x="545123" y="86701"/>
                </a:lnTo>
                <a:lnTo>
                  <a:pt x="544910" y="86160"/>
                </a:lnTo>
                <a:lnTo>
                  <a:pt x="544683" y="85631"/>
                </a:lnTo>
                <a:lnTo>
                  <a:pt x="544443" y="85112"/>
                </a:lnTo>
                <a:lnTo>
                  <a:pt x="544189" y="84605"/>
                </a:lnTo>
                <a:lnTo>
                  <a:pt x="543921" y="84109"/>
                </a:lnTo>
                <a:lnTo>
                  <a:pt x="543639" y="83623"/>
                </a:lnTo>
                <a:lnTo>
                  <a:pt x="543344" y="83149"/>
                </a:lnTo>
                <a:lnTo>
                  <a:pt x="543035" y="82686"/>
                </a:lnTo>
                <a:lnTo>
                  <a:pt x="542713" y="82234"/>
                </a:lnTo>
                <a:lnTo>
                  <a:pt x="542378" y="81791"/>
                </a:lnTo>
                <a:lnTo>
                  <a:pt x="542034" y="81355"/>
                </a:lnTo>
                <a:lnTo>
                  <a:pt x="541680" y="80927"/>
                </a:lnTo>
                <a:lnTo>
                  <a:pt x="541317" y="80507"/>
                </a:lnTo>
                <a:lnTo>
                  <a:pt x="540944" y="80094"/>
                </a:lnTo>
                <a:lnTo>
                  <a:pt x="540561" y="79689"/>
                </a:lnTo>
                <a:lnTo>
                  <a:pt x="540168" y="79291"/>
                </a:lnTo>
                <a:lnTo>
                  <a:pt x="539766" y="78901"/>
                </a:lnTo>
                <a:lnTo>
                  <a:pt x="539354" y="78519"/>
                </a:lnTo>
                <a:lnTo>
                  <a:pt x="538933" y="78144"/>
                </a:lnTo>
                <a:lnTo>
                  <a:pt x="538502" y="77777"/>
                </a:lnTo>
                <a:lnTo>
                  <a:pt x="538061" y="77417"/>
                </a:lnTo>
                <a:lnTo>
                  <a:pt x="537610" y="77065"/>
                </a:lnTo>
                <a:lnTo>
                  <a:pt x="537150" y="76720"/>
                </a:lnTo>
                <a:lnTo>
                  <a:pt x="536680" y="76384"/>
                </a:lnTo>
                <a:lnTo>
                  <a:pt x="536201" y="76054"/>
                </a:lnTo>
                <a:lnTo>
                  <a:pt x="535712" y="75732"/>
                </a:lnTo>
                <a:lnTo>
                  <a:pt x="535213" y="75418"/>
                </a:lnTo>
                <a:lnTo>
                  <a:pt x="534704" y="75111"/>
                </a:lnTo>
                <a:lnTo>
                  <a:pt x="534186" y="74812"/>
                </a:lnTo>
                <a:lnTo>
                  <a:pt x="533658" y="74521"/>
                </a:lnTo>
                <a:lnTo>
                  <a:pt x="533120" y="74237"/>
                </a:lnTo>
                <a:lnTo>
                  <a:pt x="532573" y="73961"/>
                </a:lnTo>
                <a:lnTo>
                  <a:pt x="532016" y="73692"/>
                </a:lnTo>
                <a:lnTo>
                  <a:pt x="531451" y="73429"/>
                </a:lnTo>
                <a:lnTo>
                  <a:pt x="530880" y="73170"/>
                </a:lnTo>
                <a:lnTo>
                  <a:pt x="530303" y="72915"/>
                </a:lnTo>
                <a:lnTo>
                  <a:pt x="529719" y="72665"/>
                </a:lnTo>
                <a:lnTo>
                  <a:pt x="529129" y="72418"/>
                </a:lnTo>
                <a:lnTo>
                  <a:pt x="528533" y="72176"/>
                </a:lnTo>
                <a:lnTo>
                  <a:pt x="527931" y="71937"/>
                </a:lnTo>
                <a:lnTo>
                  <a:pt x="527322" y="71703"/>
                </a:lnTo>
                <a:lnTo>
                  <a:pt x="526707" y="71473"/>
                </a:lnTo>
                <a:lnTo>
                  <a:pt x="526086" y="71247"/>
                </a:lnTo>
                <a:lnTo>
                  <a:pt x="525459" y="71025"/>
                </a:lnTo>
                <a:lnTo>
                  <a:pt x="524825" y="70807"/>
                </a:lnTo>
                <a:lnTo>
                  <a:pt x="524186" y="70593"/>
                </a:lnTo>
                <a:lnTo>
                  <a:pt x="523540" y="70384"/>
                </a:lnTo>
                <a:lnTo>
                  <a:pt x="522887" y="70178"/>
                </a:lnTo>
                <a:lnTo>
                  <a:pt x="522229" y="69977"/>
                </a:lnTo>
                <a:lnTo>
                  <a:pt x="521564" y="69779"/>
                </a:lnTo>
                <a:lnTo>
                  <a:pt x="520893" y="69586"/>
                </a:lnTo>
                <a:lnTo>
                  <a:pt x="520216" y="69397"/>
                </a:lnTo>
                <a:lnTo>
                  <a:pt x="519532" y="69212"/>
                </a:lnTo>
                <a:lnTo>
                  <a:pt x="518842" y="69031"/>
                </a:lnTo>
                <a:lnTo>
                  <a:pt x="518146" y="68854"/>
                </a:lnTo>
                <a:lnTo>
                  <a:pt x="517444" y="68681"/>
                </a:lnTo>
                <a:lnTo>
                  <a:pt x="516736" y="68512"/>
                </a:lnTo>
                <a:lnTo>
                  <a:pt x="516067" y="68361"/>
                </a:lnTo>
                <a:lnTo>
                  <a:pt x="515409" y="68211"/>
                </a:lnTo>
                <a:lnTo>
                  <a:pt x="514762" y="68061"/>
                </a:lnTo>
                <a:lnTo>
                  <a:pt x="514127" y="67913"/>
                </a:lnTo>
                <a:lnTo>
                  <a:pt x="513502" y="67765"/>
                </a:lnTo>
                <a:lnTo>
                  <a:pt x="512887" y="67618"/>
                </a:lnTo>
                <a:lnTo>
                  <a:pt x="512284" y="67471"/>
                </a:lnTo>
                <a:lnTo>
                  <a:pt x="511692" y="67326"/>
                </a:lnTo>
                <a:lnTo>
                  <a:pt x="511111" y="67181"/>
                </a:lnTo>
                <a:lnTo>
                  <a:pt x="510540" y="67037"/>
                </a:lnTo>
                <a:lnTo>
                  <a:pt x="509981" y="66894"/>
                </a:lnTo>
                <a:lnTo>
                  <a:pt x="509433" y="66752"/>
                </a:lnTo>
                <a:lnTo>
                  <a:pt x="508895" y="66610"/>
                </a:lnTo>
                <a:lnTo>
                  <a:pt x="508368" y="66469"/>
                </a:lnTo>
                <a:lnTo>
                  <a:pt x="507853" y="66329"/>
                </a:lnTo>
                <a:lnTo>
                  <a:pt x="507348" y="66190"/>
                </a:lnTo>
                <a:lnTo>
                  <a:pt x="506854" y="66052"/>
                </a:lnTo>
                <a:lnTo>
                  <a:pt x="506371" y="65914"/>
                </a:lnTo>
                <a:lnTo>
                  <a:pt x="505899" y="65777"/>
                </a:lnTo>
                <a:lnTo>
                  <a:pt x="505438" y="65641"/>
                </a:lnTo>
                <a:lnTo>
                  <a:pt x="504987" y="65506"/>
                </a:lnTo>
                <a:lnTo>
                  <a:pt x="504548" y="65372"/>
                </a:lnTo>
                <a:lnTo>
                  <a:pt x="504120" y="65238"/>
                </a:lnTo>
                <a:lnTo>
                  <a:pt x="503702" y="65105"/>
                </a:lnTo>
                <a:lnTo>
                  <a:pt x="503295" y="64972"/>
                </a:lnTo>
                <a:lnTo>
                  <a:pt x="502897" y="64838"/>
                </a:lnTo>
                <a:lnTo>
                  <a:pt x="502509" y="64703"/>
                </a:lnTo>
                <a:lnTo>
                  <a:pt x="502129" y="64567"/>
                </a:lnTo>
                <a:lnTo>
                  <a:pt x="501760" y="64431"/>
                </a:lnTo>
                <a:lnTo>
                  <a:pt x="501399" y="64293"/>
                </a:lnTo>
                <a:lnTo>
                  <a:pt x="501048" y="64154"/>
                </a:lnTo>
                <a:lnTo>
                  <a:pt x="500706" y="64015"/>
                </a:lnTo>
                <a:lnTo>
                  <a:pt x="500374" y="63874"/>
                </a:lnTo>
                <a:lnTo>
                  <a:pt x="500051" y="63733"/>
                </a:lnTo>
                <a:lnTo>
                  <a:pt x="499737" y="63590"/>
                </a:lnTo>
                <a:lnTo>
                  <a:pt x="499433" y="63447"/>
                </a:lnTo>
                <a:lnTo>
                  <a:pt x="499138" y="63303"/>
                </a:lnTo>
                <a:lnTo>
                  <a:pt x="498852" y="63157"/>
                </a:lnTo>
                <a:lnTo>
                  <a:pt x="498576" y="63011"/>
                </a:lnTo>
                <a:lnTo>
                  <a:pt x="498309" y="62864"/>
                </a:lnTo>
                <a:lnTo>
                  <a:pt x="498052" y="62716"/>
                </a:lnTo>
                <a:lnTo>
                  <a:pt x="497804" y="62567"/>
                </a:lnTo>
                <a:lnTo>
                  <a:pt x="497565" y="62417"/>
                </a:lnTo>
                <a:lnTo>
                  <a:pt x="497335" y="62266"/>
                </a:lnTo>
                <a:lnTo>
                  <a:pt x="497115" y="62114"/>
                </a:lnTo>
                <a:lnTo>
                  <a:pt x="496905" y="61961"/>
                </a:lnTo>
                <a:lnTo>
                  <a:pt x="496703" y="61808"/>
                </a:lnTo>
                <a:lnTo>
                  <a:pt x="496512" y="61653"/>
                </a:lnTo>
                <a:lnTo>
                  <a:pt x="496328" y="61496"/>
                </a:lnTo>
                <a:lnTo>
                  <a:pt x="496153" y="61338"/>
                </a:lnTo>
                <a:lnTo>
                  <a:pt x="495985" y="61177"/>
                </a:lnTo>
                <a:lnTo>
                  <a:pt x="495825" y="61015"/>
                </a:lnTo>
                <a:lnTo>
                  <a:pt x="495673" y="60850"/>
                </a:lnTo>
                <a:lnTo>
                  <a:pt x="495528" y="60684"/>
                </a:lnTo>
                <a:lnTo>
                  <a:pt x="495392" y="60515"/>
                </a:lnTo>
                <a:lnTo>
                  <a:pt x="495263" y="60344"/>
                </a:lnTo>
                <a:lnTo>
                  <a:pt x="495142" y="60171"/>
                </a:lnTo>
                <a:lnTo>
                  <a:pt x="495029" y="59997"/>
                </a:lnTo>
                <a:lnTo>
                  <a:pt x="494924" y="59820"/>
                </a:lnTo>
                <a:lnTo>
                  <a:pt x="494826" y="59641"/>
                </a:lnTo>
                <a:lnTo>
                  <a:pt x="494736" y="59460"/>
                </a:lnTo>
                <a:lnTo>
                  <a:pt x="494655" y="59277"/>
                </a:lnTo>
                <a:lnTo>
                  <a:pt x="494580" y="59092"/>
                </a:lnTo>
                <a:lnTo>
                  <a:pt x="494514" y="58905"/>
                </a:lnTo>
                <a:lnTo>
                  <a:pt x="494456" y="58716"/>
                </a:lnTo>
                <a:lnTo>
                  <a:pt x="494405" y="58525"/>
                </a:lnTo>
                <a:lnTo>
                  <a:pt x="494362" y="58332"/>
                </a:lnTo>
                <a:lnTo>
                  <a:pt x="494327" y="58137"/>
                </a:lnTo>
                <a:lnTo>
                  <a:pt x="494300" y="57939"/>
                </a:lnTo>
                <a:lnTo>
                  <a:pt x="494280" y="57740"/>
                </a:lnTo>
                <a:lnTo>
                  <a:pt x="494268" y="57539"/>
                </a:lnTo>
                <a:lnTo>
                  <a:pt x="494264" y="57336"/>
                </a:lnTo>
                <a:lnTo>
                  <a:pt x="494271" y="56984"/>
                </a:lnTo>
                <a:lnTo>
                  <a:pt x="494289" y="56640"/>
                </a:lnTo>
                <a:lnTo>
                  <a:pt x="494320" y="56305"/>
                </a:lnTo>
                <a:lnTo>
                  <a:pt x="494363" y="55979"/>
                </a:lnTo>
                <a:lnTo>
                  <a:pt x="494418" y="55660"/>
                </a:lnTo>
                <a:lnTo>
                  <a:pt x="494486" y="55350"/>
                </a:lnTo>
                <a:lnTo>
                  <a:pt x="494566" y="55049"/>
                </a:lnTo>
                <a:lnTo>
                  <a:pt x="494659" y="54756"/>
                </a:lnTo>
                <a:lnTo>
                  <a:pt x="494764" y="54471"/>
                </a:lnTo>
                <a:lnTo>
                  <a:pt x="494881" y="54195"/>
                </a:lnTo>
                <a:lnTo>
                  <a:pt x="495010" y="53927"/>
                </a:lnTo>
                <a:lnTo>
                  <a:pt x="495152" y="53667"/>
                </a:lnTo>
                <a:lnTo>
                  <a:pt x="495306" y="53416"/>
                </a:lnTo>
                <a:lnTo>
                  <a:pt x="495473" y="53173"/>
                </a:lnTo>
                <a:lnTo>
                  <a:pt x="495651" y="52939"/>
                </a:lnTo>
                <a:lnTo>
                  <a:pt x="495842" y="52713"/>
                </a:lnTo>
                <a:lnTo>
                  <a:pt x="496046" y="52495"/>
                </a:lnTo>
                <a:lnTo>
                  <a:pt x="496262" y="52286"/>
                </a:lnTo>
                <a:lnTo>
                  <a:pt x="496490" y="52085"/>
                </a:lnTo>
                <a:lnTo>
                  <a:pt x="496730" y="51892"/>
                </a:lnTo>
                <a:lnTo>
                  <a:pt x="496983" y="51708"/>
                </a:lnTo>
                <a:lnTo>
                  <a:pt x="497248" y="51533"/>
                </a:lnTo>
                <a:lnTo>
                  <a:pt x="497525" y="51365"/>
                </a:lnTo>
                <a:lnTo>
                  <a:pt x="497815" y="51206"/>
                </a:lnTo>
                <a:lnTo>
                  <a:pt x="498115" y="51055"/>
                </a:lnTo>
                <a:lnTo>
                  <a:pt x="498425" y="50909"/>
                </a:lnTo>
                <a:lnTo>
                  <a:pt x="498744" y="50771"/>
                </a:lnTo>
                <a:lnTo>
                  <a:pt x="499072" y="50638"/>
                </a:lnTo>
                <a:lnTo>
                  <a:pt x="499409" y="50512"/>
                </a:lnTo>
                <a:lnTo>
                  <a:pt x="499756" y="50393"/>
                </a:lnTo>
                <a:lnTo>
                  <a:pt x="500112" y="50280"/>
                </a:lnTo>
                <a:lnTo>
                  <a:pt x="500476" y="50173"/>
                </a:lnTo>
                <a:lnTo>
                  <a:pt x="500851" y="50073"/>
                </a:lnTo>
                <a:lnTo>
                  <a:pt x="501234" y="49980"/>
                </a:lnTo>
                <a:lnTo>
                  <a:pt x="501626" y="49893"/>
                </a:lnTo>
                <a:lnTo>
                  <a:pt x="502028" y="49812"/>
                </a:lnTo>
                <a:lnTo>
                  <a:pt x="502439" y="49738"/>
                </a:lnTo>
                <a:lnTo>
                  <a:pt x="502859" y="49670"/>
                </a:lnTo>
                <a:lnTo>
                  <a:pt x="503289" y="49608"/>
                </a:lnTo>
                <a:lnTo>
                  <a:pt x="503727" y="49554"/>
                </a:lnTo>
                <a:lnTo>
                  <a:pt x="504175" y="49505"/>
                </a:lnTo>
                <a:lnTo>
                  <a:pt x="504632" y="49463"/>
                </a:lnTo>
                <a:lnTo>
                  <a:pt x="505098" y="49428"/>
                </a:lnTo>
                <a:lnTo>
                  <a:pt x="505574" y="49399"/>
                </a:lnTo>
                <a:lnTo>
                  <a:pt x="506058" y="49376"/>
                </a:lnTo>
                <a:lnTo>
                  <a:pt x="506552" y="49360"/>
                </a:lnTo>
                <a:lnTo>
                  <a:pt x="507055" y="49350"/>
                </a:lnTo>
                <a:lnTo>
                  <a:pt x="507567" y="49347"/>
                </a:lnTo>
                <a:lnTo>
                  <a:pt x="508044" y="49352"/>
                </a:lnTo>
                <a:lnTo>
                  <a:pt x="508516" y="49366"/>
                </a:lnTo>
                <a:lnTo>
                  <a:pt x="508982" y="49389"/>
                </a:lnTo>
                <a:lnTo>
                  <a:pt x="509444" y="49421"/>
                </a:lnTo>
                <a:lnTo>
                  <a:pt x="509900" y="49463"/>
                </a:lnTo>
                <a:lnTo>
                  <a:pt x="510351" y="49514"/>
                </a:lnTo>
                <a:lnTo>
                  <a:pt x="510797" y="49574"/>
                </a:lnTo>
                <a:lnTo>
                  <a:pt x="511238" y="49644"/>
                </a:lnTo>
                <a:lnTo>
                  <a:pt x="511673" y="49723"/>
                </a:lnTo>
                <a:lnTo>
                  <a:pt x="512104" y="49811"/>
                </a:lnTo>
                <a:lnTo>
                  <a:pt x="512529" y="49909"/>
                </a:lnTo>
                <a:lnTo>
                  <a:pt x="512949" y="50016"/>
                </a:lnTo>
                <a:lnTo>
                  <a:pt x="513364" y="50132"/>
                </a:lnTo>
                <a:lnTo>
                  <a:pt x="513774" y="50257"/>
                </a:lnTo>
                <a:lnTo>
                  <a:pt x="514179" y="50392"/>
                </a:lnTo>
                <a:lnTo>
                  <a:pt x="514578" y="50535"/>
                </a:lnTo>
                <a:lnTo>
                  <a:pt x="514973" y="50689"/>
                </a:lnTo>
                <a:lnTo>
                  <a:pt x="515362" y="50851"/>
                </a:lnTo>
                <a:lnTo>
                  <a:pt x="515746" y="51023"/>
                </a:lnTo>
                <a:lnTo>
                  <a:pt x="516125" y="51204"/>
                </a:lnTo>
                <a:lnTo>
                  <a:pt x="516499" y="51394"/>
                </a:lnTo>
                <a:lnTo>
                  <a:pt x="516868" y="51594"/>
                </a:lnTo>
                <a:lnTo>
                  <a:pt x="517231" y="51803"/>
                </a:lnTo>
                <a:lnTo>
                  <a:pt x="517590" y="52021"/>
                </a:lnTo>
                <a:lnTo>
                  <a:pt x="517938" y="52251"/>
                </a:lnTo>
                <a:lnTo>
                  <a:pt x="518272" y="52496"/>
                </a:lnTo>
                <a:lnTo>
                  <a:pt x="518590" y="52755"/>
                </a:lnTo>
                <a:lnTo>
                  <a:pt x="518894" y="53029"/>
                </a:lnTo>
                <a:lnTo>
                  <a:pt x="519183" y="53318"/>
                </a:lnTo>
                <a:lnTo>
                  <a:pt x="519458" y="53622"/>
                </a:lnTo>
                <a:lnTo>
                  <a:pt x="519717" y="53940"/>
                </a:lnTo>
                <a:lnTo>
                  <a:pt x="519962" y="54273"/>
                </a:lnTo>
                <a:lnTo>
                  <a:pt x="520191" y="54621"/>
                </a:lnTo>
                <a:lnTo>
                  <a:pt x="520406" y="54983"/>
                </a:lnTo>
                <a:lnTo>
                  <a:pt x="520606" y="55361"/>
                </a:lnTo>
                <a:lnTo>
                  <a:pt x="520792" y="55753"/>
                </a:lnTo>
                <a:lnTo>
                  <a:pt x="520962" y="56159"/>
                </a:lnTo>
                <a:lnTo>
                  <a:pt x="521118" y="56581"/>
                </a:lnTo>
                <a:lnTo>
                  <a:pt x="521259" y="57017"/>
                </a:lnTo>
                <a:lnTo>
                  <a:pt x="521385" y="57468"/>
                </a:lnTo>
                <a:lnTo>
                  <a:pt x="521496" y="57933"/>
                </a:lnTo>
                <a:lnTo>
                  <a:pt x="521592" y="58414"/>
                </a:lnTo>
                <a:lnTo>
                  <a:pt x="521674" y="58909"/>
                </a:lnTo>
                <a:lnTo>
                  <a:pt x="521741" y="59419"/>
                </a:lnTo>
                <a:lnTo>
                  <a:pt x="521792" y="59943"/>
                </a:lnTo>
                <a:lnTo>
                  <a:pt x="521830" y="60482"/>
                </a:lnTo>
                <a:lnTo>
                  <a:pt x="521852" y="61036"/>
                </a:lnTo>
                <a:lnTo>
                  <a:pt x="521859" y="61605"/>
                </a:lnTo>
                <a:lnTo>
                  <a:pt x="543971" y="61605"/>
                </a:lnTo>
                <a:lnTo>
                  <a:pt x="543965" y="60928"/>
                </a:lnTo>
                <a:lnTo>
                  <a:pt x="543949" y="60261"/>
                </a:lnTo>
                <a:lnTo>
                  <a:pt x="543922" y="59603"/>
                </a:lnTo>
                <a:lnTo>
                  <a:pt x="543884" y="58955"/>
                </a:lnTo>
                <a:lnTo>
                  <a:pt x="543834" y="58316"/>
                </a:lnTo>
                <a:lnTo>
                  <a:pt x="543774" y="57687"/>
                </a:lnTo>
                <a:lnTo>
                  <a:pt x="543703" y="57067"/>
                </a:lnTo>
                <a:lnTo>
                  <a:pt x="543621" y="56457"/>
                </a:lnTo>
                <a:lnTo>
                  <a:pt x="543529" y="55856"/>
                </a:lnTo>
                <a:lnTo>
                  <a:pt x="543425" y="55264"/>
                </a:lnTo>
                <a:lnTo>
                  <a:pt x="543310" y="54682"/>
                </a:lnTo>
                <a:lnTo>
                  <a:pt x="543184" y="54109"/>
                </a:lnTo>
                <a:lnTo>
                  <a:pt x="543048" y="53546"/>
                </a:lnTo>
                <a:lnTo>
                  <a:pt x="542900" y="52993"/>
                </a:lnTo>
                <a:lnTo>
                  <a:pt x="542742" y="52448"/>
                </a:lnTo>
                <a:lnTo>
                  <a:pt x="542573" y="51914"/>
                </a:lnTo>
                <a:lnTo>
                  <a:pt x="542392" y="51388"/>
                </a:lnTo>
                <a:lnTo>
                  <a:pt x="542201" y="50873"/>
                </a:lnTo>
                <a:lnTo>
                  <a:pt x="541999" y="50366"/>
                </a:lnTo>
                <a:lnTo>
                  <a:pt x="541786" y="49869"/>
                </a:lnTo>
                <a:lnTo>
                  <a:pt x="541562" y="49382"/>
                </a:lnTo>
                <a:lnTo>
                  <a:pt x="541327" y="48904"/>
                </a:lnTo>
                <a:lnTo>
                  <a:pt x="541082" y="48435"/>
                </a:lnTo>
                <a:lnTo>
                  <a:pt x="540825" y="47976"/>
                </a:lnTo>
                <a:lnTo>
                  <a:pt x="540559" y="47526"/>
                </a:lnTo>
                <a:lnTo>
                  <a:pt x="540286" y="47083"/>
                </a:lnTo>
                <a:lnTo>
                  <a:pt x="540006" y="46648"/>
                </a:lnTo>
                <a:lnTo>
                  <a:pt x="539719" y="46221"/>
                </a:lnTo>
                <a:lnTo>
                  <a:pt x="539424" y="45801"/>
                </a:lnTo>
                <a:lnTo>
                  <a:pt x="539123" y="45389"/>
                </a:lnTo>
                <a:lnTo>
                  <a:pt x="538814" y="44985"/>
                </a:lnTo>
                <a:lnTo>
                  <a:pt x="538498" y="44589"/>
                </a:lnTo>
                <a:lnTo>
                  <a:pt x="538175" y="44200"/>
                </a:lnTo>
                <a:lnTo>
                  <a:pt x="537844" y="43820"/>
                </a:lnTo>
                <a:lnTo>
                  <a:pt x="537507" y="43446"/>
                </a:lnTo>
                <a:lnTo>
                  <a:pt x="537162" y="43081"/>
                </a:lnTo>
                <a:lnTo>
                  <a:pt x="536810" y="42723"/>
                </a:lnTo>
                <a:lnTo>
                  <a:pt x="536451" y="42373"/>
                </a:lnTo>
                <a:lnTo>
                  <a:pt x="536085" y="42031"/>
                </a:lnTo>
                <a:lnTo>
                  <a:pt x="535711" y="41697"/>
                </a:lnTo>
                <a:lnTo>
                  <a:pt x="535331" y="41370"/>
                </a:lnTo>
                <a:lnTo>
                  <a:pt x="534943" y="41051"/>
                </a:lnTo>
                <a:lnTo>
                  <a:pt x="534548" y="40740"/>
                </a:lnTo>
                <a:lnTo>
                  <a:pt x="534146" y="40436"/>
                </a:lnTo>
                <a:lnTo>
                  <a:pt x="533737" y="40140"/>
                </a:lnTo>
                <a:lnTo>
                  <a:pt x="533320" y="39852"/>
                </a:lnTo>
                <a:lnTo>
                  <a:pt x="532896" y="39572"/>
                </a:lnTo>
                <a:lnTo>
                  <a:pt x="532466" y="39299"/>
                </a:lnTo>
                <a:lnTo>
                  <a:pt x="532029" y="39034"/>
                </a:lnTo>
                <a:lnTo>
                  <a:pt x="531588" y="38775"/>
                </a:lnTo>
                <a:lnTo>
                  <a:pt x="531143" y="38522"/>
                </a:lnTo>
                <a:lnTo>
                  <a:pt x="530693" y="38275"/>
                </a:lnTo>
                <a:lnTo>
                  <a:pt x="530239" y="38036"/>
                </a:lnTo>
                <a:lnTo>
                  <a:pt x="529780" y="37802"/>
                </a:lnTo>
                <a:lnTo>
                  <a:pt x="529317" y="37575"/>
                </a:lnTo>
                <a:lnTo>
                  <a:pt x="528850" y="37355"/>
                </a:lnTo>
                <a:lnTo>
                  <a:pt x="528379" y="37141"/>
                </a:lnTo>
                <a:lnTo>
                  <a:pt x="527903" y="36934"/>
                </a:lnTo>
                <a:lnTo>
                  <a:pt x="527422" y="36733"/>
                </a:lnTo>
                <a:lnTo>
                  <a:pt x="526938" y="36538"/>
                </a:lnTo>
                <a:lnTo>
                  <a:pt x="526449" y="36350"/>
                </a:lnTo>
                <a:lnTo>
                  <a:pt x="525955" y="36169"/>
                </a:lnTo>
                <a:lnTo>
                  <a:pt x="525457" y="35994"/>
                </a:lnTo>
                <a:lnTo>
                  <a:pt x="524955" y="35825"/>
                </a:lnTo>
                <a:lnTo>
                  <a:pt x="524449" y="35663"/>
                </a:lnTo>
                <a:lnTo>
                  <a:pt x="523938" y="35507"/>
                </a:lnTo>
                <a:lnTo>
                  <a:pt x="523422" y="35358"/>
                </a:lnTo>
                <a:lnTo>
                  <a:pt x="522903" y="35216"/>
                </a:lnTo>
                <a:lnTo>
                  <a:pt x="522379" y="35079"/>
                </a:lnTo>
                <a:lnTo>
                  <a:pt x="521850" y="34950"/>
                </a:lnTo>
                <a:lnTo>
                  <a:pt x="521318" y="34827"/>
                </a:lnTo>
                <a:lnTo>
                  <a:pt x="520781" y="34710"/>
                </a:lnTo>
                <a:lnTo>
                  <a:pt x="520241" y="34599"/>
                </a:lnTo>
                <a:lnTo>
                  <a:pt x="519700" y="34492"/>
                </a:lnTo>
                <a:lnTo>
                  <a:pt x="519158" y="34390"/>
                </a:lnTo>
                <a:lnTo>
                  <a:pt x="518616" y="34293"/>
                </a:lnTo>
                <a:lnTo>
                  <a:pt x="518072" y="34201"/>
                </a:lnTo>
                <a:lnTo>
                  <a:pt x="517528" y="34114"/>
                </a:lnTo>
                <a:lnTo>
                  <a:pt x="516982" y="34031"/>
                </a:lnTo>
                <a:lnTo>
                  <a:pt x="516436" y="33953"/>
                </a:lnTo>
                <a:lnTo>
                  <a:pt x="515889" y="33880"/>
                </a:lnTo>
                <a:lnTo>
                  <a:pt x="515341" y="33811"/>
                </a:lnTo>
                <a:lnTo>
                  <a:pt x="514791" y="33747"/>
                </a:lnTo>
                <a:lnTo>
                  <a:pt x="514241" y="33688"/>
                </a:lnTo>
                <a:lnTo>
                  <a:pt x="513690" y="33634"/>
                </a:lnTo>
                <a:lnTo>
                  <a:pt x="513138" y="33584"/>
                </a:lnTo>
                <a:lnTo>
                  <a:pt x="512586" y="33539"/>
                </a:lnTo>
                <a:lnTo>
                  <a:pt x="512032" y="33499"/>
                </a:lnTo>
                <a:lnTo>
                  <a:pt x="511477" y="33463"/>
                </a:lnTo>
                <a:lnTo>
                  <a:pt x="510921" y="33433"/>
                </a:lnTo>
                <a:lnTo>
                  <a:pt x="510365" y="33407"/>
                </a:lnTo>
                <a:lnTo>
                  <a:pt x="509807" y="33385"/>
                </a:lnTo>
                <a:lnTo>
                  <a:pt x="509249" y="33369"/>
                </a:lnTo>
                <a:lnTo>
                  <a:pt x="508689" y="33357"/>
                </a:lnTo>
                <a:lnTo>
                  <a:pt x="508129" y="33350"/>
                </a:lnTo>
                <a:lnTo>
                  <a:pt x="507567" y="33347"/>
                </a:lnTo>
                <a:lnTo>
                  <a:pt x="506991" y="33350"/>
                </a:lnTo>
                <a:lnTo>
                  <a:pt x="506416" y="33357"/>
                </a:lnTo>
                <a:lnTo>
                  <a:pt x="505842" y="33369"/>
                </a:lnTo>
                <a:lnTo>
                  <a:pt x="505269" y="33385"/>
                </a:lnTo>
                <a:lnTo>
                  <a:pt x="504697" y="33407"/>
                </a:lnTo>
                <a:lnTo>
                  <a:pt x="504126" y="33433"/>
                </a:lnTo>
                <a:lnTo>
                  <a:pt x="503557" y="33464"/>
                </a:lnTo>
                <a:lnTo>
                  <a:pt x="502988" y="33499"/>
                </a:lnTo>
                <a:lnTo>
                  <a:pt x="502421" y="33539"/>
                </a:lnTo>
                <a:lnTo>
                  <a:pt x="501854" y="33584"/>
                </a:lnTo>
                <a:lnTo>
                  <a:pt x="501289" y="33634"/>
                </a:lnTo>
                <a:lnTo>
                  <a:pt x="500725" y="33689"/>
                </a:lnTo>
                <a:lnTo>
                  <a:pt x="500162" y="33748"/>
                </a:lnTo>
                <a:lnTo>
                  <a:pt x="499600" y="33812"/>
                </a:lnTo>
                <a:lnTo>
                  <a:pt x="499039" y="33881"/>
                </a:lnTo>
                <a:lnTo>
                  <a:pt x="498479" y="33954"/>
                </a:lnTo>
                <a:lnTo>
                  <a:pt x="497920" y="34032"/>
                </a:lnTo>
                <a:lnTo>
                  <a:pt x="497363" y="34115"/>
                </a:lnTo>
                <a:lnTo>
                  <a:pt x="496806" y="34203"/>
                </a:lnTo>
                <a:lnTo>
                  <a:pt x="496251" y="34295"/>
                </a:lnTo>
                <a:lnTo>
                  <a:pt x="495696" y="34393"/>
                </a:lnTo>
                <a:lnTo>
                  <a:pt x="495143" y="34495"/>
                </a:lnTo>
                <a:lnTo>
                  <a:pt x="494591" y="34601"/>
                </a:lnTo>
                <a:lnTo>
                  <a:pt x="494040" y="34713"/>
                </a:lnTo>
                <a:lnTo>
                  <a:pt x="493491" y="34829"/>
                </a:lnTo>
                <a:lnTo>
                  <a:pt x="492948" y="34951"/>
                </a:lnTo>
                <a:lnTo>
                  <a:pt x="492409" y="35078"/>
                </a:lnTo>
                <a:lnTo>
                  <a:pt x="491875" y="35211"/>
                </a:lnTo>
                <a:lnTo>
                  <a:pt x="491345" y="35349"/>
                </a:lnTo>
                <a:lnTo>
                  <a:pt x="490821" y="35493"/>
                </a:lnTo>
                <a:lnTo>
                  <a:pt x="490301" y="35642"/>
                </a:lnTo>
                <a:lnTo>
                  <a:pt x="489785" y="35797"/>
                </a:lnTo>
                <a:lnTo>
                  <a:pt x="489274" y="35958"/>
                </a:lnTo>
                <a:lnTo>
                  <a:pt x="488768" y="36124"/>
                </a:lnTo>
                <a:lnTo>
                  <a:pt x="488267" y="36295"/>
                </a:lnTo>
                <a:lnTo>
                  <a:pt x="487770" y="36472"/>
                </a:lnTo>
                <a:lnTo>
                  <a:pt x="487278" y="36655"/>
                </a:lnTo>
                <a:lnTo>
                  <a:pt x="486791" y="36843"/>
                </a:lnTo>
                <a:lnTo>
                  <a:pt x="486308" y="37036"/>
                </a:lnTo>
                <a:lnTo>
                  <a:pt x="485830" y="37236"/>
                </a:lnTo>
                <a:lnTo>
                  <a:pt x="485357" y="37440"/>
                </a:lnTo>
                <a:lnTo>
                  <a:pt x="484888" y="37650"/>
                </a:lnTo>
                <a:lnTo>
                  <a:pt x="484424" y="37866"/>
                </a:lnTo>
                <a:lnTo>
                  <a:pt x="483965" y="38087"/>
                </a:lnTo>
                <a:lnTo>
                  <a:pt x="483510" y="38314"/>
                </a:lnTo>
                <a:lnTo>
                  <a:pt x="483061" y="38546"/>
                </a:lnTo>
                <a:lnTo>
                  <a:pt x="482615" y="38784"/>
                </a:lnTo>
                <a:lnTo>
                  <a:pt x="482175" y="39027"/>
                </a:lnTo>
                <a:lnTo>
                  <a:pt x="481740" y="39276"/>
                </a:lnTo>
                <a:lnTo>
                  <a:pt x="481313" y="39532"/>
                </a:lnTo>
                <a:lnTo>
                  <a:pt x="480893" y="39794"/>
                </a:lnTo>
                <a:lnTo>
                  <a:pt x="480481" y="40063"/>
                </a:lnTo>
                <a:lnTo>
                  <a:pt x="480076" y="40338"/>
                </a:lnTo>
                <a:lnTo>
                  <a:pt x="479678" y="40620"/>
                </a:lnTo>
                <a:lnTo>
                  <a:pt x="479287" y="40908"/>
                </a:lnTo>
                <a:lnTo>
                  <a:pt x="478904" y="41202"/>
                </a:lnTo>
                <a:lnTo>
                  <a:pt x="478528" y="41503"/>
                </a:lnTo>
                <a:lnTo>
                  <a:pt x="478160" y="41811"/>
                </a:lnTo>
                <a:lnTo>
                  <a:pt x="477798" y="42125"/>
                </a:lnTo>
                <a:lnTo>
                  <a:pt x="477445" y="42445"/>
                </a:lnTo>
                <a:lnTo>
                  <a:pt x="477098" y="42772"/>
                </a:lnTo>
                <a:lnTo>
                  <a:pt x="476759" y="43106"/>
                </a:lnTo>
                <a:lnTo>
                  <a:pt x="476427" y="43446"/>
                </a:lnTo>
                <a:lnTo>
                  <a:pt x="476103" y="43792"/>
                </a:lnTo>
                <a:lnTo>
                  <a:pt x="475785" y="44145"/>
                </a:lnTo>
                <a:lnTo>
                  <a:pt x="475476" y="44504"/>
                </a:lnTo>
                <a:lnTo>
                  <a:pt x="475173" y="44870"/>
                </a:lnTo>
                <a:lnTo>
                  <a:pt x="474878" y="45243"/>
                </a:lnTo>
                <a:lnTo>
                  <a:pt x="474590" y="45621"/>
                </a:lnTo>
                <a:lnTo>
                  <a:pt x="474310" y="46007"/>
                </a:lnTo>
                <a:lnTo>
                  <a:pt x="474036" y="46398"/>
                </a:lnTo>
                <a:lnTo>
                  <a:pt x="473771" y="46796"/>
                </a:lnTo>
                <a:lnTo>
                  <a:pt x="473514" y="47201"/>
                </a:lnTo>
                <a:lnTo>
                  <a:pt x="473268" y="47613"/>
                </a:lnTo>
                <a:lnTo>
                  <a:pt x="473033" y="48033"/>
                </a:lnTo>
                <a:lnTo>
                  <a:pt x="472809" y="48459"/>
                </a:lnTo>
                <a:lnTo>
                  <a:pt x="472596" y="48893"/>
                </a:lnTo>
                <a:lnTo>
                  <a:pt x="472394" y="49335"/>
                </a:lnTo>
                <a:lnTo>
                  <a:pt x="472203" y="49783"/>
                </a:lnTo>
                <a:lnTo>
                  <a:pt x="472023" y="50239"/>
                </a:lnTo>
                <a:lnTo>
                  <a:pt x="471853" y="50702"/>
                </a:lnTo>
                <a:lnTo>
                  <a:pt x="471695" y="51172"/>
                </a:lnTo>
                <a:lnTo>
                  <a:pt x="471548" y="51649"/>
                </a:lnTo>
                <a:lnTo>
                  <a:pt x="471411" y="52134"/>
                </a:lnTo>
                <a:lnTo>
                  <a:pt x="471285" y="52626"/>
                </a:lnTo>
                <a:lnTo>
                  <a:pt x="471171" y="53125"/>
                </a:lnTo>
                <a:lnTo>
                  <a:pt x="471067" y="53632"/>
                </a:lnTo>
                <a:lnTo>
                  <a:pt x="470974" y="54146"/>
                </a:lnTo>
                <a:lnTo>
                  <a:pt x="470892" y="54667"/>
                </a:lnTo>
                <a:lnTo>
                  <a:pt x="470821" y="55195"/>
                </a:lnTo>
                <a:lnTo>
                  <a:pt x="470761" y="55731"/>
                </a:lnTo>
                <a:lnTo>
                  <a:pt x="470712" y="56274"/>
                </a:lnTo>
                <a:lnTo>
                  <a:pt x="470674" y="56824"/>
                </a:lnTo>
                <a:lnTo>
                  <a:pt x="470646" y="57381"/>
                </a:lnTo>
                <a:lnTo>
                  <a:pt x="470630" y="57946"/>
                </a:lnTo>
                <a:lnTo>
                  <a:pt x="470625" y="58518"/>
                </a:lnTo>
                <a:lnTo>
                  <a:pt x="470632" y="59247"/>
                </a:lnTo>
                <a:lnTo>
                  <a:pt x="470653" y="59963"/>
                </a:lnTo>
                <a:lnTo>
                  <a:pt x="470689" y="60668"/>
                </a:lnTo>
                <a:lnTo>
                  <a:pt x="470739" y="61362"/>
                </a:lnTo>
                <a:lnTo>
                  <a:pt x="470804" y="62043"/>
                </a:lnTo>
                <a:lnTo>
                  <a:pt x="470883" y="62712"/>
                </a:lnTo>
                <a:lnTo>
                  <a:pt x="470976" y="63370"/>
                </a:lnTo>
                <a:lnTo>
                  <a:pt x="471084" y="64016"/>
                </a:lnTo>
                <a:lnTo>
                  <a:pt x="471206" y="64650"/>
                </a:lnTo>
                <a:lnTo>
                  <a:pt x="471342" y="65272"/>
                </a:lnTo>
                <a:lnTo>
                  <a:pt x="471493" y="65882"/>
                </a:lnTo>
                <a:lnTo>
                  <a:pt x="471658" y="66481"/>
                </a:lnTo>
                <a:lnTo>
                  <a:pt x="471838" y="67067"/>
                </a:lnTo>
                <a:lnTo>
                  <a:pt x="472032" y="67642"/>
                </a:lnTo>
                <a:lnTo>
                  <a:pt x="472240" y="68205"/>
                </a:lnTo>
                <a:lnTo>
                  <a:pt x="472462" y="68756"/>
                </a:lnTo>
                <a:lnTo>
                  <a:pt x="472699" y="69296"/>
                </a:lnTo>
                <a:lnTo>
                  <a:pt x="472950" y="69823"/>
                </a:lnTo>
                <a:lnTo>
                  <a:pt x="473216" y="70339"/>
                </a:lnTo>
                <a:lnTo>
                  <a:pt x="473496" y="70843"/>
                </a:lnTo>
                <a:lnTo>
                  <a:pt x="473790" y="71335"/>
                </a:lnTo>
                <a:lnTo>
                  <a:pt x="474099" y="71815"/>
                </a:lnTo>
                <a:lnTo>
                  <a:pt x="474422" y="72283"/>
                </a:lnTo>
                <a:lnTo>
                  <a:pt x="474759" y="72740"/>
                </a:lnTo>
                <a:lnTo>
                  <a:pt x="475109" y="73186"/>
                </a:lnTo>
                <a:lnTo>
                  <a:pt x="475471" y="73625"/>
                </a:lnTo>
                <a:lnTo>
                  <a:pt x="475843" y="74057"/>
                </a:lnTo>
                <a:lnTo>
                  <a:pt x="476226" y="74481"/>
                </a:lnTo>
                <a:lnTo>
                  <a:pt x="476621" y="74897"/>
                </a:lnTo>
                <a:lnTo>
                  <a:pt x="477026" y="75306"/>
                </a:lnTo>
                <a:lnTo>
                  <a:pt x="477443" y="75707"/>
                </a:lnTo>
                <a:lnTo>
                  <a:pt x="477870" y="76100"/>
                </a:lnTo>
                <a:lnTo>
                  <a:pt x="478309" y="76486"/>
                </a:lnTo>
                <a:lnTo>
                  <a:pt x="478759" y="76865"/>
                </a:lnTo>
                <a:lnTo>
                  <a:pt x="479220" y="77236"/>
                </a:lnTo>
                <a:lnTo>
                  <a:pt x="479692" y="77599"/>
                </a:lnTo>
                <a:lnTo>
                  <a:pt x="480175" y="77955"/>
                </a:lnTo>
                <a:lnTo>
                  <a:pt x="480669" y="78303"/>
                </a:lnTo>
                <a:lnTo>
                  <a:pt x="481174" y="78644"/>
                </a:lnTo>
                <a:lnTo>
                  <a:pt x="481690" y="78977"/>
                </a:lnTo>
                <a:lnTo>
                  <a:pt x="482218" y="79302"/>
                </a:lnTo>
                <a:lnTo>
                  <a:pt x="482756" y="79620"/>
                </a:lnTo>
                <a:lnTo>
                  <a:pt x="483306" y="79930"/>
                </a:lnTo>
                <a:lnTo>
                  <a:pt x="483866" y="80233"/>
                </a:lnTo>
                <a:lnTo>
                  <a:pt x="484438" y="80528"/>
                </a:lnTo>
                <a:lnTo>
                  <a:pt x="485021" y="80816"/>
                </a:lnTo>
                <a:lnTo>
                  <a:pt x="485615" y="81096"/>
                </a:lnTo>
                <a:lnTo>
                  <a:pt x="486220" y="81369"/>
                </a:lnTo>
                <a:lnTo>
                  <a:pt x="486834" y="81636"/>
                </a:lnTo>
                <a:lnTo>
                  <a:pt x="487455" y="81899"/>
                </a:lnTo>
                <a:lnTo>
                  <a:pt x="488083" y="82160"/>
                </a:lnTo>
                <a:lnTo>
                  <a:pt x="488718" y="82417"/>
                </a:lnTo>
                <a:lnTo>
                  <a:pt x="489360" y="82671"/>
                </a:lnTo>
                <a:lnTo>
                  <a:pt x="490009" y="82921"/>
                </a:lnTo>
                <a:lnTo>
                  <a:pt x="490665" y="83169"/>
                </a:lnTo>
                <a:lnTo>
                  <a:pt x="491328" y="83413"/>
                </a:lnTo>
                <a:lnTo>
                  <a:pt x="491998" y="83653"/>
                </a:lnTo>
                <a:lnTo>
                  <a:pt x="492675" y="83890"/>
                </a:lnTo>
                <a:lnTo>
                  <a:pt x="493360" y="84124"/>
                </a:lnTo>
                <a:lnTo>
                  <a:pt x="494051" y="84355"/>
                </a:lnTo>
                <a:lnTo>
                  <a:pt x="494749" y="84583"/>
                </a:lnTo>
                <a:lnTo>
                  <a:pt x="495454" y="84807"/>
                </a:lnTo>
                <a:lnTo>
                  <a:pt x="496167" y="85027"/>
                </a:lnTo>
                <a:lnTo>
                  <a:pt x="496886" y="85245"/>
                </a:lnTo>
                <a:lnTo>
                  <a:pt x="497612" y="85459"/>
                </a:lnTo>
                <a:lnTo>
                  <a:pt x="498346" y="85670"/>
                </a:lnTo>
                <a:lnTo>
                  <a:pt x="499086" y="85877"/>
                </a:lnTo>
                <a:lnTo>
                  <a:pt x="499834" y="86082"/>
                </a:lnTo>
                <a:lnTo>
                  <a:pt x="500588" y="86283"/>
                </a:lnTo>
                <a:lnTo>
                  <a:pt x="501349" y="86480"/>
                </a:lnTo>
                <a:lnTo>
                  <a:pt x="502118" y="86675"/>
                </a:lnTo>
                <a:lnTo>
                  <a:pt x="502893" y="86866"/>
                </a:lnTo>
                <a:lnTo>
                  <a:pt x="503811" y="87078"/>
                </a:lnTo>
                <a:lnTo>
                  <a:pt x="504704" y="87289"/>
                </a:lnTo>
                <a:lnTo>
                  <a:pt x="505575" y="87500"/>
                </a:lnTo>
                <a:lnTo>
                  <a:pt x="506423" y="87711"/>
                </a:lnTo>
                <a:lnTo>
                  <a:pt x="507247" y="87922"/>
                </a:lnTo>
                <a:lnTo>
                  <a:pt x="508048" y="88132"/>
                </a:lnTo>
                <a:lnTo>
                  <a:pt x="508825" y="88342"/>
                </a:lnTo>
                <a:lnTo>
                  <a:pt x="509580" y="88552"/>
                </a:lnTo>
                <a:lnTo>
                  <a:pt x="510311" y="88762"/>
                </a:lnTo>
                <a:lnTo>
                  <a:pt x="511019" y="88971"/>
                </a:lnTo>
                <a:lnTo>
                  <a:pt x="511704" y="89180"/>
                </a:lnTo>
                <a:lnTo>
                  <a:pt x="512365" y="89388"/>
                </a:lnTo>
                <a:lnTo>
                  <a:pt x="513003" y="89596"/>
                </a:lnTo>
                <a:lnTo>
                  <a:pt x="513618" y="89804"/>
                </a:lnTo>
                <a:lnTo>
                  <a:pt x="514210" y="90012"/>
                </a:lnTo>
                <a:lnTo>
                  <a:pt x="514778" y="90219"/>
                </a:lnTo>
                <a:lnTo>
                  <a:pt x="515323" y="90426"/>
                </a:lnTo>
                <a:lnTo>
                  <a:pt x="515845" y="90632"/>
                </a:lnTo>
                <a:lnTo>
                  <a:pt x="516344" y="90839"/>
                </a:lnTo>
                <a:lnTo>
                  <a:pt x="516819" y="91045"/>
                </a:lnTo>
                <a:lnTo>
                  <a:pt x="517271" y="91250"/>
                </a:lnTo>
                <a:lnTo>
                  <a:pt x="517700" y="91456"/>
                </a:lnTo>
                <a:lnTo>
                  <a:pt x="518106" y="91661"/>
                </a:lnTo>
                <a:lnTo>
                  <a:pt x="518488" y="91865"/>
                </a:lnTo>
                <a:lnTo>
                  <a:pt x="518852" y="92074"/>
                </a:lnTo>
                <a:lnTo>
                  <a:pt x="519199" y="92292"/>
                </a:lnTo>
                <a:lnTo>
                  <a:pt x="519531" y="92518"/>
                </a:lnTo>
                <a:lnTo>
                  <a:pt x="519848" y="92754"/>
                </a:lnTo>
                <a:lnTo>
                  <a:pt x="520149" y="92998"/>
                </a:lnTo>
                <a:lnTo>
                  <a:pt x="520435" y="93251"/>
                </a:lnTo>
                <a:lnTo>
                  <a:pt x="520705" y="93512"/>
                </a:lnTo>
                <a:lnTo>
                  <a:pt x="520960" y="93783"/>
                </a:lnTo>
                <a:lnTo>
                  <a:pt x="521200" y="94062"/>
                </a:lnTo>
                <a:lnTo>
                  <a:pt x="521424" y="94351"/>
                </a:lnTo>
                <a:lnTo>
                  <a:pt x="521632" y="94648"/>
                </a:lnTo>
                <a:lnTo>
                  <a:pt x="521825" y="94954"/>
                </a:lnTo>
                <a:lnTo>
                  <a:pt x="522003" y="95269"/>
                </a:lnTo>
                <a:lnTo>
                  <a:pt x="522165" y="95592"/>
                </a:lnTo>
                <a:lnTo>
                  <a:pt x="522312" y="95925"/>
                </a:lnTo>
                <a:lnTo>
                  <a:pt x="522443" y="96266"/>
                </a:lnTo>
                <a:lnTo>
                  <a:pt x="522559" y="96616"/>
                </a:lnTo>
                <a:lnTo>
                  <a:pt x="522660" y="96975"/>
                </a:lnTo>
                <a:lnTo>
                  <a:pt x="522745" y="97343"/>
                </a:lnTo>
                <a:lnTo>
                  <a:pt x="522814" y="97720"/>
                </a:lnTo>
                <a:lnTo>
                  <a:pt x="522868" y="98105"/>
                </a:lnTo>
                <a:lnTo>
                  <a:pt x="522907" y="98500"/>
                </a:lnTo>
                <a:lnTo>
                  <a:pt x="522930" y="98903"/>
                </a:lnTo>
                <a:lnTo>
                  <a:pt x="522938" y="99315"/>
                </a:lnTo>
                <a:lnTo>
                  <a:pt x="522931" y="99756"/>
                </a:lnTo>
                <a:lnTo>
                  <a:pt x="522912" y="100187"/>
                </a:lnTo>
                <a:lnTo>
                  <a:pt x="522879" y="100608"/>
                </a:lnTo>
                <a:lnTo>
                  <a:pt x="522833" y="101017"/>
                </a:lnTo>
                <a:lnTo>
                  <a:pt x="522774" y="101416"/>
                </a:lnTo>
                <a:lnTo>
                  <a:pt x="522702" y="101804"/>
                </a:lnTo>
                <a:lnTo>
                  <a:pt x="522617" y="102181"/>
                </a:lnTo>
                <a:lnTo>
                  <a:pt x="522518" y="102547"/>
                </a:lnTo>
                <a:lnTo>
                  <a:pt x="522407" y="102903"/>
                </a:lnTo>
                <a:lnTo>
                  <a:pt x="522282" y="103248"/>
                </a:lnTo>
                <a:lnTo>
                  <a:pt x="522145" y="103582"/>
                </a:lnTo>
                <a:lnTo>
                  <a:pt x="521994" y="103905"/>
                </a:lnTo>
                <a:lnTo>
                  <a:pt x="521830" y="104218"/>
                </a:lnTo>
                <a:lnTo>
                  <a:pt x="521653" y="104520"/>
                </a:lnTo>
                <a:lnTo>
                  <a:pt x="521463" y="104811"/>
                </a:lnTo>
                <a:lnTo>
                  <a:pt x="521260" y="105091"/>
                </a:lnTo>
                <a:lnTo>
                  <a:pt x="521044" y="105361"/>
                </a:lnTo>
                <a:lnTo>
                  <a:pt x="520814" y="105620"/>
                </a:lnTo>
                <a:lnTo>
                  <a:pt x="520572" y="105868"/>
                </a:lnTo>
                <a:lnTo>
                  <a:pt x="520316" y="106105"/>
                </a:lnTo>
                <a:lnTo>
                  <a:pt x="520047" y="106331"/>
                </a:lnTo>
                <a:lnTo>
                  <a:pt x="519766" y="106547"/>
                </a:lnTo>
                <a:lnTo>
                  <a:pt x="519471" y="106752"/>
                </a:lnTo>
                <a:lnTo>
                  <a:pt x="519163" y="106947"/>
                </a:lnTo>
                <a:lnTo>
                  <a:pt x="518843" y="107131"/>
                </a:lnTo>
                <a:lnTo>
                  <a:pt x="518512" y="107308"/>
                </a:lnTo>
                <a:lnTo>
                  <a:pt x="518171" y="107477"/>
                </a:lnTo>
                <a:lnTo>
                  <a:pt x="517819" y="107638"/>
                </a:lnTo>
                <a:lnTo>
                  <a:pt x="517457" y="107792"/>
                </a:lnTo>
                <a:lnTo>
                  <a:pt x="517084" y="107937"/>
                </a:lnTo>
                <a:lnTo>
                  <a:pt x="516700" y="108075"/>
                </a:lnTo>
                <a:lnTo>
                  <a:pt x="516306" y="108204"/>
                </a:lnTo>
                <a:lnTo>
                  <a:pt x="515901" y="108326"/>
                </a:lnTo>
                <a:lnTo>
                  <a:pt x="515486" y="108440"/>
                </a:lnTo>
                <a:lnTo>
                  <a:pt x="515060" y="108546"/>
                </a:lnTo>
                <a:lnTo>
                  <a:pt x="514623" y="108645"/>
                </a:lnTo>
                <a:lnTo>
                  <a:pt x="514176" y="108735"/>
                </a:lnTo>
                <a:lnTo>
                  <a:pt x="513718" y="108817"/>
                </a:lnTo>
                <a:lnTo>
                  <a:pt x="513250" y="108892"/>
                </a:lnTo>
                <a:lnTo>
                  <a:pt x="512771" y="108959"/>
                </a:lnTo>
                <a:lnTo>
                  <a:pt x="512281" y="109018"/>
                </a:lnTo>
                <a:lnTo>
                  <a:pt x="511781" y="109069"/>
                </a:lnTo>
                <a:lnTo>
                  <a:pt x="511270" y="109112"/>
                </a:lnTo>
                <a:lnTo>
                  <a:pt x="510748" y="109148"/>
                </a:lnTo>
                <a:lnTo>
                  <a:pt x="510216" y="109175"/>
                </a:lnTo>
                <a:lnTo>
                  <a:pt x="509673" y="109195"/>
                </a:lnTo>
                <a:lnTo>
                  <a:pt x="509120" y="109207"/>
                </a:lnTo>
                <a:lnTo>
                  <a:pt x="508556" y="109211"/>
                </a:lnTo>
                <a:lnTo>
                  <a:pt x="507982" y="109205"/>
                </a:lnTo>
                <a:lnTo>
                  <a:pt x="507415" y="109190"/>
                </a:lnTo>
                <a:lnTo>
                  <a:pt x="506853" y="109164"/>
                </a:lnTo>
                <a:lnTo>
                  <a:pt x="506298" y="109129"/>
                </a:lnTo>
                <a:lnTo>
                  <a:pt x="505748" y="109083"/>
                </a:lnTo>
                <a:lnTo>
                  <a:pt x="505205" y="109026"/>
                </a:lnTo>
                <a:lnTo>
                  <a:pt x="504668" y="108960"/>
                </a:lnTo>
                <a:lnTo>
                  <a:pt x="504137" y="108883"/>
                </a:lnTo>
                <a:lnTo>
                  <a:pt x="503612" y="108796"/>
                </a:lnTo>
                <a:lnTo>
                  <a:pt x="503093" y="108699"/>
                </a:lnTo>
                <a:lnTo>
                  <a:pt x="502580" y="108592"/>
                </a:lnTo>
                <a:lnTo>
                  <a:pt x="502073" y="108474"/>
                </a:lnTo>
                <a:lnTo>
                  <a:pt x="501572" y="108346"/>
                </a:lnTo>
                <a:lnTo>
                  <a:pt x="501078" y="108208"/>
                </a:lnTo>
                <a:lnTo>
                  <a:pt x="500589" y="108060"/>
                </a:lnTo>
                <a:lnTo>
                  <a:pt x="500107" y="107901"/>
                </a:lnTo>
                <a:lnTo>
                  <a:pt x="499631" y="107732"/>
                </a:lnTo>
                <a:lnTo>
                  <a:pt x="499160" y="107553"/>
                </a:lnTo>
                <a:lnTo>
                  <a:pt x="498696" y="107364"/>
                </a:lnTo>
                <a:lnTo>
                  <a:pt x="498238" y="107164"/>
                </a:lnTo>
                <a:lnTo>
                  <a:pt x="497786" y="106955"/>
                </a:lnTo>
                <a:lnTo>
                  <a:pt x="497340" y="106735"/>
                </a:lnTo>
                <a:lnTo>
                  <a:pt x="496900" y="106504"/>
                </a:lnTo>
                <a:lnTo>
                  <a:pt x="496467" y="106264"/>
                </a:lnTo>
                <a:lnTo>
                  <a:pt x="496045" y="106010"/>
                </a:lnTo>
                <a:lnTo>
                  <a:pt x="495641" y="105741"/>
                </a:lnTo>
                <a:lnTo>
                  <a:pt x="495255" y="105455"/>
                </a:lnTo>
                <a:lnTo>
                  <a:pt x="494887" y="105154"/>
                </a:lnTo>
                <a:lnTo>
                  <a:pt x="494537" y="104837"/>
                </a:lnTo>
                <a:lnTo>
                  <a:pt x="494205" y="104503"/>
                </a:lnTo>
                <a:lnTo>
                  <a:pt x="493891" y="104154"/>
                </a:lnTo>
                <a:lnTo>
                  <a:pt x="493595" y="103788"/>
                </a:lnTo>
                <a:lnTo>
                  <a:pt x="493317" y="103407"/>
                </a:lnTo>
                <a:lnTo>
                  <a:pt x="493057" y="103010"/>
                </a:lnTo>
                <a:lnTo>
                  <a:pt x="492815" y="102596"/>
                </a:lnTo>
                <a:lnTo>
                  <a:pt x="492590" y="102167"/>
                </a:lnTo>
                <a:lnTo>
                  <a:pt x="492384" y="101722"/>
                </a:lnTo>
                <a:lnTo>
                  <a:pt x="492195" y="101261"/>
                </a:lnTo>
                <a:lnTo>
                  <a:pt x="492025" y="100784"/>
                </a:lnTo>
                <a:lnTo>
                  <a:pt x="491872" y="100290"/>
                </a:lnTo>
                <a:lnTo>
                  <a:pt x="491738" y="99781"/>
                </a:lnTo>
                <a:lnTo>
                  <a:pt x="491621" y="99256"/>
                </a:lnTo>
                <a:lnTo>
                  <a:pt x="491523" y="98715"/>
                </a:lnTo>
                <a:lnTo>
                  <a:pt x="491442" y="98158"/>
                </a:lnTo>
                <a:lnTo>
                  <a:pt x="491379" y="97585"/>
                </a:lnTo>
                <a:lnTo>
                  <a:pt x="491334" y="96996"/>
                </a:lnTo>
                <a:lnTo>
                  <a:pt x="491307" y="96391"/>
                </a:lnTo>
                <a:lnTo>
                  <a:pt x="491298" y="95770"/>
                </a:lnTo>
                <a:lnTo>
                  <a:pt x="469186" y="95770"/>
                </a:lnTo>
                <a:lnTo>
                  <a:pt x="469192" y="96477"/>
                </a:lnTo>
                <a:lnTo>
                  <a:pt x="469210" y="97174"/>
                </a:lnTo>
                <a:lnTo>
                  <a:pt x="469238" y="97861"/>
                </a:lnTo>
                <a:lnTo>
                  <a:pt x="469279" y="98539"/>
                </a:lnTo>
                <a:lnTo>
                  <a:pt x="469331" y="99207"/>
                </a:lnTo>
                <a:lnTo>
                  <a:pt x="469394" y="99865"/>
                </a:lnTo>
                <a:lnTo>
                  <a:pt x="469469" y="100513"/>
                </a:lnTo>
                <a:lnTo>
                  <a:pt x="469556" y="101151"/>
                </a:lnTo>
                <a:lnTo>
                  <a:pt x="469654" y="101780"/>
                </a:lnTo>
                <a:lnTo>
                  <a:pt x="469764" y="102399"/>
                </a:lnTo>
                <a:lnTo>
                  <a:pt x="469885" y="103008"/>
                </a:lnTo>
                <a:lnTo>
                  <a:pt x="470018" y="103607"/>
                </a:lnTo>
                <a:lnTo>
                  <a:pt x="470162" y="104197"/>
                </a:lnTo>
                <a:lnTo>
                  <a:pt x="470318" y="104777"/>
                </a:lnTo>
                <a:lnTo>
                  <a:pt x="470486" y="105347"/>
                </a:lnTo>
                <a:lnTo>
                  <a:pt x="470665" y="105907"/>
                </a:lnTo>
                <a:lnTo>
                  <a:pt x="470855" y="106457"/>
                </a:lnTo>
                <a:lnTo>
                  <a:pt x="471057" y="106998"/>
                </a:lnTo>
                <a:lnTo>
                  <a:pt x="471271" y="107529"/>
                </a:lnTo>
                <a:lnTo>
                  <a:pt x="471496" y="108050"/>
                </a:lnTo>
                <a:lnTo>
                  <a:pt x="471733" y="108561"/>
                </a:lnTo>
                <a:lnTo>
                  <a:pt x="471981" y="109063"/>
                </a:lnTo>
                <a:lnTo>
                  <a:pt x="472241" y="109554"/>
                </a:lnTo>
                <a:lnTo>
                  <a:pt x="472512" y="110036"/>
                </a:lnTo>
                <a:lnTo>
                  <a:pt x="472793" y="110509"/>
                </a:lnTo>
                <a:lnTo>
                  <a:pt x="473083" y="110974"/>
                </a:lnTo>
                <a:lnTo>
                  <a:pt x="473380" y="111430"/>
                </a:lnTo>
                <a:lnTo>
                  <a:pt x="473686" y="111878"/>
                </a:lnTo>
                <a:lnTo>
                  <a:pt x="473999" y="112317"/>
                </a:lnTo>
                <a:lnTo>
                  <a:pt x="474321" y="112748"/>
                </a:lnTo>
                <a:lnTo>
                  <a:pt x="474651" y="113171"/>
                </a:lnTo>
                <a:lnTo>
                  <a:pt x="474989" y="113585"/>
                </a:lnTo>
                <a:lnTo>
                  <a:pt x="475335" y="113991"/>
                </a:lnTo>
                <a:lnTo>
                  <a:pt x="475689" y="114389"/>
                </a:lnTo>
                <a:lnTo>
                  <a:pt x="476052" y="114778"/>
                </a:lnTo>
                <a:lnTo>
                  <a:pt x="476422" y="115159"/>
                </a:lnTo>
                <a:lnTo>
                  <a:pt x="476801" y="115532"/>
                </a:lnTo>
                <a:lnTo>
                  <a:pt x="477187" y="115896"/>
                </a:lnTo>
                <a:lnTo>
                  <a:pt x="477582" y="116252"/>
                </a:lnTo>
                <a:lnTo>
                  <a:pt x="477985" y="116599"/>
                </a:lnTo>
                <a:lnTo>
                  <a:pt x="478396" y="116938"/>
                </a:lnTo>
                <a:lnTo>
                  <a:pt x="478815" y="117269"/>
                </a:lnTo>
                <a:lnTo>
                  <a:pt x="479243" y="117592"/>
                </a:lnTo>
                <a:lnTo>
                  <a:pt x="479678" y="117906"/>
                </a:lnTo>
                <a:lnTo>
                  <a:pt x="480122" y="118211"/>
                </a:lnTo>
                <a:lnTo>
                  <a:pt x="480573" y="118509"/>
                </a:lnTo>
                <a:lnTo>
                  <a:pt x="481033" y="118798"/>
                </a:lnTo>
                <a:lnTo>
                  <a:pt x="481501" y="119078"/>
                </a:lnTo>
                <a:lnTo>
                  <a:pt x="481975" y="119351"/>
                </a:lnTo>
                <a:lnTo>
                  <a:pt x="482454" y="119618"/>
                </a:lnTo>
                <a:lnTo>
                  <a:pt x="482937" y="119877"/>
                </a:lnTo>
                <a:lnTo>
                  <a:pt x="483426" y="120130"/>
                </a:lnTo>
                <a:lnTo>
                  <a:pt x="483919" y="120376"/>
                </a:lnTo>
                <a:lnTo>
                  <a:pt x="484416" y="120615"/>
                </a:lnTo>
                <a:lnTo>
                  <a:pt x="484919" y="120847"/>
                </a:lnTo>
                <a:lnTo>
                  <a:pt x="485426" y="121073"/>
                </a:lnTo>
                <a:lnTo>
                  <a:pt x="485937" y="121291"/>
                </a:lnTo>
                <a:lnTo>
                  <a:pt x="486454" y="121503"/>
                </a:lnTo>
                <a:lnTo>
                  <a:pt x="486975" y="121708"/>
                </a:lnTo>
                <a:lnTo>
                  <a:pt x="487501" y="121907"/>
                </a:lnTo>
                <a:lnTo>
                  <a:pt x="488031" y="122098"/>
                </a:lnTo>
                <a:lnTo>
                  <a:pt x="488566" y="122283"/>
                </a:lnTo>
                <a:lnTo>
                  <a:pt x="489106" y="122461"/>
                </a:lnTo>
                <a:lnTo>
                  <a:pt x="489650" y="122632"/>
                </a:lnTo>
                <a:lnTo>
                  <a:pt x="490199" y="122797"/>
                </a:lnTo>
                <a:lnTo>
                  <a:pt x="490753" y="122955"/>
                </a:lnTo>
                <a:lnTo>
                  <a:pt x="491312" y="123105"/>
                </a:lnTo>
                <a:lnTo>
                  <a:pt x="491875" y="123249"/>
                </a:lnTo>
                <a:lnTo>
                  <a:pt x="492443" y="123387"/>
                </a:lnTo>
                <a:lnTo>
                  <a:pt x="493015" y="123517"/>
                </a:lnTo>
                <a:lnTo>
                  <a:pt x="493593" y="123641"/>
                </a:lnTo>
                <a:lnTo>
                  <a:pt x="494175" y="123758"/>
                </a:lnTo>
                <a:lnTo>
                  <a:pt x="494759" y="123869"/>
                </a:lnTo>
                <a:lnTo>
                  <a:pt x="495345" y="123975"/>
                </a:lnTo>
                <a:lnTo>
                  <a:pt x="495931" y="124077"/>
                </a:lnTo>
                <a:lnTo>
                  <a:pt x="496519" y="124174"/>
                </a:lnTo>
                <a:lnTo>
                  <a:pt x="497107" y="124266"/>
                </a:lnTo>
                <a:lnTo>
                  <a:pt x="497697" y="124354"/>
                </a:lnTo>
                <a:lnTo>
                  <a:pt x="498287" y="124437"/>
                </a:lnTo>
                <a:lnTo>
                  <a:pt x="498879" y="124515"/>
                </a:lnTo>
                <a:lnTo>
                  <a:pt x="499471" y="124588"/>
                </a:lnTo>
                <a:lnTo>
                  <a:pt x="500064" y="124657"/>
                </a:lnTo>
                <a:lnTo>
                  <a:pt x="500658" y="124720"/>
                </a:lnTo>
                <a:lnTo>
                  <a:pt x="501253" y="124780"/>
                </a:lnTo>
                <a:lnTo>
                  <a:pt x="501849" y="124834"/>
                </a:lnTo>
                <a:lnTo>
                  <a:pt x="502446" y="124884"/>
                </a:lnTo>
                <a:lnTo>
                  <a:pt x="503044" y="124929"/>
                </a:lnTo>
                <a:lnTo>
                  <a:pt x="503642" y="124969"/>
                </a:lnTo>
                <a:lnTo>
                  <a:pt x="504242" y="125004"/>
                </a:lnTo>
                <a:lnTo>
                  <a:pt x="504843" y="125035"/>
                </a:lnTo>
                <a:lnTo>
                  <a:pt x="505444" y="125061"/>
                </a:lnTo>
                <a:lnTo>
                  <a:pt x="506047" y="125082"/>
                </a:lnTo>
                <a:lnTo>
                  <a:pt x="506650" y="125099"/>
                </a:lnTo>
                <a:lnTo>
                  <a:pt x="507255" y="125111"/>
                </a:lnTo>
                <a:lnTo>
                  <a:pt x="507860" y="125118"/>
                </a:lnTo>
                <a:lnTo>
                  <a:pt x="508466" y="125120"/>
                </a:lnTo>
                <a:lnTo>
                  <a:pt x="509080" y="125118"/>
                </a:lnTo>
                <a:lnTo>
                  <a:pt x="509691" y="125109"/>
                </a:lnTo>
                <a:lnTo>
                  <a:pt x="510301" y="125096"/>
                </a:lnTo>
                <a:lnTo>
                  <a:pt x="510909" y="125077"/>
                </a:lnTo>
                <a:close/>
                <a:moveTo>
                  <a:pt x="1073840" y="47286"/>
                </a:moveTo>
                <a:lnTo>
                  <a:pt x="1073411" y="46424"/>
                </a:lnTo>
                <a:lnTo>
                  <a:pt x="1072958" y="45588"/>
                </a:lnTo>
                <a:lnTo>
                  <a:pt x="1072480" y="44775"/>
                </a:lnTo>
                <a:lnTo>
                  <a:pt x="1071978" y="43988"/>
                </a:lnTo>
                <a:lnTo>
                  <a:pt x="1071451" y="43224"/>
                </a:lnTo>
                <a:lnTo>
                  <a:pt x="1070900" y="42486"/>
                </a:lnTo>
                <a:lnTo>
                  <a:pt x="1070324" y="41771"/>
                </a:lnTo>
                <a:lnTo>
                  <a:pt x="1069725" y="41084"/>
                </a:lnTo>
                <a:lnTo>
                  <a:pt x="1069105" y="40426"/>
                </a:lnTo>
                <a:lnTo>
                  <a:pt x="1068464" y="39797"/>
                </a:lnTo>
                <a:lnTo>
                  <a:pt x="1067801" y="39197"/>
                </a:lnTo>
                <a:lnTo>
                  <a:pt x="1067117" y="38627"/>
                </a:lnTo>
                <a:lnTo>
                  <a:pt x="1066411" y="38086"/>
                </a:lnTo>
                <a:lnTo>
                  <a:pt x="1065684" y="37574"/>
                </a:lnTo>
                <a:lnTo>
                  <a:pt x="1064936" y="37091"/>
                </a:lnTo>
                <a:lnTo>
                  <a:pt x="1064166" y="36638"/>
                </a:lnTo>
                <a:lnTo>
                  <a:pt x="1063375" y="36214"/>
                </a:lnTo>
                <a:lnTo>
                  <a:pt x="1062563" y="35819"/>
                </a:lnTo>
                <a:lnTo>
                  <a:pt x="1061729" y="35453"/>
                </a:lnTo>
                <a:lnTo>
                  <a:pt x="1060874" y="35117"/>
                </a:lnTo>
                <a:lnTo>
                  <a:pt x="1059997" y="34810"/>
                </a:lnTo>
                <a:lnTo>
                  <a:pt x="1059099" y="34532"/>
                </a:lnTo>
                <a:lnTo>
                  <a:pt x="1058180" y="34283"/>
                </a:lnTo>
                <a:lnTo>
                  <a:pt x="1057239" y="34064"/>
                </a:lnTo>
                <a:lnTo>
                  <a:pt x="1056277" y="33874"/>
                </a:lnTo>
                <a:lnTo>
                  <a:pt x="1055293" y="33713"/>
                </a:lnTo>
                <a:lnTo>
                  <a:pt x="1054288" y="33581"/>
                </a:lnTo>
                <a:lnTo>
                  <a:pt x="1053262" y="33479"/>
                </a:lnTo>
                <a:lnTo>
                  <a:pt x="1052214" y="33406"/>
                </a:lnTo>
                <a:lnTo>
                  <a:pt x="1051145" y="33362"/>
                </a:lnTo>
                <a:lnTo>
                  <a:pt x="1050055" y="33347"/>
                </a:lnTo>
                <a:lnTo>
                  <a:pt x="1049132" y="33355"/>
                </a:lnTo>
                <a:lnTo>
                  <a:pt x="1048222" y="33378"/>
                </a:lnTo>
                <a:lnTo>
                  <a:pt x="1047324" y="33416"/>
                </a:lnTo>
                <a:lnTo>
                  <a:pt x="1046438" y="33469"/>
                </a:lnTo>
                <a:lnTo>
                  <a:pt x="1045565" y="33537"/>
                </a:lnTo>
                <a:lnTo>
                  <a:pt x="1044704" y="33620"/>
                </a:lnTo>
                <a:lnTo>
                  <a:pt x="1043855" y="33718"/>
                </a:lnTo>
                <a:lnTo>
                  <a:pt x="1043019" y="33832"/>
                </a:lnTo>
                <a:lnTo>
                  <a:pt x="1042195" y="33960"/>
                </a:lnTo>
                <a:lnTo>
                  <a:pt x="1041383" y="34104"/>
                </a:lnTo>
                <a:lnTo>
                  <a:pt x="1040584" y="34263"/>
                </a:lnTo>
                <a:lnTo>
                  <a:pt x="1039797" y="34437"/>
                </a:lnTo>
                <a:lnTo>
                  <a:pt x="1039022" y="34626"/>
                </a:lnTo>
                <a:lnTo>
                  <a:pt x="1038260" y="34831"/>
                </a:lnTo>
                <a:lnTo>
                  <a:pt x="1037510" y="35050"/>
                </a:lnTo>
                <a:lnTo>
                  <a:pt x="1036772" y="35285"/>
                </a:lnTo>
                <a:lnTo>
                  <a:pt x="1036047" y="35535"/>
                </a:lnTo>
                <a:lnTo>
                  <a:pt x="1035334" y="35800"/>
                </a:lnTo>
                <a:lnTo>
                  <a:pt x="1034633" y="36080"/>
                </a:lnTo>
                <a:lnTo>
                  <a:pt x="1033944" y="36375"/>
                </a:lnTo>
                <a:lnTo>
                  <a:pt x="1033268" y="36685"/>
                </a:lnTo>
                <a:lnTo>
                  <a:pt x="1032605" y="37011"/>
                </a:lnTo>
                <a:lnTo>
                  <a:pt x="1031953" y="37351"/>
                </a:lnTo>
                <a:lnTo>
                  <a:pt x="1031314" y="37707"/>
                </a:lnTo>
                <a:lnTo>
                  <a:pt x="1030687" y="38072"/>
                </a:lnTo>
                <a:lnTo>
                  <a:pt x="1030071" y="38442"/>
                </a:lnTo>
                <a:lnTo>
                  <a:pt x="1029466" y="38817"/>
                </a:lnTo>
                <a:lnTo>
                  <a:pt x="1028873" y="39196"/>
                </a:lnTo>
                <a:lnTo>
                  <a:pt x="1028292" y="39580"/>
                </a:lnTo>
                <a:lnTo>
                  <a:pt x="1027721" y="39968"/>
                </a:lnTo>
                <a:lnTo>
                  <a:pt x="1027162" y="40361"/>
                </a:lnTo>
                <a:lnTo>
                  <a:pt x="1026615" y="40758"/>
                </a:lnTo>
                <a:lnTo>
                  <a:pt x="1026079" y="41160"/>
                </a:lnTo>
                <a:lnTo>
                  <a:pt x="1025554" y="41566"/>
                </a:lnTo>
                <a:lnTo>
                  <a:pt x="1025041" y="41977"/>
                </a:lnTo>
                <a:lnTo>
                  <a:pt x="1024539" y="42392"/>
                </a:lnTo>
                <a:lnTo>
                  <a:pt x="1024048" y="42812"/>
                </a:lnTo>
                <a:lnTo>
                  <a:pt x="1023569" y="43236"/>
                </a:lnTo>
                <a:lnTo>
                  <a:pt x="1023101" y="43665"/>
                </a:lnTo>
                <a:lnTo>
                  <a:pt x="1022645" y="44099"/>
                </a:lnTo>
                <a:lnTo>
                  <a:pt x="1022200" y="44537"/>
                </a:lnTo>
                <a:lnTo>
                  <a:pt x="1021766" y="44979"/>
                </a:lnTo>
                <a:lnTo>
                  <a:pt x="1021344" y="45426"/>
                </a:lnTo>
                <a:lnTo>
                  <a:pt x="1020933" y="45878"/>
                </a:lnTo>
                <a:lnTo>
                  <a:pt x="1020534" y="46334"/>
                </a:lnTo>
                <a:lnTo>
                  <a:pt x="1020146" y="46794"/>
                </a:lnTo>
                <a:lnTo>
                  <a:pt x="1019769" y="47259"/>
                </a:lnTo>
                <a:lnTo>
                  <a:pt x="1019404" y="47729"/>
                </a:lnTo>
                <a:lnTo>
                  <a:pt x="1018955" y="34696"/>
                </a:lnTo>
                <a:lnTo>
                  <a:pt x="996034" y="34696"/>
                </a:lnTo>
                <a:lnTo>
                  <a:pt x="996034" y="123502"/>
                </a:lnTo>
                <a:lnTo>
                  <a:pt x="1019854" y="123502"/>
                </a:lnTo>
                <a:lnTo>
                  <a:pt x="1019854" y="64010"/>
                </a:lnTo>
                <a:lnTo>
                  <a:pt x="1020170" y="63608"/>
                </a:lnTo>
                <a:lnTo>
                  <a:pt x="1020491" y="63213"/>
                </a:lnTo>
                <a:lnTo>
                  <a:pt x="1020816" y="62822"/>
                </a:lnTo>
                <a:lnTo>
                  <a:pt x="1021144" y="62436"/>
                </a:lnTo>
                <a:lnTo>
                  <a:pt x="1021477" y="62055"/>
                </a:lnTo>
                <a:lnTo>
                  <a:pt x="1021814" y="61680"/>
                </a:lnTo>
                <a:lnTo>
                  <a:pt x="1022155" y="61309"/>
                </a:lnTo>
                <a:lnTo>
                  <a:pt x="1022500" y="60943"/>
                </a:lnTo>
                <a:lnTo>
                  <a:pt x="1022849" y="60583"/>
                </a:lnTo>
                <a:lnTo>
                  <a:pt x="1023202" y="60228"/>
                </a:lnTo>
                <a:lnTo>
                  <a:pt x="1023560" y="59877"/>
                </a:lnTo>
                <a:lnTo>
                  <a:pt x="1023921" y="59532"/>
                </a:lnTo>
                <a:lnTo>
                  <a:pt x="1024286" y="59192"/>
                </a:lnTo>
                <a:lnTo>
                  <a:pt x="1024656" y="58857"/>
                </a:lnTo>
                <a:lnTo>
                  <a:pt x="1025029" y="58527"/>
                </a:lnTo>
                <a:lnTo>
                  <a:pt x="1025407" y="58202"/>
                </a:lnTo>
                <a:lnTo>
                  <a:pt x="1025788" y="57882"/>
                </a:lnTo>
                <a:lnTo>
                  <a:pt x="1026174" y="57567"/>
                </a:lnTo>
                <a:lnTo>
                  <a:pt x="1026563" y="57258"/>
                </a:lnTo>
                <a:lnTo>
                  <a:pt x="1026957" y="56953"/>
                </a:lnTo>
                <a:lnTo>
                  <a:pt x="1027355" y="56653"/>
                </a:lnTo>
                <a:lnTo>
                  <a:pt x="1027757" y="56359"/>
                </a:lnTo>
                <a:lnTo>
                  <a:pt x="1028163" y="56069"/>
                </a:lnTo>
                <a:lnTo>
                  <a:pt x="1028572" y="55785"/>
                </a:lnTo>
                <a:lnTo>
                  <a:pt x="1028988" y="55509"/>
                </a:lnTo>
                <a:lnTo>
                  <a:pt x="1029410" y="55245"/>
                </a:lnTo>
                <a:lnTo>
                  <a:pt x="1029839" y="54992"/>
                </a:lnTo>
                <a:lnTo>
                  <a:pt x="1030275" y="54752"/>
                </a:lnTo>
                <a:lnTo>
                  <a:pt x="1030718" y="54523"/>
                </a:lnTo>
                <a:lnTo>
                  <a:pt x="1031168" y="54305"/>
                </a:lnTo>
                <a:lnTo>
                  <a:pt x="1031625" y="54100"/>
                </a:lnTo>
                <a:lnTo>
                  <a:pt x="1032088" y="53906"/>
                </a:lnTo>
                <a:lnTo>
                  <a:pt x="1032558" y="53724"/>
                </a:lnTo>
                <a:lnTo>
                  <a:pt x="1033036" y="53554"/>
                </a:lnTo>
                <a:lnTo>
                  <a:pt x="1033520" y="53395"/>
                </a:lnTo>
                <a:lnTo>
                  <a:pt x="1034011" y="53249"/>
                </a:lnTo>
                <a:lnTo>
                  <a:pt x="1034508" y="53114"/>
                </a:lnTo>
                <a:lnTo>
                  <a:pt x="1035013" y="52990"/>
                </a:lnTo>
                <a:lnTo>
                  <a:pt x="1035525" y="52879"/>
                </a:lnTo>
                <a:lnTo>
                  <a:pt x="1036043" y="52779"/>
                </a:lnTo>
                <a:lnTo>
                  <a:pt x="1036568" y="52691"/>
                </a:lnTo>
                <a:lnTo>
                  <a:pt x="1037100" y="52614"/>
                </a:lnTo>
                <a:lnTo>
                  <a:pt x="1037639" y="52550"/>
                </a:lnTo>
                <a:lnTo>
                  <a:pt x="1038185" y="52497"/>
                </a:lnTo>
                <a:lnTo>
                  <a:pt x="1038738" y="52456"/>
                </a:lnTo>
                <a:lnTo>
                  <a:pt x="1039298" y="52427"/>
                </a:lnTo>
                <a:lnTo>
                  <a:pt x="1039864" y="52409"/>
                </a:lnTo>
                <a:lnTo>
                  <a:pt x="1040437" y="52403"/>
                </a:lnTo>
                <a:lnTo>
                  <a:pt x="1040824" y="52407"/>
                </a:lnTo>
                <a:lnTo>
                  <a:pt x="1041204" y="52417"/>
                </a:lnTo>
                <a:lnTo>
                  <a:pt x="1041578" y="52434"/>
                </a:lnTo>
                <a:lnTo>
                  <a:pt x="1041947" y="52459"/>
                </a:lnTo>
                <a:lnTo>
                  <a:pt x="1042309" y="52490"/>
                </a:lnTo>
                <a:lnTo>
                  <a:pt x="1042665" y="52529"/>
                </a:lnTo>
                <a:lnTo>
                  <a:pt x="1043015" y="52574"/>
                </a:lnTo>
                <a:lnTo>
                  <a:pt x="1043359" y="52627"/>
                </a:lnTo>
                <a:lnTo>
                  <a:pt x="1043696" y="52686"/>
                </a:lnTo>
                <a:lnTo>
                  <a:pt x="1044028" y="52752"/>
                </a:lnTo>
                <a:lnTo>
                  <a:pt x="1044354" y="52826"/>
                </a:lnTo>
                <a:lnTo>
                  <a:pt x="1044673" y="52906"/>
                </a:lnTo>
                <a:lnTo>
                  <a:pt x="1044987" y="52993"/>
                </a:lnTo>
                <a:lnTo>
                  <a:pt x="1045294" y="53087"/>
                </a:lnTo>
                <a:lnTo>
                  <a:pt x="1045595" y="53189"/>
                </a:lnTo>
                <a:lnTo>
                  <a:pt x="1045890" y="53297"/>
                </a:lnTo>
                <a:lnTo>
                  <a:pt x="1046179" y="53412"/>
                </a:lnTo>
                <a:lnTo>
                  <a:pt x="1046462" y="53534"/>
                </a:lnTo>
                <a:lnTo>
                  <a:pt x="1046739" y="53664"/>
                </a:lnTo>
                <a:lnTo>
                  <a:pt x="1047010" y="53800"/>
                </a:lnTo>
                <a:lnTo>
                  <a:pt x="1047275" y="53943"/>
                </a:lnTo>
                <a:lnTo>
                  <a:pt x="1047534" y="54093"/>
                </a:lnTo>
                <a:lnTo>
                  <a:pt x="1047786" y="54250"/>
                </a:lnTo>
                <a:lnTo>
                  <a:pt x="1048033" y="54414"/>
                </a:lnTo>
                <a:lnTo>
                  <a:pt x="1048273" y="54585"/>
                </a:lnTo>
                <a:lnTo>
                  <a:pt x="1048508" y="54761"/>
                </a:lnTo>
                <a:lnTo>
                  <a:pt x="1048738" y="54943"/>
                </a:lnTo>
                <a:lnTo>
                  <a:pt x="1048961" y="55130"/>
                </a:lnTo>
                <a:lnTo>
                  <a:pt x="1049180" y="55324"/>
                </a:lnTo>
                <a:lnTo>
                  <a:pt x="1049392" y="55523"/>
                </a:lnTo>
                <a:lnTo>
                  <a:pt x="1049599" y="55727"/>
                </a:lnTo>
                <a:lnTo>
                  <a:pt x="1049800" y="55938"/>
                </a:lnTo>
                <a:lnTo>
                  <a:pt x="1049996" y="56154"/>
                </a:lnTo>
                <a:lnTo>
                  <a:pt x="1050186" y="56376"/>
                </a:lnTo>
                <a:lnTo>
                  <a:pt x="1050371" y="56603"/>
                </a:lnTo>
                <a:lnTo>
                  <a:pt x="1050549" y="56836"/>
                </a:lnTo>
                <a:lnTo>
                  <a:pt x="1050723" y="57075"/>
                </a:lnTo>
                <a:lnTo>
                  <a:pt x="1050890" y="57320"/>
                </a:lnTo>
                <a:lnTo>
                  <a:pt x="1051052" y="57570"/>
                </a:lnTo>
                <a:lnTo>
                  <a:pt x="1051209" y="57826"/>
                </a:lnTo>
                <a:lnTo>
                  <a:pt x="1051359" y="58088"/>
                </a:lnTo>
                <a:lnTo>
                  <a:pt x="1051504" y="58355"/>
                </a:lnTo>
                <a:lnTo>
                  <a:pt x="1051644" y="58628"/>
                </a:lnTo>
                <a:lnTo>
                  <a:pt x="1051778" y="58907"/>
                </a:lnTo>
                <a:lnTo>
                  <a:pt x="1051906" y="59192"/>
                </a:lnTo>
                <a:lnTo>
                  <a:pt x="1052029" y="59482"/>
                </a:lnTo>
                <a:lnTo>
                  <a:pt x="1052146" y="59778"/>
                </a:lnTo>
                <a:lnTo>
                  <a:pt x="1052257" y="60080"/>
                </a:lnTo>
                <a:lnTo>
                  <a:pt x="1052364" y="60386"/>
                </a:lnTo>
                <a:lnTo>
                  <a:pt x="1052465" y="60697"/>
                </a:lnTo>
                <a:lnTo>
                  <a:pt x="1052563" y="61012"/>
                </a:lnTo>
                <a:lnTo>
                  <a:pt x="1052655" y="61331"/>
                </a:lnTo>
                <a:lnTo>
                  <a:pt x="1052744" y="61654"/>
                </a:lnTo>
                <a:lnTo>
                  <a:pt x="1052827" y="61981"/>
                </a:lnTo>
                <a:lnTo>
                  <a:pt x="1052907" y="62313"/>
                </a:lnTo>
                <a:lnTo>
                  <a:pt x="1052981" y="62648"/>
                </a:lnTo>
                <a:lnTo>
                  <a:pt x="1053051" y="62988"/>
                </a:lnTo>
                <a:lnTo>
                  <a:pt x="1053117" y="63332"/>
                </a:lnTo>
                <a:lnTo>
                  <a:pt x="1053178" y="63680"/>
                </a:lnTo>
                <a:lnTo>
                  <a:pt x="1053235" y="64032"/>
                </a:lnTo>
                <a:lnTo>
                  <a:pt x="1053287" y="64388"/>
                </a:lnTo>
                <a:lnTo>
                  <a:pt x="1053334" y="64749"/>
                </a:lnTo>
                <a:lnTo>
                  <a:pt x="1053377" y="65113"/>
                </a:lnTo>
                <a:lnTo>
                  <a:pt x="1053416" y="65482"/>
                </a:lnTo>
                <a:lnTo>
                  <a:pt x="1053450" y="65854"/>
                </a:lnTo>
                <a:lnTo>
                  <a:pt x="1053479" y="66231"/>
                </a:lnTo>
                <a:lnTo>
                  <a:pt x="1053504" y="66612"/>
                </a:lnTo>
                <a:lnTo>
                  <a:pt x="1053524" y="66998"/>
                </a:lnTo>
                <a:lnTo>
                  <a:pt x="1053540" y="67387"/>
                </a:lnTo>
                <a:lnTo>
                  <a:pt x="1053552" y="67780"/>
                </a:lnTo>
                <a:lnTo>
                  <a:pt x="1053558" y="68178"/>
                </a:lnTo>
                <a:lnTo>
                  <a:pt x="1053561" y="68580"/>
                </a:lnTo>
                <a:lnTo>
                  <a:pt x="1053561" y="123502"/>
                </a:lnTo>
                <a:lnTo>
                  <a:pt x="1077380" y="123502"/>
                </a:lnTo>
                <a:lnTo>
                  <a:pt x="1077380" y="65675"/>
                </a:lnTo>
                <a:lnTo>
                  <a:pt x="1077368" y="64397"/>
                </a:lnTo>
                <a:lnTo>
                  <a:pt x="1077331" y="63144"/>
                </a:lnTo>
                <a:lnTo>
                  <a:pt x="1077322" y="62960"/>
                </a:lnTo>
                <a:lnTo>
                  <a:pt x="1077532" y="62720"/>
                </a:lnTo>
                <a:lnTo>
                  <a:pt x="1077867" y="62346"/>
                </a:lnTo>
                <a:lnTo>
                  <a:pt x="1078205" y="61977"/>
                </a:lnTo>
                <a:lnTo>
                  <a:pt x="1078547" y="61614"/>
                </a:lnTo>
                <a:lnTo>
                  <a:pt x="1078893" y="61256"/>
                </a:lnTo>
                <a:lnTo>
                  <a:pt x="1079242" y="60903"/>
                </a:lnTo>
                <a:lnTo>
                  <a:pt x="1079595" y="60555"/>
                </a:lnTo>
                <a:lnTo>
                  <a:pt x="1079952" y="60213"/>
                </a:lnTo>
                <a:lnTo>
                  <a:pt x="1080312" y="59876"/>
                </a:lnTo>
                <a:lnTo>
                  <a:pt x="1080676" y="59545"/>
                </a:lnTo>
                <a:lnTo>
                  <a:pt x="1081043" y="59218"/>
                </a:lnTo>
                <a:lnTo>
                  <a:pt x="1081414" y="58897"/>
                </a:lnTo>
                <a:lnTo>
                  <a:pt x="1081788" y="58582"/>
                </a:lnTo>
                <a:lnTo>
                  <a:pt x="1082166" y="58271"/>
                </a:lnTo>
                <a:lnTo>
                  <a:pt x="1082548" y="57966"/>
                </a:lnTo>
                <a:lnTo>
                  <a:pt x="1082933" y="57666"/>
                </a:lnTo>
                <a:lnTo>
                  <a:pt x="1083322" y="57372"/>
                </a:lnTo>
                <a:lnTo>
                  <a:pt x="1083714" y="57083"/>
                </a:lnTo>
                <a:lnTo>
                  <a:pt x="1084110" y="56799"/>
                </a:lnTo>
                <a:lnTo>
                  <a:pt x="1084510" y="56520"/>
                </a:lnTo>
                <a:lnTo>
                  <a:pt x="1084913" y="56247"/>
                </a:lnTo>
                <a:lnTo>
                  <a:pt x="1085320" y="55979"/>
                </a:lnTo>
                <a:lnTo>
                  <a:pt x="1085730" y="55717"/>
                </a:lnTo>
                <a:lnTo>
                  <a:pt x="1086144" y="55459"/>
                </a:lnTo>
                <a:lnTo>
                  <a:pt x="1086563" y="55210"/>
                </a:lnTo>
                <a:lnTo>
                  <a:pt x="1086989" y="54971"/>
                </a:lnTo>
                <a:lnTo>
                  <a:pt x="1087421" y="54743"/>
                </a:lnTo>
                <a:lnTo>
                  <a:pt x="1087861" y="54525"/>
                </a:lnTo>
                <a:lnTo>
                  <a:pt x="1088306" y="54318"/>
                </a:lnTo>
                <a:lnTo>
                  <a:pt x="1088759" y="54122"/>
                </a:lnTo>
                <a:lnTo>
                  <a:pt x="1089218" y="53936"/>
                </a:lnTo>
                <a:lnTo>
                  <a:pt x="1089684" y="53761"/>
                </a:lnTo>
                <a:lnTo>
                  <a:pt x="1090157" y="53597"/>
                </a:lnTo>
                <a:lnTo>
                  <a:pt x="1090637" y="53443"/>
                </a:lnTo>
                <a:lnTo>
                  <a:pt x="1091123" y="53300"/>
                </a:lnTo>
                <a:lnTo>
                  <a:pt x="1091616" y="53167"/>
                </a:lnTo>
                <a:lnTo>
                  <a:pt x="1092115" y="53045"/>
                </a:lnTo>
                <a:lnTo>
                  <a:pt x="1092622" y="52934"/>
                </a:lnTo>
                <a:lnTo>
                  <a:pt x="1093135" y="52833"/>
                </a:lnTo>
                <a:lnTo>
                  <a:pt x="1093654" y="52743"/>
                </a:lnTo>
                <a:lnTo>
                  <a:pt x="1094181" y="52663"/>
                </a:lnTo>
                <a:lnTo>
                  <a:pt x="1094714" y="52594"/>
                </a:lnTo>
                <a:lnTo>
                  <a:pt x="1095254" y="52536"/>
                </a:lnTo>
                <a:lnTo>
                  <a:pt x="1095800" y="52488"/>
                </a:lnTo>
                <a:lnTo>
                  <a:pt x="1096354" y="52451"/>
                </a:lnTo>
                <a:lnTo>
                  <a:pt x="1096914" y="52424"/>
                </a:lnTo>
                <a:lnTo>
                  <a:pt x="1097480" y="52408"/>
                </a:lnTo>
                <a:lnTo>
                  <a:pt x="1098054" y="52403"/>
                </a:lnTo>
                <a:lnTo>
                  <a:pt x="1098440" y="52407"/>
                </a:lnTo>
                <a:lnTo>
                  <a:pt x="1098821" y="52417"/>
                </a:lnTo>
                <a:lnTo>
                  <a:pt x="1099195" y="52434"/>
                </a:lnTo>
                <a:lnTo>
                  <a:pt x="1099563" y="52459"/>
                </a:lnTo>
                <a:lnTo>
                  <a:pt x="1099925" y="52490"/>
                </a:lnTo>
                <a:lnTo>
                  <a:pt x="1100281" y="52529"/>
                </a:lnTo>
                <a:lnTo>
                  <a:pt x="1100631" y="52574"/>
                </a:lnTo>
                <a:lnTo>
                  <a:pt x="1100975" y="52627"/>
                </a:lnTo>
                <a:lnTo>
                  <a:pt x="1101313" y="52686"/>
                </a:lnTo>
                <a:lnTo>
                  <a:pt x="1101644" y="52752"/>
                </a:lnTo>
                <a:lnTo>
                  <a:pt x="1101970" y="52826"/>
                </a:lnTo>
                <a:lnTo>
                  <a:pt x="1102290" y="52906"/>
                </a:lnTo>
                <a:lnTo>
                  <a:pt x="1102603" y="52993"/>
                </a:lnTo>
                <a:lnTo>
                  <a:pt x="1102910" y="53087"/>
                </a:lnTo>
                <a:lnTo>
                  <a:pt x="1103212" y="53189"/>
                </a:lnTo>
                <a:lnTo>
                  <a:pt x="1103507" y="53297"/>
                </a:lnTo>
                <a:lnTo>
                  <a:pt x="1103796" y="53412"/>
                </a:lnTo>
                <a:lnTo>
                  <a:pt x="1104079" y="53534"/>
                </a:lnTo>
                <a:lnTo>
                  <a:pt x="1104356" y="53664"/>
                </a:lnTo>
                <a:lnTo>
                  <a:pt x="1104627" y="53800"/>
                </a:lnTo>
                <a:lnTo>
                  <a:pt x="1104891" y="53943"/>
                </a:lnTo>
                <a:lnTo>
                  <a:pt x="1105150" y="54093"/>
                </a:lnTo>
                <a:lnTo>
                  <a:pt x="1105403" y="54250"/>
                </a:lnTo>
                <a:lnTo>
                  <a:pt x="1105649" y="54414"/>
                </a:lnTo>
                <a:lnTo>
                  <a:pt x="1105890" y="54585"/>
                </a:lnTo>
                <a:lnTo>
                  <a:pt x="1106125" y="54761"/>
                </a:lnTo>
                <a:lnTo>
                  <a:pt x="1106354" y="54943"/>
                </a:lnTo>
                <a:lnTo>
                  <a:pt x="1106578" y="55130"/>
                </a:lnTo>
                <a:lnTo>
                  <a:pt x="1106796" y="55324"/>
                </a:lnTo>
                <a:lnTo>
                  <a:pt x="1107009" y="55523"/>
                </a:lnTo>
                <a:lnTo>
                  <a:pt x="1107215" y="55727"/>
                </a:lnTo>
                <a:lnTo>
                  <a:pt x="1107417" y="55938"/>
                </a:lnTo>
                <a:lnTo>
                  <a:pt x="1107612" y="56154"/>
                </a:lnTo>
                <a:lnTo>
                  <a:pt x="1107803" y="56376"/>
                </a:lnTo>
                <a:lnTo>
                  <a:pt x="1107987" y="56603"/>
                </a:lnTo>
                <a:lnTo>
                  <a:pt x="1108166" y="56836"/>
                </a:lnTo>
                <a:lnTo>
                  <a:pt x="1108339" y="57075"/>
                </a:lnTo>
                <a:lnTo>
                  <a:pt x="1108507" y="57320"/>
                </a:lnTo>
                <a:lnTo>
                  <a:pt x="1108669" y="57570"/>
                </a:lnTo>
                <a:lnTo>
                  <a:pt x="1108825" y="57826"/>
                </a:lnTo>
                <a:lnTo>
                  <a:pt x="1108976" y="58088"/>
                </a:lnTo>
                <a:lnTo>
                  <a:pt x="1109121" y="58355"/>
                </a:lnTo>
                <a:lnTo>
                  <a:pt x="1109260" y="58628"/>
                </a:lnTo>
                <a:lnTo>
                  <a:pt x="1109394" y="58907"/>
                </a:lnTo>
                <a:lnTo>
                  <a:pt x="1109523" y="59192"/>
                </a:lnTo>
                <a:lnTo>
                  <a:pt x="1109645" y="59482"/>
                </a:lnTo>
                <a:lnTo>
                  <a:pt x="1109762" y="59778"/>
                </a:lnTo>
                <a:lnTo>
                  <a:pt x="1109874" y="60080"/>
                </a:lnTo>
                <a:lnTo>
                  <a:pt x="1109980" y="60386"/>
                </a:lnTo>
                <a:lnTo>
                  <a:pt x="1110082" y="60697"/>
                </a:lnTo>
                <a:lnTo>
                  <a:pt x="1110179" y="61012"/>
                </a:lnTo>
                <a:lnTo>
                  <a:pt x="1110272" y="61331"/>
                </a:lnTo>
                <a:lnTo>
                  <a:pt x="1110360" y="61654"/>
                </a:lnTo>
                <a:lnTo>
                  <a:pt x="1110444" y="61981"/>
                </a:lnTo>
                <a:lnTo>
                  <a:pt x="1110523" y="62313"/>
                </a:lnTo>
                <a:lnTo>
                  <a:pt x="1110598" y="62648"/>
                </a:lnTo>
                <a:lnTo>
                  <a:pt x="1110668" y="62988"/>
                </a:lnTo>
                <a:lnTo>
                  <a:pt x="1110733" y="63332"/>
                </a:lnTo>
                <a:lnTo>
                  <a:pt x="1110795" y="63680"/>
                </a:lnTo>
                <a:lnTo>
                  <a:pt x="1110851" y="64032"/>
                </a:lnTo>
                <a:lnTo>
                  <a:pt x="1110903" y="64388"/>
                </a:lnTo>
                <a:lnTo>
                  <a:pt x="1110951" y="64749"/>
                </a:lnTo>
                <a:lnTo>
                  <a:pt x="1110994" y="65113"/>
                </a:lnTo>
                <a:lnTo>
                  <a:pt x="1111032" y="65482"/>
                </a:lnTo>
                <a:lnTo>
                  <a:pt x="1111066" y="65854"/>
                </a:lnTo>
                <a:lnTo>
                  <a:pt x="1111096" y="66231"/>
                </a:lnTo>
                <a:lnTo>
                  <a:pt x="1111120" y="66612"/>
                </a:lnTo>
                <a:lnTo>
                  <a:pt x="1111141" y="66998"/>
                </a:lnTo>
                <a:lnTo>
                  <a:pt x="1111157" y="67387"/>
                </a:lnTo>
                <a:lnTo>
                  <a:pt x="1111168" y="67780"/>
                </a:lnTo>
                <a:lnTo>
                  <a:pt x="1111175" y="68178"/>
                </a:lnTo>
                <a:lnTo>
                  <a:pt x="1111177" y="68580"/>
                </a:lnTo>
                <a:lnTo>
                  <a:pt x="1111177" y="123502"/>
                </a:lnTo>
                <a:lnTo>
                  <a:pt x="1134997" y="123502"/>
                </a:lnTo>
                <a:lnTo>
                  <a:pt x="1134997" y="65675"/>
                </a:lnTo>
                <a:lnTo>
                  <a:pt x="1134984" y="64397"/>
                </a:lnTo>
                <a:lnTo>
                  <a:pt x="1134947" y="63144"/>
                </a:lnTo>
                <a:lnTo>
                  <a:pt x="1134885" y="61915"/>
                </a:lnTo>
                <a:lnTo>
                  <a:pt x="1134798" y="60711"/>
                </a:lnTo>
                <a:lnTo>
                  <a:pt x="1134686" y="59531"/>
                </a:lnTo>
                <a:lnTo>
                  <a:pt x="1134550" y="58376"/>
                </a:lnTo>
                <a:lnTo>
                  <a:pt x="1134389" y="57245"/>
                </a:lnTo>
                <a:lnTo>
                  <a:pt x="1134203" y="56139"/>
                </a:lnTo>
                <a:lnTo>
                  <a:pt x="1133992" y="55057"/>
                </a:lnTo>
                <a:lnTo>
                  <a:pt x="1133756" y="54000"/>
                </a:lnTo>
                <a:lnTo>
                  <a:pt x="1133495" y="52968"/>
                </a:lnTo>
                <a:lnTo>
                  <a:pt x="1133210" y="51959"/>
                </a:lnTo>
                <a:lnTo>
                  <a:pt x="1132900" y="50976"/>
                </a:lnTo>
                <a:lnTo>
                  <a:pt x="1132565" y="50016"/>
                </a:lnTo>
                <a:lnTo>
                  <a:pt x="1132205" y="49082"/>
                </a:lnTo>
                <a:lnTo>
                  <a:pt x="1131821" y="48171"/>
                </a:lnTo>
                <a:lnTo>
                  <a:pt x="1131411" y="47286"/>
                </a:lnTo>
                <a:lnTo>
                  <a:pt x="1130977" y="46424"/>
                </a:lnTo>
                <a:lnTo>
                  <a:pt x="1130518" y="45588"/>
                </a:lnTo>
                <a:lnTo>
                  <a:pt x="1130034" y="44775"/>
                </a:lnTo>
                <a:lnTo>
                  <a:pt x="1129525" y="43988"/>
                </a:lnTo>
                <a:lnTo>
                  <a:pt x="1128992" y="43224"/>
                </a:lnTo>
                <a:lnTo>
                  <a:pt x="1128434" y="42486"/>
                </a:lnTo>
                <a:lnTo>
                  <a:pt x="1127851" y="41771"/>
                </a:lnTo>
                <a:lnTo>
                  <a:pt x="1127245" y="41084"/>
                </a:lnTo>
                <a:lnTo>
                  <a:pt x="1126618" y="40426"/>
                </a:lnTo>
                <a:lnTo>
                  <a:pt x="1125971" y="39797"/>
                </a:lnTo>
                <a:lnTo>
                  <a:pt x="1125303" y="39197"/>
                </a:lnTo>
                <a:lnTo>
                  <a:pt x="1124614" y="38627"/>
                </a:lnTo>
                <a:lnTo>
                  <a:pt x="1123904" y="38086"/>
                </a:lnTo>
                <a:lnTo>
                  <a:pt x="1123174" y="37574"/>
                </a:lnTo>
                <a:lnTo>
                  <a:pt x="1122423" y="37091"/>
                </a:lnTo>
                <a:lnTo>
                  <a:pt x="1121651" y="36638"/>
                </a:lnTo>
                <a:lnTo>
                  <a:pt x="1120858" y="36214"/>
                </a:lnTo>
                <a:lnTo>
                  <a:pt x="1120045" y="35819"/>
                </a:lnTo>
                <a:lnTo>
                  <a:pt x="1119210" y="35453"/>
                </a:lnTo>
                <a:lnTo>
                  <a:pt x="1118356" y="35117"/>
                </a:lnTo>
                <a:lnTo>
                  <a:pt x="1117480" y="34810"/>
                </a:lnTo>
                <a:lnTo>
                  <a:pt x="1116583" y="34532"/>
                </a:lnTo>
                <a:lnTo>
                  <a:pt x="1115666" y="34283"/>
                </a:lnTo>
                <a:lnTo>
                  <a:pt x="1114728" y="34064"/>
                </a:lnTo>
                <a:lnTo>
                  <a:pt x="1113770" y="33874"/>
                </a:lnTo>
                <a:lnTo>
                  <a:pt x="1112790" y="33713"/>
                </a:lnTo>
                <a:lnTo>
                  <a:pt x="1111790" y="33581"/>
                </a:lnTo>
                <a:lnTo>
                  <a:pt x="1110769" y="33479"/>
                </a:lnTo>
                <a:lnTo>
                  <a:pt x="1109727" y="33406"/>
                </a:lnTo>
                <a:lnTo>
                  <a:pt x="1108665" y="33362"/>
                </a:lnTo>
                <a:lnTo>
                  <a:pt x="1107582" y="33347"/>
                </a:lnTo>
                <a:lnTo>
                  <a:pt x="1106658" y="33355"/>
                </a:lnTo>
                <a:lnTo>
                  <a:pt x="1105744" y="33379"/>
                </a:lnTo>
                <a:lnTo>
                  <a:pt x="1104841" y="33418"/>
                </a:lnTo>
                <a:lnTo>
                  <a:pt x="1103947" y="33472"/>
                </a:lnTo>
                <a:lnTo>
                  <a:pt x="1103064" y="33542"/>
                </a:lnTo>
                <a:lnTo>
                  <a:pt x="1102191" y="33628"/>
                </a:lnTo>
                <a:lnTo>
                  <a:pt x="1101328" y="33730"/>
                </a:lnTo>
                <a:lnTo>
                  <a:pt x="1100476" y="33847"/>
                </a:lnTo>
                <a:lnTo>
                  <a:pt x="1099633" y="33979"/>
                </a:lnTo>
                <a:lnTo>
                  <a:pt x="1098801" y="34128"/>
                </a:lnTo>
                <a:lnTo>
                  <a:pt x="1097978" y="34292"/>
                </a:lnTo>
                <a:lnTo>
                  <a:pt x="1097166" y="34471"/>
                </a:lnTo>
                <a:lnTo>
                  <a:pt x="1096364" y="34666"/>
                </a:lnTo>
                <a:lnTo>
                  <a:pt x="1095572" y="34877"/>
                </a:lnTo>
                <a:lnTo>
                  <a:pt x="1094790" y="35103"/>
                </a:lnTo>
                <a:lnTo>
                  <a:pt x="1094019" y="35345"/>
                </a:lnTo>
                <a:lnTo>
                  <a:pt x="1093257" y="35602"/>
                </a:lnTo>
                <a:lnTo>
                  <a:pt x="1092506" y="35875"/>
                </a:lnTo>
                <a:lnTo>
                  <a:pt x="1091765" y="36164"/>
                </a:lnTo>
                <a:lnTo>
                  <a:pt x="1091034" y="36468"/>
                </a:lnTo>
                <a:lnTo>
                  <a:pt x="1090313" y="36788"/>
                </a:lnTo>
                <a:lnTo>
                  <a:pt x="1089602" y="37124"/>
                </a:lnTo>
                <a:lnTo>
                  <a:pt x="1088902" y="37475"/>
                </a:lnTo>
                <a:lnTo>
                  <a:pt x="1088211" y="37842"/>
                </a:lnTo>
                <a:lnTo>
                  <a:pt x="1087530" y="38219"/>
                </a:lnTo>
                <a:lnTo>
                  <a:pt x="1086858" y="38601"/>
                </a:lnTo>
                <a:lnTo>
                  <a:pt x="1086195" y="38989"/>
                </a:lnTo>
                <a:lnTo>
                  <a:pt x="1085541" y="39382"/>
                </a:lnTo>
                <a:lnTo>
                  <a:pt x="1084896" y="39781"/>
                </a:lnTo>
                <a:lnTo>
                  <a:pt x="1084259" y="40184"/>
                </a:lnTo>
                <a:lnTo>
                  <a:pt x="1083632" y="40593"/>
                </a:lnTo>
                <a:lnTo>
                  <a:pt x="1083013" y="41008"/>
                </a:lnTo>
                <a:lnTo>
                  <a:pt x="1082403" y="41427"/>
                </a:lnTo>
                <a:lnTo>
                  <a:pt x="1081802" y="41852"/>
                </a:lnTo>
                <a:lnTo>
                  <a:pt x="1081210" y="42282"/>
                </a:lnTo>
                <a:lnTo>
                  <a:pt x="1080627" y="42718"/>
                </a:lnTo>
                <a:lnTo>
                  <a:pt x="1080053" y="43159"/>
                </a:lnTo>
                <a:lnTo>
                  <a:pt x="1079488" y="43605"/>
                </a:lnTo>
                <a:lnTo>
                  <a:pt x="1078931" y="44056"/>
                </a:lnTo>
                <a:lnTo>
                  <a:pt x="1078384" y="44513"/>
                </a:lnTo>
                <a:lnTo>
                  <a:pt x="1077845" y="44975"/>
                </a:lnTo>
                <a:lnTo>
                  <a:pt x="1077316" y="45443"/>
                </a:lnTo>
                <a:lnTo>
                  <a:pt x="1076795" y="45915"/>
                </a:lnTo>
                <a:lnTo>
                  <a:pt x="1076283" y="46393"/>
                </a:lnTo>
                <a:lnTo>
                  <a:pt x="1075780" y="46877"/>
                </a:lnTo>
                <a:lnTo>
                  <a:pt x="1075286" y="47365"/>
                </a:lnTo>
                <a:lnTo>
                  <a:pt x="1074800" y="47859"/>
                </a:lnTo>
                <a:lnTo>
                  <a:pt x="1074324" y="48358"/>
                </a:lnTo>
                <a:lnTo>
                  <a:pt x="1074326" y="48367"/>
                </a:lnTo>
                <a:lnTo>
                  <a:pt x="1074244" y="48171"/>
                </a:lnTo>
                <a:lnTo>
                  <a:pt x="1073840" y="47286"/>
                </a:lnTo>
                <a:close/>
                <a:moveTo>
                  <a:pt x="811869" y="123392"/>
                </a:moveTo>
                <a:lnTo>
                  <a:pt x="813406" y="123306"/>
                </a:lnTo>
                <a:lnTo>
                  <a:pt x="814924" y="123196"/>
                </a:lnTo>
                <a:lnTo>
                  <a:pt x="816423" y="123061"/>
                </a:lnTo>
                <a:lnTo>
                  <a:pt x="817904" y="122902"/>
                </a:lnTo>
                <a:lnTo>
                  <a:pt x="819365" y="122718"/>
                </a:lnTo>
                <a:lnTo>
                  <a:pt x="820807" y="122510"/>
                </a:lnTo>
                <a:lnTo>
                  <a:pt x="822231" y="122277"/>
                </a:lnTo>
                <a:lnTo>
                  <a:pt x="823636" y="122020"/>
                </a:lnTo>
                <a:lnTo>
                  <a:pt x="825021" y="121738"/>
                </a:lnTo>
                <a:lnTo>
                  <a:pt x="826388" y="121432"/>
                </a:lnTo>
                <a:lnTo>
                  <a:pt x="827736" y="121101"/>
                </a:lnTo>
                <a:lnTo>
                  <a:pt x="829066" y="120746"/>
                </a:lnTo>
                <a:lnTo>
                  <a:pt x="830376" y="120366"/>
                </a:lnTo>
                <a:lnTo>
                  <a:pt x="831667" y="119962"/>
                </a:lnTo>
                <a:lnTo>
                  <a:pt x="832940" y="119533"/>
                </a:lnTo>
                <a:lnTo>
                  <a:pt x="834193" y="119080"/>
                </a:lnTo>
                <a:lnTo>
                  <a:pt x="835428" y="118602"/>
                </a:lnTo>
                <a:lnTo>
                  <a:pt x="836644" y="118100"/>
                </a:lnTo>
                <a:lnTo>
                  <a:pt x="837841" y="117573"/>
                </a:lnTo>
                <a:lnTo>
                  <a:pt x="839019" y="117022"/>
                </a:lnTo>
                <a:lnTo>
                  <a:pt x="840178" y="116446"/>
                </a:lnTo>
                <a:lnTo>
                  <a:pt x="841317" y="115847"/>
                </a:lnTo>
                <a:lnTo>
                  <a:pt x="842433" y="115225"/>
                </a:lnTo>
                <a:lnTo>
                  <a:pt x="843527" y="114580"/>
                </a:lnTo>
                <a:lnTo>
                  <a:pt x="844599" y="113913"/>
                </a:lnTo>
                <a:lnTo>
                  <a:pt x="845648" y="113223"/>
                </a:lnTo>
                <a:lnTo>
                  <a:pt x="846675" y="112511"/>
                </a:lnTo>
                <a:lnTo>
                  <a:pt x="847680" y="111776"/>
                </a:lnTo>
                <a:lnTo>
                  <a:pt x="848662" y="111018"/>
                </a:lnTo>
                <a:lnTo>
                  <a:pt x="849623" y="110238"/>
                </a:lnTo>
                <a:lnTo>
                  <a:pt x="850560" y="109435"/>
                </a:lnTo>
                <a:lnTo>
                  <a:pt x="851476" y="108609"/>
                </a:lnTo>
                <a:lnTo>
                  <a:pt x="852369" y="107761"/>
                </a:lnTo>
                <a:lnTo>
                  <a:pt x="853240" y="106890"/>
                </a:lnTo>
                <a:lnTo>
                  <a:pt x="854088" y="105997"/>
                </a:lnTo>
                <a:lnTo>
                  <a:pt x="854915" y="105081"/>
                </a:lnTo>
                <a:lnTo>
                  <a:pt x="855718" y="104142"/>
                </a:lnTo>
                <a:lnTo>
                  <a:pt x="856500" y="103181"/>
                </a:lnTo>
                <a:lnTo>
                  <a:pt x="857259" y="102197"/>
                </a:lnTo>
                <a:lnTo>
                  <a:pt x="857996" y="101190"/>
                </a:lnTo>
                <a:lnTo>
                  <a:pt x="858711" y="100161"/>
                </a:lnTo>
                <a:lnTo>
                  <a:pt x="859403" y="99109"/>
                </a:lnTo>
                <a:lnTo>
                  <a:pt x="860073" y="98034"/>
                </a:lnTo>
                <a:lnTo>
                  <a:pt x="860721" y="96937"/>
                </a:lnTo>
                <a:lnTo>
                  <a:pt x="861346" y="95818"/>
                </a:lnTo>
                <a:lnTo>
                  <a:pt x="861948" y="94676"/>
                </a:lnTo>
                <a:lnTo>
                  <a:pt x="862523" y="93514"/>
                </a:lnTo>
                <a:lnTo>
                  <a:pt x="863074" y="92332"/>
                </a:lnTo>
                <a:lnTo>
                  <a:pt x="863598" y="91129"/>
                </a:lnTo>
                <a:lnTo>
                  <a:pt x="864097" y="89905"/>
                </a:lnTo>
                <a:lnTo>
                  <a:pt x="864571" y="88661"/>
                </a:lnTo>
                <a:lnTo>
                  <a:pt x="865019" y="87396"/>
                </a:lnTo>
                <a:lnTo>
                  <a:pt x="865441" y="86110"/>
                </a:lnTo>
                <a:lnTo>
                  <a:pt x="865838" y="84804"/>
                </a:lnTo>
                <a:lnTo>
                  <a:pt x="866209" y="83477"/>
                </a:lnTo>
                <a:lnTo>
                  <a:pt x="866554" y="82130"/>
                </a:lnTo>
                <a:lnTo>
                  <a:pt x="866874" y="80762"/>
                </a:lnTo>
                <a:lnTo>
                  <a:pt x="867168" y="79373"/>
                </a:lnTo>
                <a:lnTo>
                  <a:pt x="867437" y="77964"/>
                </a:lnTo>
                <a:lnTo>
                  <a:pt x="867680" y="76534"/>
                </a:lnTo>
                <a:lnTo>
                  <a:pt x="867898" y="75084"/>
                </a:lnTo>
                <a:lnTo>
                  <a:pt x="868090" y="73613"/>
                </a:lnTo>
                <a:lnTo>
                  <a:pt x="868256" y="72122"/>
                </a:lnTo>
                <a:lnTo>
                  <a:pt x="868397" y="70610"/>
                </a:lnTo>
                <a:lnTo>
                  <a:pt x="868512" y="69077"/>
                </a:lnTo>
                <a:lnTo>
                  <a:pt x="868602" y="67523"/>
                </a:lnTo>
                <a:lnTo>
                  <a:pt x="868666" y="65950"/>
                </a:lnTo>
                <a:lnTo>
                  <a:pt x="868704" y="64355"/>
                </a:lnTo>
                <a:lnTo>
                  <a:pt x="868717" y="62740"/>
                </a:lnTo>
                <a:lnTo>
                  <a:pt x="868704" y="61176"/>
                </a:lnTo>
                <a:lnTo>
                  <a:pt x="868666" y="59631"/>
                </a:lnTo>
                <a:lnTo>
                  <a:pt x="868603" y="58105"/>
                </a:lnTo>
                <a:lnTo>
                  <a:pt x="868515" y="56598"/>
                </a:lnTo>
                <a:lnTo>
                  <a:pt x="868401" y="55109"/>
                </a:lnTo>
                <a:lnTo>
                  <a:pt x="868262" y="53639"/>
                </a:lnTo>
                <a:lnTo>
                  <a:pt x="868097" y="52188"/>
                </a:lnTo>
                <a:lnTo>
                  <a:pt x="867908" y="50755"/>
                </a:lnTo>
                <a:lnTo>
                  <a:pt x="867693" y="49341"/>
                </a:lnTo>
                <a:lnTo>
                  <a:pt x="867453" y="47946"/>
                </a:lnTo>
                <a:lnTo>
                  <a:pt x="867187" y="46570"/>
                </a:lnTo>
                <a:lnTo>
                  <a:pt x="866897" y="45212"/>
                </a:lnTo>
                <a:lnTo>
                  <a:pt x="866581" y="43873"/>
                </a:lnTo>
                <a:lnTo>
                  <a:pt x="866239" y="42553"/>
                </a:lnTo>
                <a:lnTo>
                  <a:pt x="865873" y="41252"/>
                </a:lnTo>
                <a:lnTo>
                  <a:pt x="865481" y="39969"/>
                </a:lnTo>
                <a:lnTo>
                  <a:pt x="865064" y="38705"/>
                </a:lnTo>
                <a:lnTo>
                  <a:pt x="864621" y="37460"/>
                </a:lnTo>
                <a:lnTo>
                  <a:pt x="864154" y="36233"/>
                </a:lnTo>
                <a:lnTo>
                  <a:pt x="863661" y="35025"/>
                </a:lnTo>
                <a:lnTo>
                  <a:pt x="863143" y="33836"/>
                </a:lnTo>
                <a:lnTo>
                  <a:pt x="862599" y="32666"/>
                </a:lnTo>
                <a:lnTo>
                  <a:pt x="862030" y="31514"/>
                </a:lnTo>
                <a:lnTo>
                  <a:pt x="861436" y="30381"/>
                </a:lnTo>
                <a:lnTo>
                  <a:pt x="860818" y="29269"/>
                </a:lnTo>
                <a:lnTo>
                  <a:pt x="860177" y="28178"/>
                </a:lnTo>
                <a:lnTo>
                  <a:pt x="859514" y="27109"/>
                </a:lnTo>
                <a:lnTo>
                  <a:pt x="858828" y="26062"/>
                </a:lnTo>
                <a:lnTo>
                  <a:pt x="858120" y="25036"/>
                </a:lnTo>
                <a:lnTo>
                  <a:pt x="857388" y="24033"/>
                </a:lnTo>
                <a:lnTo>
                  <a:pt x="856635" y="23051"/>
                </a:lnTo>
                <a:lnTo>
                  <a:pt x="855858" y="22092"/>
                </a:lnTo>
                <a:lnTo>
                  <a:pt x="855059" y="21154"/>
                </a:lnTo>
                <a:lnTo>
                  <a:pt x="854238" y="20238"/>
                </a:lnTo>
                <a:lnTo>
                  <a:pt x="853393" y="19344"/>
                </a:lnTo>
                <a:lnTo>
                  <a:pt x="852526" y="18471"/>
                </a:lnTo>
                <a:lnTo>
                  <a:pt x="851637" y="17621"/>
                </a:lnTo>
                <a:lnTo>
                  <a:pt x="850724" y="16792"/>
                </a:lnTo>
                <a:lnTo>
                  <a:pt x="849790" y="15986"/>
                </a:lnTo>
                <a:lnTo>
                  <a:pt x="848832" y="15201"/>
                </a:lnTo>
                <a:lnTo>
                  <a:pt x="847852" y="14438"/>
                </a:lnTo>
                <a:lnTo>
                  <a:pt x="846849" y="13696"/>
                </a:lnTo>
                <a:lnTo>
                  <a:pt x="845824" y="12977"/>
                </a:lnTo>
                <a:lnTo>
                  <a:pt x="844776" y="12279"/>
                </a:lnTo>
                <a:lnTo>
                  <a:pt x="843706" y="11604"/>
                </a:lnTo>
                <a:lnTo>
                  <a:pt x="842612" y="10950"/>
                </a:lnTo>
                <a:lnTo>
                  <a:pt x="841497" y="10318"/>
                </a:lnTo>
                <a:lnTo>
                  <a:pt x="840358" y="9708"/>
                </a:lnTo>
                <a:lnTo>
                  <a:pt x="839198" y="9121"/>
                </a:lnTo>
                <a:lnTo>
                  <a:pt x="838019" y="8559"/>
                </a:lnTo>
                <a:lnTo>
                  <a:pt x="836821" y="8022"/>
                </a:lnTo>
                <a:lnTo>
                  <a:pt x="835603" y="7510"/>
                </a:lnTo>
                <a:lnTo>
                  <a:pt x="834365" y="7024"/>
                </a:lnTo>
                <a:lnTo>
                  <a:pt x="833108" y="6562"/>
                </a:lnTo>
                <a:lnTo>
                  <a:pt x="831832" y="6125"/>
                </a:lnTo>
                <a:lnTo>
                  <a:pt x="830536" y="5713"/>
                </a:lnTo>
                <a:lnTo>
                  <a:pt x="829220" y="5326"/>
                </a:lnTo>
                <a:lnTo>
                  <a:pt x="827885" y="4964"/>
                </a:lnTo>
                <a:lnTo>
                  <a:pt x="826530" y="4627"/>
                </a:lnTo>
                <a:lnTo>
                  <a:pt x="825156" y="4314"/>
                </a:lnTo>
                <a:lnTo>
                  <a:pt x="823763" y="4027"/>
                </a:lnTo>
                <a:lnTo>
                  <a:pt x="822349" y="3765"/>
                </a:lnTo>
                <a:lnTo>
                  <a:pt x="820917" y="3528"/>
                </a:lnTo>
                <a:lnTo>
                  <a:pt x="819465" y="3316"/>
                </a:lnTo>
                <a:lnTo>
                  <a:pt x="817993" y="3129"/>
                </a:lnTo>
                <a:lnTo>
                  <a:pt x="816502" y="2966"/>
                </a:lnTo>
                <a:lnTo>
                  <a:pt x="814991" y="2829"/>
                </a:lnTo>
                <a:lnTo>
                  <a:pt x="813461" y="2717"/>
                </a:lnTo>
                <a:lnTo>
                  <a:pt x="811911" y="2629"/>
                </a:lnTo>
                <a:lnTo>
                  <a:pt x="810342" y="2567"/>
                </a:lnTo>
                <a:lnTo>
                  <a:pt x="808754" y="2529"/>
                </a:lnTo>
                <a:lnTo>
                  <a:pt x="807145" y="2517"/>
                </a:lnTo>
                <a:lnTo>
                  <a:pt x="762113" y="2517"/>
                </a:lnTo>
                <a:lnTo>
                  <a:pt x="762113" y="123502"/>
                </a:lnTo>
                <a:lnTo>
                  <a:pt x="807145" y="123502"/>
                </a:lnTo>
                <a:lnTo>
                  <a:pt x="808739" y="123490"/>
                </a:lnTo>
                <a:lnTo>
                  <a:pt x="810314" y="123453"/>
                </a:lnTo>
                <a:lnTo>
                  <a:pt x="811869" y="123392"/>
                </a:lnTo>
                <a:close/>
                <a:moveTo>
                  <a:pt x="806446" y="23581"/>
                </a:moveTo>
                <a:lnTo>
                  <a:pt x="807426" y="23619"/>
                </a:lnTo>
                <a:lnTo>
                  <a:pt x="808394" y="23672"/>
                </a:lnTo>
                <a:lnTo>
                  <a:pt x="809349" y="23741"/>
                </a:lnTo>
                <a:lnTo>
                  <a:pt x="810291" y="23825"/>
                </a:lnTo>
                <a:lnTo>
                  <a:pt x="811221" y="23925"/>
                </a:lnTo>
                <a:lnTo>
                  <a:pt x="812139" y="24039"/>
                </a:lnTo>
                <a:lnTo>
                  <a:pt x="813044" y="24169"/>
                </a:lnTo>
                <a:lnTo>
                  <a:pt x="813937" y="24315"/>
                </a:lnTo>
                <a:lnTo>
                  <a:pt x="814817" y="24475"/>
                </a:lnTo>
                <a:lnTo>
                  <a:pt x="815685" y="24651"/>
                </a:lnTo>
                <a:lnTo>
                  <a:pt x="816540" y="24842"/>
                </a:lnTo>
                <a:lnTo>
                  <a:pt x="817382" y="25049"/>
                </a:lnTo>
                <a:lnTo>
                  <a:pt x="818213" y="25270"/>
                </a:lnTo>
                <a:lnTo>
                  <a:pt x="819030" y="25507"/>
                </a:lnTo>
                <a:lnTo>
                  <a:pt x="819835" y="25760"/>
                </a:lnTo>
                <a:lnTo>
                  <a:pt x="820628" y="26027"/>
                </a:lnTo>
                <a:lnTo>
                  <a:pt x="821408" y="26310"/>
                </a:lnTo>
                <a:lnTo>
                  <a:pt x="822176" y="26609"/>
                </a:lnTo>
                <a:lnTo>
                  <a:pt x="822932" y="26922"/>
                </a:lnTo>
                <a:lnTo>
                  <a:pt x="823674" y="27251"/>
                </a:lnTo>
                <a:lnTo>
                  <a:pt x="824405" y="27595"/>
                </a:lnTo>
                <a:lnTo>
                  <a:pt x="825122" y="27954"/>
                </a:lnTo>
                <a:lnTo>
                  <a:pt x="825827" y="28329"/>
                </a:lnTo>
                <a:lnTo>
                  <a:pt x="826518" y="28718"/>
                </a:lnTo>
                <a:lnTo>
                  <a:pt x="827195" y="29122"/>
                </a:lnTo>
                <a:lnTo>
                  <a:pt x="827858" y="29541"/>
                </a:lnTo>
                <a:lnTo>
                  <a:pt x="828507" y="29975"/>
                </a:lnTo>
                <a:lnTo>
                  <a:pt x="829142" y="30423"/>
                </a:lnTo>
                <a:lnTo>
                  <a:pt x="829763" y="30887"/>
                </a:lnTo>
                <a:lnTo>
                  <a:pt x="830371" y="31365"/>
                </a:lnTo>
                <a:lnTo>
                  <a:pt x="830964" y="31858"/>
                </a:lnTo>
                <a:lnTo>
                  <a:pt x="831544" y="32366"/>
                </a:lnTo>
                <a:lnTo>
                  <a:pt x="832110" y="32889"/>
                </a:lnTo>
                <a:lnTo>
                  <a:pt x="832662" y="33426"/>
                </a:lnTo>
                <a:lnTo>
                  <a:pt x="833200" y="33978"/>
                </a:lnTo>
                <a:lnTo>
                  <a:pt x="833724" y="34546"/>
                </a:lnTo>
                <a:lnTo>
                  <a:pt x="834234" y="35128"/>
                </a:lnTo>
                <a:lnTo>
                  <a:pt x="834730" y="35724"/>
                </a:lnTo>
                <a:lnTo>
                  <a:pt x="835213" y="36336"/>
                </a:lnTo>
                <a:lnTo>
                  <a:pt x="835681" y="36962"/>
                </a:lnTo>
                <a:lnTo>
                  <a:pt x="836136" y="37604"/>
                </a:lnTo>
                <a:lnTo>
                  <a:pt x="836577" y="38260"/>
                </a:lnTo>
                <a:lnTo>
                  <a:pt x="837003" y="38931"/>
                </a:lnTo>
                <a:lnTo>
                  <a:pt x="837416" y="39617"/>
                </a:lnTo>
                <a:lnTo>
                  <a:pt x="837816" y="40317"/>
                </a:lnTo>
                <a:lnTo>
                  <a:pt x="838201" y="41033"/>
                </a:lnTo>
                <a:lnTo>
                  <a:pt x="838571" y="41763"/>
                </a:lnTo>
                <a:lnTo>
                  <a:pt x="838926" y="42507"/>
                </a:lnTo>
                <a:lnTo>
                  <a:pt x="839265" y="43266"/>
                </a:lnTo>
                <a:lnTo>
                  <a:pt x="839588" y="44040"/>
                </a:lnTo>
                <a:lnTo>
                  <a:pt x="839895" y="44828"/>
                </a:lnTo>
                <a:lnTo>
                  <a:pt x="840187" y="45631"/>
                </a:lnTo>
                <a:lnTo>
                  <a:pt x="840463" y="46448"/>
                </a:lnTo>
                <a:lnTo>
                  <a:pt x="840723" y="47280"/>
                </a:lnTo>
                <a:lnTo>
                  <a:pt x="840967" y="48126"/>
                </a:lnTo>
                <a:lnTo>
                  <a:pt x="841195" y="48987"/>
                </a:lnTo>
                <a:lnTo>
                  <a:pt x="841408" y="49862"/>
                </a:lnTo>
                <a:lnTo>
                  <a:pt x="841605" y="50751"/>
                </a:lnTo>
                <a:lnTo>
                  <a:pt x="841786" y="51656"/>
                </a:lnTo>
                <a:lnTo>
                  <a:pt x="841952" y="52574"/>
                </a:lnTo>
                <a:lnTo>
                  <a:pt x="842102" y="53508"/>
                </a:lnTo>
                <a:lnTo>
                  <a:pt x="842236" y="54455"/>
                </a:lnTo>
                <a:lnTo>
                  <a:pt x="842354" y="55418"/>
                </a:lnTo>
                <a:lnTo>
                  <a:pt x="842456" y="56395"/>
                </a:lnTo>
                <a:lnTo>
                  <a:pt x="842543" y="57386"/>
                </a:lnTo>
                <a:lnTo>
                  <a:pt x="842614" y="58392"/>
                </a:lnTo>
                <a:lnTo>
                  <a:pt x="842669" y="59412"/>
                </a:lnTo>
                <a:lnTo>
                  <a:pt x="842708" y="60447"/>
                </a:lnTo>
                <a:lnTo>
                  <a:pt x="842732" y="61496"/>
                </a:lnTo>
                <a:lnTo>
                  <a:pt x="842740" y="62560"/>
                </a:lnTo>
                <a:lnTo>
                  <a:pt x="842733" y="63676"/>
                </a:lnTo>
                <a:lnTo>
                  <a:pt x="842711" y="64775"/>
                </a:lnTo>
                <a:lnTo>
                  <a:pt x="842674" y="65858"/>
                </a:lnTo>
                <a:lnTo>
                  <a:pt x="842623" y="66926"/>
                </a:lnTo>
                <a:lnTo>
                  <a:pt x="842557" y="67977"/>
                </a:lnTo>
                <a:lnTo>
                  <a:pt x="842476" y="69012"/>
                </a:lnTo>
                <a:lnTo>
                  <a:pt x="842381" y="70031"/>
                </a:lnTo>
                <a:lnTo>
                  <a:pt x="842271" y="71034"/>
                </a:lnTo>
                <a:lnTo>
                  <a:pt x="842146" y="72021"/>
                </a:lnTo>
                <a:lnTo>
                  <a:pt x="842007" y="72992"/>
                </a:lnTo>
                <a:lnTo>
                  <a:pt x="841853" y="73947"/>
                </a:lnTo>
                <a:lnTo>
                  <a:pt x="841684" y="74886"/>
                </a:lnTo>
                <a:lnTo>
                  <a:pt x="841500" y="75808"/>
                </a:lnTo>
                <a:lnTo>
                  <a:pt x="841302" y="76715"/>
                </a:lnTo>
                <a:lnTo>
                  <a:pt x="841090" y="77605"/>
                </a:lnTo>
                <a:lnTo>
                  <a:pt x="840862" y="78480"/>
                </a:lnTo>
                <a:lnTo>
                  <a:pt x="840620" y="79338"/>
                </a:lnTo>
                <a:lnTo>
                  <a:pt x="840364" y="80180"/>
                </a:lnTo>
                <a:lnTo>
                  <a:pt x="840092" y="81007"/>
                </a:lnTo>
                <a:lnTo>
                  <a:pt x="839806" y="81817"/>
                </a:lnTo>
                <a:lnTo>
                  <a:pt x="839506" y="82611"/>
                </a:lnTo>
                <a:lnTo>
                  <a:pt x="839190" y="83389"/>
                </a:lnTo>
                <a:lnTo>
                  <a:pt x="838860" y="84151"/>
                </a:lnTo>
                <a:lnTo>
                  <a:pt x="838515" y="84897"/>
                </a:lnTo>
                <a:lnTo>
                  <a:pt x="838156" y="85627"/>
                </a:lnTo>
                <a:lnTo>
                  <a:pt x="837782" y="86341"/>
                </a:lnTo>
                <a:lnTo>
                  <a:pt x="837393" y="87040"/>
                </a:lnTo>
                <a:lnTo>
                  <a:pt x="836989" y="87723"/>
                </a:lnTo>
                <a:lnTo>
                  <a:pt x="836570" y="88391"/>
                </a:lnTo>
                <a:lnTo>
                  <a:pt x="836136" y="89043"/>
                </a:lnTo>
                <a:lnTo>
                  <a:pt x="835688" y="89679"/>
                </a:lnTo>
                <a:lnTo>
                  <a:pt x="835225" y="90300"/>
                </a:lnTo>
                <a:lnTo>
                  <a:pt x="834747" y="90905"/>
                </a:lnTo>
                <a:lnTo>
                  <a:pt x="834254" y="91494"/>
                </a:lnTo>
                <a:lnTo>
                  <a:pt x="833746" y="92068"/>
                </a:lnTo>
                <a:lnTo>
                  <a:pt x="833223" y="92627"/>
                </a:lnTo>
                <a:lnTo>
                  <a:pt x="832686" y="93169"/>
                </a:lnTo>
                <a:lnTo>
                  <a:pt x="832134" y="93697"/>
                </a:lnTo>
                <a:lnTo>
                  <a:pt x="831567" y="94208"/>
                </a:lnTo>
                <a:lnTo>
                  <a:pt x="830985" y="94704"/>
                </a:lnTo>
                <a:lnTo>
                  <a:pt x="830388" y="95184"/>
                </a:lnTo>
                <a:lnTo>
                  <a:pt x="829777" y="95649"/>
                </a:lnTo>
                <a:lnTo>
                  <a:pt x="829151" y="96098"/>
                </a:lnTo>
                <a:lnTo>
                  <a:pt x="828509" y="96532"/>
                </a:lnTo>
                <a:lnTo>
                  <a:pt x="827853" y="96950"/>
                </a:lnTo>
                <a:lnTo>
                  <a:pt x="827183" y="97352"/>
                </a:lnTo>
                <a:lnTo>
                  <a:pt x="826497" y="97739"/>
                </a:lnTo>
                <a:lnTo>
                  <a:pt x="825797" y="98110"/>
                </a:lnTo>
                <a:lnTo>
                  <a:pt x="825081" y="98465"/>
                </a:lnTo>
                <a:lnTo>
                  <a:pt x="824351" y="98806"/>
                </a:lnTo>
                <a:lnTo>
                  <a:pt x="823605" y="99131"/>
                </a:lnTo>
                <a:lnTo>
                  <a:pt x="822844" y="99442"/>
                </a:lnTo>
                <a:lnTo>
                  <a:pt x="822068" y="99737"/>
                </a:lnTo>
                <a:lnTo>
                  <a:pt x="821277" y="100017"/>
                </a:lnTo>
                <a:lnTo>
                  <a:pt x="820471" y="100282"/>
                </a:lnTo>
                <a:lnTo>
                  <a:pt x="819649" y="100532"/>
                </a:lnTo>
                <a:lnTo>
                  <a:pt x="818813" y="100766"/>
                </a:lnTo>
                <a:lnTo>
                  <a:pt x="817961" y="100986"/>
                </a:lnTo>
                <a:lnTo>
                  <a:pt x="817095" y="101190"/>
                </a:lnTo>
                <a:lnTo>
                  <a:pt x="816213" y="101379"/>
                </a:lnTo>
                <a:lnTo>
                  <a:pt x="815316" y="101553"/>
                </a:lnTo>
                <a:lnTo>
                  <a:pt x="814403" y="101712"/>
                </a:lnTo>
                <a:lnTo>
                  <a:pt x="813476" y="101856"/>
                </a:lnTo>
                <a:lnTo>
                  <a:pt x="812534" y="101985"/>
                </a:lnTo>
                <a:lnTo>
                  <a:pt x="811576" y="102098"/>
                </a:lnTo>
                <a:lnTo>
                  <a:pt x="810603" y="102197"/>
                </a:lnTo>
                <a:lnTo>
                  <a:pt x="809615" y="102280"/>
                </a:lnTo>
                <a:lnTo>
                  <a:pt x="808612" y="102348"/>
                </a:lnTo>
                <a:lnTo>
                  <a:pt x="807594" y="102401"/>
                </a:lnTo>
                <a:lnTo>
                  <a:pt x="806561" y="102439"/>
                </a:lnTo>
                <a:lnTo>
                  <a:pt x="805512" y="102462"/>
                </a:lnTo>
                <a:lnTo>
                  <a:pt x="804449" y="102469"/>
                </a:lnTo>
                <a:lnTo>
                  <a:pt x="787371" y="102469"/>
                </a:lnTo>
                <a:lnTo>
                  <a:pt x="787371" y="23550"/>
                </a:lnTo>
                <a:lnTo>
                  <a:pt x="804449" y="23550"/>
                </a:lnTo>
                <a:lnTo>
                  <a:pt x="805454" y="23558"/>
                </a:lnTo>
                <a:lnTo>
                  <a:pt x="806446" y="23581"/>
                </a:lnTo>
                <a:close/>
                <a:moveTo>
                  <a:pt x="660010" y="125006"/>
                </a:moveTo>
                <a:lnTo>
                  <a:pt x="660943" y="124941"/>
                </a:lnTo>
                <a:lnTo>
                  <a:pt x="661867" y="124863"/>
                </a:lnTo>
                <a:lnTo>
                  <a:pt x="662782" y="124770"/>
                </a:lnTo>
                <a:lnTo>
                  <a:pt x="663688" y="124663"/>
                </a:lnTo>
                <a:lnTo>
                  <a:pt x="664585" y="124541"/>
                </a:lnTo>
                <a:lnTo>
                  <a:pt x="665473" y="124405"/>
                </a:lnTo>
                <a:lnTo>
                  <a:pt x="666351" y="124255"/>
                </a:lnTo>
                <a:lnTo>
                  <a:pt x="667221" y="124091"/>
                </a:lnTo>
                <a:lnTo>
                  <a:pt x="668082" y="123912"/>
                </a:lnTo>
                <a:lnTo>
                  <a:pt x="668933" y="123719"/>
                </a:lnTo>
                <a:lnTo>
                  <a:pt x="669776" y="123512"/>
                </a:lnTo>
                <a:lnTo>
                  <a:pt x="670609" y="123290"/>
                </a:lnTo>
                <a:lnTo>
                  <a:pt x="671433" y="123054"/>
                </a:lnTo>
                <a:lnTo>
                  <a:pt x="672249" y="122804"/>
                </a:lnTo>
                <a:lnTo>
                  <a:pt x="673055" y="122539"/>
                </a:lnTo>
                <a:lnTo>
                  <a:pt x="673852" y="122261"/>
                </a:lnTo>
                <a:lnTo>
                  <a:pt x="674641" y="121967"/>
                </a:lnTo>
                <a:lnTo>
                  <a:pt x="675420" y="121660"/>
                </a:lnTo>
                <a:lnTo>
                  <a:pt x="676190" y="121338"/>
                </a:lnTo>
                <a:lnTo>
                  <a:pt x="676951" y="121002"/>
                </a:lnTo>
                <a:lnTo>
                  <a:pt x="677701" y="120653"/>
                </a:lnTo>
                <a:lnTo>
                  <a:pt x="678438" y="120289"/>
                </a:lnTo>
                <a:lnTo>
                  <a:pt x="679161" y="119913"/>
                </a:lnTo>
                <a:lnTo>
                  <a:pt x="679871" y="119523"/>
                </a:lnTo>
                <a:lnTo>
                  <a:pt x="680568" y="119120"/>
                </a:lnTo>
                <a:lnTo>
                  <a:pt x="681251" y="118703"/>
                </a:lnTo>
                <a:lnTo>
                  <a:pt x="681922" y="118274"/>
                </a:lnTo>
                <a:lnTo>
                  <a:pt x="682579" y="117830"/>
                </a:lnTo>
                <a:lnTo>
                  <a:pt x="683223" y="117374"/>
                </a:lnTo>
                <a:lnTo>
                  <a:pt x="683853" y="116904"/>
                </a:lnTo>
                <a:lnTo>
                  <a:pt x="684470" y="116421"/>
                </a:lnTo>
                <a:lnTo>
                  <a:pt x="685074" y="115925"/>
                </a:lnTo>
                <a:lnTo>
                  <a:pt x="685665" y="115415"/>
                </a:lnTo>
                <a:lnTo>
                  <a:pt x="686243" y="114892"/>
                </a:lnTo>
                <a:lnTo>
                  <a:pt x="686807" y="114355"/>
                </a:lnTo>
                <a:lnTo>
                  <a:pt x="687358" y="113805"/>
                </a:lnTo>
                <a:lnTo>
                  <a:pt x="687895" y="113242"/>
                </a:lnTo>
                <a:lnTo>
                  <a:pt x="688420" y="112666"/>
                </a:lnTo>
                <a:lnTo>
                  <a:pt x="688931" y="112076"/>
                </a:lnTo>
                <a:lnTo>
                  <a:pt x="689429" y="111473"/>
                </a:lnTo>
                <a:lnTo>
                  <a:pt x="689913" y="110856"/>
                </a:lnTo>
                <a:lnTo>
                  <a:pt x="690385" y="110226"/>
                </a:lnTo>
                <a:lnTo>
                  <a:pt x="690843" y="109583"/>
                </a:lnTo>
                <a:lnTo>
                  <a:pt x="691288" y="108927"/>
                </a:lnTo>
                <a:lnTo>
                  <a:pt x="691717" y="108257"/>
                </a:lnTo>
                <a:lnTo>
                  <a:pt x="692129" y="107575"/>
                </a:lnTo>
                <a:lnTo>
                  <a:pt x="692524" y="106880"/>
                </a:lnTo>
                <a:lnTo>
                  <a:pt x="692902" y="106172"/>
                </a:lnTo>
                <a:lnTo>
                  <a:pt x="693262" y="105451"/>
                </a:lnTo>
                <a:lnTo>
                  <a:pt x="693605" y="104718"/>
                </a:lnTo>
                <a:lnTo>
                  <a:pt x="693931" y="103972"/>
                </a:lnTo>
                <a:lnTo>
                  <a:pt x="694239" y="103213"/>
                </a:lnTo>
                <a:lnTo>
                  <a:pt x="694530" y="102442"/>
                </a:lnTo>
                <a:lnTo>
                  <a:pt x="694803" y="101658"/>
                </a:lnTo>
                <a:lnTo>
                  <a:pt x="695060" y="100861"/>
                </a:lnTo>
                <a:lnTo>
                  <a:pt x="695299" y="100051"/>
                </a:lnTo>
                <a:lnTo>
                  <a:pt x="695520" y="99229"/>
                </a:lnTo>
                <a:lnTo>
                  <a:pt x="695725" y="98394"/>
                </a:lnTo>
                <a:lnTo>
                  <a:pt x="695912" y="97547"/>
                </a:lnTo>
                <a:lnTo>
                  <a:pt x="696082" y="96686"/>
                </a:lnTo>
                <a:lnTo>
                  <a:pt x="696234" y="95813"/>
                </a:lnTo>
                <a:lnTo>
                  <a:pt x="696369" y="94927"/>
                </a:lnTo>
                <a:lnTo>
                  <a:pt x="696487" y="94029"/>
                </a:lnTo>
                <a:lnTo>
                  <a:pt x="696587" y="93118"/>
                </a:lnTo>
                <a:lnTo>
                  <a:pt x="696670" y="92194"/>
                </a:lnTo>
                <a:lnTo>
                  <a:pt x="696736" y="91257"/>
                </a:lnTo>
                <a:lnTo>
                  <a:pt x="696784" y="90308"/>
                </a:lnTo>
                <a:lnTo>
                  <a:pt x="696816" y="89346"/>
                </a:lnTo>
                <a:lnTo>
                  <a:pt x="673715" y="89346"/>
                </a:lnTo>
                <a:lnTo>
                  <a:pt x="673692" y="90031"/>
                </a:lnTo>
                <a:lnTo>
                  <a:pt x="673654" y="90703"/>
                </a:lnTo>
                <a:lnTo>
                  <a:pt x="673601" y="91362"/>
                </a:lnTo>
                <a:lnTo>
                  <a:pt x="673532" y="92008"/>
                </a:lnTo>
                <a:lnTo>
                  <a:pt x="673447" y="92641"/>
                </a:lnTo>
                <a:lnTo>
                  <a:pt x="673347" y="93260"/>
                </a:lnTo>
                <a:lnTo>
                  <a:pt x="673232" y="93867"/>
                </a:lnTo>
                <a:lnTo>
                  <a:pt x="673101" y="94460"/>
                </a:lnTo>
                <a:lnTo>
                  <a:pt x="672955" y="95040"/>
                </a:lnTo>
                <a:lnTo>
                  <a:pt x="672793" y="95607"/>
                </a:lnTo>
                <a:lnTo>
                  <a:pt x="672616" y="96161"/>
                </a:lnTo>
                <a:lnTo>
                  <a:pt x="672423" y="96702"/>
                </a:lnTo>
                <a:lnTo>
                  <a:pt x="672215" y="97230"/>
                </a:lnTo>
                <a:lnTo>
                  <a:pt x="671991" y="97745"/>
                </a:lnTo>
                <a:lnTo>
                  <a:pt x="671752" y="98247"/>
                </a:lnTo>
                <a:lnTo>
                  <a:pt x="671498" y="98735"/>
                </a:lnTo>
                <a:lnTo>
                  <a:pt x="671228" y="99211"/>
                </a:lnTo>
                <a:lnTo>
                  <a:pt x="670943" y="99673"/>
                </a:lnTo>
                <a:lnTo>
                  <a:pt x="670642" y="100122"/>
                </a:lnTo>
                <a:lnTo>
                  <a:pt x="670326" y="100558"/>
                </a:lnTo>
                <a:lnTo>
                  <a:pt x="669994" y="100981"/>
                </a:lnTo>
                <a:lnTo>
                  <a:pt x="669647" y="101391"/>
                </a:lnTo>
                <a:lnTo>
                  <a:pt x="669284" y="101788"/>
                </a:lnTo>
                <a:lnTo>
                  <a:pt x="668906" y="102171"/>
                </a:lnTo>
                <a:lnTo>
                  <a:pt x="668515" y="102540"/>
                </a:lnTo>
                <a:lnTo>
                  <a:pt x="668111" y="102894"/>
                </a:lnTo>
                <a:lnTo>
                  <a:pt x="667696" y="103231"/>
                </a:lnTo>
                <a:lnTo>
                  <a:pt x="667270" y="103553"/>
                </a:lnTo>
                <a:lnTo>
                  <a:pt x="666831" y="103859"/>
                </a:lnTo>
                <a:lnTo>
                  <a:pt x="666381" y="104150"/>
                </a:lnTo>
                <a:lnTo>
                  <a:pt x="665919" y="104425"/>
                </a:lnTo>
                <a:lnTo>
                  <a:pt x="665446" y="104684"/>
                </a:lnTo>
                <a:lnTo>
                  <a:pt x="664960" y="104927"/>
                </a:lnTo>
                <a:lnTo>
                  <a:pt x="664463" y="105155"/>
                </a:lnTo>
                <a:lnTo>
                  <a:pt x="663955" y="105367"/>
                </a:lnTo>
                <a:lnTo>
                  <a:pt x="663434" y="105563"/>
                </a:lnTo>
                <a:lnTo>
                  <a:pt x="662902" y="105744"/>
                </a:lnTo>
                <a:lnTo>
                  <a:pt x="662359" y="105909"/>
                </a:lnTo>
                <a:lnTo>
                  <a:pt x="661803" y="106058"/>
                </a:lnTo>
                <a:lnTo>
                  <a:pt x="661236" y="106191"/>
                </a:lnTo>
                <a:lnTo>
                  <a:pt x="660657" y="106309"/>
                </a:lnTo>
                <a:lnTo>
                  <a:pt x="660067" y="106411"/>
                </a:lnTo>
                <a:lnTo>
                  <a:pt x="659464" y="106497"/>
                </a:lnTo>
                <a:lnTo>
                  <a:pt x="658850" y="106568"/>
                </a:lnTo>
                <a:lnTo>
                  <a:pt x="658225" y="106623"/>
                </a:lnTo>
                <a:lnTo>
                  <a:pt x="657587" y="106662"/>
                </a:lnTo>
                <a:lnTo>
                  <a:pt x="656938" y="106686"/>
                </a:lnTo>
                <a:lnTo>
                  <a:pt x="656277" y="106694"/>
                </a:lnTo>
                <a:lnTo>
                  <a:pt x="655712" y="106688"/>
                </a:lnTo>
                <a:lnTo>
                  <a:pt x="655156" y="106672"/>
                </a:lnTo>
                <a:lnTo>
                  <a:pt x="654608" y="106644"/>
                </a:lnTo>
                <a:lnTo>
                  <a:pt x="654069" y="106605"/>
                </a:lnTo>
                <a:lnTo>
                  <a:pt x="653538" y="106556"/>
                </a:lnTo>
                <a:lnTo>
                  <a:pt x="653016" y="106495"/>
                </a:lnTo>
                <a:lnTo>
                  <a:pt x="652503" y="106423"/>
                </a:lnTo>
                <a:lnTo>
                  <a:pt x="651998" y="106340"/>
                </a:lnTo>
                <a:lnTo>
                  <a:pt x="651502" y="106246"/>
                </a:lnTo>
                <a:lnTo>
                  <a:pt x="651014" y="106141"/>
                </a:lnTo>
                <a:lnTo>
                  <a:pt x="650535" y="106025"/>
                </a:lnTo>
                <a:lnTo>
                  <a:pt x="650064" y="105898"/>
                </a:lnTo>
                <a:lnTo>
                  <a:pt x="649602" y="105760"/>
                </a:lnTo>
                <a:lnTo>
                  <a:pt x="649149" y="105611"/>
                </a:lnTo>
                <a:lnTo>
                  <a:pt x="648704" y="105451"/>
                </a:lnTo>
                <a:lnTo>
                  <a:pt x="648268" y="105279"/>
                </a:lnTo>
                <a:lnTo>
                  <a:pt x="647840" y="105097"/>
                </a:lnTo>
                <a:lnTo>
                  <a:pt x="647421" y="104904"/>
                </a:lnTo>
                <a:lnTo>
                  <a:pt x="647010" y="104699"/>
                </a:lnTo>
                <a:lnTo>
                  <a:pt x="646608" y="104484"/>
                </a:lnTo>
                <a:lnTo>
                  <a:pt x="646215" y="104257"/>
                </a:lnTo>
                <a:lnTo>
                  <a:pt x="645830" y="104020"/>
                </a:lnTo>
                <a:lnTo>
                  <a:pt x="645454" y="103771"/>
                </a:lnTo>
                <a:lnTo>
                  <a:pt x="645087" y="103511"/>
                </a:lnTo>
                <a:lnTo>
                  <a:pt x="644727" y="103241"/>
                </a:lnTo>
                <a:lnTo>
                  <a:pt x="644376" y="102960"/>
                </a:lnTo>
                <a:lnTo>
                  <a:pt x="644033" y="102670"/>
                </a:lnTo>
                <a:lnTo>
                  <a:pt x="643698" y="102370"/>
                </a:lnTo>
                <a:lnTo>
                  <a:pt x="643372" y="102060"/>
                </a:lnTo>
                <a:lnTo>
                  <a:pt x="643053" y="101740"/>
                </a:lnTo>
                <a:lnTo>
                  <a:pt x="642742" y="101410"/>
                </a:lnTo>
                <a:lnTo>
                  <a:pt x="642440" y="101070"/>
                </a:lnTo>
                <a:lnTo>
                  <a:pt x="642146" y="100720"/>
                </a:lnTo>
                <a:lnTo>
                  <a:pt x="641860" y="100360"/>
                </a:lnTo>
                <a:lnTo>
                  <a:pt x="641581" y="99991"/>
                </a:lnTo>
                <a:lnTo>
                  <a:pt x="641311" y="99611"/>
                </a:lnTo>
                <a:lnTo>
                  <a:pt x="641050" y="99222"/>
                </a:lnTo>
                <a:lnTo>
                  <a:pt x="640796" y="98822"/>
                </a:lnTo>
                <a:lnTo>
                  <a:pt x="640550" y="98413"/>
                </a:lnTo>
                <a:lnTo>
                  <a:pt x="640313" y="97993"/>
                </a:lnTo>
                <a:lnTo>
                  <a:pt x="640083" y="97564"/>
                </a:lnTo>
                <a:lnTo>
                  <a:pt x="639862" y="97125"/>
                </a:lnTo>
                <a:lnTo>
                  <a:pt x="639649" y="96676"/>
                </a:lnTo>
                <a:lnTo>
                  <a:pt x="639444" y="96217"/>
                </a:lnTo>
                <a:lnTo>
                  <a:pt x="639247" y="95748"/>
                </a:lnTo>
                <a:lnTo>
                  <a:pt x="639058" y="95269"/>
                </a:lnTo>
                <a:lnTo>
                  <a:pt x="638877" y="94780"/>
                </a:lnTo>
                <a:lnTo>
                  <a:pt x="638705" y="94281"/>
                </a:lnTo>
                <a:lnTo>
                  <a:pt x="638540" y="93773"/>
                </a:lnTo>
                <a:lnTo>
                  <a:pt x="638382" y="93256"/>
                </a:lnTo>
                <a:lnTo>
                  <a:pt x="638231" y="92730"/>
                </a:lnTo>
                <a:lnTo>
                  <a:pt x="638087" y="92195"/>
                </a:lnTo>
                <a:lnTo>
                  <a:pt x="637950" y="91651"/>
                </a:lnTo>
                <a:lnTo>
                  <a:pt x="637820" y="91099"/>
                </a:lnTo>
                <a:lnTo>
                  <a:pt x="637697" y="90538"/>
                </a:lnTo>
                <a:lnTo>
                  <a:pt x="637581" y="89968"/>
                </a:lnTo>
                <a:lnTo>
                  <a:pt x="637472" y="89389"/>
                </a:lnTo>
                <a:lnTo>
                  <a:pt x="637371" y="88801"/>
                </a:lnTo>
                <a:lnTo>
                  <a:pt x="637276" y="88205"/>
                </a:lnTo>
                <a:lnTo>
                  <a:pt x="637188" y="87599"/>
                </a:lnTo>
                <a:lnTo>
                  <a:pt x="637107" y="86985"/>
                </a:lnTo>
                <a:lnTo>
                  <a:pt x="637034" y="86363"/>
                </a:lnTo>
                <a:lnTo>
                  <a:pt x="636967" y="85731"/>
                </a:lnTo>
                <a:lnTo>
                  <a:pt x="636907" y="85090"/>
                </a:lnTo>
                <a:lnTo>
                  <a:pt x="636854" y="84441"/>
                </a:lnTo>
                <a:lnTo>
                  <a:pt x="636809" y="83783"/>
                </a:lnTo>
                <a:lnTo>
                  <a:pt x="636770" y="83116"/>
                </a:lnTo>
                <a:lnTo>
                  <a:pt x="636739" y="82440"/>
                </a:lnTo>
                <a:lnTo>
                  <a:pt x="636714" y="81756"/>
                </a:lnTo>
                <a:lnTo>
                  <a:pt x="636696" y="81063"/>
                </a:lnTo>
                <a:lnTo>
                  <a:pt x="636686" y="80360"/>
                </a:lnTo>
                <a:lnTo>
                  <a:pt x="636682" y="79650"/>
                </a:lnTo>
                <a:lnTo>
                  <a:pt x="636690" y="78552"/>
                </a:lnTo>
                <a:lnTo>
                  <a:pt x="636715" y="77476"/>
                </a:lnTo>
                <a:lnTo>
                  <a:pt x="636755" y="76420"/>
                </a:lnTo>
                <a:lnTo>
                  <a:pt x="636811" y="75386"/>
                </a:lnTo>
                <a:lnTo>
                  <a:pt x="636883" y="74372"/>
                </a:lnTo>
                <a:lnTo>
                  <a:pt x="636972" y="73379"/>
                </a:lnTo>
                <a:lnTo>
                  <a:pt x="637076" y="72406"/>
                </a:lnTo>
                <a:lnTo>
                  <a:pt x="637197" y="71455"/>
                </a:lnTo>
                <a:lnTo>
                  <a:pt x="637333" y="70524"/>
                </a:lnTo>
                <a:lnTo>
                  <a:pt x="637486" y="69615"/>
                </a:lnTo>
                <a:lnTo>
                  <a:pt x="637655" y="68726"/>
                </a:lnTo>
                <a:lnTo>
                  <a:pt x="637840" y="67858"/>
                </a:lnTo>
                <a:lnTo>
                  <a:pt x="638041" y="67010"/>
                </a:lnTo>
                <a:lnTo>
                  <a:pt x="638258" y="66184"/>
                </a:lnTo>
                <a:lnTo>
                  <a:pt x="638491" y="65378"/>
                </a:lnTo>
                <a:lnTo>
                  <a:pt x="638740" y="64594"/>
                </a:lnTo>
                <a:lnTo>
                  <a:pt x="639005" y="63830"/>
                </a:lnTo>
                <a:lnTo>
                  <a:pt x="639286" y="63087"/>
                </a:lnTo>
                <a:lnTo>
                  <a:pt x="639584" y="62365"/>
                </a:lnTo>
                <a:lnTo>
                  <a:pt x="639897" y="61663"/>
                </a:lnTo>
                <a:lnTo>
                  <a:pt x="640227" y="60983"/>
                </a:lnTo>
                <a:lnTo>
                  <a:pt x="640572" y="60323"/>
                </a:lnTo>
                <a:lnTo>
                  <a:pt x="640934" y="59684"/>
                </a:lnTo>
                <a:lnTo>
                  <a:pt x="641311" y="59066"/>
                </a:lnTo>
                <a:lnTo>
                  <a:pt x="641707" y="58471"/>
                </a:lnTo>
                <a:lnTo>
                  <a:pt x="642123" y="57901"/>
                </a:lnTo>
                <a:lnTo>
                  <a:pt x="642558" y="57357"/>
                </a:lnTo>
                <a:lnTo>
                  <a:pt x="643013" y="56838"/>
                </a:lnTo>
                <a:lnTo>
                  <a:pt x="643488" y="56344"/>
                </a:lnTo>
                <a:lnTo>
                  <a:pt x="643983" y="55876"/>
                </a:lnTo>
                <a:lnTo>
                  <a:pt x="644497" y="55433"/>
                </a:lnTo>
                <a:lnTo>
                  <a:pt x="645032" y="55015"/>
                </a:lnTo>
                <a:lnTo>
                  <a:pt x="645586" y="54622"/>
                </a:lnTo>
                <a:lnTo>
                  <a:pt x="646160" y="54255"/>
                </a:lnTo>
                <a:lnTo>
                  <a:pt x="646754" y="53913"/>
                </a:lnTo>
                <a:lnTo>
                  <a:pt x="647368" y="53597"/>
                </a:lnTo>
                <a:lnTo>
                  <a:pt x="648001" y="53306"/>
                </a:lnTo>
                <a:lnTo>
                  <a:pt x="648654" y="53040"/>
                </a:lnTo>
                <a:lnTo>
                  <a:pt x="649327" y="52799"/>
                </a:lnTo>
                <a:lnTo>
                  <a:pt x="650020" y="52584"/>
                </a:lnTo>
                <a:lnTo>
                  <a:pt x="650733" y="52394"/>
                </a:lnTo>
                <a:lnTo>
                  <a:pt x="651466" y="52230"/>
                </a:lnTo>
                <a:lnTo>
                  <a:pt x="652218" y="52090"/>
                </a:lnTo>
                <a:lnTo>
                  <a:pt x="652990" y="51976"/>
                </a:lnTo>
                <a:lnTo>
                  <a:pt x="653782" y="51888"/>
                </a:lnTo>
                <a:lnTo>
                  <a:pt x="654594" y="51825"/>
                </a:lnTo>
                <a:lnTo>
                  <a:pt x="655426" y="51787"/>
                </a:lnTo>
                <a:lnTo>
                  <a:pt x="656277" y="51774"/>
                </a:lnTo>
                <a:lnTo>
                  <a:pt x="656923" y="51781"/>
                </a:lnTo>
                <a:lnTo>
                  <a:pt x="657556" y="51803"/>
                </a:lnTo>
                <a:lnTo>
                  <a:pt x="658178" y="51839"/>
                </a:lnTo>
                <a:lnTo>
                  <a:pt x="658787" y="51889"/>
                </a:lnTo>
                <a:lnTo>
                  <a:pt x="659384" y="51954"/>
                </a:lnTo>
                <a:lnTo>
                  <a:pt x="659968" y="52033"/>
                </a:lnTo>
                <a:lnTo>
                  <a:pt x="660541" y="52127"/>
                </a:lnTo>
                <a:lnTo>
                  <a:pt x="661101" y="52235"/>
                </a:lnTo>
                <a:lnTo>
                  <a:pt x="661649" y="52357"/>
                </a:lnTo>
                <a:lnTo>
                  <a:pt x="662185" y="52494"/>
                </a:lnTo>
                <a:lnTo>
                  <a:pt x="662709" y="52645"/>
                </a:lnTo>
                <a:lnTo>
                  <a:pt x="663221" y="52810"/>
                </a:lnTo>
                <a:lnTo>
                  <a:pt x="663721" y="52990"/>
                </a:lnTo>
                <a:lnTo>
                  <a:pt x="664208" y="53185"/>
                </a:lnTo>
                <a:lnTo>
                  <a:pt x="664683" y="53393"/>
                </a:lnTo>
                <a:lnTo>
                  <a:pt x="665146" y="53617"/>
                </a:lnTo>
                <a:lnTo>
                  <a:pt x="665597" y="53854"/>
                </a:lnTo>
                <a:lnTo>
                  <a:pt x="666036" y="54106"/>
                </a:lnTo>
                <a:lnTo>
                  <a:pt x="666462" y="54372"/>
                </a:lnTo>
                <a:lnTo>
                  <a:pt x="666876" y="54653"/>
                </a:lnTo>
                <a:lnTo>
                  <a:pt x="667278" y="54948"/>
                </a:lnTo>
                <a:lnTo>
                  <a:pt x="667668" y="55258"/>
                </a:lnTo>
                <a:lnTo>
                  <a:pt x="668046" y="55582"/>
                </a:lnTo>
                <a:lnTo>
                  <a:pt x="668412" y="55920"/>
                </a:lnTo>
                <a:lnTo>
                  <a:pt x="668764" y="56270"/>
                </a:lnTo>
                <a:lnTo>
                  <a:pt x="669102" y="56631"/>
                </a:lnTo>
                <a:lnTo>
                  <a:pt x="669426" y="57001"/>
                </a:lnTo>
                <a:lnTo>
                  <a:pt x="669735" y="57381"/>
                </a:lnTo>
                <a:lnTo>
                  <a:pt x="670030" y="57771"/>
                </a:lnTo>
                <a:lnTo>
                  <a:pt x="670311" y="58170"/>
                </a:lnTo>
                <a:lnTo>
                  <a:pt x="670577" y="58580"/>
                </a:lnTo>
                <a:lnTo>
                  <a:pt x="670829" y="59000"/>
                </a:lnTo>
                <a:lnTo>
                  <a:pt x="671066" y="59429"/>
                </a:lnTo>
                <a:lnTo>
                  <a:pt x="671289" y="59868"/>
                </a:lnTo>
                <a:lnTo>
                  <a:pt x="671498" y="60317"/>
                </a:lnTo>
                <a:lnTo>
                  <a:pt x="671693" y="60776"/>
                </a:lnTo>
                <a:lnTo>
                  <a:pt x="671873" y="61245"/>
                </a:lnTo>
                <a:lnTo>
                  <a:pt x="672038" y="61724"/>
                </a:lnTo>
                <a:lnTo>
                  <a:pt x="672190" y="62213"/>
                </a:lnTo>
                <a:lnTo>
                  <a:pt x="672327" y="62711"/>
                </a:lnTo>
                <a:lnTo>
                  <a:pt x="672450" y="63220"/>
                </a:lnTo>
                <a:lnTo>
                  <a:pt x="672558" y="63738"/>
                </a:lnTo>
                <a:lnTo>
                  <a:pt x="672652" y="64266"/>
                </a:lnTo>
                <a:lnTo>
                  <a:pt x="672731" y="64804"/>
                </a:lnTo>
                <a:lnTo>
                  <a:pt x="672797" y="65352"/>
                </a:lnTo>
                <a:lnTo>
                  <a:pt x="672847" y="65909"/>
                </a:lnTo>
                <a:lnTo>
                  <a:pt x="672884" y="66477"/>
                </a:lnTo>
                <a:lnTo>
                  <a:pt x="672906" y="67054"/>
                </a:lnTo>
                <a:lnTo>
                  <a:pt x="696007" y="67054"/>
                </a:lnTo>
                <a:lnTo>
                  <a:pt x="695990" y="66117"/>
                </a:lnTo>
                <a:lnTo>
                  <a:pt x="695955" y="65193"/>
                </a:lnTo>
                <a:lnTo>
                  <a:pt x="695903" y="64283"/>
                </a:lnTo>
                <a:lnTo>
                  <a:pt x="695832" y="63386"/>
                </a:lnTo>
                <a:lnTo>
                  <a:pt x="695743" y="62503"/>
                </a:lnTo>
                <a:lnTo>
                  <a:pt x="695636" y="61633"/>
                </a:lnTo>
                <a:lnTo>
                  <a:pt x="695511" y="60777"/>
                </a:lnTo>
                <a:lnTo>
                  <a:pt x="695367" y="59934"/>
                </a:lnTo>
                <a:lnTo>
                  <a:pt x="695206" y="59104"/>
                </a:lnTo>
                <a:lnTo>
                  <a:pt x="695027" y="58289"/>
                </a:lnTo>
                <a:lnTo>
                  <a:pt x="694829" y="57486"/>
                </a:lnTo>
                <a:lnTo>
                  <a:pt x="694613" y="56697"/>
                </a:lnTo>
                <a:lnTo>
                  <a:pt x="694380" y="55922"/>
                </a:lnTo>
                <a:lnTo>
                  <a:pt x="694128" y="55160"/>
                </a:lnTo>
                <a:lnTo>
                  <a:pt x="693858" y="54411"/>
                </a:lnTo>
                <a:lnTo>
                  <a:pt x="693570" y="53676"/>
                </a:lnTo>
                <a:lnTo>
                  <a:pt x="693264" y="52955"/>
                </a:lnTo>
                <a:lnTo>
                  <a:pt x="692939" y="52247"/>
                </a:lnTo>
                <a:lnTo>
                  <a:pt x="692597" y="51553"/>
                </a:lnTo>
                <a:lnTo>
                  <a:pt x="692236" y="50872"/>
                </a:lnTo>
                <a:lnTo>
                  <a:pt x="691858" y="50204"/>
                </a:lnTo>
                <a:lnTo>
                  <a:pt x="691461" y="49550"/>
                </a:lnTo>
                <a:lnTo>
                  <a:pt x="691046" y="48909"/>
                </a:lnTo>
                <a:lnTo>
                  <a:pt x="690614" y="48282"/>
                </a:lnTo>
                <a:lnTo>
                  <a:pt x="690165" y="47669"/>
                </a:lnTo>
                <a:lnTo>
                  <a:pt x="689704" y="47067"/>
                </a:lnTo>
                <a:lnTo>
                  <a:pt x="689230" y="46479"/>
                </a:lnTo>
                <a:lnTo>
                  <a:pt x="688743" y="45904"/>
                </a:lnTo>
                <a:lnTo>
                  <a:pt x="688244" y="45341"/>
                </a:lnTo>
                <a:lnTo>
                  <a:pt x="687732" y="44792"/>
                </a:lnTo>
                <a:lnTo>
                  <a:pt x="687206" y="44255"/>
                </a:lnTo>
                <a:lnTo>
                  <a:pt x="686669" y="43731"/>
                </a:lnTo>
                <a:lnTo>
                  <a:pt x="686118" y="43220"/>
                </a:lnTo>
                <a:lnTo>
                  <a:pt x="685554" y="42722"/>
                </a:lnTo>
                <a:lnTo>
                  <a:pt x="684978" y="42236"/>
                </a:lnTo>
                <a:lnTo>
                  <a:pt x="684389" y="41764"/>
                </a:lnTo>
                <a:lnTo>
                  <a:pt x="683787" y="41304"/>
                </a:lnTo>
                <a:lnTo>
                  <a:pt x="683172" y="40857"/>
                </a:lnTo>
                <a:lnTo>
                  <a:pt x="682545" y="40423"/>
                </a:lnTo>
                <a:lnTo>
                  <a:pt x="681905" y="40002"/>
                </a:lnTo>
                <a:lnTo>
                  <a:pt x="681252" y="39593"/>
                </a:lnTo>
                <a:lnTo>
                  <a:pt x="680586" y="39198"/>
                </a:lnTo>
                <a:lnTo>
                  <a:pt x="679907" y="38815"/>
                </a:lnTo>
                <a:lnTo>
                  <a:pt x="679216" y="38445"/>
                </a:lnTo>
                <a:lnTo>
                  <a:pt x="678511" y="38088"/>
                </a:lnTo>
                <a:lnTo>
                  <a:pt x="677794" y="37744"/>
                </a:lnTo>
                <a:lnTo>
                  <a:pt x="677064" y="37413"/>
                </a:lnTo>
                <a:lnTo>
                  <a:pt x="676322" y="37095"/>
                </a:lnTo>
                <a:lnTo>
                  <a:pt x="675569" y="36789"/>
                </a:lnTo>
                <a:lnTo>
                  <a:pt x="674809" y="36496"/>
                </a:lnTo>
                <a:lnTo>
                  <a:pt x="674041" y="36216"/>
                </a:lnTo>
                <a:lnTo>
                  <a:pt x="673266" y="35950"/>
                </a:lnTo>
                <a:lnTo>
                  <a:pt x="672483" y="35696"/>
                </a:lnTo>
                <a:lnTo>
                  <a:pt x="671693" y="35455"/>
                </a:lnTo>
                <a:lnTo>
                  <a:pt x="670895" y="35227"/>
                </a:lnTo>
                <a:lnTo>
                  <a:pt x="670090" y="35013"/>
                </a:lnTo>
                <a:lnTo>
                  <a:pt x="669277" y="34811"/>
                </a:lnTo>
                <a:lnTo>
                  <a:pt x="668457" y="34622"/>
                </a:lnTo>
                <a:lnTo>
                  <a:pt x="667629" y="34447"/>
                </a:lnTo>
                <a:lnTo>
                  <a:pt x="666794" y="34284"/>
                </a:lnTo>
                <a:lnTo>
                  <a:pt x="665951" y="34135"/>
                </a:lnTo>
                <a:lnTo>
                  <a:pt x="665101" y="33998"/>
                </a:lnTo>
                <a:lnTo>
                  <a:pt x="664243" y="33874"/>
                </a:lnTo>
                <a:lnTo>
                  <a:pt x="663378" y="33764"/>
                </a:lnTo>
                <a:lnTo>
                  <a:pt x="662506" y="33666"/>
                </a:lnTo>
                <a:lnTo>
                  <a:pt x="661626" y="33582"/>
                </a:lnTo>
                <a:lnTo>
                  <a:pt x="660738" y="33510"/>
                </a:lnTo>
                <a:lnTo>
                  <a:pt x="659843" y="33451"/>
                </a:lnTo>
                <a:lnTo>
                  <a:pt x="658940" y="33406"/>
                </a:lnTo>
                <a:lnTo>
                  <a:pt x="658030" y="33373"/>
                </a:lnTo>
                <a:lnTo>
                  <a:pt x="657113" y="33354"/>
                </a:lnTo>
                <a:lnTo>
                  <a:pt x="656187" y="33347"/>
                </a:lnTo>
                <a:lnTo>
                  <a:pt x="655121" y="33356"/>
                </a:lnTo>
                <a:lnTo>
                  <a:pt x="654066" y="33382"/>
                </a:lnTo>
                <a:lnTo>
                  <a:pt x="653020" y="33425"/>
                </a:lnTo>
                <a:lnTo>
                  <a:pt x="651984" y="33486"/>
                </a:lnTo>
                <a:lnTo>
                  <a:pt x="650959" y="33563"/>
                </a:lnTo>
                <a:lnTo>
                  <a:pt x="649943" y="33658"/>
                </a:lnTo>
                <a:lnTo>
                  <a:pt x="648938" y="33771"/>
                </a:lnTo>
                <a:lnTo>
                  <a:pt x="647943" y="33900"/>
                </a:lnTo>
                <a:lnTo>
                  <a:pt x="646958" y="34047"/>
                </a:lnTo>
                <a:lnTo>
                  <a:pt x="645983" y="34212"/>
                </a:lnTo>
                <a:lnTo>
                  <a:pt x="645019" y="34393"/>
                </a:lnTo>
                <a:lnTo>
                  <a:pt x="644064" y="34592"/>
                </a:lnTo>
                <a:lnTo>
                  <a:pt x="643120" y="34808"/>
                </a:lnTo>
                <a:lnTo>
                  <a:pt x="642186" y="35041"/>
                </a:lnTo>
                <a:lnTo>
                  <a:pt x="641262" y="35292"/>
                </a:lnTo>
                <a:lnTo>
                  <a:pt x="640348" y="35560"/>
                </a:lnTo>
                <a:lnTo>
                  <a:pt x="639444" y="35845"/>
                </a:lnTo>
                <a:lnTo>
                  <a:pt x="638550" y="36147"/>
                </a:lnTo>
                <a:lnTo>
                  <a:pt x="637667" y="36467"/>
                </a:lnTo>
                <a:lnTo>
                  <a:pt x="636794" y="36804"/>
                </a:lnTo>
                <a:lnTo>
                  <a:pt x="635930" y="37158"/>
                </a:lnTo>
                <a:lnTo>
                  <a:pt x="635077" y="37530"/>
                </a:lnTo>
                <a:lnTo>
                  <a:pt x="634234" y="37919"/>
                </a:lnTo>
                <a:lnTo>
                  <a:pt x="633402" y="38325"/>
                </a:lnTo>
                <a:lnTo>
                  <a:pt x="632581" y="38749"/>
                </a:lnTo>
                <a:lnTo>
                  <a:pt x="631776" y="39191"/>
                </a:lnTo>
                <a:lnTo>
                  <a:pt x="630987" y="39651"/>
                </a:lnTo>
                <a:lnTo>
                  <a:pt x="630212" y="40130"/>
                </a:lnTo>
                <a:lnTo>
                  <a:pt x="629452" y="40627"/>
                </a:lnTo>
                <a:lnTo>
                  <a:pt x="628708" y="41142"/>
                </a:lnTo>
                <a:lnTo>
                  <a:pt x="627979" y="41675"/>
                </a:lnTo>
                <a:lnTo>
                  <a:pt x="627264" y="42226"/>
                </a:lnTo>
                <a:lnTo>
                  <a:pt x="626565" y="42796"/>
                </a:lnTo>
                <a:lnTo>
                  <a:pt x="625882" y="43384"/>
                </a:lnTo>
                <a:lnTo>
                  <a:pt x="625213" y="43990"/>
                </a:lnTo>
                <a:lnTo>
                  <a:pt x="624559" y="44615"/>
                </a:lnTo>
                <a:lnTo>
                  <a:pt x="623921" y="45257"/>
                </a:lnTo>
                <a:lnTo>
                  <a:pt x="623297" y="45918"/>
                </a:lnTo>
                <a:lnTo>
                  <a:pt x="622689" y="46597"/>
                </a:lnTo>
                <a:lnTo>
                  <a:pt x="622096" y="47295"/>
                </a:lnTo>
                <a:lnTo>
                  <a:pt x="621518" y="48010"/>
                </a:lnTo>
                <a:lnTo>
                  <a:pt x="620955" y="48744"/>
                </a:lnTo>
                <a:lnTo>
                  <a:pt x="620408" y="49496"/>
                </a:lnTo>
                <a:lnTo>
                  <a:pt x="619875" y="50266"/>
                </a:lnTo>
                <a:lnTo>
                  <a:pt x="619358" y="51055"/>
                </a:lnTo>
                <a:lnTo>
                  <a:pt x="618855" y="51861"/>
                </a:lnTo>
                <a:lnTo>
                  <a:pt x="618368" y="52686"/>
                </a:lnTo>
                <a:lnTo>
                  <a:pt x="617896" y="53529"/>
                </a:lnTo>
                <a:lnTo>
                  <a:pt x="617442" y="54392"/>
                </a:lnTo>
                <a:lnTo>
                  <a:pt x="617006" y="55273"/>
                </a:lnTo>
                <a:lnTo>
                  <a:pt x="616590" y="56175"/>
                </a:lnTo>
                <a:lnTo>
                  <a:pt x="616194" y="57096"/>
                </a:lnTo>
                <a:lnTo>
                  <a:pt x="615816" y="58036"/>
                </a:lnTo>
                <a:lnTo>
                  <a:pt x="615458" y="58997"/>
                </a:lnTo>
                <a:lnTo>
                  <a:pt x="615120" y="59977"/>
                </a:lnTo>
                <a:lnTo>
                  <a:pt x="614800" y="60977"/>
                </a:lnTo>
                <a:lnTo>
                  <a:pt x="614500" y="61996"/>
                </a:lnTo>
                <a:lnTo>
                  <a:pt x="614220" y="63035"/>
                </a:lnTo>
                <a:lnTo>
                  <a:pt x="613959" y="64093"/>
                </a:lnTo>
                <a:lnTo>
                  <a:pt x="613717" y="65172"/>
                </a:lnTo>
                <a:lnTo>
                  <a:pt x="613494" y="66270"/>
                </a:lnTo>
                <a:lnTo>
                  <a:pt x="613291" y="67387"/>
                </a:lnTo>
                <a:lnTo>
                  <a:pt x="613107" y="68524"/>
                </a:lnTo>
                <a:lnTo>
                  <a:pt x="612943" y="69681"/>
                </a:lnTo>
                <a:lnTo>
                  <a:pt x="612798" y="70858"/>
                </a:lnTo>
                <a:lnTo>
                  <a:pt x="612672" y="72054"/>
                </a:lnTo>
                <a:lnTo>
                  <a:pt x="612565" y="73270"/>
                </a:lnTo>
                <a:lnTo>
                  <a:pt x="612478" y="74505"/>
                </a:lnTo>
                <a:lnTo>
                  <a:pt x="612411" y="75761"/>
                </a:lnTo>
                <a:lnTo>
                  <a:pt x="612362" y="77035"/>
                </a:lnTo>
                <a:lnTo>
                  <a:pt x="612333" y="78330"/>
                </a:lnTo>
                <a:lnTo>
                  <a:pt x="612324" y="79644"/>
                </a:lnTo>
                <a:lnTo>
                  <a:pt x="612334" y="80958"/>
                </a:lnTo>
                <a:lnTo>
                  <a:pt x="612364" y="82252"/>
                </a:lnTo>
                <a:lnTo>
                  <a:pt x="612415" y="83525"/>
                </a:lnTo>
                <a:lnTo>
                  <a:pt x="612486" y="84778"/>
                </a:lnTo>
                <a:lnTo>
                  <a:pt x="612577" y="86011"/>
                </a:lnTo>
                <a:lnTo>
                  <a:pt x="612689" y="87224"/>
                </a:lnTo>
                <a:lnTo>
                  <a:pt x="612821" y="88416"/>
                </a:lnTo>
                <a:lnTo>
                  <a:pt x="612973" y="89588"/>
                </a:lnTo>
                <a:lnTo>
                  <a:pt x="613145" y="90739"/>
                </a:lnTo>
                <a:lnTo>
                  <a:pt x="613338" y="91871"/>
                </a:lnTo>
                <a:lnTo>
                  <a:pt x="613551" y="92982"/>
                </a:lnTo>
                <a:lnTo>
                  <a:pt x="613784" y="94073"/>
                </a:lnTo>
                <a:lnTo>
                  <a:pt x="614038" y="95143"/>
                </a:lnTo>
                <a:lnTo>
                  <a:pt x="614312" y="96193"/>
                </a:lnTo>
                <a:lnTo>
                  <a:pt x="614606" y="97223"/>
                </a:lnTo>
                <a:lnTo>
                  <a:pt x="614920" y="98233"/>
                </a:lnTo>
                <a:lnTo>
                  <a:pt x="615255" y="99222"/>
                </a:lnTo>
                <a:lnTo>
                  <a:pt x="615610" y="100191"/>
                </a:lnTo>
                <a:lnTo>
                  <a:pt x="615985" y="101140"/>
                </a:lnTo>
                <a:lnTo>
                  <a:pt x="616381" y="102068"/>
                </a:lnTo>
                <a:lnTo>
                  <a:pt x="616797" y="102976"/>
                </a:lnTo>
                <a:lnTo>
                  <a:pt x="617233" y="103864"/>
                </a:lnTo>
                <a:lnTo>
                  <a:pt x="617689" y="104731"/>
                </a:lnTo>
                <a:lnTo>
                  <a:pt x="618166" y="105579"/>
                </a:lnTo>
                <a:lnTo>
                  <a:pt x="618660" y="106406"/>
                </a:lnTo>
                <a:lnTo>
                  <a:pt x="619169" y="107216"/>
                </a:lnTo>
                <a:lnTo>
                  <a:pt x="619691" y="108007"/>
                </a:lnTo>
                <a:lnTo>
                  <a:pt x="620228" y="108780"/>
                </a:lnTo>
                <a:lnTo>
                  <a:pt x="620780" y="109534"/>
                </a:lnTo>
                <a:lnTo>
                  <a:pt x="621346" y="110270"/>
                </a:lnTo>
                <a:lnTo>
                  <a:pt x="621926" y="110988"/>
                </a:lnTo>
                <a:lnTo>
                  <a:pt x="622520" y="111687"/>
                </a:lnTo>
                <a:lnTo>
                  <a:pt x="623129" y="112368"/>
                </a:lnTo>
                <a:lnTo>
                  <a:pt x="623753" y="113030"/>
                </a:lnTo>
                <a:lnTo>
                  <a:pt x="624390" y="113674"/>
                </a:lnTo>
                <a:lnTo>
                  <a:pt x="625042" y="114300"/>
                </a:lnTo>
                <a:lnTo>
                  <a:pt x="625709" y="114907"/>
                </a:lnTo>
                <a:lnTo>
                  <a:pt x="626389" y="115496"/>
                </a:lnTo>
                <a:lnTo>
                  <a:pt x="627084" y="116066"/>
                </a:lnTo>
                <a:lnTo>
                  <a:pt x="627794" y="116618"/>
                </a:lnTo>
                <a:lnTo>
                  <a:pt x="628518" y="117152"/>
                </a:lnTo>
                <a:lnTo>
                  <a:pt x="629256" y="117667"/>
                </a:lnTo>
                <a:lnTo>
                  <a:pt x="630008" y="118164"/>
                </a:lnTo>
                <a:lnTo>
                  <a:pt x="630775" y="118643"/>
                </a:lnTo>
                <a:lnTo>
                  <a:pt x="631556" y="119103"/>
                </a:lnTo>
                <a:lnTo>
                  <a:pt x="632352" y="119545"/>
                </a:lnTo>
                <a:lnTo>
                  <a:pt x="633162" y="119968"/>
                </a:lnTo>
                <a:lnTo>
                  <a:pt x="633986" y="120373"/>
                </a:lnTo>
                <a:lnTo>
                  <a:pt x="634821" y="120760"/>
                </a:lnTo>
                <a:lnTo>
                  <a:pt x="635664" y="121131"/>
                </a:lnTo>
                <a:lnTo>
                  <a:pt x="636515" y="121486"/>
                </a:lnTo>
                <a:lnTo>
                  <a:pt x="637374" y="121824"/>
                </a:lnTo>
                <a:lnTo>
                  <a:pt x="638241" y="122145"/>
                </a:lnTo>
                <a:lnTo>
                  <a:pt x="639115" y="122450"/>
                </a:lnTo>
                <a:lnTo>
                  <a:pt x="639997" y="122738"/>
                </a:lnTo>
                <a:lnTo>
                  <a:pt x="640887" y="123010"/>
                </a:lnTo>
                <a:lnTo>
                  <a:pt x="641785" y="123266"/>
                </a:lnTo>
                <a:lnTo>
                  <a:pt x="642690" y="123505"/>
                </a:lnTo>
                <a:lnTo>
                  <a:pt x="643604" y="123727"/>
                </a:lnTo>
                <a:lnTo>
                  <a:pt x="644525" y="123933"/>
                </a:lnTo>
                <a:lnTo>
                  <a:pt x="645454" y="124123"/>
                </a:lnTo>
                <a:lnTo>
                  <a:pt x="646391" y="124296"/>
                </a:lnTo>
                <a:lnTo>
                  <a:pt x="647335" y="124453"/>
                </a:lnTo>
                <a:lnTo>
                  <a:pt x="648288" y="124593"/>
                </a:lnTo>
                <a:lnTo>
                  <a:pt x="649248" y="124716"/>
                </a:lnTo>
                <a:lnTo>
                  <a:pt x="650216" y="124824"/>
                </a:lnTo>
                <a:lnTo>
                  <a:pt x="651192" y="124914"/>
                </a:lnTo>
                <a:lnTo>
                  <a:pt x="652175" y="124988"/>
                </a:lnTo>
                <a:lnTo>
                  <a:pt x="653167" y="125046"/>
                </a:lnTo>
                <a:lnTo>
                  <a:pt x="654166" y="125087"/>
                </a:lnTo>
                <a:lnTo>
                  <a:pt x="655173" y="125112"/>
                </a:lnTo>
                <a:lnTo>
                  <a:pt x="656187" y="125120"/>
                </a:lnTo>
                <a:lnTo>
                  <a:pt x="657157" y="125113"/>
                </a:lnTo>
                <a:lnTo>
                  <a:pt x="658117" y="125092"/>
                </a:lnTo>
                <a:lnTo>
                  <a:pt x="659068" y="125056"/>
                </a:lnTo>
                <a:lnTo>
                  <a:pt x="660010" y="125006"/>
                </a:lnTo>
                <a:close/>
                <a:moveTo>
                  <a:pt x="920021" y="124998"/>
                </a:moveTo>
                <a:lnTo>
                  <a:pt x="920913" y="124929"/>
                </a:lnTo>
                <a:lnTo>
                  <a:pt x="921792" y="124845"/>
                </a:lnTo>
                <a:lnTo>
                  <a:pt x="922658" y="124746"/>
                </a:lnTo>
                <a:lnTo>
                  <a:pt x="923511" y="124631"/>
                </a:lnTo>
                <a:lnTo>
                  <a:pt x="924351" y="124501"/>
                </a:lnTo>
                <a:lnTo>
                  <a:pt x="925178" y="124356"/>
                </a:lnTo>
                <a:lnTo>
                  <a:pt x="925992" y="124195"/>
                </a:lnTo>
                <a:lnTo>
                  <a:pt x="926792" y="124019"/>
                </a:lnTo>
                <a:lnTo>
                  <a:pt x="927579" y="123828"/>
                </a:lnTo>
                <a:lnTo>
                  <a:pt x="928354" y="123621"/>
                </a:lnTo>
                <a:lnTo>
                  <a:pt x="929115" y="123400"/>
                </a:lnTo>
                <a:lnTo>
                  <a:pt x="929863" y="123163"/>
                </a:lnTo>
                <a:lnTo>
                  <a:pt x="930598" y="122910"/>
                </a:lnTo>
                <a:lnTo>
                  <a:pt x="931320" y="122643"/>
                </a:lnTo>
                <a:lnTo>
                  <a:pt x="932029" y="122360"/>
                </a:lnTo>
                <a:lnTo>
                  <a:pt x="932724" y="122062"/>
                </a:lnTo>
                <a:lnTo>
                  <a:pt x="933407" y="121748"/>
                </a:lnTo>
                <a:lnTo>
                  <a:pt x="934076" y="121419"/>
                </a:lnTo>
                <a:lnTo>
                  <a:pt x="934733" y="121075"/>
                </a:lnTo>
                <a:lnTo>
                  <a:pt x="935376" y="120716"/>
                </a:lnTo>
                <a:lnTo>
                  <a:pt x="936007" y="120347"/>
                </a:lnTo>
                <a:lnTo>
                  <a:pt x="936627" y="119974"/>
                </a:lnTo>
                <a:lnTo>
                  <a:pt x="937236" y="119596"/>
                </a:lnTo>
                <a:lnTo>
                  <a:pt x="937833" y="119215"/>
                </a:lnTo>
                <a:lnTo>
                  <a:pt x="938419" y="118830"/>
                </a:lnTo>
                <a:lnTo>
                  <a:pt x="938994" y="118441"/>
                </a:lnTo>
                <a:lnTo>
                  <a:pt x="939558" y="118047"/>
                </a:lnTo>
                <a:lnTo>
                  <a:pt x="940110" y="117650"/>
                </a:lnTo>
                <a:lnTo>
                  <a:pt x="940651" y="117248"/>
                </a:lnTo>
                <a:lnTo>
                  <a:pt x="941181" y="116843"/>
                </a:lnTo>
                <a:lnTo>
                  <a:pt x="941700" y="116433"/>
                </a:lnTo>
                <a:lnTo>
                  <a:pt x="942207" y="116019"/>
                </a:lnTo>
                <a:lnTo>
                  <a:pt x="942704" y="115602"/>
                </a:lnTo>
                <a:lnTo>
                  <a:pt x="943189" y="115180"/>
                </a:lnTo>
                <a:lnTo>
                  <a:pt x="943662" y="114754"/>
                </a:lnTo>
                <a:lnTo>
                  <a:pt x="944125" y="114324"/>
                </a:lnTo>
                <a:lnTo>
                  <a:pt x="944576" y="113890"/>
                </a:lnTo>
                <a:lnTo>
                  <a:pt x="945016" y="113452"/>
                </a:lnTo>
                <a:lnTo>
                  <a:pt x="945445" y="113010"/>
                </a:lnTo>
                <a:lnTo>
                  <a:pt x="945863" y="112564"/>
                </a:lnTo>
                <a:lnTo>
                  <a:pt x="946269" y="112114"/>
                </a:lnTo>
                <a:lnTo>
                  <a:pt x="946664" y="111659"/>
                </a:lnTo>
                <a:lnTo>
                  <a:pt x="947048" y="111201"/>
                </a:lnTo>
                <a:lnTo>
                  <a:pt x="947421" y="110739"/>
                </a:lnTo>
                <a:lnTo>
                  <a:pt x="947780" y="123502"/>
                </a:lnTo>
                <a:lnTo>
                  <a:pt x="970791" y="123502"/>
                </a:lnTo>
                <a:lnTo>
                  <a:pt x="970791" y="34696"/>
                </a:lnTo>
                <a:lnTo>
                  <a:pt x="946971" y="34696"/>
                </a:lnTo>
                <a:lnTo>
                  <a:pt x="946971" y="94587"/>
                </a:lnTo>
                <a:lnTo>
                  <a:pt x="946654" y="94975"/>
                </a:lnTo>
                <a:lnTo>
                  <a:pt x="946333" y="95358"/>
                </a:lnTo>
                <a:lnTo>
                  <a:pt x="946007" y="95736"/>
                </a:lnTo>
                <a:lnTo>
                  <a:pt x="945677" y="96110"/>
                </a:lnTo>
                <a:lnTo>
                  <a:pt x="945342" y="96478"/>
                </a:lnTo>
                <a:lnTo>
                  <a:pt x="945002" y="96841"/>
                </a:lnTo>
                <a:lnTo>
                  <a:pt x="944658" y="97199"/>
                </a:lnTo>
                <a:lnTo>
                  <a:pt x="944310" y="97553"/>
                </a:lnTo>
                <a:lnTo>
                  <a:pt x="943957" y="97901"/>
                </a:lnTo>
                <a:lnTo>
                  <a:pt x="943599" y="98244"/>
                </a:lnTo>
                <a:lnTo>
                  <a:pt x="943237" y="98583"/>
                </a:lnTo>
                <a:lnTo>
                  <a:pt x="942870" y="98917"/>
                </a:lnTo>
                <a:lnTo>
                  <a:pt x="942499" y="99245"/>
                </a:lnTo>
                <a:lnTo>
                  <a:pt x="942123" y="99569"/>
                </a:lnTo>
                <a:lnTo>
                  <a:pt x="941743" y="99888"/>
                </a:lnTo>
                <a:lnTo>
                  <a:pt x="941358" y="100201"/>
                </a:lnTo>
                <a:lnTo>
                  <a:pt x="940969" y="100510"/>
                </a:lnTo>
                <a:lnTo>
                  <a:pt x="940575" y="100814"/>
                </a:lnTo>
                <a:lnTo>
                  <a:pt x="940177" y="101113"/>
                </a:lnTo>
                <a:lnTo>
                  <a:pt x="939774" y="101407"/>
                </a:lnTo>
                <a:lnTo>
                  <a:pt x="939367" y="101696"/>
                </a:lnTo>
                <a:lnTo>
                  <a:pt x="938955" y="101980"/>
                </a:lnTo>
                <a:lnTo>
                  <a:pt x="938539" y="102260"/>
                </a:lnTo>
                <a:lnTo>
                  <a:pt x="938118" y="102534"/>
                </a:lnTo>
                <a:lnTo>
                  <a:pt x="937691" y="102800"/>
                </a:lnTo>
                <a:lnTo>
                  <a:pt x="937256" y="103055"/>
                </a:lnTo>
                <a:lnTo>
                  <a:pt x="936815" y="103298"/>
                </a:lnTo>
                <a:lnTo>
                  <a:pt x="936366" y="103530"/>
                </a:lnTo>
                <a:lnTo>
                  <a:pt x="935910" y="103751"/>
                </a:lnTo>
                <a:lnTo>
                  <a:pt x="935446" y="103960"/>
                </a:lnTo>
                <a:lnTo>
                  <a:pt x="934975" y="104159"/>
                </a:lnTo>
                <a:lnTo>
                  <a:pt x="934497" y="104345"/>
                </a:lnTo>
                <a:lnTo>
                  <a:pt x="934012" y="104521"/>
                </a:lnTo>
                <a:lnTo>
                  <a:pt x="933519" y="104685"/>
                </a:lnTo>
                <a:lnTo>
                  <a:pt x="933019" y="104838"/>
                </a:lnTo>
                <a:lnTo>
                  <a:pt x="932511" y="104980"/>
                </a:lnTo>
                <a:lnTo>
                  <a:pt x="931996" y="105110"/>
                </a:lnTo>
                <a:lnTo>
                  <a:pt x="931474" y="105229"/>
                </a:lnTo>
                <a:lnTo>
                  <a:pt x="930944" y="105336"/>
                </a:lnTo>
                <a:lnTo>
                  <a:pt x="930407" y="105433"/>
                </a:lnTo>
                <a:lnTo>
                  <a:pt x="929863" y="105517"/>
                </a:lnTo>
                <a:lnTo>
                  <a:pt x="929312" y="105591"/>
                </a:lnTo>
                <a:lnTo>
                  <a:pt x="928753" y="105653"/>
                </a:lnTo>
                <a:lnTo>
                  <a:pt x="928187" y="105704"/>
                </a:lnTo>
                <a:lnTo>
                  <a:pt x="927613" y="105744"/>
                </a:lnTo>
                <a:lnTo>
                  <a:pt x="927032" y="105772"/>
                </a:lnTo>
                <a:lnTo>
                  <a:pt x="926444" y="105789"/>
                </a:lnTo>
                <a:lnTo>
                  <a:pt x="925848" y="105795"/>
                </a:lnTo>
                <a:lnTo>
                  <a:pt x="925440" y="105792"/>
                </a:lnTo>
                <a:lnTo>
                  <a:pt x="925038" y="105781"/>
                </a:lnTo>
                <a:lnTo>
                  <a:pt x="924643" y="105765"/>
                </a:lnTo>
                <a:lnTo>
                  <a:pt x="924254" y="105741"/>
                </a:lnTo>
                <a:lnTo>
                  <a:pt x="923872" y="105711"/>
                </a:lnTo>
                <a:lnTo>
                  <a:pt x="923497" y="105674"/>
                </a:lnTo>
                <a:lnTo>
                  <a:pt x="923129" y="105631"/>
                </a:lnTo>
                <a:lnTo>
                  <a:pt x="922767" y="105580"/>
                </a:lnTo>
                <a:lnTo>
                  <a:pt x="922412" y="105524"/>
                </a:lnTo>
                <a:lnTo>
                  <a:pt x="922064" y="105460"/>
                </a:lnTo>
                <a:lnTo>
                  <a:pt x="921722" y="105390"/>
                </a:lnTo>
                <a:lnTo>
                  <a:pt x="921388" y="105312"/>
                </a:lnTo>
                <a:lnTo>
                  <a:pt x="921060" y="105229"/>
                </a:lnTo>
                <a:lnTo>
                  <a:pt x="920738" y="105138"/>
                </a:lnTo>
                <a:lnTo>
                  <a:pt x="920424" y="105041"/>
                </a:lnTo>
                <a:lnTo>
                  <a:pt x="920116" y="104937"/>
                </a:lnTo>
                <a:lnTo>
                  <a:pt x="919814" y="104827"/>
                </a:lnTo>
                <a:lnTo>
                  <a:pt x="919520" y="104709"/>
                </a:lnTo>
                <a:lnTo>
                  <a:pt x="919232" y="104585"/>
                </a:lnTo>
                <a:lnTo>
                  <a:pt x="918951" y="104455"/>
                </a:lnTo>
                <a:lnTo>
                  <a:pt x="918676" y="104317"/>
                </a:lnTo>
                <a:lnTo>
                  <a:pt x="918409" y="104173"/>
                </a:lnTo>
                <a:lnTo>
                  <a:pt x="918148" y="104023"/>
                </a:lnTo>
                <a:lnTo>
                  <a:pt x="917893" y="103865"/>
                </a:lnTo>
                <a:lnTo>
                  <a:pt x="917645" y="103702"/>
                </a:lnTo>
                <a:lnTo>
                  <a:pt x="917403" y="103532"/>
                </a:lnTo>
                <a:lnTo>
                  <a:pt x="917167" y="103358"/>
                </a:lnTo>
                <a:lnTo>
                  <a:pt x="916937" y="103177"/>
                </a:lnTo>
                <a:lnTo>
                  <a:pt x="916713" y="102991"/>
                </a:lnTo>
                <a:lnTo>
                  <a:pt x="916495" y="102800"/>
                </a:lnTo>
                <a:lnTo>
                  <a:pt x="916282" y="102603"/>
                </a:lnTo>
                <a:lnTo>
                  <a:pt x="916076" y="102400"/>
                </a:lnTo>
                <a:lnTo>
                  <a:pt x="915875" y="102192"/>
                </a:lnTo>
                <a:lnTo>
                  <a:pt x="915681" y="101978"/>
                </a:lnTo>
                <a:lnTo>
                  <a:pt x="915492" y="101759"/>
                </a:lnTo>
                <a:lnTo>
                  <a:pt x="915309" y="101534"/>
                </a:lnTo>
                <a:lnTo>
                  <a:pt x="915132" y="101303"/>
                </a:lnTo>
                <a:lnTo>
                  <a:pt x="914962" y="101067"/>
                </a:lnTo>
                <a:lnTo>
                  <a:pt x="914797" y="100825"/>
                </a:lnTo>
                <a:lnTo>
                  <a:pt x="914638" y="100578"/>
                </a:lnTo>
                <a:lnTo>
                  <a:pt x="914484" y="100325"/>
                </a:lnTo>
                <a:lnTo>
                  <a:pt x="914337" y="100067"/>
                </a:lnTo>
                <a:lnTo>
                  <a:pt x="914196" y="99803"/>
                </a:lnTo>
                <a:lnTo>
                  <a:pt x="914061" y="99533"/>
                </a:lnTo>
                <a:lnTo>
                  <a:pt x="913931" y="99258"/>
                </a:lnTo>
                <a:lnTo>
                  <a:pt x="913808" y="98977"/>
                </a:lnTo>
                <a:lnTo>
                  <a:pt x="913690" y="98691"/>
                </a:lnTo>
                <a:lnTo>
                  <a:pt x="913579" y="98399"/>
                </a:lnTo>
                <a:lnTo>
                  <a:pt x="913473" y="98102"/>
                </a:lnTo>
                <a:lnTo>
                  <a:pt x="913371" y="97802"/>
                </a:lnTo>
                <a:lnTo>
                  <a:pt x="913273" y="97498"/>
                </a:lnTo>
                <a:lnTo>
                  <a:pt x="913181" y="97191"/>
                </a:lnTo>
                <a:lnTo>
                  <a:pt x="913092" y="96880"/>
                </a:lnTo>
                <a:lnTo>
                  <a:pt x="913009" y="96565"/>
                </a:lnTo>
                <a:lnTo>
                  <a:pt x="912930" y="96246"/>
                </a:lnTo>
                <a:lnTo>
                  <a:pt x="912855" y="95924"/>
                </a:lnTo>
                <a:lnTo>
                  <a:pt x="912785" y="95598"/>
                </a:lnTo>
                <a:lnTo>
                  <a:pt x="912719" y="95269"/>
                </a:lnTo>
                <a:lnTo>
                  <a:pt x="912658" y="94935"/>
                </a:lnTo>
                <a:lnTo>
                  <a:pt x="912601" y="94599"/>
                </a:lnTo>
                <a:lnTo>
                  <a:pt x="912549" y="94258"/>
                </a:lnTo>
                <a:lnTo>
                  <a:pt x="912502" y="93914"/>
                </a:lnTo>
                <a:lnTo>
                  <a:pt x="912459" y="93566"/>
                </a:lnTo>
                <a:lnTo>
                  <a:pt x="912420" y="93214"/>
                </a:lnTo>
                <a:lnTo>
                  <a:pt x="912386" y="92859"/>
                </a:lnTo>
                <a:lnTo>
                  <a:pt x="912357" y="92500"/>
                </a:lnTo>
                <a:lnTo>
                  <a:pt x="912332" y="92138"/>
                </a:lnTo>
                <a:lnTo>
                  <a:pt x="912312" y="91772"/>
                </a:lnTo>
                <a:lnTo>
                  <a:pt x="912296" y="91402"/>
                </a:lnTo>
                <a:lnTo>
                  <a:pt x="912285" y="91028"/>
                </a:lnTo>
                <a:lnTo>
                  <a:pt x="912278" y="90651"/>
                </a:lnTo>
                <a:lnTo>
                  <a:pt x="912276" y="90270"/>
                </a:lnTo>
                <a:lnTo>
                  <a:pt x="912276" y="34696"/>
                </a:lnTo>
                <a:lnTo>
                  <a:pt x="888456" y="34696"/>
                </a:lnTo>
                <a:lnTo>
                  <a:pt x="888456" y="92936"/>
                </a:lnTo>
                <a:lnTo>
                  <a:pt x="888469" y="94211"/>
                </a:lnTo>
                <a:lnTo>
                  <a:pt x="888507" y="95462"/>
                </a:lnTo>
                <a:lnTo>
                  <a:pt x="888570" y="96688"/>
                </a:lnTo>
                <a:lnTo>
                  <a:pt x="888658" y="97890"/>
                </a:lnTo>
                <a:lnTo>
                  <a:pt x="888772" y="99066"/>
                </a:lnTo>
                <a:lnTo>
                  <a:pt x="888911" y="100219"/>
                </a:lnTo>
                <a:lnTo>
                  <a:pt x="889075" y="101347"/>
                </a:lnTo>
                <a:lnTo>
                  <a:pt x="889265" y="102450"/>
                </a:lnTo>
                <a:lnTo>
                  <a:pt x="889480" y="103528"/>
                </a:lnTo>
                <a:lnTo>
                  <a:pt x="889720" y="104582"/>
                </a:lnTo>
                <a:lnTo>
                  <a:pt x="889985" y="105612"/>
                </a:lnTo>
                <a:lnTo>
                  <a:pt x="890276" y="106616"/>
                </a:lnTo>
                <a:lnTo>
                  <a:pt x="890592" y="107597"/>
                </a:lnTo>
                <a:lnTo>
                  <a:pt x="890933" y="108552"/>
                </a:lnTo>
                <a:lnTo>
                  <a:pt x="891300" y="109483"/>
                </a:lnTo>
                <a:lnTo>
                  <a:pt x="891692" y="110390"/>
                </a:lnTo>
                <a:lnTo>
                  <a:pt x="892109" y="111271"/>
                </a:lnTo>
                <a:lnTo>
                  <a:pt x="892551" y="112129"/>
                </a:lnTo>
                <a:lnTo>
                  <a:pt x="893019" y="112961"/>
                </a:lnTo>
                <a:lnTo>
                  <a:pt x="893512" y="113769"/>
                </a:lnTo>
                <a:lnTo>
                  <a:pt x="894030" y="114553"/>
                </a:lnTo>
                <a:lnTo>
                  <a:pt x="894574" y="115311"/>
                </a:lnTo>
                <a:lnTo>
                  <a:pt x="895143" y="116046"/>
                </a:lnTo>
                <a:lnTo>
                  <a:pt x="895737" y="116755"/>
                </a:lnTo>
                <a:lnTo>
                  <a:pt x="896354" y="117438"/>
                </a:lnTo>
                <a:lnTo>
                  <a:pt x="896992" y="118091"/>
                </a:lnTo>
                <a:lnTo>
                  <a:pt x="897651" y="118716"/>
                </a:lnTo>
                <a:lnTo>
                  <a:pt x="898331" y="119311"/>
                </a:lnTo>
                <a:lnTo>
                  <a:pt x="899032" y="119878"/>
                </a:lnTo>
                <a:lnTo>
                  <a:pt x="899753" y="120415"/>
                </a:lnTo>
                <a:lnTo>
                  <a:pt x="900496" y="120923"/>
                </a:lnTo>
                <a:lnTo>
                  <a:pt x="901260" y="121402"/>
                </a:lnTo>
                <a:lnTo>
                  <a:pt x="902044" y="121853"/>
                </a:lnTo>
                <a:lnTo>
                  <a:pt x="902849" y="122274"/>
                </a:lnTo>
                <a:lnTo>
                  <a:pt x="903676" y="122666"/>
                </a:lnTo>
                <a:lnTo>
                  <a:pt x="904523" y="123029"/>
                </a:lnTo>
                <a:lnTo>
                  <a:pt x="905391" y="123363"/>
                </a:lnTo>
                <a:lnTo>
                  <a:pt x="906280" y="123668"/>
                </a:lnTo>
                <a:lnTo>
                  <a:pt x="907190" y="123944"/>
                </a:lnTo>
                <a:lnTo>
                  <a:pt x="908121" y="124191"/>
                </a:lnTo>
                <a:lnTo>
                  <a:pt x="909073" y="124409"/>
                </a:lnTo>
                <a:lnTo>
                  <a:pt x="910045" y="124597"/>
                </a:lnTo>
                <a:lnTo>
                  <a:pt x="911039" y="124757"/>
                </a:lnTo>
                <a:lnTo>
                  <a:pt x="912053" y="124888"/>
                </a:lnTo>
                <a:lnTo>
                  <a:pt x="913089" y="124990"/>
                </a:lnTo>
                <a:lnTo>
                  <a:pt x="914145" y="125062"/>
                </a:lnTo>
                <a:lnTo>
                  <a:pt x="915222" y="125106"/>
                </a:lnTo>
                <a:lnTo>
                  <a:pt x="916320" y="125120"/>
                </a:lnTo>
                <a:lnTo>
                  <a:pt x="917265" y="125113"/>
                </a:lnTo>
                <a:lnTo>
                  <a:pt x="918197" y="125090"/>
                </a:lnTo>
                <a:lnTo>
                  <a:pt x="919115" y="125051"/>
                </a:lnTo>
                <a:lnTo>
                  <a:pt x="920021" y="124998"/>
                </a:lnTo>
                <a:close/>
                <a:moveTo>
                  <a:pt x="1184410" y="112606"/>
                </a:moveTo>
                <a:lnTo>
                  <a:pt x="1184784" y="113121"/>
                </a:lnTo>
                <a:lnTo>
                  <a:pt x="1185166" y="113625"/>
                </a:lnTo>
                <a:lnTo>
                  <a:pt x="1185556" y="114119"/>
                </a:lnTo>
                <a:lnTo>
                  <a:pt x="1185956" y="114604"/>
                </a:lnTo>
                <a:lnTo>
                  <a:pt x="1186364" y="115078"/>
                </a:lnTo>
                <a:lnTo>
                  <a:pt x="1186780" y="115542"/>
                </a:lnTo>
                <a:lnTo>
                  <a:pt x="1187205" y="115997"/>
                </a:lnTo>
                <a:lnTo>
                  <a:pt x="1187639" y="116441"/>
                </a:lnTo>
                <a:lnTo>
                  <a:pt x="1188081" y="116876"/>
                </a:lnTo>
                <a:lnTo>
                  <a:pt x="1188532" y="117300"/>
                </a:lnTo>
                <a:lnTo>
                  <a:pt x="1188991" y="117715"/>
                </a:lnTo>
                <a:lnTo>
                  <a:pt x="1189459" y="118119"/>
                </a:lnTo>
                <a:lnTo>
                  <a:pt x="1189935" y="118514"/>
                </a:lnTo>
                <a:lnTo>
                  <a:pt x="1190420" y="118898"/>
                </a:lnTo>
                <a:lnTo>
                  <a:pt x="1190914" y="119273"/>
                </a:lnTo>
                <a:lnTo>
                  <a:pt x="1191416" y="119637"/>
                </a:lnTo>
                <a:lnTo>
                  <a:pt x="1191927" y="119992"/>
                </a:lnTo>
                <a:lnTo>
                  <a:pt x="1192447" y="120336"/>
                </a:lnTo>
                <a:lnTo>
                  <a:pt x="1192975" y="120671"/>
                </a:lnTo>
                <a:lnTo>
                  <a:pt x="1193511" y="120995"/>
                </a:lnTo>
                <a:lnTo>
                  <a:pt x="1194056" y="121310"/>
                </a:lnTo>
                <a:lnTo>
                  <a:pt x="1194610" y="121615"/>
                </a:lnTo>
                <a:lnTo>
                  <a:pt x="1195171" y="121908"/>
                </a:lnTo>
                <a:lnTo>
                  <a:pt x="1195739" y="122188"/>
                </a:lnTo>
                <a:lnTo>
                  <a:pt x="1196313" y="122456"/>
                </a:lnTo>
                <a:lnTo>
                  <a:pt x="1196893" y="122711"/>
                </a:lnTo>
                <a:lnTo>
                  <a:pt x="1197480" y="122953"/>
                </a:lnTo>
                <a:lnTo>
                  <a:pt x="1198073" y="123182"/>
                </a:lnTo>
                <a:lnTo>
                  <a:pt x="1198673" y="123398"/>
                </a:lnTo>
                <a:lnTo>
                  <a:pt x="1199279" y="123602"/>
                </a:lnTo>
                <a:lnTo>
                  <a:pt x="1199891" y="123793"/>
                </a:lnTo>
                <a:lnTo>
                  <a:pt x="1200510" y="123971"/>
                </a:lnTo>
                <a:lnTo>
                  <a:pt x="1201135" y="124136"/>
                </a:lnTo>
                <a:lnTo>
                  <a:pt x="1201767" y="124289"/>
                </a:lnTo>
                <a:lnTo>
                  <a:pt x="1202405" y="124428"/>
                </a:lnTo>
                <a:lnTo>
                  <a:pt x="1203050" y="124555"/>
                </a:lnTo>
                <a:lnTo>
                  <a:pt x="1203700" y="124669"/>
                </a:lnTo>
                <a:lnTo>
                  <a:pt x="1204358" y="124771"/>
                </a:lnTo>
                <a:lnTo>
                  <a:pt x="1205021" y="124859"/>
                </a:lnTo>
                <a:lnTo>
                  <a:pt x="1205691" y="124935"/>
                </a:lnTo>
                <a:lnTo>
                  <a:pt x="1206368" y="124998"/>
                </a:lnTo>
                <a:lnTo>
                  <a:pt x="1207050" y="125048"/>
                </a:lnTo>
                <a:lnTo>
                  <a:pt x="1207740" y="125085"/>
                </a:lnTo>
                <a:lnTo>
                  <a:pt x="1208435" y="125110"/>
                </a:lnTo>
                <a:lnTo>
                  <a:pt x="1209137" y="125121"/>
                </a:lnTo>
                <a:lnTo>
                  <a:pt x="1209846" y="125120"/>
                </a:lnTo>
                <a:lnTo>
                  <a:pt x="1210711" y="125104"/>
                </a:lnTo>
                <a:lnTo>
                  <a:pt x="1211569" y="125071"/>
                </a:lnTo>
                <a:lnTo>
                  <a:pt x="1212420" y="125021"/>
                </a:lnTo>
                <a:lnTo>
                  <a:pt x="1213264" y="124954"/>
                </a:lnTo>
                <a:lnTo>
                  <a:pt x="1214100" y="124870"/>
                </a:lnTo>
                <a:lnTo>
                  <a:pt x="1214930" y="124768"/>
                </a:lnTo>
                <a:lnTo>
                  <a:pt x="1215752" y="124650"/>
                </a:lnTo>
                <a:lnTo>
                  <a:pt x="1216567" y="124514"/>
                </a:lnTo>
                <a:lnTo>
                  <a:pt x="1217375" y="124362"/>
                </a:lnTo>
                <a:lnTo>
                  <a:pt x="1218176" y="124192"/>
                </a:lnTo>
                <a:lnTo>
                  <a:pt x="1218969" y="124006"/>
                </a:lnTo>
                <a:lnTo>
                  <a:pt x="1219755" y="123802"/>
                </a:lnTo>
                <a:lnTo>
                  <a:pt x="1220535" y="123581"/>
                </a:lnTo>
                <a:lnTo>
                  <a:pt x="1221307" y="123344"/>
                </a:lnTo>
                <a:lnTo>
                  <a:pt x="1222071" y="123089"/>
                </a:lnTo>
                <a:lnTo>
                  <a:pt x="1222829" y="122817"/>
                </a:lnTo>
                <a:lnTo>
                  <a:pt x="1223579" y="122528"/>
                </a:lnTo>
                <a:lnTo>
                  <a:pt x="1224323" y="122222"/>
                </a:lnTo>
                <a:lnTo>
                  <a:pt x="1225059" y="121899"/>
                </a:lnTo>
                <a:lnTo>
                  <a:pt x="1225788" y="121559"/>
                </a:lnTo>
                <a:lnTo>
                  <a:pt x="1226509" y="121202"/>
                </a:lnTo>
                <a:lnTo>
                  <a:pt x="1227224" y="120827"/>
                </a:lnTo>
                <a:lnTo>
                  <a:pt x="1227931" y="120436"/>
                </a:lnTo>
                <a:lnTo>
                  <a:pt x="1228632" y="120028"/>
                </a:lnTo>
                <a:lnTo>
                  <a:pt x="1229322" y="119602"/>
                </a:lnTo>
                <a:lnTo>
                  <a:pt x="1230001" y="119159"/>
                </a:lnTo>
                <a:lnTo>
                  <a:pt x="1230667" y="118699"/>
                </a:lnTo>
                <a:lnTo>
                  <a:pt x="1231322" y="118221"/>
                </a:lnTo>
                <a:lnTo>
                  <a:pt x="1231964" y="117726"/>
                </a:lnTo>
                <a:lnTo>
                  <a:pt x="1232595" y="117214"/>
                </a:lnTo>
                <a:lnTo>
                  <a:pt x="1233213" y="116684"/>
                </a:lnTo>
                <a:lnTo>
                  <a:pt x="1233820" y="116137"/>
                </a:lnTo>
                <a:lnTo>
                  <a:pt x="1234414" y="115572"/>
                </a:lnTo>
                <a:lnTo>
                  <a:pt x="1234997" y="114990"/>
                </a:lnTo>
                <a:lnTo>
                  <a:pt x="1235567" y="114391"/>
                </a:lnTo>
                <a:lnTo>
                  <a:pt x="1236126" y="113774"/>
                </a:lnTo>
                <a:lnTo>
                  <a:pt x="1236672" y="113140"/>
                </a:lnTo>
                <a:lnTo>
                  <a:pt x="1237207" y="112489"/>
                </a:lnTo>
                <a:lnTo>
                  <a:pt x="1237729" y="111820"/>
                </a:lnTo>
                <a:lnTo>
                  <a:pt x="1238239" y="111134"/>
                </a:lnTo>
                <a:lnTo>
                  <a:pt x="1238738" y="110431"/>
                </a:lnTo>
                <a:lnTo>
                  <a:pt x="1239224" y="109710"/>
                </a:lnTo>
                <a:lnTo>
                  <a:pt x="1239698" y="108971"/>
                </a:lnTo>
                <a:lnTo>
                  <a:pt x="1240161" y="108216"/>
                </a:lnTo>
                <a:lnTo>
                  <a:pt x="1240611" y="107443"/>
                </a:lnTo>
                <a:lnTo>
                  <a:pt x="1241049" y="106652"/>
                </a:lnTo>
                <a:lnTo>
                  <a:pt x="1241475" y="105845"/>
                </a:lnTo>
                <a:lnTo>
                  <a:pt x="1241890" y="105020"/>
                </a:lnTo>
                <a:lnTo>
                  <a:pt x="1242289" y="104177"/>
                </a:lnTo>
                <a:lnTo>
                  <a:pt x="1242672" y="103315"/>
                </a:lnTo>
                <a:lnTo>
                  <a:pt x="1243038" y="102434"/>
                </a:lnTo>
                <a:lnTo>
                  <a:pt x="1243386" y="101535"/>
                </a:lnTo>
                <a:lnTo>
                  <a:pt x="1243718" y="100618"/>
                </a:lnTo>
                <a:lnTo>
                  <a:pt x="1244033" y="99682"/>
                </a:lnTo>
                <a:lnTo>
                  <a:pt x="1244330" y="98727"/>
                </a:lnTo>
                <a:lnTo>
                  <a:pt x="1244611" y="97753"/>
                </a:lnTo>
                <a:lnTo>
                  <a:pt x="1244875" y="96761"/>
                </a:lnTo>
                <a:lnTo>
                  <a:pt x="1245121" y="95750"/>
                </a:lnTo>
                <a:lnTo>
                  <a:pt x="1245351" y="94721"/>
                </a:lnTo>
                <a:lnTo>
                  <a:pt x="1245564" y="93673"/>
                </a:lnTo>
                <a:lnTo>
                  <a:pt x="1245759" y="92606"/>
                </a:lnTo>
                <a:lnTo>
                  <a:pt x="1245938" y="91521"/>
                </a:lnTo>
                <a:lnTo>
                  <a:pt x="1246099" y="90417"/>
                </a:lnTo>
                <a:lnTo>
                  <a:pt x="1246244" y="89295"/>
                </a:lnTo>
                <a:lnTo>
                  <a:pt x="1246372" y="88154"/>
                </a:lnTo>
                <a:lnTo>
                  <a:pt x="1246482" y="86994"/>
                </a:lnTo>
                <a:lnTo>
                  <a:pt x="1246576" y="85815"/>
                </a:lnTo>
                <a:lnTo>
                  <a:pt x="1246652" y="84618"/>
                </a:lnTo>
                <a:lnTo>
                  <a:pt x="1246712" y="83403"/>
                </a:lnTo>
                <a:lnTo>
                  <a:pt x="1246754" y="82168"/>
                </a:lnTo>
                <a:lnTo>
                  <a:pt x="1246780" y="80915"/>
                </a:lnTo>
                <a:lnTo>
                  <a:pt x="1246788" y="79644"/>
                </a:lnTo>
                <a:lnTo>
                  <a:pt x="1246780" y="78327"/>
                </a:lnTo>
                <a:lnTo>
                  <a:pt x="1246757" y="77031"/>
                </a:lnTo>
                <a:lnTo>
                  <a:pt x="1246717" y="75754"/>
                </a:lnTo>
                <a:lnTo>
                  <a:pt x="1246662" y="74497"/>
                </a:lnTo>
                <a:lnTo>
                  <a:pt x="1246591" y="73260"/>
                </a:lnTo>
                <a:lnTo>
                  <a:pt x="1246505" y="72043"/>
                </a:lnTo>
                <a:lnTo>
                  <a:pt x="1246402" y="70846"/>
                </a:lnTo>
                <a:lnTo>
                  <a:pt x="1246284" y="69669"/>
                </a:lnTo>
                <a:lnTo>
                  <a:pt x="1246150" y="68512"/>
                </a:lnTo>
                <a:lnTo>
                  <a:pt x="1246000" y="67374"/>
                </a:lnTo>
                <a:lnTo>
                  <a:pt x="1245835" y="66257"/>
                </a:lnTo>
                <a:lnTo>
                  <a:pt x="1245654" y="65159"/>
                </a:lnTo>
                <a:lnTo>
                  <a:pt x="1245457" y="64081"/>
                </a:lnTo>
                <a:lnTo>
                  <a:pt x="1245244" y="63024"/>
                </a:lnTo>
                <a:lnTo>
                  <a:pt x="1245015" y="61986"/>
                </a:lnTo>
                <a:lnTo>
                  <a:pt x="1244771" y="60968"/>
                </a:lnTo>
                <a:lnTo>
                  <a:pt x="1244511" y="59970"/>
                </a:lnTo>
                <a:lnTo>
                  <a:pt x="1244235" y="58992"/>
                </a:lnTo>
                <a:lnTo>
                  <a:pt x="1243943" y="58033"/>
                </a:lnTo>
                <a:lnTo>
                  <a:pt x="1243636" y="57095"/>
                </a:lnTo>
                <a:lnTo>
                  <a:pt x="1243313" y="56177"/>
                </a:lnTo>
                <a:lnTo>
                  <a:pt x="1242974" y="55278"/>
                </a:lnTo>
                <a:lnTo>
                  <a:pt x="1242620" y="54399"/>
                </a:lnTo>
                <a:lnTo>
                  <a:pt x="1242249" y="53541"/>
                </a:lnTo>
                <a:lnTo>
                  <a:pt x="1241865" y="52701"/>
                </a:lnTo>
                <a:lnTo>
                  <a:pt x="1241469" y="51879"/>
                </a:lnTo>
                <a:lnTo>
                  <a:pt x="1241061" y="51075"/>
                </a:lnTo>
                <a:lnTo>
                  <a:pt x="1240641" y="50289"/>
                </a:lnTo>
                <a:lnTo>
                  <a:pt x="1240210" y="49521"/>
                </a:lnTo>
                <a:lnTo>
                  <a:pt x="1239766" y="48771"/>
                </a:lnTo>
                <a:lnTo>
                  <a:pt x="1239311" y="48039"/>
                </a:lnTo>
                <a:lnTo>
                  <a:pt x="1238843" y="47325"/>
                </a:lnTo>
                <a:lnTo>
                  <a:pt x="1238364" y="46629"/>
                </a:lnTo>
                <a:lnTo>
                  <a:pt x="1237873" y="45951"/>
                </a:lnTo>
                <a:lnTo>
                  <a:pt x="1237371" y="45291"/>
                </a:lnTo>
                <a:lnTo>
                  <a:pt x="1236856" y="44649"/>
                </a:lnTo>
                <a:lnTo>
                  <a:pt x="1236330" y="44025"/>
                </a:lnTo>
                <a:lnTo>
                  <a:pt x="1235791" y="43419"/>
                </a:lnTo>
                <a:lnTo>
                  <a:pt x="1235241" y="42831"/>
                </a:lnTo>
                <a:lnTo>
                  <a:pt x="1234679" y="42261"/>
                </a:lnTo>
                <a:lnTo>
                  <a:pt x="1234105" y="41709"/>
                </a:lnTo>
                <a:lnTo>
                  <a:pt x="1233519" y="41176"/>
                </a:lnTo>
                <a:lnTo>
                  <a:pt x="1232921" y="40660"/>
                </a:lnTo>
                <a:lnTo>
                  <a:pt x="1232312" y="40162"/>
                </a:lnTo>
                <a:lnTo>
                  <a:pt x="1231690" y="39682"/>
                </a:lnTo>
                <a:lnTo>
                  <a:pt x="1231057" y="39220"/>
                </a:lnTo>
                <a:lnTo>
                  <a:pt x="1230412" y="38776"/>
                </a:lnTo>
                <a:lnTo>
                  <a:pt x="1229755" y="38350"/>
                </a:lnTo>
                <a:lnTo>
                  <a:pt x="1229088" y="37942"/>
                </a:lnTo>
                <a:lnTo>
                  <a:pt x="1228413" y="37551"/>
                </a:lnTo>
                <a:lnTo>
                  <a:pt x="1227731" y="37178"/>
                </a:lnTo>
                <a:lnTo>
                  <a:pt x="1227040" y="36821"/>
                </a:lnTo>
                <a:lnTo>
                  <a:pt x="1226341" y="36483"/>
                </a:lnTo>
                <a:lnTo>
                  <a:pt x="1225634" y="36161"/>
                </a:lnTo>
                <a:lnTo>
                  <a:pt x="1224920" y="35857"/>
                </a:lnTo>
                <a:lnTo>
                  <a:pt x="1224197" y="35571"/>
                </a:lnTo>
                <a:lnTo>
                  <a:pt x="1223467" y="35302"/>
                </a:lnTo>
                <a:lnTo>
                  <a:pt x="1222728" y="35050"/>
                </a:lnTo>
                <a:lnTo>
                  <a:pt x="1221982" y="34815"/>
                </a:lnTo>
                <a:lnTo>
                  <a:pt x="1221227" y="34598"/>
                </a:lnTo>
                <a:lnTo>
                  <a:pt x="1220465" y="34398"/>
                </a:lnTo>
                <a:lnTo>
                  <a:pt x="1219695" y="34216"/>
                </a:lnTo>
                <a:lnTo>
                  <a:pt x="1218916" y="34051"/>
                </a:lnTo>
                <a:lnTo>
                  <a:pt x="1218130" y="33903"/>
                </a:lnTo>
                <a:lnTo>
                  <a:pt x="1217336" y="33773"/>
                </a:lnTo>
                <a:lnTo>
                  <a:pt x="1216534" y="33660"/>
                </a:lnTo>
                <a:lnTo>
                  <a:pt x="1215723" y="33565"/>
                </a:lnTo>
                <a:lnTo>
                  <a:pt x="1214905" y="33486"/>
                </a:lnTo>
                <a:lnTo>
                  <a:pt x="1214079" y="33426"/>
                </a:lnTo>
                <a:lnTo>
                  <a:pt x="1213245" y="33382"/>
                </a:lnTo>
                <a:lnTo>
                  <a:pt x="1212403" y="33356"/>
                </a:lnTo>
                <a:lnTo>
                  <a:pt x="1211553" y="33347"/>
                </a:lnTo>
                <a:lnTo>
                  <a:pt x="1210779" y="33354"/>
                </a:lnTo>
                <a:lnTo>
                  <a:pt x="1210013" y="33374"/>
                </a:lnTo>
                <a:lnTo>
                  <a:pt x="1209256" y="33407"/>
                </a:lnTo>
                <a:lnTo>
                  <a:pt x="1208507" y="33454"/>
                </a:lnTo>
                <a:lnTo>
                  <a:pt x="1207768" y="33513"/>
                </a:lnTo>
                <a:lnTo>
                  <a:pt x="1207037" y="33586"/>
                </a:lnTo>
                <a:lnTo>
                  <a:pt x="1206314" y="33672"/>
                </a:lnTo>
                <a:lnTo>
                  <a:pt x="1205601" y="33772"/>
                </a:lnTo>
                <a:lnTo>
                  <a:pt x="1204896" y="33885"/>
                </a:lnTo>
                <a:lnTo>
                  <a:pt x="1204200" y="34011"/>
                </a:lnTo>
                <a:lnTo>
                  <a:pt x="1203513" y="34150"/>
                </a:lnTo>
                <a:lnTo>
                  <a:pt x="1202834" y="34302"/>
                </a:lnTo>
                <a:lnTo>
                  <a:pt x="1202165" y="34468"/>
                </a:lnTo>
                <a:lnTo>
                  <a:pt x="1201504" y="34647"/>
                </a:lnTo>
                <a:lnTo>
                  <a:pt x="1200851" y="34840"/>
                </a:lnTo>
                <a:lnTo>
                  <a:pt x="1200208" y="35045"/>
                </a:lnTo>
                <a:lnTo>
                  <a:pt x="1199573" y="35264"/>
                </a:lnTo>
                <a:lnTo>
                  <a:pt x="1198947" y="35496"/>
                </a:lnTo>
                <a:lnTo>
                  <a:pt x="1198330" y="35742"/>
                </a:lnTo>
                <a:lnTo>
                  <a:pt x="1197721" y="36000"/>
                </a:lnTo>
                <a:lnTo>
                  <a:pt x="1197121" y="36272"/>
                </a:lnTo>
                <a:lnTo>
                  <a:pt x="1196530" y="36557"/>
                </a:lnTo>
                <a:lnTo>
                  <a:pt x="1195948" y="36856"/>
                </a:lnTo>
                <a:lnTo>
                  <a:pt x="1195374" y="37168"/>
                </a:lnTo>
                <a:lnTo>
                  <a:pt x="1194808" y="37492"/>
                </a:lnTo>
                <a:lnTo>
                  <a:pt x="1194249" y="37827"/>
                </a:lnTo>
                <a:lnTo>
                  <a:pt x="1193697" y="38174"/>
                </a:lnTo>
                <a:lnTo>
                  <a:pt x="1193152" y="38532"/>
                </a:lnTo>
                <a:lnTo>
                  <a:pt x="1192613" y="38902"/>
                </a:lnTo>
                <a:lnTo>
                  <a:pt x="1192082" y="39283"/>
                </a:lnTo>
                <a:lnTo>
                  <a:pt x="1191557" y="39675"/>
                </a:lnTo>
                <a:lnTo>
                  <a:pt x="1191040" y="40079"/>
                </a:lnTo>
                <a:lnTo>
                  <a:pt x="1190529" y="40494"/>
                </a:lnTo>
                <a:lnTo>
                  <a:pt x="1190025" y="40921"/>
                </a:lnTo>
                <a:lnTo>
                  <a:pt x="1189527" y="41359"/>
                </a:lnTo>
                <a:lnTo>
                  <a:pt x="1189037" y="41808"/>
                </a:lnTo>
                <a:lnTo>
                  <a:pt x="1188554" y="42269"/>
                </a:lnTo>
                <a:lnTo>
                  <a:pt x="1188077" y="42741"/>
                </a:lnTo>
                <a:lnTo>
                  <a:pt x="1187607" y="43224"/>
                </a:lnTo>
                <a:lnTo>
                  <a:pt x="1187145" y="43719"/>
                </a:lnTo>
                <a:lnTo>
                  <a:pt x="1186689" y="44225"/>
                </a:lnTo>
                <a:lnTo>
                  <a:pt x="1186239" y="44743"/>
                </a:lnTo>
                <a:lnTo>
                  <a:pt x="1185797" y="45272"/>
                </a:lnTo>
                <a:lnTo>
                  <a:pt x="1185362" y="45813"/>
                </a:lnTo>
                <a:lnTo>
                  <a:pt x="1184933" y="46365"/>
                </a:lnTo>
                <a:lnTo>
                  <a:pt x="1184512" y="46928"/>
                </a:lnTo>
                <a:lnTo>
                  <a:pt x="1184097" y="47503"/>
                </a:lnTo>
                <a:lnTo>
                  <a:pt x="1183689" y="48089"/>
                </a:lnTo>
                <a:lnTo>
                  <a:pt x="1182341" y="34696"/>
                </a:lnTo>
                <a:lnTo>
                  <a:pt x="1159869" y="34696"/>
                </a:lnTo>
                <a:lnTo>
                  <a:pt x="1159869" y="155681"/>
                </a:lnTo>
                <a:lnTo>
                  <a:pt x="1183689" y="155681"/>
                </a:lnTo>
                <a:lnTo>
                  <a:pt x="1183689" y="111548"/>
                </a:lnTo>
                <a:lnTo>
                  <a:pt x="1184045" y="112082"/>
                </a:lnTo>
                <a:lnTo>
                  <a:pt x="1184410" y="112606"/>
                </a:lnTo>
                <a:close/>
                <a:moveTo>
                  <a:pt x="1201627" y="106756"/>
                </a:moveTo>
                <a:lnTo>
                  <a:pt x="1201072" y="106691"/>
                </a:lnTo>
                <a:lnTo>
                  <a:pt x="1200523" y="106610"/>
                </a:lnTo>
                <a:lnTo>
                  <a:pt x="1199980" y="106515"/>
                </a:lnTo>
                <a:lnTo>
                  <a:pt x="1199444" y="106405"/>
                </a:lnTo>
                <a:lnTo>
                  <a:pt x="1198914" y="106281"/>
                </a:lnTo>
                <a:lnTo>
                  <a:pt x="1198390" y="106142"/>
                </a:lnTo>
                <a:lnTo>
                  <a:pt x="1197873" y="105988"/>
                </a:lnTo>
                <a:lnTo>
                  <a:pt x="1197363" y="105819"/>
                </a:lnTo>
                <a:lnTo>
                  <a:pt x="1196858" y="105636"/>
                </a:lnTo>
                <a:lnTo>
                  <a:pt x="1196361" y="105439"/>
                </a:lnTo>
                <a:lnTo>
                  <a:pt x="1195869" y="105227"/>
                </a:lnTo>
                <a:lnTo>
                  <a:pt x="1195384" y="105000"/>
                </a:lnTo>
                <a:lnTo>
                  <a:pt x="1194905" y="104758"/>
                </a:lnTo>
                <a:lnTo>
                  <a:pt x="1194433" y="104502"/>
                </a:lnTo>
                <a:lnTo>
                  <a:pt x="1193967" y="104231"/>
                </a:lnTo>
                <a:lnTo>
                  <a:pt x="1193508" y="103946"/>
                </a:lnTo>
                <a:lnTo>
                  <a:pt x="1193055" y="103645"/>
                </a:lnTo>
                <a:lnTo>
                  <a:pt x="1192608" y="103331"/>
                </a:lnTo>
                <a:lnTo>
                  <a:pt x="1192168" y="103001"/>
                </a:lnTo>
                <a:lnTo>
                  <a:pt x="1191734" y="102657"/>
                </a:lnTo>
                <a:lnTo>
                  <a:pt x="1191307" y="102303"/>
                </a:lnTo>
                <a:lnTo>
                  <a:pt x="1190888" y="101943"/>
                </a:lnTo>
                <a:lnTo>
                  <a:pt x="1190477" y="101577"/>
                </a:lnTo>
                <a:lnTo>
                  <a:pt x="1190075" y="101206"/>
                </a:lnTo>
                <a:lnTo>
                  <a:pt x="1189680" y="100829"/>
                </a:lnTo>
                <a:lnTo>
                  <a:pt x="1189293" y="100446"/>
                </a:lnTo>
                <a:lnTo>
                  <a:pt x="1188914" y="100057"/>
                </a:lnTo>
                <a:lnTo>
                  <a:pt x="1188543" y="99663"/>
                </a:lnTo>
                <a:lnTo>
                  <a:pt x="1188180" y="99263"/>
                </a:lnTo>
                <a:lnTo>
                  <a:pt x="1187825" y="98857"/>
                </a:lnTo>
                <a:lnTo>
                  <a:pt x="1187477" y="98446"/>
                </a:lnTo>
                <a:lnTo>
                  <a:pt x="1187138" y="98028"/>
                </a:lnTo>
                <a:lnTo>
                  <a:pt x="1186807" y="97605"/>
                </a:lnTo>
                <a:lnTo>
                  <a:pt x="1186484" y="97176"/>
                </a:lnTo>
                <a:lnTo>
                  <a:pt x="1186169" y="96742"/>
                </a:lnTo>
                <a:lnTo>
                  <a:pt x="1185861" y="96302"/>
                </a:lnTo>
                <a:lnTo>
                  <a:pt x="1185562" y="95856"/>
                </a:lnTo>
                <a:lnTo>
                  <a:pt x="1185270" y="95404"/>
                </a:lnTo>
                <a:lnTo>
                  <a:pt x="1184987" y="94947"/>
                </a:lnTo>
                <a:lnTo>
                  <a:pt x="1184711" y="94483"/>
                </a:lnTo>
                <a:lnTo>
                  <a:pt x="1184444" y="94014"/>
                </a:lnTo>
                <a:lnTo>
                  <a:pt x="1184184" y="93540"/>
                </a:lnTo>
                <a:lnTo>
                  <a:pt x="1183933" y="93059"/>
                </a:lnTo>
                <a:lnTo>
                  <a:pt x="1183689" y="92573"/>
                </a:lnTo>
                <a:lnTo>
                  <a:pt x="1183689" y="66172"/>
                </a:lnTo>
                <a:lnTo>
                  <a:pt x="1183904" y="65716"/>
                </a:lnTo>
                <a:lnTo>
                  <a:pt x="1184131" y="65262"/>
                </a:lnTo>
                <a:lnTo>
                  <a:pt x="1184369" y="64811"/>
                </a:lnTo>
                <a:lnTo>
                  <a:pt x="1184618" y="64363"/>
                </a:lnTo>
                <a:lnTo>
                  <a:pt x="1184878" y="63919"/>
                </a:lnTo>
                <a:lnTo>
                  <a:pt x="1185150" y="63477"/>
                </a:lnTo>
                <a:lnTo>
                  <a:pt x="1185432" y="63038"/>
                </a:lnTo>
                <a:lnTo>
                  <a:pt x="1185726" y="62603"/>
                </a:lnTo>
                <a:lnTo>
                  <a:pt x="1186032" y="62170"/>
                </a:lnTo>
                <a:lnTo>
                  <a:pt x="1186348" y="61740"/>
                </a:lnTo>
                <a:lnTo>
                  <a:pt x="1186676" y="61314"/>
                </a:lnTo>
                <a:lnTo>
                  <a:pt x="1187015" y="60890"/>
                </a:lnTo>
                <a:lnTo>
                  <a:pt x="1187365" y="60470"/>
                </a:lnTo>
                <a:lnTo>
                  <a:pt x="1187726" y="60052"/>
                </a:lnTo>
                <a:lnTo>
                  <a:pt x="1188099" y="59638"/>
                </a:lnTo>
                <a:lnTo>
                  <a:pt x="1188483" y="59226"/>
                </a:lnTo>
                <a:lnTo>
                  <a:pt x="1188878" y="58818"/>
                </a:lnTo>
                <a:lnTo>
                  <a:pt x="1189284" y="58412"/>
                </a:lnTo>
                <a:lnTo>
                  <a:pt x="1189702" y="58010"/>
                </a:lnTo>
                <a:lnTo>
                  <a:pt x="1190131" y="57611"/>
                </a:lnTo>
                <a:lnTo>
                  <a:pt x="1190571" y="57214"/>
                </a:lnTo>
                <a:lnTo>
                  <a:pt x="1191022" y="56821"/>
                </a:lnTo>
                <a:lnTo>
                  <a:pt x="1191485" y="56431"/>
                </a:lnTo>
                <a:lnTo>
                  <a:pt x="1191958" y="56043"/>
                </a:lnTo>
                <a:lnTo>
                  <a:pt x="1192442" y="55666"/>
                </a:lnTo>
                <a:lnTo>
                  <a:pt x="1192933" y="55304"/>
                </a:lnTo>
                <a:lnTo>
                  <a:pt x="1193433" y="54958"/>
                </a:lnTo>
                <a:lnTo>
                  <a:pt x="1193941" y="54629"/>
                </a:lnTo>
                <a:lnTo>
                  <a:pt x="1194457" y="54316"/>
                </a:lnTo>
                <a:lnTo>
                  <a:pt x="1194981" y="54018"/>
                </a:lnTo>
                <a:lnTo>
                  <a:pt x="1195513" y="53737"/>
                </a:lnTo>
                <a:lnTo>
                  <a:pt x="1196053" y="53472"/>
                </a:lnTo>
                <a:lnTo>
                  <a:pt x="1196602" y="53223"/>
                </a:lnTo>
                <a:lnTo>
                  <a:pt x="1197158" y="52990"/>
                </a:lnTo>
                <a:lnTo>
                  <a:pt x="1197723" y="52773"/>
                </a:lnTo>
                <a:lnTo>
                  <a:pt x="1198295" y="52572"/>
                </a:lnTo>
                <a:lnTo>
                  <a:pt x="1198876" y="52387"/>
                </a:lnTo>
                <a:lnTo>
                  <a:pt x="1199465" y="52218"/>
                </a:lnTo>
                <a:lnTo>
                  <a:pt x="1200062" y="52065"/>
                </a:lnTo>
                <a:lnTo>
                  <a:pt x="1200667" y="51929"/>
                </a:lnTo>
                <a:lnTo>
                  <a:pt x="1201281" y="51808"/>
                </a:lnTo>
                <a:lnTo>
                  <a:pt x="1201902" y="51704"/>
                </a:lnTo>
                <a:lnTo>
                  <a:pt x="1202531" y="51615"/>
                </a:lnTo>
                <a:lnTo>
                  <a:pt x="1203169" y="51543"/>
                </a:lnTo>
                <a:lnTo>
                  <a:pt x="1203815" y="51487"/>
                </a:lnTo>
                <a:lnTo>
                  <a:pt x="1204469" y="51446"/>
                </a:lnTo>
                <a:lnTo>
                  <a:pt x="1205131" y="51422"/>
                </a:lnTo>
                <a:lnTo>
                  <a:pt x="1205801" y="51414"/>
                </a:lnTo>
                <a:lnTo>
                  <a:pt x="1206439" y="51426"/>
                </a:lnTo>
                <a:lnTo>
                  <a:pt x="1207066" y="51462"/>
                </a:lnTo>
                <a:lnTo>
                  <a:pt x="1207682" y="51522"/>
                </a:lnTo>
                <a:lnTo>
                  <a:pt x="1208286" y="51605"/>
                </a:lnTo>
                <a:lnTo>
                  <a:pt x="1208879" y="51713"/>
                </a:lnTo>
                <a:lnTo>
                  <a:pt x="1209461" y="51844"/>
                </a:lnTo>
                <a:lnTo>
                  <a:pt x="1210031" y="51999"/>
                </a:lnTo>
                <a:lnTo>
                  <a:pt x="1210590" y="52178"/>
                </a:lnTo>
                <a:lnTo>
                  <a:pt x="1211137" y="52381"/>
                </a:lnTo>
                <a:lnTo>
                  <a:pt x="1211673" y="52608"/>
                </a:lnTo>
                <a:lnTo>
                  <a:pt x="1212197" y="52859"/>
                </a:lnTo>
                <a:lnTo>
                  <a:pt x="1212711" y="53133"/>
                </a:lnTo>
                <a:lnTo>
                  <a:pt x="1213212" y="53432"/>
                </a:lnTo>
                <a:lnTo>
                  <a:pt x="1213703" y="53754"/>
                </a:lnTo>
                <a:lnTo>
                  <a:pt x="1214182" y="54100"/>
                </a:lnTo>
                <a:lnTo>
                  <a:pt x="1214649" y="54470"/>
                </a:lnTo>
                <a:lnTo>
                  <a:pt x="1215106" y="54864"/>
                </a:lnTo>
                <a:lnTo>
                  <a:pt x="1215550" y="55282"/>
                </a:lnTo>
                <a:lnTo>
                  <a:pt x="1215984" y="55724"/>
                </a:lnTo>
                <a:lnTo>
                  <a:pt x="1216406" y="56189"/>
                </a:lnTo>
                <a:lnTo>
                  <a:pt x="1216817" y="56679"/>
                </a:lnTo>
                <a:lnTo>
                  <a:pt x="1217216" y="57192"/>
                </a:lnTo>
                <a:lnTo>
                  <a:pt x="1217604" y="57729"/>
                </a:lnTo>
                <a:lnTo>
                  <a:pt x="1217980" y="58291"/>
                </a:lnTo>
                <a:lnTo>
                  <a:pt x="1218343" y="58876"/>
                </a:lnTo>
                <a:lnTo>
                  <a:pt x="1218691" y="59487"/>
                </a:lnTo>
                <a:lnTo>
                  <a:pt x="1219023" y="60124"/>
                </a:lnTo>
                <a:lnTo>
                  <a:pt x="1219340" y="60785"/>
                </a:lnTo>
                <a:lnTo>
                  <a:pt x="1219641" y="61473"/>
                </a:lnTo>
                <a:lnTo>
                  <a:pt x="1219927" y="62186"/>
                </a:lnTo>
                <a:lnTo>
                  <a:pt x="1220197" y="62924"/>
                </a:lnTo>
                <a:lnTo>
                  <a:pt x="1220452" y="63688"/>
                </a:lnTo>
                <a:lnTo>
                  <a:pt x="1220691" y="64477"/>
                </a:lnTo>
                <a:lnTo>
                  <a:pt x="1220915" y="65292"/>
                </a:lnTo>
                <a:lnTo>
                  <a:pt x="1221124" y="66132"/>
                </a:lnTo>
                <a:lnTo>
                  <a:pt x="1221317" y="66998"/>
                </a:lnTo>
                <a:lnTo>
                  <a:pt x="1221495" y="67889"/>
                </a:lnTo>
                <a:lnTo>
                  <a:pt x="1221657" y="68806"/>
                </a:lnTo>
                <a:lnTo>
                  <a:pt x="1221804" y="69748"/>
                </a:lnTo>
                <a:lnTo>
                  <a:pt x="1221935" y="70716"/>
                </a:lnTo>
                <a:lnTo>
                  <a:pt x="1222051" y="71709"/>
                </a:lnTo>
                <a:lnTo>
                  <a:pt x="1222151" y="72728"/>
                </a:lnTo>
                <a:lnTo>
                  <a:pt x="1222236" y="73772"/>
                </a:lnTo>
                <a:lnTo>
                  <a:pt x="1222306" y="74841"/>
                </a:lnTo>
                <a:lnTo>
                  <a:pt x="1222360" y="75936"/>
                </a:lnTo>
                <a:lnTo>
                  <a:pt x="1222399" y="77057"/>
                </a:lnTo>
                <a:lnTo>
                  <a:pt x="1222422" y="78203"/>
                </a:lnTo>
                <a:lnTo>
                  <a:pt x="1222429" y="79374"/>
                </a:lnTo>
                <a:lnTo>
                  <a:pt x="1222421" y="80478"/>
                </a:lnTo>
                <a:lnTo>
                  <a:pt x="1222396" y="81561"/>
                </a:lnTo>
                <a:lnTo>
                  <a:pt x="1222355" y="82621"/>
                </a:lnTo>
                <a:lnTo>
                  <a:pt x="1222297" y="83659"/>
                </a:lnTo>
                <a:lnTo>
                  <a:pt x="1222223" y="84676"/>
                </a:lnTo>
                <a:lnTo>
                  <a:pt x="1222132" y="85670"/>
                </a:lnTo>
                <a:lnTo>
                  <a:pt x="1222024" y="86642"/>
                </a:lnTo>
                <a:lnTo>
                  <a:pt x="1221900" y="87593"/>
                </a:lnTo>
                <a:lnTo>
                  <a:pt x="1221760" y="88521"/>
                </a:lnTo>
                <a:lnTo>
                  <a:pt x="1221602" y="89428"/>
                </a:lnTo>
                <a:lnTo>
                  <a:pt x="1221429" y="90313"/>
                </a:lnTo>
                <a:lnTo>
                  <a:pt x="1221238" y="91175"/>
                </a:lnTo>
                <a:lnTo>
                  <a:pt x="1221032" y="92016"/>
                </a:lnTo>
                <a:lnTo>
                  <a:pt x="1220808" y="92835"/>
                </a:lnTo>
                <a:lnTo>
                  <a:pt x="1220569" y="93631"/>
                </a:lnTo>
                <a:lnTo>
                  <a:pt x="1220312" y="94406"/>
                </a:lnTo>
                <a:lnTo>
                  <a:pt x="1220039" y="95159"/>
                </a:lnTo>
                <a:lnTo>
                  <a:pt x="1219750" y="95890"/>
                </a:lnTo>
                <a:lnTo>
                  <a:pt x="1219444" y="96599"/>
                </a:lnTo>
                <a:lnTo>
                  <a:pt x="1219121" y="97286"/>
                </a:lnTo>
                <a:lnTo>
                  <a:pt x="1218782" y="97951"/>
                </a:lnTo>
                <a:lnTo>
                  <a:pt x="1218426" y="98594"/>
                </a:lnTo>
                <a:lnTo>
                  <a:pt x="1218054" y="99216"/>
                </a:lnTo>
                <a:lnTo>
                  <a:pt x="1217666" y="99815"/>
                </a:lnTo>
                <a:lnTo>
                  <a:pt x="1217261" y="100391"/>
                </a:lnTo>
                <a:lnTo>
                  <a:pt x="1216842" y="100942"/>
                </a:lnTo>
                <a:lnTo>
                  <a:pt x="1216409" y="101469"/>
                </a:lnTo>
                <a:lnTo>
                  <a:pt x="1215960" y="101972"/>
                </a:lnTo>
                <a:lnTo>
                  <a:pt x="1215497" y="102450"/>
                </a:lnTo>
                <a:lnTo>
                  <a:pt x="1215020" y="102903"/>
                </a:lnTo>
                <a:lnTo>
                  <a:pt x="1214527" y="103332"/>
                </a:lnTo>
                <a:lnTo>
                  <a:pt x="1214020" y="103736"/>
                </a:lnTo>
                <a:lnTo>
                  <a:pt x="1213499" y="104116"/>
                </a:lnTo>
                <a:lnTo>
                  <a:pt x="1212962" y="104472"/>
                </a:lnTo>
                <a:lnTo>
                  <a:pt x="1212411" y="104802"/>
                </a:lnTo>
                <a:lnTo>
                  <a:pt x="1211845" y="105109"/>
                </a:lnTo>
                <a:lnTo>
                  <a:pt x="1211265" y="105391"/>
                </a:lnTo>
                <a:lnTo>
                  <a:pt x="1210670" y="105648"/>
                </a:lnTo>
                <a:lnTo>
                  <a:pt x="1210060" y="105881"/>
                </a:lnTo>
                <a:lnTo>
                  <a:pt x="1209436" y="106089"/>
                </a:lnTo>
                <a:lnTo>
                  <a:pt x="1208797" y="106273"/>
                </a:lnTo>
                <a:lnTo>
                  <a:pt x="1208143" y="106432"/>
                </a:lnTo>
                <a:lnTo>
                  <a:pt x="1207475" y="106567"/>
                </a:lnTo>
                <a:lnTo>
                  <a:pt x="1206792" y="106677"/>
                </a:lnTo>
                <a:lnTo>
                  <a:pt x="1206094" y="106763"/>
                </a:lnTo>
                <a:lnTo>
                  <a:pt x="1205382" y="106824"/>
                </a:lnTo>
                <a:lnTo>
                  <a:pt x="1204655" y="106861"/>
                </a:lnTo>
                <a:lnTo>
                  <a:pt x="1203913" y="106874"/>
                </a:lnTo>
                <a:lnTo>
                  <a:pt x="1203332" y="106866"/>
                </a:lnTo>
                <a:lnTo>
                  <a:pt x="1202757" y="106844"/>
                </a:lnTo>
                <a:lnTo>
                  <a:pt x="1202189" y="106808"/>
                </a:lnTo>
                <a:lnTo>
                  <a:pt x="1201627" y="106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DA9F3-91BB-4707-A8BA-82C6E141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961" y="1511664"/>
            <a:ext cx="1342975" cy="1106595"/>
          </a:xfrm>
          <a:custGeom xmlns:a="http://schemas.openxmlformats.org/drawingml/2006/main">
            <a:pathLst>
              <a:path w="1342975" h="1106595">
                <a:moveTo>
                  <a:pt x="1342975" y="0"/>
                </a:moveTo>
                <a:lnTo>
                  <a:pt x="1307414" y="0"/>
                </a:lnTo>
                <a:lnTo>
                  <a:pt x="1307414" y="1039655"/>
                </a:lnTo>
                <a:lnTo>
                  <a:pt x="102501" y="1039655"/>
                </a:lnTo>
                <a:lnTo>
                  <a:pt x="102501" y="1004094"/>
                </a:lnTo>
                <a:lnTo>
                  <a:pt x="0" y="1056390"/>
                </a:lnTo>
                <a:lnTo>
                  <a:pt x="102501" y="1106595"/>
                </a:lnTo>
                <a:lnTo>
                  <a:pt x="102501" y="1073125"/>
                </a:lnTo>
                <a:lnTo>
                  <a:pt x="1342975" y="1073125"/>
                </a:lnTo>
                <a:lnTo>
                  <a:pt x="134297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READONL">
            <a:extLst xmlns:a="http://schemas.openxmlformats.org/drawingml/2006/main">
              <a:ext uri="{FF2B5EF4-FFF2-40B4-BE49-F238E27FC236}">
                <a16:creationId xmlns:a16="http://schemas.microsoft.com/office/drawing/2014/main" id="{A0198454-7FC9-4166-BEFF-91755C1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4051" y="2677673"/>
            <a:ext cx="849469" cy="124221"/>
          </a:xfrm>
          <a:custGeom xmlns:a="http://schemas.openxmlformats.org/drawingml/2006/main">
            <a:pathLst>
              <a:path w="849469" h="124221">
                <a:moveTo>
                  <a:pt x="0" y="122603"/>
                </a:moveTo>
                <a:lnTo>
                  <a:pt x="0" y="1618"/>
                </a:lnTo>
                <a:lnTo>
                  <a:pt x="49796" y="1618"/>
                </a:lnTo>
                <a:cubicBezTo>
                  <a:pt x="57586" y="1618"/>
                  <a:pt x="64538" y="2711"/>
                  <a:pt x="70650" y="4896"/>
                </a:cubicBezTo>
                <a:cubicBezTo>
                  <a:pt x="76762" y="7079"/>
                  <a:pt x="81601" y="10609"/>
                  <a:pt x="85166" y="15486"/>
                </a:cubicBezTo>
                <a:cubicBezTo>
                  <a:pt x="88732" y="20362"/>
                  <a:pt x="90514" y="26839"/>
                  <a:pt x="90514" y="34918"/>
                </a:cubicBezTo>
                <a:cubicBezTo>
                  <a:pt x="90514" y="42578"/>
                  <a:pt x="88462" y="49072"/>
                  <a:pt x="84357" y="54397"/>
                </a:cubicBezTo>
                <a:cubicBezTo>
                  <a:pt x="80253" y="59723"/>
                  <a:pt x="74035" y="63523"/>
                  <a:pt x="65706" y="65796"/>
                </a:cubicBezTo>
                <a:cubicBezTo>
                  <a:pt x="70800" y="66577"/>
                  <a:pt x="74874" y="68123"/>
                  <a:pt x="77930" y="70433"/>
                </a:cubicBezTo>
                <a:cubicBezTo>
                  <a:pt x="80987" y="72744"/>
                  <a:pt x="83458" y="75850"/>
                  <a:pt x="85346" y="79751"/>
                </a:cubicBezTo>
                <a:cubicBezTo>
                  <a:pt x="87234" y="83651"/>
                  <a:pt x="88956" y="88453"/>
                  <a:pt x="90514" y="94155"/>
                </a:cubicBezTo>
                <a:lnTo>
                  <a:pt x="98514" y="122603"/>
                </a:lnTo>
                <a:lnTo>
                  <a:pt x="72088" y="122603"/>
                </a:lnTo>
                <a:lnTo>
                  <a:pt x="66425" y="99188"/>
                </a:lnTo>
                <a:cubicBezTo>
                  <a:pt x="65227" y="93904"/>
                  <a:pt x="63848" y="89581"/>
                  <a:pt x="62290" y="86220"/>
                </a:cubicBezTo>
                <a:cubicBezTo>
                  <a:pt x="60732" y="82856"/>
                  <a:pt x="58620" y="80350"/>
                  <a:pt x="55954" y="78700"/>
                </a:cubicBezTo>
                <a:cubicBezTo>
                  <a:pt x="53287" y="77048"/>
                  <a:pt x="49617" y="76223"/>
                  <a:pt x="44943" y="76223"/>
                </a:cubicBezTo>
                <a:lnTo>
                  <a:pt x="25258" y="76223"/>
                </a:lnTo>
                <a:lnTo>
                  <a:pt x="25258" y="122603"/>
                </a:lnTo>
                <a:lnTo>
                  <a:pt x="0" y="122603"/>
                </a:lnTo>
                <a:moveTo>
                  <a:pt x="25258" y="55369"/>
                </a:moveTo>
                <a:lnTo>
                  <a:pt x="45572" y="55369"/>
                </a:lnTo>
                <a:cubicBezTo>
                  <a:pt x="49527" y="55369"/>
                  <a:pt x="52927" y="54742"/>
                  <a:pt x="55774" y="53487"/>
                </a:cubicBezTo>
                <a:cubicBezTo>
                  <a:pt x="58620" y="52233"/>
                  <a:pt x="60822" y="50351"/>
                  <a:pt x="62380" y="47841"/>
                </a:cubicBezTo>
                <a:cubicBezTo>
                  <a:pt x="63938" y="45330"/>
                  <a:pt x="64717" y="42252"/>
                  <a:pt x="64717" y="38606"/>
                </a:cubicBezTo>
                <a:cubicBezTo>
                  <a:pt x="64717" y="33287"/>
                  <a:pt x="63099" y="29284"/>
                  <a:pt x="59864" y="26595"/>
                </a:cubicBezTo>
                <a:cubicBezTo>
                  <a:pt x="56628" y="23906"/>
                  <a:pt x="52343" y="22561"/>
                  <a:pt x="47010" y="22561"/>
                </a:cubicBezTo>
                <a:lnTo>
                  <a:pt x="25258" y="22561"/>
                </a:lnTo>
                <a:lnTo>
                  <a:pt x="25258" y="55369"/>
                </a:lnTo>
                <a:close/>
                <a:moveTo>
                  <a:pt x="117814" y="122603"/>
                </a:moveTo>
                <a:lnTo>
                  <a:pt x="117814" y="1618"/>
                </a:lnTo>
                <a:lnTo>
                  <a:pt x="198981" y="1618"/>
                </a:lnTo>
                <a:lnTo>
                  <a:pt x="198981" y="22561"/>
                </a:lnTo>
                <a:lnTo>
                  <a:pt x="143072" y="22561"/>
                </a:lnTo>
                <a:lnTo>
                  <a:pt x="143072" y="50605"/>
                </a:lnTo>
                <a:lnTo>
                  <a:pt x="193767" y="50605"/>
                </a:lnTo>
                <a:lnTo>
                  <a:pt x="193767" y="70830"/>
                </a:lnTo>
                <a:lnTo>
                  <a:pt x="143072" y="70830"/>
                </a:lnTo>
                <a:lnTo>
                  <a:pt x="143072" y="101660"/>
                </a:lnTo>
                <a:lnTo>
                  <a:pt x="198981" y="101660"/>
                </a:lnTo>
                <a:lnTo>
                  <a:pt x="198981" y="122603"/>
                </a:lnTo>
                <a:lnTo>
                  <a:pt x="117814" y="122603"/>
                </a:lnTo>
                <a:close/>
                <a:moveTo>
                  <a:pt x="206699" y="122603"/>
                </a:moveTo>
                <a:lnTo>
                  <a:pt x="250204" y="1618"/>
                </a:lnTo>
                <a:lnTo>
                  <a:pt x="276720" y="1618"/>
                </a:lnTo>
                <a:lnTo>
                  <a:pt x="320314" y="122603"/>
                </a:lnTo>
                <a:lnTo>
                  <a:pt x="293978" y="122603"/>
                </a:lnTo>
                <a:lnTo>
                  <a:pt x="285349" y="95997"/>
                </a:lnTo>
                <a:lnTo>
                  <a:pt x="241665" y="95997"/>
                </a:lnTo>
                <a:lnTo>
                  <a:pt x="232766" y="122603"/>
                </a:lnTo>
                <a:lnTo>
                  <a:pt x="206699" y="122603"/>
                </a:lnTo>
                <a:moveTo>
                  <a:pt x="247687" y="75054"/>
                </a:moveTo>
                <a:lnTo>
                  <a:pt x="279147" y="75054"/>
                </a:lnTo>
                <a:lnTo>
                  <a:pt x="263417" y="26606"/>
                </a:lnTo>
                <a:lnTo>
                  <a:pt x="247687" y="75054"/>
                </a:lnTo>
                <a:close/>
                <a:moveTo>
                  <a:pt x="336875" y="122603"/>
                </a:moveTo>
                <a:lnTo>
                  <a:pt x="336875" y="1618"/>
                </a:lnTo>
                <a:lnTo>
                  <a:pt x="381908" y="1618"/>
                </a:lnTo>
                <a:cubicBezTo>
                  <a:pt x="394851" y="1618"/>
                  <a:pt x="405922" y="4015"/>
                  <a:pt x="415120" y="8809"/>
                </a:cubicBezTo>
                <a:cubicBezTo>
                  <a:pt x="424319" y="13603"/>
                  <a:pt x="431345" y="20494"/>
                  <a:pt x="436198" y="29482"/>
                </a:cubicBezTo>
                <a:cubicBezTo>
                  <a:pt x="441052" y="38471"/>
                  <a:pt x="443479" y="49257"/>
                  <a:pt x="443479" y="61841"/>
                </a:cubicBezTo>
                <a:cubicBezTo>
                  <a:pt x="443479" y="74844"/>
                  <a:pt x="441022" y="85870"/>
                  <a:pt x="436109" y="94919"/>
                </a:cubicBezTo>
                <a:cubicBezTo>
                  <a:pt x="431195" y="103967"/>
                  <a:pt x="424139" y="110843"/>
                  <a:pt x="414941" y="115547"/>
                </a:cubicBezTo>
                <a:cubicBezTo>
                  <a:pt x="405742" y="120251"/>
                  <a:pt x="394731" y="122603"/>
                  <a:pt x="381908" y="122603"/>
                </a:cubicBezTo>
                <a:lnTo>
                  <a:pt x="336875" y="122603"/>
                </a:lnTo>
                <a:moveTo>
                  <a:pt x="362133" y="101570"/>
                </a:moveTo>
                <a:lnTo>
                  <a:pt x="379211" y="101570"/>
                </a:lnTo>
                <a:cubicBezTo>
                  <a:pt x="387780" y="101570"/>
                  <a:pt x="394896" y="100117"/>
                  <a:pt x="400559" y="97211"/>
                </a:cubicBezTo>
                <a:cubicBezTo>
                  <a:pt x="406222" y="94305"/>
                  <a:pt x="410461" y="89900"/>
                  <a:pt x="413278" y="83998"/>
                </a:cubicBezTo>
                <a:cubicBezTo>
                  <a:pt x="416094" y="78095"/>
                  <a:pt x="417502" y="70650"/>
                  <a:pt x="417502" y="61661"/>
                </a:cubicBezTo>
                <a:cubicBezTo>
                  <a:pt x="417502" y="53092"/>
                  <a:pt x="415989" y="45916"/>
                  <a:pt x="412963" y="40134"/>
                </a:cubicBezTo>
                <a:cubicBezTo>
                  <a:pt x="409937" y="34351"/>
                  <a:pt x="405578" y="29992"/>
                  <a:pt x="399885" y="27055"/>
                </a:cubicBezTo>
                <a:cubicBezTo>
                  <a:pt x="394192" y="24119"/>
                  <a:pt x="387301" y="22651"/>
                  <a:pt x="379211" y="22651"/>
                </a:cubicBezTo>
                <a:lnTo>
                  <a:pt x="362133" y="22651"/>
                </a:lnTo>
                <a:lnTo>
                  <a:pt x="362133" y="101570"/>
                </a:lnTo>
                <a:close/>
                <a:moveTo>
                  <a:pt x="557785" y="124221"/>
                </a:moveTo>
                <a:cubicBezTo>
                  <a:pt x="545141" y="124221"/>
                  <a:pt x="534430" y="121660"/>
                  <a:pt x="525651" y="116536"/>
                </a:cubicBezTo>
                <a:cubicBezTo>
                  <a:pt x="516872" y="111413"/>
                  <a:pt x="510206" y="104222"/>
                  <a:pt x="505652" y="94964"/>
                </a:cubicBezTo>
                <a:cubicBezTo>
                  <a:pt x="501098" y="85706"/>
                  <a:pt x="498820" y="74784"/>
                  <a:pt x="498820" y="62201"/>
                </a:cubicBezTo>
                <a:cubicBezTo>
                  <a:pt x="498820" y="49617"/>
                  <a:pt x="501098" y="38666"/>
                  <a:pt x="505652" y="29348"/>
                </a:cubicBezTo>
                <a:cubicBezTo>
                  <a:pt x="510206" y="20029"/>
                  <a:pt x="516872" y="12809"/>
                  <a:pt x="525651" y="7685"/>
                </a:cubicBezTo>
                <a:cubicBezTo>
                  <a:pt x="534430" y="2562"/>
                  <a:pt x="545141" y="0"/>
                  <a:pt x="557785" y="0"/>
                </a:cubicBezTo>
                <a:cubicBezTo>
                  <a:pt x="570429" y="0"/>
                  <a:pt x="581125" y="2562"/>
                  <a:pt x="589874" y="7685"/>
                </a:cubicBezTo>
                <a:cubicBezTo>
                  <a:pt x="598623" y="12809"/>
                  <a:pt x="605274" y="20029"/>
                  <a:pt x="609829" y="29348"/>
                </a:cubicBezTo>
                <a:cubicBezTo>
                  <a:pt x="614383" y="38666"/>
                  <a:pt x="616660" y="49617"/>
                  <a:pt x="616660" y="62201"/>
                </a:cubicBezTo>
                <a:cubicBezTo>
                  <a:pt x="616660" y="74784"/>
                  <a:pt x="614383" y="85706"/>
                  <a:pt x="609829" y="94964"/>
                </a:cubicBezTo>
                <a:cubicBezTo>
                  <a:pt x="605274" y="104222"/>
                  <a:pt x="598623" y="111413"/>
                  <a:pt x="589874" y="116536"/>
                </a:cubicBezTo>
                <a:cubicBezTo>
                  <a:pt x="581125" y="121660"/>
                  <a:pt x="570429" y="124221"/>
                  <a:pt x="557785" y="124221"/>
                </a:cubicBezTo>
                <a:moveTo>
                  <a:pt x="557785" y="103188"/>
                </a:moveTo>
                <a:cubicBezTo>
                  <a:pt x="565635" y="103188"/>
                  <a:pt x="571957" y="101331"/>
                  <a:pt x="576751" y="97615"/>
                </a:cubicBezTo>
                <a:cubicBezTo>
                  <a:pt x="581545" y="93900"/>
                  <a:pt x="585050" y="88926"/>
                  <a:pt x="587267" y="82694"/>
                </a:cubicBezTo>
                <a:cubicBezTo>
                  <a:pt x="589485" y="76462"/>
                  <a:pt x="590593" y="69631"/>
                  <a:pt x="590593" y="62201"/>
                </a:cubicBezTo>
                <a:cubicBezTo>
                  <a:pt x="590593" y="54650"/>
                  <a:pt x="589485" y="47759"/>
                  <a:pt x="587267" y="41527"/>
                </a:cubicBezTo>
                <a:cubicBezTo>
                  <a:pt x="585050" y="35295"/>
                  <a:pt x="581545" y="30321"/>
                  <a:pt x="576751" y="26606"/>
                </a:cubicBezTo>
                <a:cubicBezTo>
                  <a:pt x="571957" y="22891"/>
                  <a:pt x="565635" y="21033"/>
                  <a:pt x="557785" y="21033"/>
                </a:cubicBezTo>
                <a:cubicBezTo>
                  <a:pt x="549875" y="21033"/>
                  <a:pt x="543508" y="22891"/>
                  <a:pt x="538685" y="26606"/>
                </a:cubicBezTo>
                <a:cubicBezTo>
                  <a:pt x="533861" y="30321"/>
                  <a:pt x="530355" y="35295"/>
                  <a:pt x="528168" y="41527"/>
                </a:cubicBezTo>
                <a:cubicBezTo>
                  <a:pt x="525981" y="47759"/>
                  <a:pt x="524887" y="54650"/>
                  <a:pt x="524887" y="62201"/>
                </a:cubicBezTo>
                <a:cubicBezTo>
                  <a:pt x="524887" y="69631"/>
                  <a:pt x="525981" y="76462"/>
                  <a:pt x="528168" y="82694"/>
                </a:cubicBezTo>
                <a:cubicBezTo>
                  <a:pt x="530355" y="88926"/>
                  <a:pt x="533861" y="93900"/>
                  <a:pt x="538685" y="97615"/>
                </a:cubicBezTo>
                <a:cubicBezTo>
                  <a:pt x="543508" y="101331"/>
                  <a:pt x="549875" y="103188"/>
                  <a:pt x="557785" y="103188"/>
                </a:cubicBezTo>
                <a:close/>
                <a:moveTo>
                  <a:pt x="640615" y="122603"/>
                </a:moveTo>
                <a:lnTo>
                  <a:pt x="640615" y="1618"/>
                </a:lnTo>
                <a:lnTo>
                  <a:pt x="665334" y="1618"/>
                </a:lnTo>
                <a:lnTo>
                  <a:pt x="720973" y="83144"/>
                </a:lnTo>
                <a:lnTo>
                  <a:pt x="720973" y="1618"/>
                </a:lnTo>
                <a:lnTo>
                  <a:pt x="744792" y="1618"/>
                </a:lnTo>
                <a:lnTo>
                  <a:pt x="744792" y="122603"/>
                </a:lnTo>
                <a:lnTo>
                  <a:pt x="719984" y="122603"/>
                </a:lnTo>
                <a:lnTo>
                  <a:pt x="664255" y="40538"/>
                </a:lnTo>
                <a:lnTo>
                  <a:pt x="664255" y="122603"/>
                </a:lnTo>
                <a:lnTo>
                  <a:pt x="640615" y="122603"/>
                </a:lnTo>
                <a:close/>
                <a:moveTo>
                  <a:pt x="773157" y="122603"/>
                </a:moveTo>
                <a:lnTo>
                  <a:pt x="773157" y="1618"/>
                </a:lnTo>
                <a:lnTo>
                  <a:pt x="798414" y="1618"/>
                </a:lnTo>
                <a:lnTo>
                  <a:pt x="798414" y="100402"/>
                </a:lnTo>
                <a:lnTo>
                  <a:pt x="849469" y="100402"/>
                </a:lnTo>
                <a:lnTo>
                  <a:pt x="849469" y="122603"/>
                </a:lnTo>
                <a:lnTo>
                  <a:pt x="773157" y="1226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Y">
            <a:extLst xmlns:a="http://schemas.openxmlformats.org/drawingml/2006/main">
              <a:ext uri="{FF2B5EF4-FFF2-40B4-BE49-F238E27FC236}">
                <a16:creationId xmlns:a16="http://schemas.microsoft.com/office/drawing/2014/main" id="{561FCA73-AADB-4DC8-8FEF-D82616F0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574" y="2679290"/>
            <a:ext cx="107862" cy="120985"/>
          </a:xfrm>
          <a:custGeom xmlns:a="http://schemas.openxmlformats.org/drawingml/2006/main">
            <a:pathLst>
              <a:path w="107862" h="120985">
                <a:moveTo>
                  <a:pt x="40988" y="120985"/>
                </a:moveTo>
                <a:lnTo>
                  <a:pt x="40988" y="75773"/>
                </a:lnTo>
                <a:lnTo>
                  <a:pt x="0" y="0"/>
                </a:lnTo>
                <a:lnTo>
                  <a:pt x="28044" y="0"/>
                </a:lnTo>
                <a:lnTo>
                  <a:pt x="53931" y="52583"/>
                </a:lnTo>
                <a:lnTo>
                  <a:pt x="79818" y="0"/>
                </a:lnTo>
                <a:lnTo>
                  <a:pt x="107862" y="0"/>
                </a:lnTo>
                <a:lnTo>
                  <a:pt x="66875" y="75773"/>
                </a:lnTo>
                <a:lnTo>
                  <a:pt x="66875" y="120985"/>
                </a:lnTo>
                <a:lnTo>
                  <a:pt x="40988" y="1209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7ffca6e534845"/>
          <a:stretch xmlns:a="http://schemas.openxmlformats.org/drawingml/2006/main"/>
        </p:blipFill>
        <p:spPr>
          <a:xfrm xmlns:a="http://schemas.openxmlformats.org/drawingml/2006/main">
            <a:off x="2704685" y="3758589"/>
            <a:ext cx="1169351" cy="924072"/>
          </a:xfrm>
          <a:prstGeom xmlns:a="http://schemas.openxmlformats.org/drawingml/2006/main" prst="rect">
            <a:avLst/>
          </a:prstGeom>
        </p:spPr>
      </p:pic>
      <p:sp>
        <p:nvSpPr>
          <p:cNvPr id="38" name="Text OS">
            <a:extLst xmlns:a="http://schemas.openxmlformats.org/drawingml/2006/main">
              <a:ext uri="{FF2B5EF4-FFF2-40B4-BE49-F238E27FC236}">
                <a16:creationId xmlns:a16="http://schemas.microsoft.com/office/drawing/2014/main" id="{8845EBAC-464B-448F-AF74-D867CADE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43" y="3796833"/>
            <a:ext cx="230782" cy="124221"/>
          </a:xfrm>
          <a:custGeom xmlns:a="http://schemas.openxmlformats.org/drawingml/2006/main">
            <a:pathLst>
              <a:path w="230782" h="124221">
                <a:moveTo>
                  <a:pt x="58965" y="124221"/>
                </a:moveTo>
                <a:cubicBezTo>
                  <a:pt x="46321" y="124221"/>
                  <a:pt x="35610" y="121660"/>
                  <a:pt x="26831" y="116536"/>
                </a:cubicBezTo>
                <a:cubicBezTo>
                  <a:pt x="18052" y="111413"/>
                  <a:pt x="11385" y="104222"/>
                  <a:pt x="6831" y="94964"/>
                </a:cubicBezTo>
                <a:cubicBezTo>
                  <a:pt x="2277" y="85706"/>
                  <a:pt x="0" y="74784"/>
                  <a:pt x="0" y="62201"/>
                </a:cubicBezTo>
                <a:cubicBezTo>
                  <a:pt x="0" y="49617"/>
                  <a:pt x="2277" y="38666"/>
                  <a:pt x="6831" y="29348"/>
                </a:cubicBezTo>
                <a:cubicBezTo>
                  <a:pt x="11385" y="20029"/>
                  <a:pt x="18052" y="12809"/>
                  <a:pt x="26831" y="7685"/>
                </a:cubicBezTo>
                <a:cubicBezTo>
                  <a:pt x="35610" y="2562"/>
                  <a:pt x="46321" y="0"/>
                  <a:pt x="58965" y="0"/>
                </a:cubicBezTo>
                <a:cubicBezTo>
                  <a:pt x="71609" y="0"/>
                  <a:pt x="82305" y="2562"/>
                  <a:pt x="91054" y="7685"/>
                </a:cubicBezTo>
                <a:cubicBezTo>
                  <a:pt x="99803" y="12809"/>
                  <a:pt x="106454" y="20029"/>
                  <a:pt x="111008" y="29348"/>
                </a:cubicBezTo>
                <a:cubicBezTo>
                  <a:pt x="115562" y="38666"/>
                  <a:pt x="117840" y="49617"/>
                  <a:pt x="117840" y="62201"/>
                </a:cubicBezTo>
                <a:cubicBezTo>
                  <a:pt x="117840" y="74784"/>
                  <a:pt x="115562" y="85706"/>
                  <a:pt x="111008" y="94964"/>
                </a:cubicBezTo>
                <a:cubicBezTo>
                  <a:pt x="106454" y="104222"/>
                  <a:pt x="99803" y="111413"/>
                  <a:pt x="91054" y="116536"/>
                </a:cubicBezTo>
                <a:cubicBezTo>
                  <a:pt x="82305" y="121660"/>
                  <a:pt x="71609" y="124221"/>
                  <a:pt x="58965" y="124221"/>
                </a:cubicBezTo>
                <a:moveTo>
                  <a:pt x="58965" y="103188"/>
                </a:moveTo>
                <a:cubicBezTo>
                  <a:pt x="66815" y="103188"/>
                  <a:pt x="73137" y="101331"/>
                  <a:pt x="77930" y="97615"/>
                </a:cubicBezTo>
                <a:cubicBezTo>
                  <a:pt x="82724" y="93900"/>
                  <a:pt x="86230" y="88926"/>
                  <a:pt x="88447" y="82694"/>
                </a:cubicBezTo>
                <a:cubicBezTo>
                  <a:pt x="90664" y="76462"/>
                  <a:pt x="91773" y="69631"/>
                  <a:pt x="91773" y="62201"/>
                </a:cubicBezTo>
                <a:cubicBezTo>
                  <a:pt x="91773" y="54650"/>
                  <a:pt x="90664" y="47759"/>
                  <a:pt x="88447" y="41527"/>
                </a:cubicBezTo>
                <a:cubicBezTo>
                  <a:pt x="86230" y="35295"/>
                  <a:pt x="82724" y="30321"/>
                  <a:pt x="77930" y="26606"/>
                </a:cubicBezTo>
                <a:cubicBezTo>
                  <a:pt x="73137" y="22891"/>
                  <a:pt x="66815" y="21033"/>
                  <a:pt x="58965" y="21033"/>
                </a:cubicBezTo>
                <a:cubicBezTo>
                  <a:pt x="51055" y="21033"/>
                  <a:pt x="44688" y="22891"/>
                  <a:pt x="39864" y="26606"/>
                </a:cubicBezTo>
                <a:cubicBezTo>
                  <a:pt x="35040" y="30321"/>
                  <a:pt x="31535" y="35295"/>
                  <a:pt x="29348" y="41527"/>
                </a:cubicBezTo>
                <a:cubicBezTo>
                  <a:pt x="27160" y="47759"/>
                  <a:pt x="26067" y="54650"/>
                  <a:pt x="26067" y="62201"/>
                </a:cubicBezTo>
                <a:cubicBezTo>
                  <a:pt x="26067" y="69631"/>
                  <a:pt x="27160" y="76462"/>
                  <a:pt x="29348" y="82694"/>
                </a:cubicBezTo>
                <a:cubicBezTo>
                  <a:pt x="31535" y="88926"/>
                  <a:pt x="35040" y="93900"/>
                  <a:pt x="39864" y="97615"/>
                </a:cubicBezTo>
                <a:cubicBezTo>
                  <a:pt x="44688" y="101331"/>
                  <a:pt x="51055" y="103188"/>
                  <a:pt x="58965" y="103188"/>
                </a:cubicBezTo>
                <a:close/>
                <a:moveTo>
                  <a:pt x="182873" y="124221"/>
                </a:moveTo>
                <a:cubicBezTo>
                  <a:pt x="173705" y="124221"/>
                  <a:pt x="165451" y="122917"/>
                  <a:pt x="158110" y="120309"/>
                </a:cubicBezTo>
                <a:cubicBezTo>
                  <a:pt x="150769" y="117700"/>
                  <a:pt x="144942" y="113547"/>
                  <a:pt x="140627" y="107851"/>
                </a:cubicBezTo>
                <a:cubicBezTo>
                  <a:pt x="136313" y="102155"/>
                  <a:pt x="134156" y="94718"/>
                  <a:pt x="134156" y="85543"/>
                </a:cubicBezTo>
                <a:lnTo>
                  <a:pt x="160042" y="85543"/>
                </a:lnTo>
                <a:cubicBezTo>
                  <a:pt x="160162" y="90224"/>
                  <a:pt x="161241" y="93900"/>
                  <a:pt x="163278" y="96570"/>
                </a:cubicBezTo>
                <a:cubicBezTo>
                  <a:pt x="165316" y="99241"/>
                  <a:pt x="168057" y="101146"/>
                  <a:pt x="171503" y="102287"/>
                </a:cubicBezTo>
                <a:cubicBezTo>
                  <a:pt x="174948" y="103427"/>
                  <a:pt x="178888" y="103997"/>
                  <a:pt x="183323" y="103997"/>
                </a:cubicBezTo>
                <a:cubicBezTo>
                  <a:pt x="187577" y="103997"/>
                  <a:pt x="191323" y="103487"/>
                  <a:pt x="194558" y="102466"/>
                </a:cubicBezTo>
                <a:cubicBezTo>
                  <a:pt x="197794" y="101446"/>
                  <a:pt x="200326" y="99870"/>
                  <a:pt x="202154" y="97739"/>
                </a:cubicBezTo>
                <a:cubicBezTo>
                  <a:pt x="203981" y="95608"/>
                  <a:pt x="204895" y="92892"/>
                  <a:pt x="204895" y="89590"/>
                </a:cubicBezTo>
                <a:cubicBezTo>
                  <a:pt x="204895" y="86412"/>
                  <a:pt x="204116" y="83789"/>
                  <a:pt x="202558" y="81720"/>
                </a:cubicBezTo>
                <a:cubicBezTo>
                  <a:pt x="201000" y="79650"/>
                  <a:pt x="198244" y="77762"/>
                  <a:pt x="194289" y="76054"/>
                </a:cubicBezTo>
                <a:cubicBezTo>
                  <a:pt x="190334" y="74344"/>
                  <a:pt x="184791" y="72500"/>
                  <a:pt x="177660" y="70521"/>
                </a:cubicBezTo>
                <a:cubicBezTo>
                  <a:pt x="169331" y="68122"/>
                  <a:pt x="162125" y="65483"/>
                  <a:pt x="156043" y="62605"/>
                </a:cubicBezTo>
                <a:cubicBezTo>
                  <a:pt x="149960" y="59727"/>
                  <a:pt x="145256" y="56010"/>
                  <a:pt x="141931" y="51454"/>
                </a:cubicBezTo>
                <a:cubicBezTo>
                  <a:pt x="138605" y="46896"/>
                  <a:pt x="136942" y="40959"/>
                  <a:pt x="136942" y="33642"/>
                </a:cubicBezTo>
                <a:cubicBezTo>
                  <a:pt x="136942" y="25787"/>
                  <a:pt x="138845" y="19385"/>
                  <a:pt x="142650" y="14438"/>
                </a:cubicBezTo>
                <a:cubicBezTo>
                  <a:pt x="146455" y="9490"/>
                  <a:pt x="151713" y="5847"/>
                  <a:pt x="158425" y="3508"/>
                </a:cubicBezTo>
                <a:cubicBezTo>
                  <a:pt x="165136" y="1169"/>
                  <a:pt x="172836" y="0"/>
                  <a:pt x="181525" y="0"/>
                </a:cubicBezTo>
                <a:cubicBezTo>
                  <a:pt x="189794" y="0"/>
                  <a:pt x="197390" y="1259"/>
                  <a:pt x="204311" y="3778"/>
                </a:cubicBezTo>
                <a:cubicBezTo>
                  <a:pt x="211232" y="6297"/>
                  <a:pt x="216760" y="10135"/>
                  <a:pt x="220895" y="15292"/>
                </a:cubicBezTo>
                <a:cubicBezTo>
                  <a:pt x="225029" y="20449"/>
                  <a:pt x="227097" y="27015"/>
                  <a:pt x="227097" y="34991"/>
                </a:cubicBezTo>
                <a:lnTo>
                  <a:pt x="201210" y="34991"/>
                </a:lnTo>
                <a:cubicBezTo>
                  <a:pt x="201270" y="29828"/>
                  <a:pt x="199352" y="25971"/>
                  <a:pt x="195457" y="23421"/>
                </a:cubicBezTo>
                <a:cubicBezTo>
                  <a:pt x="191562" y="20870"/>
                  <a:pt x="186888" y="19595"/>
                  <a:pt x="181435" y="19595"/>
                </a:cubicBezTo>
                <a:cubicBezTo>
                  <a:pt x="176042" y="19595"/>
                  <a:pt x="171578" y="20601"/>
                  <a:pt x="168042" y="22612"/>
                </a:cubicBezTo>
                <a:cubicBezTo>
                  <a:pt x="164507" y="24623"/>
                  <a:pt x="162739" y="27730"/>
                  <a:pt x="162739" y="31932"/>
                </a:cubicBezTo>
                <a:cubicBezTo>
                  <a:pt x="162739" y="34331"/>
                  <a:pt x="163488" y="36445"/>
                  <a:pt x="164986" y="38274"/>
                </a:cubicBezTo>
                <a:cubicBezTo>
                  <a:pt x="166484" y="40104"/>
                  <a:pt x="169256" y="41888"/>
                  <a:pt x="173301" y="43628"/>
                </a:cubicBezTo>
                <a:cubicBezTo>
                  <a:pt x="177345" y="45366"/>
                  <a:pt x="183203" y="47344"/>
                  <a:pt x="190873" y="49563"/>
                </a:cubicBezTo>
                <a:cubicBezTo>
                  <a:pt x="200041" y="52262"/>
                  <a:pt x="207562" y="55095"/>
                  <a:pt x="213434" y="58063"/>
                </a:cubicBezTo>
                <a:cubicBezTo>
                  <a:pt x="219307" y="61031"/>
                  <a:pt x="223666" y="64869"/>
                  <a:pt x="226513" y="69577"/>
                </a:cubicBezTo>
                <a:cubicBezTo>
                  <a:pt x="229359" y="74284"/>
                  <a:pt x="230782" y="80476"/>
                  <a:pt x="230782" y="88152"/>
                </a:cubicBezTo>
                <a:cubicBezTo>
                  <a:pt x="230782" y="96727"/>
                  <a:pt x="228685" y="103653"/>
                  <a:pt x="224490" y="108930"/>
                </a:cubicBezTo>
                <a:cubicBezTo>
                  <a:pt x="220296" y="114207"/>
                  <a:pt x="214588" y="118075"/>
                  <a:pt x="207367" y="120533"/>
                </a:cubicBezTo>
                <a:cubicBezTo>
                  <a:pt x="200146" y="122992"/>
                  <a:pt x="191982" y="124221"/>
                  <a:pt x="182873" y="1242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Aliased">
            <a:extLst xmlns:a="http://schemas.openxmlformats.org/drawingml/2006/main">
              <a:ext uri="{FF2B5EF4-FFF2-40B4-BE49-F238E27FC236}">
                <a16:creationId xmlns:a16="http://schemas.microsoft.com/office/drawing/2014/main" id="{B481B328-9C4B-4CC9-B3D6-61788A66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823" y="3915122"/>
            <a:ext cx="614038" cy="125120"/>
          </a:xfrm>
          <a:custGeom xmlns:a="http://schemas.openxmlformats.org/drawingml/2006/main">
            <a:pathLst>
              <a:path w="614038" h="125120">
                <a:moveTo>
                  <a:pt x="0" y="123502"/>
                </a:moveTo>
                <a:lnTo>
                  <a:pt x="43504" y="2517"/>
                </a:lnTo>
                <a:lnTo>
                  <a:pt x="70021" y="2517"/>
                </a:lnTo>
                <a:lnTo>
                  <a:pt x="113615" y="123502"/>
                </a:lnTo>
                <a:lnTo>
                  <a:pt x="87279" y="123502"/>
                </a:lnTo>
                <a:lnTo>
                  <a:pt x="78650" y="96896"/>
                </a:lnTo>
                <a:lnTo>
                  <a:pt x="34965" y="96896"/>
                </a:lnTo>
                <a:lnTo>
                  <a:pt x="26067" y="123502"/>
                </a:lnTo>
                <a:lnTo>
                  <a:pt x="0" y="123502"/>
                </a:lnTo>
                <a:moveTo>
                  <a:pt x="40988" y="75953"/>
                </a:moveTo>
                <a:lnTo>
                  <a:pt x="72447" y="75953"/>
                </a:lnTo>
                <a:lnTo>
                  <a:pt x="56718" y="27505"/>
                </a:lnTo>
                <a:lnTo>
                  <a:pt x="40988" y="75953"/>
                </a:lnTo>
                <a:close/>
                <a:moveTo>
                  <a:pt x="161366" y="123502"/>
                </a:moveTo>
                <a:cubicBezTo>
                  <a:pt x="152437" y="123502"/>
                  <a:pt x="145546" y="122439"/>
                  <a:pt x="140692" y="120311"/>
                </a:cubicBezTo>
                <a:cubicBezTo>
                  <a:pt x="135838" y="118184"/>
                  <a:pt x="132453" y="114888"/>
                  <a:pt x="130535" y="110424"/>
                </a:cubicBezTo>
                <a:cubicBezTo>
                  <a:pt x="128617" y="105960"/>
                  <a:pt x="127659" y="100132"/>
                  <a:pt x="127659" y="92941"/>
                </a:cubicBezTo>
                <a:lnTo>
                  <a:pt x="127659" y="2517"/>
                </a:lnTo>
                <a:lnTo>
                  <a:pt x="151388" y="2517"/>
                </a:lnTo>
                <a:lnTo>
                  <a:pt x="151388" y="91503"/>
                </a:lnTo>
                <a:cubicBezTo>
                  <a:pt x="151388" y="96117"/>
                  <a:pt x="152018" y="99503"/>
                  <a:pt x="153276" y="101660"/>
                </a:cubicBezTo>
                <a:cubicBezTo>
                  <a:pt x="154534" y="103817"/>
                  <a:pt x="157471" y="104896"/>
                  <a:pt x="162085" y="104896"/>
                </a:cubicBezTo>
                <a:lnTo>
                  <a:pt x="167568" y="104896"/>
                </a:lnTo>
                <a:lnTo>
                  <a:pt x="167568" y="123502"/>
                </a:lnTo>
                <a:lnTo>
                  <a:pt x="161366" y="123502"/>
                </a:lnTo>
                <a:close/>
                <a:moveTo>
                  <a:pt x="181852" y="123502"/>
                </a:moveTo>
                <a:lnTo>
                  <a:pt x="181852" y="34696"/>
                </a:lnTo>
                <a:lnTo>
                  <a:pt x="205672" y="34696"/>
                </a:lnTo>
                <a:lnTo>
                  <a:pt x="205672" y="123502"/>
                </a:lnTo>
                <a:lnTo>
                  <a:pt x="181852" y="123502"/>
                </a:lnTo>
                <a:moveTo>
                  <a:pt x="193807" y="23190"/>
                </a:moveTo>
                <a:cubicBezTo>
                  <a:pt x="189433" y="23190"/>
                  <a:pt x="186092" y="22082"/>
                  <a:pt x="183785" y="19865"/>
                </a:cubicBezTo>
                <a:cubicBezTo>
                  <a:pt x="181478" y="17647"/>
                  <a:pt x="180324" y="14891"/>
                  <a:pt x="180324" y="11595"/>
                </a:cubicBezTo>
                <a:cubicBezTo>
                  <a:pt x="180324" y="8239"/>
                  <a:pt x="181478" y="5468"/>
                  <a:pt x="183785" y="3281"/>
                </a:cubicBezTo>
                <a:cubicBezTo>
                  <a:pt x="186092" y="1094"/>
                  <a:pt x="189433" y="0"/>
                  <a:pt x="193807" y="0"/>
                </a:cubicBezTo>
                <a:cubicBezTo>
                  <a:pt x="198181" y="0"/>
                  <a:pt x="201522" y="1094"/>
                  <a:pt x="203829" y="3281"/>
                </a:cubicBezTo>
                <a:cubicBezTo>
                  <a:pt x="206136" y="5468"/>
                  <a:pt x="207290" y="8239"/>
                  <a:pt x="207290" y="11595"/>
                </a:cubicBezTo>
                <a:cubicBezTo>
                  <a:pt x="207290" y="14891"/>
                  <a:pt x="206136" y="17647"/>
                  <a:pt x="203829" y="19865"/>
                </a:cubicBezTo>
                <a:cubicBezTo>
                  <a:pt x="201522" y="22082"/>
                  <a:pt x="198181" y="23190"/>
                  <a:pt x="193807" y="23190"/>
                </a:cubicBezTo>
                <a:close/>
                <a:moveTo>
                  <a:pt x="255465" y="125120"/>
                </a:moveTo>
                <a:cubicBezTo>
                  <a:pt x="250491" y="125120"/>
                  <a:pt x="245847" y="124152"/>
                  <a:pt x="241532" y="122216"/>
                </a:cubicBezTo>
                <a:cubicBezTo>
                  <a:pt x="237218" y="120280"/>
                  <a:pt x="233727" y="117360"/>
                  <a:pt x="231061" y="113458"/>
                </a:cubicBezTo>
                <a:cubicBezTo>
                  <a:pt x="228394" y="109553"/>
                  <a:pt x="227061" y="104667"/>
                  <a:pt x="227061" y="98798"/>
                </a:cubicBezTo>
                <a:cubicBezTo>
                  <a:pt x="227061" y="90630"/>
                  <a:pt x="229488" y="84473"/>
                  <a:pt x="234342" y="80329"/>
                </a:cubicBezTo>
                <a:cubicBezTo>
                  <a:pt x="239195" y="76183"/>
                  <a:pt x="245982" y="73369"/>
                  <a:pt x="254701" y="71886"/>
                </a:cubicBezTo>
                <a:cubicBezTo>
                  <a:pt x="263419" y="70403"/>
                  <a:pt x="273561" y="69540"/>
                  <a:pt x="285127" y="69299"/>
                </a:cubicBezTo>
                <a:lnTo>
                  <a:pt x="285127" y="64476"/>
                </a:lnTo>
                <a:cubicBezTo>
                  <a:pt x="285127" y="58600"/>
                  <a:pt x="283763" y="54579"/>
                  <a:pt x="281037" y="52414"/>
                </a:cubicBezTo>
                <a:cubicBezTo>
                  <a:pt x="278310" y="50250"/>
                  <a:pt x="274790" y="49167"/>
                  <a:pt x="270475" y="49167"/>
                </a:cubicBezTo>
                <a:cubicBezTo>
                  <a:pt x="265741" y="49167"/>
                  <a:pt x="261846" y="50322"/>
                  <a:pt x="258790" y="52631"/>
                </a:cubicBezTo>
                <a:cubicBezTo>
                  <a:pt x="255734" y="54938"/>
                  <a:pt x="254206" y="58676"/>
                  <a:pt x="254206" y="63847"/>
                </a:cubicBezTo>
                <a:lnTo>
                  <a:pt x="231915" y="63847"/>
                </a:lnTo>
                <a:cubicBezTo>
                  <a:pt x="231915" y="56261"/>
                  <a:pt x="233548" y="50252"/>
                  <a:pt x="236813" y="45822"/>
                </a:cubicBezTo>
                <a:cubicBezTo>
                  <a:pt x="240079" y="41389"/>
                  <a:pt x="244603" y="38202"/>
                  <a:pt x="250386" y="36260"/>
                </a:cubicBezTo>
                <a:cubicBezTo>
                  <a:pt x="256169" y="34318"/>
                  <a:pt x="262865" y="33347"/>
                  <a:pt x="270475" y="33347"/>
                </a:cubicBezTo>
                <a:cubicBezTo>
                  <a:pt x="276048" y="33347"/>
                  <a:pt x="281142" y="33817"/>
                  <a:pt x="285756" y="34757"/>
                </a:cubicBezTo>
                <a:cubicBezTo>
                  <a:pt x="290370" y="35698"/>
                  <a:pt x="294370" y="37320"/>
                  <a:pt x="297756" y="39625"/>
                </a:cubicBezTo>
                <a:cubicBezTo>
                  <a:pt x="301141" y="41929"/>
                  <a:pt x="303763" y="45067"/>
                  <a:pt x="305621" y="49041"/>
                </a:cubicBezTo>
                <a:cubicBezTo>
                  <a:pt x="307478" y="53013"/>
                  <a:pt x="308407" y="57970"/>
                  <a:pt x="308407" y="63914"/>
                </a:cubicBezTo>
                <a:lnTo>
                  <a:pt x="308407" y="123502"/>
                </a:lnTo>
                <a:lnTo>
                  <a:pt x="286115" y="123502"/>
                </a:lnTo>
                <a:lnTo>
                  <a:pt x="285396" y="112177"/>
                </a:lnTo>
                <a:cubicBezTo>
                  <a:pt x="281681" y="116431"/>
                  <a:pt x="277367" y="119652"/>
                  <a:pt x="272453" y="121839"/>
                </a:cubicBezTo>
                <a:cubicBezTo>
                  <a:pt x="267539" y="124027"/>
                  <a:pt x="261876" y="125120"/>
                  <a:pt x="255465" y="125120"/>
                </a:cubicBezTo>
                <a:moveTo>
                  <a:pt x="263285" y="108761"/>
                </a:moveTo>
                <a:cubicBezTo>
                  <a:pt x="267779" y="108761"/>
                  <a:pt x="271929" y="107568"/>
                  <a:pt x="275734" y="105183"/>
                </a:cubicBezTo>
                <a:cubicBezTo>
                  <a:pt x="279539" y="102795"/>
                  <a:pt x="282580" y="100072"/>
                  <a:pt x="284857" y="97014"/>
                </a:cubicBezTo>
                <a:lnTo>
                  <a:pt x="284857" y="82512"/>
                </a:lnTo>
                <a:cubicBezTo>
                  <a:pt x="272273" y="82574"/>
                  <a:pt x="263464" y="83782"/>
                  <a:pt x="258431" y="86138"/>
                </a:cubicBezTo>
                <a:cubicBezTo>
                  <a:pt x="253397" y="88494"/>
                  <a:pt x="250880" y="92303"/>
                  <a:pt x="250880" y="97565"/>
                </a:cubicBezTo>
                <a:cubicBezTo>
                  <a:pt x="250880" y="101359"/>
                  <a:pt x="252034" y="104173"/>
                  <a:pt x="254341" y="106008"/>
                </a:cubicBezTo>
                <a:cubicBezTo>
                  <a:pt x="256648" y="107844"/>
                  <a:pt x="259629" y="108761"/>
                  <a:pt x="263285" y="108761"/>
                </a:cubicBezTo>
                <a:close/>
                <a:moveTo>
                  <a:pt x="369878" y="125120"/>
                </a:moveTo>
                <a:cubicBezTo>
                  <a:pt x="365024" y="125120"/>
                  <a:pt x="360260" y="124666"/>
                  <a:pt x="355586" y="123758"/>
                </a:cubicBezTo>
                <a:cubicBezTo>
                  <a:pt x="350912" y="122850"/>
                  <a:pt x="346687" y="121290"/>
                  <a:pt x="342912" y="119078"/>
                </a:cubicBezTo>
                <a:cubicBezTo>
                  <a:pt x="339137" y="116867"/>
                  <a:pt x="336141" y="113853"/>
                  <a:pt x="333924" y="110036"/>
                </a:cubicBezTo>
                <a:cubicBezTo>
                  <a:pt x="331707" y="106220"/>
                  <a:pt x="330598" y="101464"/>
                  <a:pt x="330598" y="95770"/>
                </a:cubicBezTo>
                <a:lnTo>
                  <a:pt x="352710" y="95770"/>
                </a:lnTo>
                <a:cubicBezTo>
                  <a:pt x="352710" y="100802"/>
                  <a:pt x="354433" y="104300"/>
                  <a:pt x="357878" y="106264"/>
                </a:cubicBezTo>
                <a:cubicBezTo>
                  <a:pt x="361324" y="108228"/>
                  <a:pt x="365354" y="109211"/>
                  <a:pt x="369968" y="109211"/>
                </a:cubicBezTo>
                <a:cubicBezTo>
                  <a:pt x="374522" y="109211"/>
                  <a:pt x="378057" y="108456"/>
                  <a:pt x="380574" y="106947"/>
                </a:cubicBezTo>
                <a:cubicBezTo>
                  <a:pt x="383091" y="105435"/>
                  <a:pt x="384349" y="102891"/>
                  <a:pt x="384349" y="99315"/>
                </a:cubicBezTo>
                <a:cubicBezTo>
                  <a:pt x="384349" y="95983"/>
                  <a:pt x="382866" y="93500"/>
                  <a:pt x="379900" y="91865"/>
                </a:cubicBezTo>
                <a:cubicBezTo>
                  <a:pt x="376934" y="90229"/>
                  <a:pt x="371736" y="88562"/>
                  <a:pt x="364305" y="86866"/>
                </a:cubicBezTo>
                <a:cubicBezTo>
                  <a:pt x="358073" y="85351"/>
                  <a:pt x="352515" y="83518"/>
                  <a:pt x="347631" y="81369"/>
                </a:cubicBezTo>
                <a:cubicBezTo>
                  <a:pt x="342748" y="79219"/>
                  <a:pt x="338927" y="76343"/>
                  <a:pt x="336171" y="72740"/>
                </a:cubicBezTo>
                <a:cubicBezTo>
                  <a:pt x="333414" y="69135"/>
                  <a:pt x="332036" y="64394"/>
                  <a:pt x="332036" y="58518"/>
                </a:cubicBezTo>
                <a:cubicBezTo>
                  <a:pt x="332036" y="53913"/>
                  <a:pt x="333085" y="50006"/>
                  <a:pt x="335182" y="46796"/>
                </a:cubicBezTo>
                <a:cubicBezTo>
                  <a:pt x="337280" y="43585"/>
                  <a:pt x="340081" y="40995"/>
                  <a:pt x="343586" y="39027"/>
                </a:cubicBezTo>
                <a:cubicBezTo>
                  <a:pt x="347092" y="37059"/>
                  <a:pt x="351047" y="35621"/>
                  <a:pt x="355451" y="34713"/>
                </a:cubicBezTo>
                <a:cubicBezTo>
                  <a:pt x="359856" y="33802"/>
                  <a:pt x="364365" y="33347"/>
                  <a:pt x="368979" y="33347"/>
                </a:cubicBezTo>
                <a:cubicBezTo>
                  <a:pt x="373473" y="33347"/>
                  <a:pt x="377878" y="33802"/>
                  <a:pt x="382192" y="34710"/>
                </a:cubicBezTo>
                <a:cubicBezTo>
                  <a:pt x="386507" y="35618"/>
                  <a:pt x="390402" y="37148"/>
                  <a:pt x="393877" y="39299"/>
                </a:cubicBezTo>
                <a:cubicBezTo>
                  <a:pt x="397353" y="41449"/>
                  <a:pt x="400139" y="44341"/>
                  <a:pt x="402237" y="47976"/>
                </a:cubicBezTo>
                <a:cubicBezTo>
                  <a:pt x="404334" y="51611"/>
                  <a:pt x="405383" y="56154"/>
                  <a:pt x="405383" y="61605"/>
                </a:cubicBezTo>
                <a:lnTo>
                  <a:pt x="383271" y="61605"/>
                </a:lnTo>
                <a:cubicBezTo>
                  <a:pt x="383271" y="56997"/>
                  <a:pt x="381848" y="53802"/>
                  <a:pt x="379001" y="52021"/>
                </a:cubicBezTo>
                <a:cubicBezTo>
                  <a:pt x="376155" y="50238"/>
                  <a:pt x="372814" y="49347"/>
                  <a:pt x="368979" y="49347"/>
                </a:cubicBezTo>
                <a:cubicBezTo>
                  <a:pt x="364844" y="49347"/>
                  <a:pt x="361593" y="49967"/>
                  <a:pt x="359226" y="51206"/>
                </a:cubicBezTo>
                <a:cubicBezTo>
                  <a:pt x="356860" y="52444"/>
                  <a:pt x="355676" y="54487"/>
                  <a:pt x="355676" y="57336"/>
                </a:cubicBezTo>
                <a:cubicBezTo>
                  <a:pt x="355676" y="58970"/>
                  <a:pt x="356425" y="60409"/>
                  <a:pt x="357923" y="61653"/>
                </a:cubicBezTo>
                <a:cubicBezTo>
                  <a:pt x="359421" y="62894"/>
                  <a:pt x="361818" y="64045"/>
                  <a:pt x="365114" y="65105"/>
                </a:cubicBezTo>
                <a:cubicBezTo>
                  <a:pt x="368410" y="66165"/>
                  <a:pt x="372754" y="67301"/>
                  <a:pt x="378147" y="68512"/>
                </a:cubicBezTo>
                <a:cubicBezTo>
                  <a:pt x="383840" y="69845"/>
                  <a:pt x="388934" y="71572"/>
                  <a:pt x="393428" y="73692"/>
                </a:cubicBezTo>
                <a:cubicBezTo>
                  <a:pt x="397922" y="75812"/>
                  <a:pt x="401488" y="78659"/>
                  <a:pt x="404124" y="82234"/>
                </a:cubicBezTo>
                <a:cubicBezTo>
                  <a:pt x="406761" y="85807"/>
                  <a:pt x="408079" y="90440"/>
                  <a:pt x="408079" y="96135"/>
                </a:cubicBezTo>
                <a:cubicBezTo>
                  <a:pt x="408079" y="101466"/>
                  <a:pt x="407015" y="105979"/>
                  <a:pt x="404888" y="109674"/>
                </a:cubicBezTo>
                <a:cubicBezTo>
                  <a:pt x="402761" y="113369"/>
                  <a:pt x="399915" y="116352"/>
                  <a:pt x="396349" y="118623"/>
                </a:cubicBezTo>
                <a:cubicBezTo>
                  <a:pt x="392784" y="120895"/>
                  <a:pt x="388709" y="122545"/>
                  <a:pt x="384125" y="123575"/>
                </a:cubicBezTo>
                <a:cubicBezTo>
                  <a:pt x="379541" y="124605"/>
                  <a:pt x="374792" y="125120"/>
                  <a:pt x="369878" y="125120"/>
                </a:cubicBezTo>
                <a:close/>
                <a:moveTo>
                  <a:pt x="468885" y="125120"/>
                </a:moveTo>
                <a:cubicBezTo>
                  <a:pt x="459117" y="125120"/>
                  <a:pt x="450908" y="123286"/>
                  <a:pt x="444256" y="119618"/>
                </a:cubicBezTo>
                <a:cubicBezTo>
                  <a:pt x="437605" y="115949"/>
                  <a:pt x="432571" y="110659"/>
                  <a:pt x="429156" y="103747"/>
                </a:cubicBezTo>
                <a:cubicBezTo>
                  <a:pt x="425740" y="96834"/>
                  <a:pt x="424032" y="88526"/>
                  <a:pt x="424032" y="78824"/>
                </a:cubicBezTo>
                <a:cubicBezTo>
                  <a:pt x="424032" y="69425"/>
                  <a:pt x="425695" y="61331"/>
                  <a:pt x="429021" y="54541"/>
                </a:cubicBezTo>
                <a:cubicBezTo>
                  <a:pt x="432346" y="47749"/>
                  <a:pt x="437230" y="42519"/>
                  <a:pt x="443672" y="38850"/>
                </a:cubicBezTo>
                <a:cubicBezTo>
                  <a:pt x="450114" y="35182"/>
                  <a:pt x="458039" y="33347"/>
                  <a:pt x="467447" y="33347"/>
                </a:cubicBezTo>
                <a:cubicBezTo>
                  <a:pt x="480510" y="33347"/>
                  <a:pt x="490832" y="37209"/>
                  <a:pt x="498412" y="44931"/>
                </a:cubicBezTo>
                <a:cubicBezTo>
                  <a:pt x="505992" y="52654"/>
                  <a:pt x="509783" y="63663"/>
                  <a:pt x="509783" y="77959"/>
                </a:cubicBezTo>
                <a:cubicBezTo>
                  <a:pt x="509783" y="78685"/>
                  <a:pt x="509753" y="79669"/>
                  <a:pt x="509693" y="80911"/>
                </a:cubicBezTo>
                <a:cubicBezTo>
                  <a:pt x="509633" y="82152"/>
                  <a:pt x="509543" y="83106"/>
                  <a:pt x="509423" y="83773"/>
                </a:cubicBezTo>
                <a:lnTo>
                  <a:pt x="447852" y="83773"/>
                </a:lnTo>
                <a:cubicBezTo>
                  <a:pt x="447971" y="88003"/>
                  <a:pt x="448736" y="91957"/>
                  <a:pt x="450144" y="95635"/>
                </a:cubicBezTo>
                <a:cubicBezTo>
                  <a:pt x="451552" y="99313"/>
                  <a:pt x="453784" y="102271"/>
                  <a:pt x="456840" y="104508"/>
                </a:cubicBezTo>
                <a:cubicBezTo>
                  <a:pt x="459896" y="106744"/>
                  <a:pt x="463911" y="107862"/>
                  <a:pt x="468885" y="107862"/>
                </a:cubicBezTo>
                <a:cubicBezTo>
                  <a:pt x="474038" y="107862"/>
                  <a:pt x="478173" y="106705"/>
                  <a:pt x="481289" y="104390"/>
                </a:cubicBezTo>
                <a:cubicBezTo>
                  <a:pt x="484405" y="102076"/>
                  <a:pt x="485993" y="98634"/>
                  <a:pt x="486053" y="94065"/>
                </a:cubicBezTo>
                <a:lnTo>
                  <a:pt x="509513" y="94065"/>
                </a:lnTo>
                <a:cubicBezTo>
                  <a:pt x="509213" y="100986"/>
                  <a:pt x="507341" y="106754"/>
                  <a:pt x="503895" y="111368"/>
                </a:cubicBezTo>
                <a:cubicBezTo>
                  <a:pt x="500449" y="115982"/>
                  <a:pt x="495745" y="119427"/>
                  <a:pt x="489783" y="121705"/>
                </a:cubicBezTo>
                <a:cubicBezTo>
                  <a:pt x="483821" y="123982"/>
                  <a:pt x="476855" y="125120"/>
                  <a:pt x="468885" y="125120"/>
                </a:cubicBezTo>
                <a:moveTo>
                  <a:pt x="448121" y="68672"/>
                </a:moveTo>
                <a:lnTo>
                  <a:pt x="486143" y="68672"/>
                </a:lnTo>
                <a:cubicBezTo>
                  <a:pt x="485963" y="62380"/>
                  <a:pt x="484150" y="57676"/>
                  <a:pt x="480705" y="54560"/>
                </a:cubicBezTo>
                <a:cubicBezTo>
                  <a:pt x="477259" y="51444"/>
                  <a:pt x="472840" y="49886"/>
                  <a:pt x="467447" y="49886"/>
                </a:cubicBezTo>
                <a:cubicBezTo>
                  <a:pt x="461934" y="49886"/>
                  <a:pt x="457424" y="51490"/>
                  <a:pt x="453919" y="54698"/>
                </a:cubicBezTo>
                <a:cubicBezTo>
                  <a:pt x="450413" y="57906"/>
                  <a:pt x="448481" y="62564"/>
                  <a:pt x="448121" y="68672"/>
                </a:cubicBezTo>
                <a:close/>
                <a:moveTo>
                  <a:pt x="561815" y="125120"/>
                </a:moveTo>
                <a:cubicBezTo>
                  <a:pt x="555224" y="125120"/>
                  <a:pt x="549306" y="123453"/>
                  <a:pt x="544063" y="120118"/>
                </a:cubicBezTo>
                <a:cubicBezTo>
                  <a:pt x="538820" y="116782"/>
                  <a:pt x="534685" y="111674"/>
                  <a:pt x="531659" y="104792"/>
                </a:cubicBezTo>
                <a:cubicBezTo>
                  <a:pt x="528633" y="97910"/>
                  <a:pt x="527119" y="89163"/>
                  <a:pt x="527119" y="78551"/>
                </a:cubicBezTo>
                <a:cubicBezTo>
                  <a:pt x="527119" y="68304"/>
                  <a:pt x="528752" y="59846"/>
                  <a:pt x="532018" y="53176"/>
                </a:cubicBezTo>
                <a:cubicBezTo>
                  <a:pt x="535284" y="46505"/>
                  <a:pt x="539703" y="41534"/>
                  <a:pt x="545276" y="38260"/>
                </a:cubicBezTo>
                <a:cubicBezTo>
                  <a:pt x="550849" y="34985"/>
                  <a:pt x="557111" y="33347"/>
                  <a:pt x="564062" y="33347"/>
                </a:cubicBezTo>
                <a:cubicBezTo>
                  <a:pt x="570174" y="33347"/>
                  <a:pt x="575418" y="34606"/>
                  <a:pt x="579792" y="37123"/>
                </a:cubicBezTo>
                <a:cubicBezTo>
                  <a:pt x="584167" y="39639"/>
                  <a:pt x="587642" y="42935"/>
                  <a:pt x="590219" y="47010"/>
                </a:cubicBezTo>
                <a:lnTo>
                  <a:pt x="590219" y="2517"/>
                </a:lnTo>
                <a:lnTo>
                  <a:pt x="614038" y="2517"/>
                </a:lnTo>
                <a:lnTo>
                  <a:pt x="614038" y="123502"/>
                </a:lnTo>
                <a:lnTo>
                  <a:pt x="591208" y="123502"/>
                </a:lnTo>
                <a:lnTo>
                  <a:pt x="590219" y="111098"/>
                </a:lnTo>
                <a:cubicBezTo>
                  <a:pt x="587103" y="115413"/>
                  <a:pt x="583238" y="118828"/>
                  <a:pt x="578624" y="121345"/>
                </a:cubicBezTo>
                <a:cubicBezTo>
                  <a:pt x="574010" y="123862"/>
                  <a:pt x="568407" y="125120"/>
                  <a:pt x="561815" y="125120"/>
                </a:cubicBezTo>
                <a:moveTo>
                  <a:pt x="568826" y="106963"/>
                </a:moveTo>
                <a:cubicBezTo>
                  <a:pt x="573860" y="106963"/>
                  <a:pt x="578204" y="105527"/>
                  <a:pt x="581860" y="102655"/>
                </a:cubicBezTo>
                <a:cubicBezTo>
                  <a:pt x="585515" y="99782"/>
                  <a:pt x="588301" y="96422"/>
                  <a:pt x="590219" y="92573"/>
                </a:cubicBezTo>
                <a:lnTo>
                  <a:pt x="590219" y="66448"/>
                </a:lnTo>
                <a:cubicBezTo>
                  <a:pt x="588361" y="62414"/>
                  <a:pt x="585755" y="58900"/>
                  <a:pt x="582399" y="55906"/>
                </a:cubicBezTo>
                <a:cubicBezTo>
                  <a:pt x="579043" y="52911"/>
                  <a:pt x="574908" y="51414"/>
                  <a:pt x="569995" y="51414"/>
                </a:cubicBezTo>
                <a:cubicBezTo>
                  <a:pt x="564122" y="51414"/>
                  <a:pt x="559568" y="53736"/>
                  <a:pt x="556332" y="58380"/>
                </a:cubicBezTo>
                <a:cubicBezTo>
                  <a:pt x="553096" y="63025"/>
                  <a:pt x="551478" y="69747"/>
                  <a:pt x="551478" y="78548"/>
                </a:cubicBezTo>
                <a:cubicBezTo>
                  <a:pt x="551478" y="88204"/>
                  <a:pt x="553021" y="95353"/>
                  <a:pt x="556107" y="99997"/>
                </a:cubicBezTo>
                <a:cubicBezTo>
                  <a:pt x="559194" y="104641"/>
                  <a:pt x="563433" y="106963"/>
                  <a:pt x="568826" y="10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d07affe3a4f2a"/>
          <a:stretch xmlns:a="http://schemas.openxmlformats.org/drawingml/2006/main"/>
        </p:blipFill>
        <p:spPr>
          <a:xfrm xmlns:a="http://schemas.openxmlformats.org/drawingml/2006/main">
            <a:off x="644201" y="3838100"/>
            <a:ext cx="2070943" cy="1135310"/>
          </a:xfrm>
          <a:prstGeom xmlns:a="http://schemas.openxmlformats.org/drawingml/2006/main" prst="rect">
            <a:avLst/>
          </a:prstGeom>
        </p:spPr>
      </p:pic>
      <p:sp>
        <p:nvSpPr>
          <p:cNvPr id="41" name="Text Ramdisk">
            <a:extLst xmlns:a="http://schemas.openxmlformats.org/drawingml/2006/main">
              <a:ext uri="{FF2B5EF4-FFF2-40B4-BE49-F238E27FC236}">
                <a16:creationId xmlns:a16="http://schemas.microsoft.com/office/drawing/2014/main" id="{6E97B653-03C2-400C-AFD0-935037E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59" y="5143156"/>
            <a:ext cx="723536" cy="125120"/>
          </a:xfrm>
          <a:custGeom xmlns:a="http://schemas.openxmlformats.org/drawingml/2006/main">
            <a:pathLst>
              <a:path w="723536" h="125120">
                <a:moveTo>
                  <a:pt x="505187" y="23138"/>
                </a:moveTo>
                <a:lnTo>
                  <a:pt x="505696" y="23098"/>
                </a:lnTo>
                <a:lnTo>
                  <a:pt x="506194" y="23046"/>
                </a:lnTo>
                <a:lnTo>
                  <a:pt x="506682" y="22983"/>
                </a:lnTo>
                <a:lnTo>
                  <a:pt x="507158" y="22907"/>
                </a:lnTo>
                <a:lnTo>
                  <a:pt x="507624" y="22821"/>
                </a:lnTo>
                <a:lnTo>
                  <a:pt x="508080" y="22723"/>
                </a:lnTo>
                <a:lnTo>
                  <a:pt x="508524" y="22613"/>
                </a:lnTo>
                <a:lnTo>
                  <a:pt x="508958" y="22492"/>
                </a:lnTo>
                <a:lnTo>
                  <a:pt x="509381" y="22359"/>
                </a:lnTo>
                <a:lnTo>
                  <a:pt x="509793" y="22215"/>
                </a:lnTo>
                <a:lnTo>
                  <a:pt x="510195" y="22059"/>
                </a:lnTo>
                <a:lnTo>
                  <a:pt x="510585" y="21891"/>
                </a:lnTo>
                <a:lnTo>
                  <a:pt x="510965" y="21712"/>
                </a:lnTo>
                <a:lnTo>
                  <a:pt x="511334" y="21522"/>
                </a:lnTo>
                <a:lnTo>
                  <a:pt x="511693" y="21320"/>
                </a:lnTo>
                <a:lnTo>
                  <a:pt x="512040" y="21106"/>
                </a:lnTo>
                <a:lnTo>
                  <a:pt x="512377" y="20881"/>
                </a:lnTo>
                <a:lnTo>
                  <a:pt x="512703" y="20644"/>
                </a:lnTo>
                <a:lnTo>
                  <a:pt x="513019" y="20396"/>
                </a:lnTo>
                <a:lnTo>
                  <a:pt x="513323" y="20136"/>
                </a:lnTo>
                <a:lnTo>
                  <a:pt x="513617" y="19865"/>
                </a:lnTo>
                <a:lnTo>
                  <a:pt x="513899" y="19585"/>
                </a:lnTo>
                <a:lnTo>
                  <a:pt x="514170" y="19299"/>
                </a:lnTo>
                <a:lnTo>
                  <a:pt x="514428" y="19008"/>
                </a:lnTo>
                <a:lnTo>
                  <a:pt x="514674" y="18711"/>
                </a:lnTo>
                <a:lnTo>
                  <a:pt x="514909" y="18409"/>
                </a:lnTo>
                <a:lnTo>
                  <a:pt x="515131" y="18101"/>
                </a:lnTo>
                <a:lnTo>
                  <a:pt x="515341" y="17787"/>
                </a:lnTo>
                <a:lnTo>
                  <a:pt x="515539" y="17468"/>
                </a:lnTo>
                <a:lnTo>
                  <a:pt x="515726" y="17143"/>
                </a:lnTo>
                <a:lnTo>
                  <a:pt x="515900" y="16812"/>
                </a:lnTo>
                <a:lnTo>
                  <a:pt x="516062" y="16476"/>
                </a:lnTo>
                <a:lnTo>
                  <a:pt x="516212" y="16134"/>
                </a:lnTo>
                <a:lnTo>
                  <a:pt x="516350" y="15787"/>
                </a:lnTo>
                <a:lnTo>
                  <a:pt x="516477" y="15434"/>
                </a:lnTo>
                <a:lnTo>
                  <a:pt x="516591" y="15075"/>
                </a:lnTo>
                <a:lnTo>
                  <a:pt x="516693" y="14711"/>
                </a:lnTo>
                <a:lnTo>
                  <a:pt x="516783" y="14341"/>
                </a:lnTo>
                <a:lnTo>
                  <a:pt x="516861" y="13966"/>
                </a:lnTo>
                <a:lnTo>
                  <a:pt x="516927" y="13585"/>
                </a:lnTo>
                <a:lnTo>
                  <a:pt x="516981" y="13198"/>
                </a:lnTo>
                <a:lnTo>
                  <a:pt x="517023" y="12806"/>
                </a:lnTo>
                <a:lnTo>
                  <a:pt x="517053" y="12408"/>
                </a:lnTo>
                <a:lnTo>
                  <a:pt x="517071" y="12004"/>
                </a:lnTo>
                <a:lnTo>
                  <a:pt x="517077" y="11595"/>
                </a:lnTo>
                <a:lnTo>
                  <a:pt x="517071" y="11179"/>
                </a:lnTo>
                <a:lnTo>
                  <a:pt x="517053" y="10768"/>
                </a:lnTo>
                <a:lnTo>
                  <a:pt x="517023" y="10364"/>
                </a:lnTo>
                <a:lnTo>
                  <a:pt x="516981" y="9966"/>
                </a:lnTo>
                <a:lnTo>
                  <a:pt x="516927" y="9574"/>
                </a:lnTo>
                <a:lnTo>
                  <a:pt x="516861" y="9188"/>
                </a:lnTo>
                <a:lnTo>
                  <a:pt x="516783" y="8808"/>
                </a:lnTo>
                <a:lnTo>
                  <a:pt x="516693" y="8434"/>
                </a:lnTo>
                <a:lnTo>
                  <a:pt x="516591" y="8066"/>
                </a:lnTo>
                <a:lnTo>
                  <a:pt x="516477" y="7705"/>
                </a:lnTo>
                <a:lnTo>
                  <a:pt x="516350" y="7349"/>
                </a:lnTo>
                <a:lnTo>
                  <a:pt x="516212" y="7000"/>
                </a:lnTo>
                <a:lnTo>
                  <a:pt x="516062" y="6656"/>
                </a:lnTo>
                <a:lnTo>
                  <a:pt x="515900" y="6319"/>
                </a:lnTo>
                <a:lnTo>
                  <a:pt x="515726" y="5988"/>
                </a:lnTo>
                <a:lnTo>
                  <a:pt x="515539" y="5663"/>
                </a:lnTo>
                <a:lnTo>
                  <a:pt x="515341" y="5344"/>
                </a:lnTo>
                <a:lnTo>
                  <a:pt x="515131" y="5031"/>
                </a:lnTo>
                <a:lnTo>
                  <a:pt x="514909" y="4724"/>
                </a:lnTo>
                <a:lnTo>
                  <a:pt x="514674" y="4423"/>
                </a:lnTo>
                <a:lnTo>
                  <a:pt x="514428" y="4128"/>
                </a:lnTo>
                <a:lnTo>
                  <a:pt x="514170" y="3840"/>
                </a:lnTo>
                <a:lnTo>
                  <a:pt x="513899" y="3557"/>
                </a:lnTo>
                <a:lnTo>
                  <a:pt x="513617" y="3281"/>
                </a:lnTo>
                <a:lnTo>
                  <a:pt x="513323" y="3013"/>
                </a:lnTo>
                <a:lnTo>
                  <a:pt x="513019" y="2757"/>
                </a:lnTo>
                <a:lnTo>
                  <a:pt x="512703" y="2512"/>
                </a:lnTo>
                <a:lnTo>
                  <a:pt x="512377" y="2278"/>
                </a:lnTo>
                <a:lnTo>
                  <a:pt x="512040" y="2056"/>
                </a:lnTo>
                <a:lnTo>
                  <a:pt x="511693" y="1845"/>
                </a:lnTo>
                <a:lnTo>
                  <a:pt x="511334" y="1646"/>
                </a:lnTo>
                <a:lnTo>
                  <a:pt x="510965" y="1458"/>
                </a:lnTo>
                <a:lnTo>
                  <a:pt x="510585" y="1282"/>
                </a:lnTo>
                <a:lnTo>
                  <a:pt x="510195" y="1116"/>
                </a:lnTo>
                <a:lnTo>
                  <a:pt x="509793" y="963"/>
                </a:lnTo>
                <a:lnTo>
                  <a:pt x="509381" y="820"/>
                </a:lnTo>
                <a:lnTo>
                  <a:pt x="508958" y="689"/>
                </a:lnTo>
                <a:lnTo>
                  <a:pt x="508524" y="570"/>
                </a:lnTo>
                <a:lnTo>
                  <a:pt x="508080" y="461"/>
                </a:lnTo>
                <a:lnTo>
                  <a:pt x="507624" y="365"/>
                </a:lnTo>
                <a:lnTo>
                  <a:pt x="507158" y="279"/>
                </a:lnTo>
                <a:lnTo>
                  <a:pt x="506682" y="205"/>
                </a:lnTo>
                <a:lnTo>
                  <a:pt x="506194" y="142"/>
                </a:lnTo>
                <a:lnTo>
                  <a:pt x="505696" y="91"/>
                </a:lnTo>
                <a:lnTo>
                  <a:pt x="505187" y="51"/>
                </a:lnTo>
                <a:lnTo>
                  <a:pt x="504667" y="23"/>
                </a:lnTo>
                <a:lnTo>
                  <a:pt x="504136" y="6"/>
                </a:lnTo>
                <a:lnTo>
                  <a:pt x="503595" y="0"/>
                </a:lnTo>
                <a:lnTo>
                  <a:pt x="503053" y="6"/>
                </a:lnTo>
                <a:lnTo>
                  <a:pt x="502523" y="23"/>
                </a:lnTo>
                <a:lnTo>
                  <a:pt x="502003" y="51"/>
                </a:lnTo>
                <a:lnTo>
                  <a:pt x="501494" y="91"/>
                </a:lnTo>
                <a:lnTo>
                  <a:pt x="500995" y="142"/>
                </a:lnTo>
                <a:lnTo>
                  <a:pt x="500508" y="205"/>
                </a:lnTo>
                <a:lnTo>
                  <a:pt x="500031" y="279"/>
                </a:lnTo>
                <a:lnTo>
                  <a:pt x="499565" y="365"/>
                </a:lnTo>
                <a:lnTo>
                  <a:pt x="499109" y="461"/>
                </a:lnTo>
                <a:lnTo>
                  <a:pt x="498665" y="570"/>
                </a:lnTo>
                <a:lnTo>
                  <a:pt x="498231" y="689"/>
                </a:lnTo>
                <a:lnTo>
                  <a:pt x="497808" y="820"/>
                </a:lnTo>
                <a:lnTo>
                  <a:pt x="497396" y="963"/>
                </a:lnTo>
                <a:lnTo>
                  <a:pt x="496995" y="1116"/>
                </a:lnTo>
                <a:lnTo>
                  <a:pt x="496604" y="1282"/>
                </a:lnTo>
                <a:lnTo>
                  <a:pt x="496224" y="1458"/>
                </a:lnTo>
                <a:lnTo>
                  <a:pt x="495855" y="1646"/>
                </a:lnTo>
                <a:lnTo>
                  <a:pt x="495497" y="1845"/>
                </a:lnTo>
                <a:lnTo>
                  <a:pt x="495149" y="2056"/>
                </a:lnTo>
                <a:lnTo>
                  <a:pt x="494812" y="2278"/>
                </a:lnTo>
                <a:lnTo>
                  <a:pt x="494486" y="2512"/>
                </a:lnTo>
                <a:lnTo>
                  <a:pt x="494171" y="2757"/>
                </a:lnTo>
                <a:lnTo>
                  <a:pt x="493866" y="3013"/>
                </a:lnTo>
                <a:lnTo>
                  <a:pt x="493572" y="3281"/>
                </a:lnTo>
                <a:lnTo>
                  <a:pt x="493290" y="3557"/>
                </a:lnTo>
                <a:lnTo>
                  <a:pt x="493020" y="3840"/>
                </a:lnTo>
                <a:lnTo>
                  <a:pt x="492761" y="4128"/>
                </a:lnTo>
                <a:lnTo>
                  <a:pt x="492515" y="4423"/>
                </a:lnTo>
                <a:lnTo>
                  <a:pt x="492281" y="4724"/>
                </a:lnTo>
                <a:lnTo>
                  <a:pt x="492058" y="5031"/>
                </a:lnTo>
                <a:lnTo>
                  <a:pt x="491848" y="5344"/>
                </a:lnTo>
                <a:lnTo>
                  <a:pt x="491650" y="5663"/>
                </a:lnTo>
                <a:lnTo>
                  <a:pt x="491464" y="5988"/>
                </a:lnTo>
                <a:lnTo>
                  <a:pt x="491289" y="6319"/>
                </a:lnTo>
                <a:lnTo>
                  <a:pt x="491127" y="6656"/>
                </a:lnTo>
                <a:lnTo>
                  <a:pt x="490977" y="7000"/>
                </a:lnTo>
                <a:lnTo>
                  <a:pt x="490839" y="7349"/>
                </a:lnTo>
                <a:lnTo>
                  <a:pt x="490713" y="7705"/>
                </a:lnTo>
                <a:lnTo>
                  <a:pt x="490598" y="8066"/>
                </a:lnTo>
                <a:lnTo>
                  <a:pt x="490496" y="8434"/>
                </a:lnTo>
                <a:lnTo>
                  <a:pt x="490406" y="8808"/>
                </a:lnTo>
                <a:lnTo>
                  <a:pt x="490328" y="9188"/>
                </a:lnTo>
                <a:lnTo>
                  <a:pt x="490262" y="9574"/>
                </a:lnTo>
                <a:lnTo>
                  <a:pt x="490208" y="9966"/>
                </a:lnTo>
                <a:lnTo>
                  <a:pt x="490166" y="10364"/>
                </a:lnTo>
                <a:lnTo>
                  <a:pt x="490136" y="10768"/>
                </a:lnTo>
                <a:lnTo>
                  <a:pt x="490118" y="11179"/>
                </a:lnTo>
                <a:lnTo>
                  <a:pt x="490112" y="11595"/>
                </a:lnTo>
                <a:lnTo>
                  <a:pt x="490118" y="12004"/>
                </a:lnTo>
                <a:lnTo>
                  <a:pt x="490136" y="12408"/>
                </a:lnTo>
                <a:lnTo>
                  <a:pt x="490166" y="12806"/>
                </a:lnTo>
                <a:lnTo>
                  <a:pt x="490208" y="13198"/>
                </a:lnTo>
                <a:lnTo>
                  <a:pt x="490262" y="13585"/>
                </a:lnTo>
                <a:lnTo>
                  <a:pt x="490328" y="13966"/>
                </a:lnTo>
                <a:lnTo>
                  <a:pt x="490406" y="14341"/>
                </a:lnTo>
                <a:lnTo>
                  <a:pt x="490496" y="14711"/>
                </a:lnTo>
                <a:lnTo>
                  <a:pt x="490598" y="15075"/>
                </a:lnTo>
                <a:lnTo>
                  <a:pt x="490713" y="15434"/>
                </a:lnTo>
                <a:lnTo>
                  <a:pt x="490839" y="15787"/>
                </a:lnTo>
                <a:lnTo>
                  <a:pt x="490977" y="16134"/>
                </a:lnTo>
                <a:lnTo>
                  <a:pt x="491127" y="16476"/>
                </a:lnTo>
                <a:lnTo>
                  <a:pt x="491289" y="16812"/>
                </a:lnTo>
                <a:lnTo>
                  <a:pt x="491464" y="17143"/>
                </a:lnTo>
                <a:lnTo>
                  <a:pt x="491650" y="17468"/>
                </a:lnTo>
                <a:lnTo>
                  <a:pt x="491848" y="17787"/>
                </a:lnTo>
                <a:lnTo>
                  <a:pt x="492058" y="18101"/>
                </a:lnTo>
                <a:lnTo>
                  <a:pt x="492281" y="18409"/>
                </a:lnTo>
                <a:lnTo>
                  <a:pt x="492515" y="18711"/>
                </a:lnTo>
                <a:lnTo>
                  <a:pt x="492761" y="19008"/>
                </a:lnTo>
                <a:lnTo>
                  <a:pt x="493020" y="19299"/>
                </a:lnTo>
                <a:lnTo>
                  <a:pt x="493290" y="19585"/>
                </a:lnTo>
                <a:lnTo>
                  <a:pt x="493572" y="19865"/>
                </a:lnTo>
                <a:lnTo>
                  <a:pt x="493866" y="20136"/>
                </a:lnTo>
                <a:lnTo>
                  <a:pt x="494171" y="20396"/>
                </a:lnTo>
                <a:lnTo>
                  <a:pt x="494486" y="20644"/>
                </a:lnTo>
                <a:lnTo>
                  <a:pt x="494812" y="20881"/>
                </a:lnTo>
                <a:lnTo>
                  <a:pt x="495149" y="21106"/>
                </a:lnTo>
                <a:lnTo>
                  <a:pt x="495497" y="21320"/>
                </a:lnTo>
                <a:lnTo>
                  <a:pt x="495855" y="21522"/>
                </a:lnTo>
                <a:lnTo>
                  <a:pt x="496224" y="21712"/>
                </a:lnTo>
                <a:lnTo>
                  <a:pt x="496604" y="21891"/>
                </a:lnTo>
                <a:lnTo>
                  <a:pt x="496995" y="22059"/>
                </a:lnTo>
                <a:lnTo>
                  <a:pt x="497396" y="22215"/>
                </a:lnTo>
                <a:lnTo>
                  <a:pt x="497808" y="22359"/>
                </a:lnTo>
                <a:lnTo>
                  <a:pt x="498231" y="22492"/>
                </a:lnTo>
                <a:lnTo>
                  <a:pt x="498665" y="22613"/>
                </a:lnTo>
                <a:lnTo>
                  <a:pt x="499109" y="22723"/>
                </a:lnTo>
                <a:lnTo>
                  <a:pt x="499565" y="22821"/>
                </a:lnTo>
                <a:lnTo>
                  <a:pt x="500031" y="22907"/>
                </a:lnTo>
                <a:lnTo>
                  <a:pt x="500508" y="22983"/>
                </a:lnTo>
                <a:lnTo>
                  <a:pt x="500995" y="23046"/>
                </a:lnTo>
                <a:lnTo>
                  <a:pt x="501494" y="23098"/>
                </a:lnTo>
                <a:lnTo>
                  <a:pt x="502003" y="23138"/>
                </a:lnTo>
                <a:lnTo>
                  <a:pt x="502523" y="23167"/>
                </a:lnTo>
                <a:lnTo>
                  <a:pt x="503053" y="23185"/>
                </a:lnTo>
                <a:lnTo>
                  <a:pt x="503595" y="23190"/>
                </a:lnTo>
                <a:lnTo>
                  <a:pt x="504136" y="23185"/>
                </a:lnTo>
                <a:lnTo>
                  <a:pt x="504667" y="23167"/>
                </a:lnTo>
                <a:lnTo>
                  <a:pt x="505187" y="23138"/>
                </a:lnTo>
                <a:close/>
                <a:moveTo>
                  <a:pt x="44943" y="77122"/>
                </a:moveTo>
                <a:lnTo>
                  <a:pt x="45522" y="77126"/>
                </a:lnTo>
                <a:lnTo>
                  <a:pt x="46090" y="77139"/>
                </a:lnTo>
                <a:lnTo>
                  <a:pt x="46648" y="77160"/>
                </a:lnTo>
                <a:lnTo>
                  <a:pt x="47196" y="77190"/>
                </a:lnTo>
                <a:lnTo>
                  <a:pt x="47733" y="77229"/>
                </a:lnTo>
                <a:lnTo>
                  <a:pt x="48260" y="77276"/>
                </a:lnTo>
                <a:lnTo>
                  <a:pt x="48776" y="77332"/>
                </a:lnTo>
                <a:lnTo>
                  <a:pt x="49282" y="77397"/>
                </a:lnTo>
                <a:lnTo>
                  <a:pt x="49777" y="77470"/>
                </a:lnTo>
                <a:lnTo>
                  <a:pt x="50262" y="77552"/>
                </a:lnTo>
                <a:lnTo>
                  <a:pt x="50737" y="77642"/>
                </a:lnTo>
                <a:lnTo>
                  <a:pt x="51201" y="77741"/>
                </a:lnTo>
                <a:lnTo>
                  <a:pt x="51654" y="77848"/>
                </a:lnTo>
                <a:lnTo>
                  <a:pt x="52098" y="77965"/>
                </a:lnTo>
                <a:lnTo>
                  <a:pt x="52530" y="78089"/>
                </a:lnTo>
                <a:lnTo>
                  <a:pt x="52952" y="78223"/>
                </a:lnTo>
                <a:lnTo>
                  <a:pt x="53364" y="78365"/>
                </a:lnTo>
                <a:lnTo>
                  <a:pt x="53765" y="78515"/>
                </a:lnTo>
                <a:lnTo>
                  <a:pt x="54156" y="78674"/>
                </a:lnTo>
                <a:lnTo>
                  <a:pt x="54537" y="78842"/>
                </a:lnTo>
                <a:lnTo>
                  <a:pt x="54907" y="79018"/>
                </a:lnTo>
                <a:lnTo>
                  <a:pt x="55266" y="79203"/>
                </a:lnTo>
                <a:lnTo>
                  <a:pt x="55615" y="79397"/>
                </a:lnTo>
                <a:lnTo>
                  <a:pt x="55954" y="79599"/>
                </a:lnTo>
                <a:lnTo>
                  <a:pt x="56284" y="79810"/>
                </a:lnTo>
                <a:lnTo>
                  <a:pt x="56609" y="80029"/>
                </a:lnTo>
                <a:lnTo>
                  <a:pt x="56928" y="80258"/>
                </a:lnTo>
                <a:lnTo>
                  <a:pt x="57241" y="80495"/>
                </a:lnTo>
                <a:lnTo>
                  <a:pt x="57548" y="80742"/>
                </a:lnTo>
                <a:lnTo>
                  <a:pt x="57850" y="80997"/>
                </a:lnTo>
                <a:lnTo>
                  <a:pt x="58145" y="81261"/>
                </a:lnTo>
                <a:lnTo>
                  <a:pt x="58435" y="81534"/>
                </a:lnTo>
                <a:lnTo>
                  <a:pt x="58720" y="81816"/>
                </a:lnTo>
                <a:lnTo>
                  <a:pt x="58998" y="82107"/>
                </a:lnTo>
                <a:lnTo>
                  <a:pt x="59271" y="82407"/>
                </a:lnTo>
                <a:lnTo>
                  <a:pt x="59538" y="82716"/>
                </a:lnTo>
                <a:lnTo>
                  <a:pt x="59799" y="83034"/>
                </a:lnTo>
                <a:lnTo>
                  <a:pt x="60054" y="83361"/>
                </a:lnTo>
                <a:lnTo>
                  <a:pt x="60304" y="83696"/>
                </a:lnTo>
                <a:lnTo>
                  <a:pt x="60548" y="84041"/>
                </a:lnTo>
                <a:lnTo>
                  <a:pt x="60786" y="84394"/>
                </a:lnTo>
                <a:lnTo>
                  <a:pt x="61018" y="84757"/>
                </a:lnTo>
                <a:lnTo>
                  <a:pt x="61245" y="85128"/>
                </a:lnTo>
                <a:lnTo>
                  <a:pt x="61465" y="85508"/>
                </a:lnTo>
                <a:lnTo>
                  <a:pt x="61680" y="85897"/>
                </a:lnTo>
                <a:lnTo>
                  <a:pt x="61889" y="86295"/>
                </a:lnTo>
                <a:lnTo>
                  <a:pt x="62093" y="86702"/>
                </a:lnTo>
                <a:lnTo>
                  <a:pt x="62290" y="87118"/>
                </a:lnTo>
                <a:lnTo>
                  <a:pt x="62484" y="87544"/>
                </a:lnTo>
                <a:lnTo>
                  <a:pt x="62676" y="87979"/>
                </a:lnTo>
                <a:lnTo>
                  <a:pt x="62866" y="88424"/>
                </a:lnTo>
                <a:lnTo>
                  <a:pt x="63054" y="88879"/>
                </a:lnTo>
                <a:lnTo>
                  <a:pt x="63241" y="89344"/>
                </a:lnTo>
                <a:lnTo>
                  <a:pt x="63425" y="89820"/>
                </a:lnTo>
                <a:lnTo>
                  <a:pt x="63608" y="90305"/>
                </a:lnTo>
                <a:lnTo>
                  <a:pt x="63789" y="90800"/>
                </a:lnTo>
                <a:lnTo>
                  <a:pt x="63967" y="91306"/>
                </a:lnTo>
                <a:lnTo>
                  <a:pt x="64144" y="91821"/>
                </a:lnTo>
                <a:lnTo>
                  <a:pt x="64319" y="92346"/>
                </a:lnTo>
                <a:lnTo>
                  <a:pt x="64493" y="92882"/>
                </a:lnTo>
                <a:lnTo>
                  <a:pt x="64664" y="93427"/>
                </a:lnTo>
                <a:lnTo>
                  <a:pt x="64833" y="93982"/>
                </a:lnTo>
                <a:lnTo>
                  <a:pt x="65001" y="94548"/>
                </a:lnTo>
                <a:lnTo>
                  <a:pt x="65167" y="95123"/>
                </a:lnTo>
                <a:lnTo>
                  <a:pt x="65331" y="95709"/>
                </a:lnTo>
                <a:lnTo>
                  <a:pt x="65493" y="96304"/>
                </a:lnTo>
                <a:lnTo>
                  <a:pt x="65653" y="96910"/>
                </a:lnTo>
                <a:lnTo>
                  <a:pt x="65811" y="97525"/>
                </a:lnTo>
                <a:lnTo>
                  <a:pt x="65967" y="98151"/>
                </a:lnTo>
                <a:lnTo>
                  <a:pt x="66122" y="98786"/>
                </a:lnTo>
                <a:lnTo>
                  <a:pt x="66274" y="99432"/>
                </a:lnTo>
                <a:lnTo>
                  <a:pt x="66425" y="100087"/>
                </a:lnTo>
                <a:lnTo>
                  <a:pt x="72088" y="123502"/>
                </a:lnTo>
                <a:lnTo>
                  <a:pt x="98514" y="123502"/>
                </a:lnTo>
                <a:lnTo>
                  <a:pt x="90514" y="95054"/>
                </a:lnTo>
                <a:lnTo>
                  <a:pt x="90319" y="94346"/>
                </a:lnTo>
                <a:lnTo>
                  <a:pt x="90121" y="93647"/>
                </a:lnTo>
                <a:lnTo>
                  <a:pt x="89922" y="92958"/>
                </a:lnTo>
                <a:lnTo>
                  <a:pt x="89722" y="92278"/>
                </a:lnTo>
                <a:lnTo>
                  <a:pt x="89519" y="91607"/>
                </a:lnTo>
                <a:lnTo>
                  <a:pt x="89315" y="90946"/>
                </a:lnTo>
                <a:lnTo>
                  <a:pt x="89109" y="90294"/>
                </a:lnTo>
                <a:lnTo>
                  <a:pt x="88901" y="89652"/>
                </a:lnTo>
                <a:lnTo>
                  <a:pt x="88692" y="89019"/>
                </a:lnTo>
                <a:lnTo>
                  <a:pt x="88481" y="88395"/>
                </a:lnTo>
                <a:lnTo>
                  <a:pt x="88268" y="87781"/>
                </a:lnTo>
                <a:lnTo>
                  <a:pt x="88054" y="87176"/>
                </a:lnTo>
                <a:lnTo>
                  <a:pt x="87838" y="86581"/>
                </a:lnTo>
                <a:lnTo>
                  <a:pt x="87620" y="85994"/>
                </a:lnTo>
                <a:lnTo>
                  <a:pt x="87400" y="85418"/>
                </a:lnTo>
                <a:lnTo>
                  <a:pt x="87179" y="84850"/>
                </a:lnTo>
                <a:lnTo>
                  <a:pt x="86956" y="84292"/>
                </a:lnTo>
                <a:lnTo>
                  <a:pt x="86731" y="83744"/>
                </a:lnTo>
                <a:lnTo>
                  <a:pt x="86504" y="83205"/>
                </a:lnTo>
                <a:lnTo>
                  <a:pt x="86276" y="82675"/>
                </a:lnTo>
                <a:lnTo>
                  <a:pt x="86046" y="82154"/>
                </a:lnTo>
                <a:lnTo>
                  <a:pt x="85814" y="81643"/>
                </a:lnTo>
                <a:lnTo>
                  <a:pt x="85581" y="81142"/>
                </a:lnTo>
                <a:lnTo>
                  <a:pt x="85346" y="80650"/>
                </a:lnTo>
                <a:lnTo>
                  <a:pt x="85107" y="80166"/>
                </a:lnTo>
                <a:lnTo>
                  <a:pt x="84862" y="79691"/>
                </a:lnTo>
                <a:lnTo>
                  <a:pt x="84611" y="79224"/>
                </a:lnTo>
                <a:lnTo>
                  <a:pt x="84354" y="78765"/>
                </a:lnTo>
                <a:lnTo>
                  <a:pt x="84090" y="78315"/>
                </a:lnTo>
                <a:lnTo>
                  <a:pt x="83821" y="77873"/>
                </a:lnTo>
                <a:lnTo>
                  <a:pt x="83545" y="77439"/>
                </a:lnTo>
                <a:lnTo>
                  <a:pt x="83264" y="77014"/>
                </a:lnTo>
                <a:lnTo>
                  <a:pt x="82976" y="76597"/>
                </a:lnTo>
                <a:lnTo>
                  <a:pt x="82682" y="76188"/>
                </a:lnTo>
                <a:lnTo>
                  <a:pt x="82382" y="75787"/>
                </a:lnTo>
                <a:lnTo>
                  <a:pt x="82076" y="75395"/>
                </a:lnTo>
                <a:lnTo>
                  <a:pt x="81764" y="75011"/>
                </a:lnTo>
                <a:lnTo>
                  <a:pt x="81446" y="74635"/>
                </a:lnTo>
                <a:lnTo>
                  <a:pt x="81122" y="74267"/>
                </a:lnTo>
                <a:lnTo>
                  <a:pt x="80792" y="73908"/>
                </a:lnTo>
                <a:lnTo>
                  <a:pt x="80455" y="73557"/>
                </a:lnTo>
                <a:lnTo>
                  <a:pt x="80113" y="73214"/>
                </a:lnTo>
                <a:lnTo>
                  <a:pt x="79764" y="72880"/>
                </a:lnTo>
                <a:lnTo>
                  <a:pt x="79410" y="72554"/>
                </a:lnTo>
                <a:lnTo>
                  <a:pt x="79049" y="72236"/>
                </a:lnTo>
                <a:lnTo>
                  <a:pt x="78682" y="71927"/>
                </a:lnTo>
                <a:lnTo>
                  <a:pt x="78309" y="71625"/>
                </a:lnTo>
                <a:lnTo>
                  <a:pt x="77930" y="71332"/>
                </a:lnTo>
                <a:lnTo>
                  <a:pt x="77543" y="71047"/>
                </a:lnTo>
                <a:lnTo>
                  <a:pt x="77145" y="70771"/>
                </a:lnTo>
                <a:lnTo>
                  <a:pt x="76737" y="70502"/>
                </a:lnTo>
                <a:lnTo>
                  <a:pt x="76318" y="70241"/>
                </a:lnTo>
                <a:lnTo>
                  <a:pt x="75888" y="69988"/>
                </a:lnTo>
                <a:lnTo>
                  <a:pt x="75447" y="69743"/>
                </a:lnTo>
                <a:lnTo>
                  <a:pt x="74996" y="69506"/>
                </a:lnTo>
                <a:lnTo>
                  <a:pt x="74535" y="69277"/>
                </a:lnTo>
                <a:lnTo>
                  <a:pt x="74063" y="69055"/>
                </a:lnTo>
                <a:lnTo>
                  <a:pt x="73580" y="68842"/>
                </a:lnTo>
                <a:lnTo>
                  <a:pt x="73086" y="68637"/>
                </a:lnTo>
                <a:lnTo>
                  <a:pt x="72582" y="68440"/>
                </a:lnTo>
                <a:lnTo>
                  <a:pt x="72068" y="68251"/>
                </a:lnTo>
                <a:lnTo>
                  <a:pt x="71542" y="68069"/>
                </a:lnTo>
                <a:lnTo>
                  <a:pt x="71007" y="67896"/>
                </a:lnTo>
                <a:lnTo>
                  <a:pt x="70460" y="67731"/>
                </a:lnTo>
                <a:lnTo>
                  <a:pt x="69903" y="67573"/>
                </a:lnTo>
                <a:lnTo>
                  <a:pt x="69335" y="67424"/>
                </a:lnTo>
                <a:lnTo>
                  <a:pt x="68757" y="67282"/>
                </a:lnTo>
                <a:lnTo>
                  <a:pt x="68168" y="67149"/>
                </a:lnTo>
                <a:lnTo>
                  <a:pt x="67568" y="67024"/>
                </a:lnTo>
                <a:lnTo>
                  <a:pt x="66958" y="66906"/>
                </a:lnTo>
                <a:lnTo>
                  <a:pt x="66337" y="66796"/>
                </a:lnTo>
                <a:lnTo>
                  <a:pt x="65706" y="66695"/>
                </a:lnTo>
                <a:lnTo>
                  <a:pt x="66736" y="66403"/>
                </a:lnTo>
                <a:lnTo>
                  <a:pt x="67744" y="66095"/>
                </a:lnTo>
                <a:lnTo>
                  <a:pt x="68731" y="65771"/>
                </a:lnTo>
                <a:lnTo>
                  <a:pt x="69695" y="65431"/>
                </a:lnTo>
                <a:lnTo>
                  <a:pt x="70637" y="65075"/>
                </a:lnTo>
                <a:lnTo>
                  <a:pt x="71557" y="64704"/>
                </a:lnTo>
                <a:lnTo>
                  <a:pt x="72455" y="64316"/>
                </a:lnTo>
                <a:lnTo>
                  <a:pt x="73331" y="63913"/>
                </a:lnTo>
                <a:lnTo>
                  <a:pt x="74185" y="63493"/>
                </a:lnTo>
                <a:lnTo>
                  <a:pt x="75018" y="63058"/>
                </a:lnTo>
                <a:lnTo>
                  <a:pt x="75828" y="62607"/>
                </a:lnTo>
                <a:lnTo>
                  <a:pt x="76616" y="62140"/>
                </a:lnTo>
                <a:lnTo>
                  <a:pt x="77382" y="61657"/>
                </a:lnTo>
                <a:lnTo>
                  <a:pt x="78126" y="61158"/>
                </a:lnTo>
                <a:lnTo>
                  <a:pt x="78848" y="60644"/>
                </a:lnTo>
                <a:lnTo>
                  <a:pt x="79548" y="60113"/>
                </a:lnTo>
                <a:lnTo>
                  <a:pt x="80227" y="59567"/>
                </a:lnTo>
                <a:lnTo>
                  <a:pt x="80883" y="59004"/>
                </a:lnTo>
                <a:lnTo>
                  <a:pt x="81517" y="58426"/>
                </a:lnTo>
                <a:lnTo>
                  <a:pt x="82129" y="57832"/>
                </a:lnTo>
                <a:lnTo>
                  <a:pt x="82719" y="57222"/>
                </a:lnTo>
                <a:lnTo>
                  <a:pt x="83287" y="56596"/>
                </a:lnTo>
                <a:lnTo>
                  <a:pt x="83833" y="55954"/>
                </a:lnTo>
                <a:lnTo>
                  <a:pt x="84357" y="55296"/>
                </a:lnTo>
                <a:lnTo>
                  <a:pt x="84860" y="54624"/>
                </a:lnTo>
                <a:lnTo>
                  <a:pt x="85341" y="53941"/>
                </a:lnTo>
                <a:lnTo>
                  <a:pt x="85800" y="53244"/>
                </a:lnTo>
                <a:lnTo>
                  <a:pt x="86239" y="52536"/>
                </a:lnTo>
                <a:lnTo>
                  <a:pt x="86656" y="51816"/>
                </a:lnTo>
                <a:lnTo>
                  <a:pt x="87051" y="51083"/>
                </a:lnTo>
                <a:lnTo>
                  <a:pt x="87425" y="50338"/>
                </a:lnTo>
                <a:lnTo>
                  <a:pt x="87778" y="49581"/>
                </a:lnTo>
                <a:lnTo>
                  <a:pt x="88109" y="48812"/>
                </a:lnTo>
                <a:lnTo>
                  <a:pt x="88419" y="48031"/>
                </a:lnTo>
                <a:lnTo>
                  <a:pt x="88708" y="47238"/>
                </a:lnTo>
                <a:lnTo>
                  <a:pt x="88975" y="46432"/>
                </a:lnTo>
                <a:lnTo>
                  <a:pt x="89221" y="45614"/>
                </a:lnTo>
                <a:lnTo>
                  <a:pt x="89445" y="44784"/>
                </a:lnTo>
                <a:lnTo>
                  <a:pt x="89649" y="43942"/>
                </a:lnTo>
                <a:lnTo>
                  <a:pt x="89830" y="43088"/>
                </a:lnTo>
                <a:lnTo>
                  <a:pt x="89991" y="42222"/>
                </a:lnTo>
                <a:lnTo>
                  <a:pt x="90130" y="41343"/>
                </a:lnTo>
                <a:lnTo>
                  <a:pt x="90247" y="40452"/>
                </a:lnTo>
                <a:lnTo>
                  <a:pt x="90343" y="39550"/>
                </a:lnTo>
                <a:lnTo>
                  <a:pt x="90418" y="38635"/>
                </a:lnTo>
                <a:lnTo>
                  <a:pt x="90472" y="37707"/>
                </a:lnTo>
                <a:lnTo>
                  <a:pt x="90504" y="36768"/>
                </a:lnTo>
                <a:lnTo>
                  <a:pt x="90514" y="35816"/>
                </a:lnTo>
                <a:lnTo>
                  <a:pt x="90505" y="34815"/>
                </a:lnTo>
                <a:lnTo>
                  <a:pt x="90477" y="33830"/>
                </a:lnTo>
                <a:lnTo>
                  <a:pt x="90431" y="32862"/>
                </a:lnTo>
                <a:lnTo>
                  <a:pt x="90366" y="31911"/>
                </a:lnTo>
                <a:lnTo>
                  <a:pt x="90282" y="30976"/>
                </a:lnTo>
                <a:lnTo>
                  <a:pt x="90180" y="30058"/>
                </a:lnTo>
                <a:lnTo>
                  <a:pt x="90059" y="29156"/>
                </a:lnTo>
                <a:lnTo>
                  <a:pt x="89920" y="28272"/>
                </a:lnTo>
                <a:lnTo>
                  <a:pt x="89762" y="27404"/>
                </a:lnTo>
                <a:lnTo>
                  <a:pt x="89586" y="26552"/>
                </a:lnTo>
                <a:lnTo>
                  <a:pt x="89391" y="25718"/>
                </a:lnTo>
                <a:lnTo>
                  <a:pt x="89177" y="24900"/>
                </a:lnTo>
                <a:lnTo>
                  <a:pt x="88945" y="24098"/>
                </a:lnTo>
                <a:lnTo>
                  <a:pt x="88695" y="23314"/>
                </a:lnTo>
                <a:lnTo>
                  <a:pt x="88425" y="22546"/>
                </a:lnTo>
                <a:lnTo>
                  <a:pt x="88137" y="21794"/>
                </a:lnTo>
                <a:lnTo>
                  <a:pt x="87831" y="21060"/>
                </a:lnTo>
                <a:lnTo>
                  <a:pt x="87506" y="20342"/>
                </a:lnTo>
                <a:lnTo>
                  <a:pt x="87163" y="19641"/>
                </a:lnTo>
                <a:lnTo>
                  <a:pt x="86800" y="18956"/>
                </a:lnTo>
                <a:lnTo>
                  <a:pt x="86420" y="18288"/>
                </a:lnTo>
                <a:lnTo>
                  <a:pt x="86020" y="17637"/>
                </a:lnTo>
                <a:lnTo>
                  <a:pt x="85603" y="17002"/>
                </a:lnTo>
                <a:lnTo>
                  <a:pt x="85166" y="16384"/>
                </a:lnTo>
                <a:lnTo>
                  <a:pt x="84714" y="15782"/>
                </a:lnTo>
                <a:lnTo>
                  <a:pt x="84248" y="15193"/>
                </a:lnTo>
                <a:lnTo>
                  <a:pt x="83770" y="14619"/>
                </a:lnTo>
                <a:lnTo>
                  <a:pt x="83277" y="14058"/>
                </a:lnTo>
                <a:lnTo>
                  <a:pt x="82772" y="13512"/>
                </a:lnTo>
                <a:lnTo>
                  <a:pt x="82253" y="12980"/>
                </a:lnTo>
                <a:lnTo>
                  <a:pt x="81721" y="12461"/>
                </a:lnTo>
                <a:lnTo>
                  <a:pt x="81176" y="11957"/>
                </a:lnTo>
                <a:lnTo>
                  <a:pt x="80618" y="11467"/>
                </a:lnTo>
                <a:lnTo>
                  <a:pt x="80046" y="10990"/>
                </a:lnTo>
                <a:lnTo>
                  <a:pt x="79461" y="10528"/>
                </a:lnTo>
                <a:lnTo>
                  <a:pt x="78863" y="10080"/>
                </a:lnTo>
                <a:lnTo>
                  <a:pt x="78252" y="9646"/>
                </a:lnTo>
                <a:lnTo>
                  <a:pt x="77627" y="9225"/>
                </a:lnTo>
                <a:lnTo>
                  <a:pt x="76989" y="8819"/>
                </a:lnTo>
                <a:lnTo>
                  <a:pt x="76338" y="8427"/>
                </a:lnTo>
                <a:lnTo>
                  <a:pt x="75673" y="8049"/>
                </a:lnTo>
                <a:lnTo>
                  <a:pt x="74995" y="7685"/>
                </a:lnTo>
                <a:lnTo>
                  <a:pt x="74304" y="7335"/>
                </a:lnTo>
                <a:lnTo>
                  <a:pt x="73600" y="6999"/>
                </a:lnTo>
                <a:lnTo>
                  <a:pt x="72882" y="6677"/>
                </a:lnTo>
                <a:lnTo>
                  <a:pt x="72151" y="6369"/>
                </a:lnTo>
                <a:lnTo>
                  <a:pt x="71407" y="6075"/>
                </a:lnTo>
                <a:lnTo>
                  <a:pt x="70650" y="5795"/>
                </a:lnTo>
                <a:lnTo>
                  <a:pt x="69881" y="5527"/>
                </a:lnTo>
                <a:lnTo>
                  <a:pt x="69104" y="5271"/>
                </a:lnTo>
                <a:lnTo>
                  <a:pt x="68318" y="5027"/>
                </a:lnTo>
                <a:lnTo>
                  <a:pt x="67524" y="4793"/>
                </a:lnTo>
                <a:lnTo>
                  <a:pt x="66720" y="4571"/>
                </a:lnTo>
                <a:lnTo>
                  <a:pt x="65908" y="4361"/>
                </a:lnTo>
                <a:lnTo>
                  <a:pt x="65087" y="4161"/>
                </a:lnTo>
                <a:lnTo>
                  <a:pt x="64258" y="3974"/>
                </a:lnTo>
                <a:lnTo>
                  <a:pt x="63420" y="3797"/>
                </a:lnTo>
                <a:lnTo>
                  <a:pt x="62573" y="3632"/>
                </a:lnTo>
                <a:lnTo>
                  <a:pt x="61717" y="3479"/>
                </a:lnTo>
                <a:lnTo>
                  <a:pt x="60852" y="3336"/>
                </a:lnTo>
                <a:lnTo>
                  <a:pt x="59979" y="3205"/>
                </a:lnTo>
                <a:lnTo>
                  <a:pt x="59097" y="3086"/>
                </a:lnTo>
                <a:lnTo>
                  <a:pt x="58206" y="2978"/>
                </a:lnTo>
                <a:lnTo>
                  <a:pt x="57307" y="2881"/>
                </a:lnTo>
                <a:lnTo>
                  <a:pt x="56399" y="2796"/>
                </a:lnTo>
                <a:lnTo>
                  <a:pt x="55482" y="2722"/>
                </a:lnTo>
                <a:lnTo>
                  <a:pt x="54556" y="2659"/>
                </a:lnTo>
                <a:lnTo>
                  <a:pt x="53622" y="2608"/>
                </a:lnTo>
                <a:lnTo>
                  <a:pt x="52678" y="2568"/>
                </a:lnTo>
                <a:lnTo>
                  <a:pt x="51726" y="2540"/>
                </a:lnTo>
                <a:lnTo>
                  <a:pt x="50766" y="2522"/>
                </a:lnTo>
                <a:lnTo>
                  <a:pt x="49796" y="2517"/>
                </a:lnTo>
                <a:lnTo>
                  <a:pt x="0" y="2517"/>
                </a:lnTo>
                <a:lnTo>
                  <a:pt x="0" y="123502"/>
                </a:lnTo>
                <a:lnTo>
                  <a:pt x="25258" y="123502"/>
                </a:lnTo>
                <a:lnTo>
                  <a:pt x="25258" y="77122"/>
                </a:lnTo>
                <a:lnTo>
                  <a:pt x="44943" y="77122"/>
                </a:lnTo>
                <a:close/>
                <a:moveTo>
                  <a:pt x="47671" y="23467"/>
                </a:moveTo>
                <a:lnTo>
                  <a:pt x="48321" y="23488"/>
                </a:lnTo>
                <a:lnTo>
                  <a:pt x="48961" y="23523"/>
                </a:lnTo>
                <a:lnTo>
                  <a:pt x="49589" y="23572"/>
                </a:lnTo>
                <a:lnTo>
                  <a:pt x="50207" y="23635"/>
                </a:lnTo>
                <a:lnTo>
                  <a:pt x="50813" y="23712"/>
                </a:lnTo>
                <a:lnTo>
                  <a:pt x="51409" y="23803"/>
                </a:lnTo>
                <a:lnTo>
                  <a:pt x="51994" y="23908"/>
                </a:lnTo>
                <a:lnTo>
                  <a:pt x="52567" y="24027"/>
                </a:lnTo>
                <a:lnTo>
                  <a:pt x="53130" y="24160"/>
                </a:lnTo>
                <a:lnTo>
                  <a:pt x="53682" y="24307"/>
                </a:lnTo>
                <a:lnTo>
                  <a:pt x="54223" y="24468"/>
                </a:lnTo>
                <a:lnTo>
                  <a:pt x="54753" y="24644"/>
                </a:lnTo>
                <a:lnTo>
                  <a:pt x="55273" y="24833"/>
                </a:lnTo>
                <a:lnTo>
                  <a:pt x="55781" y="25036"/>
                </a:lnTo>
                <a:lnTo>
                  <a:pt x="56278" y="25253"/>
                </a:lnTo>
                <a:lnTo>
                  <a:pt x="56765" y="25484"/>
                </a:lnTo>
                <a:lnTo>
                  <a:pt x="57240" y="25729"/>
                </a:lnTo>
                <a:lnTo>
                  <a:pt x="57705" y="25988"/>
                </a:lnTo>
                <a:lnTo>
                  <a:pt x="58158" y="26261"/>
                </a:lnTo>
                <a:lnTo>
                  <a:pt x="58601" y="26548"/>
                </a:lnTo>
                <a:lnTo>
                  <a:pt x="59033" y="26849"/>
                </a:lnTo>
                <a:lnTo>
                  <a:pt x="59454" y="27165"/>
                </a:lnTo>
                <a:lnTo>
                  <a:pt x="59864" y="27494"/>
                </a:lnTo>
                <a:lnTo>
                  <a:pt x="60260" y="27837"/>
                </a:lnTo>
                <a:lnTo>
                  <a:pt x="60639" y="28193"/>
                </a:lnTo>
                <a:lnTo>
                  <a:pt x="61001" y="28564"/>
                </a:lnTo>
                <a:lnTo>
                  <a:pt x="61347" y="28948"/>
                </a:lnTo>
                <a:lnTo>
                  <a:pt x="61675" y="29345"/>
                </a:lnTo>
                <a:lnTo>
                  <a:pt x="61987" y="29757"/>
                </a:lnTo>
                <a:lnTo>
                  <a:pt x="62282" y="30182"/>
                </a:lnTo>
                <a:lnTo>
                  <a:pt x="62560" y="30621"/>
                </a:lnTo>
                <a:lnTo>
                  <a:pt x="62821" y="31073"/>
                </a:lnTo>
                <a:lnTo>
                  <a:pt x="63066" y="31540"/>
                </a:lnTo>
                <a:lnTo>
                  <a:pt x="63293" y="32020"/>
                </a:lnTo>
                <a:lnTo>
                  <a:pt x="63504" y="32513"/>
                </a:lnTo>
                <a:lnTo>
                  <a:pt x="63698" y="33020"/>
                </a:lnTo>
                <a:lnTo>
                  <a:pt x="63875" y="33541"/>
                </a:lnTo>
                <a:lnTo>
                  <a:pt x="64035" y="34076"/>
                </a:lnTo>
                <a:lnTo>
                  <a:pt x="64178" y="34625"/>
                </a:lnTo>
                <a:lnTo>
                  <a:pt x="64304" y="35187"/>
                </a:lnTo>
                <a:lnTo>
                  <a:pt x="64414" y="35762"/>
                </a:lnTo>
                <a:lnTo>
                  <a:pt x="64507" y="36352"/>
                </a:lnTo>
                <a:lnTo>
                  <a:pt x="64583" y="36955"/>
                </a:lnTo>
                <a:lnTo>
                  <a:pt x="64642" y="37572"/>
                </a:lnTo>
                <a:lnTo>
                  <a:pt x="64684" y="38202"/>
                </a:lnTo>
                <a:lnTo>
                  <a:pt x="64709" y="38847"/>
                </a:lnTo>
                <a:lnTo>
                  <a:pt x="64717" y="39505"/>
                </a:lnTo>
                <a:lnTo>
                  <a:pt x="64713" y="39957"/>
                </a:lnTo>
                <a:lnTo>
                  <a:pt x="64701" y="40404"/>
                </a:lnTo>
                <a:lnTo>
                  <a:pt x="64681" y="40845"/>
                </a:lnTo>
                <a:lnTo>
                  <a:pt x="64652" y="41280"/>
                </a:lnTo>
                <a:lnTo>
                  <a:pt x="64616" y="41709"/>
                </a:lnTo>
                <a:lnTo>
                  <a:pt x="64571" y="42133"/>
                </a:lnTo>
                <a:lnTo>
                  <a:pt x="64519" y="42550"/>
                </a:lnTo>
                <a:lnTo>
                  <a:pt x="64458" y="42961"/>
                </a:lnTo>
                <a:lnTo>
                  <a:pt x="64389" y="43367"/>
                </a:lnTo>
                <a:lnTo>
                  <a:pt x="64312" y="43766"/>
                </a:lnTo>
                <a:lnTo>
                  <a:pt x="64226" y="44160"/>
                </a:lnTo>
                <a:lnTo>
                  <a:pt x="64133" y="44548"/>
                </a:lnTo>
                <a:lnTo>
                  <a:pt x="64032" y="44930"/>
                </a:lnTo>
                <a:lnTo>
                  <a:pt x="63922" y="45306"/>
                </a:lnTo>
                <a:lnTo>
                  <a:pt x="63804" y="45676"/>
                </a:lnTo>
                <a:lnTo>
                  <a:pt x="63679" y="46040"/>
                </a:lnTo>
                <a:lnTo>
                  <a:pt x="63545" y="46398"/>
                </a:lnTo>
                <a:lnTo>
                  <a:pt x="63403" y="46750"/>
                </a:lnTo>
                <a:lnTo>
                  <a:pt x="63253" y="47097"/>
                </a:lnTo>
                <a:lnTo>
                  <a:pt x="63094" y="47437"/>
                </a:lnTo>
                <a:lnTo>
                  <a:pt x="62928" y="47772"/>
                </a:lnTo>
                <a:lnTo>
                  <a:pt x="62754" y="48101"/>
                </a:lnTo>
                <a:lnTo>
                  <a:pt x="62571" y="48423"/>
                </a:lnTo>
                <a:lnTo>
                  <a:pt x="62380" y="48740"/>
                </a:lnTo>
                <a:lnTo>
                  <a:pt x="62182" y="49051"/>
                </a:lnTo>
                <a:lnTo>
                  <a:pt x="61977" y="49355"/>
                </a:lnTo>
                <a:lnTo>
                  <a:pt x="61766" y="49652"/>
                </a:lnTo>
                <a:lnTo>
                  <a:pt x="61548" y="49943"/>
                </a:lnTo>
                <a:lnTo>
                  <a:pt x="61323" y="50227"/>
                </a:lnTo>
                <a:lnTo>
                  <a:pt x="61091" y="50505"/>
                </a:lnTo>
                <a:lnTo>
                  <a:pt x="60853" y="50776"/>
                </a:lnTo>
                <a:lnTo>
                  <a:pt x="60608" y="51040"/>
                </a:lnTo>
                <a:lnTo>
                  <a:pt x="60356" y="51299"/>
                </a:lnTo>
                <a:lnTo>
                  <a:pt x="60097" y="51550"/>
                </a:lnTo>
                <a:lnTo>
                  <a:pt x="59832" y="51795"/>
                </a:lnTo>
                <a:lnTo>
                  <a:pt x="59560" y="52034"/>
                </a:lnTo>
                <a:lnTo>
                  <a:pt x="59282" y="52266"/>
                </a:lnTo>
                <a:lnTo>
                  <a:pt x="58996" y="52491"/>
                </a:lnTo>
                <a:lnTo>
                  <a:pt x="58704" y="52710"/>
                </a:lnTo>
                <a:lnTo>
                  <a:pt x="58405" y="52922"/>
                </a:lnTo>
                <a:lnTo>
                  <a:pt x="58100" y="53128"/>
                </a:lnTo>
                <a:lnTo>
                  <a:pt x="57788" y="53328"/>
                </a:lnTo>
                <a:lnTo>
                  <a:pt x="57469" y="53520"/>
                </a:lnTo>
                <a:lnTo>
                  <a:pt x="57143" y="53707"/>
                </a:lnTo>
                <a:lnTo>
                  <a:pt x="56811" y="53886"/>
                </a:lnTo>
                <a:lnTo>
                  <a:pt x="56472" y="54059"/>
                </a:lnTo>
                <a:lnTo>
                  <a:pt x="56126" y="54226"/>
                </a:lnTo>
                <a:lnTo>
                  <a:pt x="55774" y="54386"/>
                </a:lnTo>
                <a:lnTo>
                  <a:pt x="55415" y="54540"/>
                </a:lnTo>
                <a:lnTo>
                  <a:pt x="55051" y="54687"/>
                </a:lnTo>
                <a:lnTo>
                  <a:pt x="54680" y="54827"/>
                </a:lnTo>
                <a:lnTo>
                  <a:pt x="54304" y="54961"/>
                </a:lnTo>
                <a:lnTo>
                  <a:pt x="53923" y="55089"/>
                </a:lnTo>
                <a:lnTo>
                  <a:pt x="53535" y="55210"/>
                </a:lnTo>
                <a:lnTo>
                  <a:pt x="53142" y="55324"/>
                </a:lnTo>
                <a:lnTo>
                  <a:pt x="52743" y="55432"/>
                </a:lnTo>
                <a:lnTo>
                  <a:pt x="52338" y="55533"/>
                </a:lnTo>
                <a:lnTo>
                  <a:pt x="51927" y="55628"/>
                </a:lnTo>
                <a:lnTo>
                  <a:pt x="51511" y="55716"/>
                </a:lnTo>
                <a:lnTo>
                  <a:pt x="51089" y="55798"/>
                </a:lnTo>
                <a:lnTo>
                  <a:pt x="50661" y="55873"/>
                </a:lnTo>
                <a:lnTo>
                  <a:pt x="50227" y="55941"/>
                </a:lnTo>
                <a:lnTo>
                  <a:pt x="49787" y="56003"/>
                </a:lnTo>
                <a:lnTo>
                  <a:pt x="49342" y="56059"/>
                </a:lnTo>
                <a:lnTo>
                  <a:pt x="48891" y="56108"/>
                </a:lnTo>
                <a:lnTo>
                  <a:pt x="48434" y="56151"/>
                </a:lnTo>
                <a:lnTo>
                  <a:pt x="47971" y="56186"/>
                </a:lnTo>
                <a:lnTo>
                  <a:pt x="47503" y="56216"/>
                </a:lnTo>
                <a:lnTo>
                  <a:pt x="47029" y="56239"/>
                </a:lnTo>
                <a:lnTo>
                  <a:pt x="46549" y="56255"/>
                </a:lnTo>
                <a:lnTo>
                  <a:pt x="46063" y="56265"/>
                </a:lnTo>
                <a:lnTo>
                  <a:pt x="45572" y="56268"/>
                </a:lnTo>
                <a:lnTo>
                  <a:pt x="25258" y="56268"/>
                </a:lnTo>
                <a:lnTo>
                  <a:pt x="25258" y="23460"/>
                </a:lnTo>
                <a:lnTo>
                  <a:pt x="47010" y="23460"/>
                </a:lnTo>
                <a:lnTo>
                  <a:pt x="47671" y="23467"/>
                </a:lnTo>
                <a:close/>
                <a:moveTo>
                  <a:pt x="723536" y="123502"/>
                </a:moveTo>
                <a:lnTo>
                  <a:pt x="686324" y="75551"/>
                </a:lnTo>
                <a:lnTo>
                  <a:pt x="721020" y="34696"/>
                </a:lnTo>
                <a:lnTo>
                  <a:pt x="695133" y="34696"/>
                </a:lnTo>
                <a:lnTo>
                  <a:pt x="660886" y="75641"/>
                </a:lnTo>
                <a:lnTo>
                  <a:pt x="660886" y="2517"/>
                </a:lnTo>
                <a:lnTo>
                  <a:pt x="637067" y="2517"/>
                </a:lnTo>
                <a:lnTo>
                  <a:pt x="637067" y="123502"/>
                </a:lnTo>
                <a:lnTo>
                  <a:pt x="660886" y="123502"/>
                </a:lnTo>
                <a:lnTo>
                  <a:pt x="660886" y="76641"/>
                </a:lnTo>
                <a:lnTo>
                  <a:pt x="696391" y="123502"/>
                </a:lnTo>
                <a:lnTo>
                  <a:pt x="723536" y="123502"/>
                </a:lnTo>
                <a:close/>
                <a:moveTo>
                  <a:pt x="416445" y="125015"/>
                </a:moveTo>
                <a:lnTo>
                  <a:pt x="417222" y="124956"/>
                </a:lnTo>
                <a:lnTo>
                  <a:pt x="417989" y="124884"/>
                </a:lnTo>
                <a:lnTo>
                  <a:pt x="418746" y="124799"/>
                </a:lnTo>
                <a:lnTo>
                  <a:pt x="419493" y="124701"/>
                </a:lnTo>
                <a:lnTo>
                  <a:pt x="420230" y="124589"/>
                </a:lnTo>
                <a:lnTo>
                  <a:pt x="420956" y="124465"/>
                </a:lnTo>
                <a:lnTo>
                  <a:pt x="421671" y="124327"/>
                </a:lnTo>
                <a:lnTo>
                  <a:pt x="422377" y="124176"/>
                </a:lnTo>
                <a:lnTo>
                  <a:pt x="423072" y="124013"/>
                </a:lnTo>
                <a:lnTo>
                  <a:pt x="423757" y="123836"/>
                </a:lnTo>
                <a:lnTo>
                  <a:pt x="424432" y="123646"/>
                </a:lnTo>
                <a:lnTo>
                  <a:pt x="425096" y="123442"/>
                </a:lnTo>
                <a:lnTo>
                  <a:pt x="425750" y="123226"/>
                </a:lnTo>
                <a:lnTo>
                  <a:pt x="426394" y="122997"/>
                </a:lnTo>
                <a:lnTo>
                  <a:pt x="427027" y="122754"/>
                </a:lnTo>
                <a:lnTo>
                  <a:pt x="427650" y="122499"/>
                </a:lnTo>
                <a:lnTo>
                  <a:pt x="428263" y="122230"/>
                </a:lnTo>
                <a:lnTo>
                  <a:pt x="428866" y="121948"/>
                </a:lnTo>
                <a:lnTo>
                  <a:pt x="429458" y="121653"/>
                </a:lnTo>
                <a:lnTo>
                  <a:pt x="430040" y="121345"/>
                </a:lnTo>
                <a:lnTo>
                  <a:pt x="430613" y="121026"/>
                </a:lnTo>
                <a:lnTo>
                  <a:pt x="431178" y="120697"/>
                </a:lnTo>
                <a:lnTo>
                  <a:pt x="431735" y="120359"/>
                </a:lnTo>
                <a:lnTo>
                  <a:pt x="432284" y="120012"/>
                </a:lnTo>
                <a:lnTo>
                  <a:pt x="432826" y="119655"/>
                </a:lnTo>
                <a:lnTo>
                  <a:pt x="433360" y="119289"/>
                </a:lnTo>
                <a:lnTo>
                  <a:pt x="433886" y="118913"/>
                </a:lnTo>
                <a:lnTo>
                  <a:pt x="434404" y="118529"/>
                </a:lnTo>
                <a:lnTo>
                  <a:pt x="434915" y="118134"/>
                </a:lnTo>
                <a:lnTo>
                  <a:pt x="435417" y="117731"/>
                </a:lnTo>
                <a:lnTo>
                  <a:pt x="435912" y="117318"/>
                </a:lnTo>
                <a:lnTo>
                  <a:pt x="436399" y="116896"/>
                </a:lnTo>
                <a:lnTo>
                  <a:pt x="436878" y="116464"/>
                </a:lnTo>
                <a:lnTo>
                  <a:pt x="437350" y="116023"/>
                </a:lnTo>
                <a:lnTo>
                  <a:pt x="437813" y="115573"/>
                </a:lnTo>
                <a:lnTo>
                  <a:pt x="438269" y="115113"/>
                </a:lnTo>
                <a:lnTo>
                  <a:pt x="438717" y="114644"/>
                </a:lnTo>
                <a:lnTo>
                  <a:pt x="439157" y="114165"/>
                </a:lnTo>
                <a:lnTo>
                  <a:pt x="439590" y="113678"/>
                </a:lnTo>
                <a:lnTo>
                  <a:pt x="440014" y="113180"/>
                </a:lnTo>
                <a:lnTo>
                  <a:pt x="440431" y="112674"/>
                </a:lnTo>
                <a:lnTo>
                  <a:pt x="440840" y="112158"/>
                </a:lnTo>
                <a:lnTo>
                  <a:pt x="441241" y="111633"/>
                </a:lnTo>
                <a:lnTo>
                  <a:pt x="441635" y="111098"/>
                </a:lnTo>
                <a:lnTo>
                  <a:pt x="442624" y="123502"/>
                </a:lnTo>
                <a:lnTo>
                  <a:pt x="465454" y="123502"/>
                </a:lnTo>
                <a:lnTo>
                  <a:pt x="465454" y="2517"/>
                </a:lnTo>
                <a:lnTo>
                  <a:pt x="441635" y="2517"/>
                </a:lnTo>
                <a:lnTo>
                  <a:pt x="441635" y="47010"/>
                </a:lnTo>
                <a:lnTo>
                  <a:pt x="441308" y="46505"/>
                </a:lnTo>
                <a:lnTo>
                  <a:pt x="440972" y="46007"/>
                </a:lnTo>
                <a:lnTo>
                  <a:pt x="440626" y="45518"/>
                </a:lnTo>
                <a:lnTo>
                  <a:pt x="440272" y="45037"/>
                </a:lnTo>
                <a:lnTo>
                  <a:pt x="439907" y="44565"/>
                </a:lnTo>
                <a:lnTo>
                  <a:pt x="439534" y="44100"/>
                </a:lnTo>
                <a:lnTo>
                  <a:pt x="439151" y="43643"/>
                </a:lnTo>
                <a:lnTo>
                  <a:pt x="438759" y="43195"/>
                </a:lnTo>
                <a:lnTo>
                  <a:pt x="438357" y="42754"/>
                </a:lnTo>
                <a:lnTo>
                  <a:pt x="437946" y="42322"/>
                </a:lnTo>
                <a:lnTo>
                  <a:pt x="437525" y="41898"/>
                </a:lnTo>
                <a:lnTo>
                  <a:pt x="437096" y="41482"/>
                </a:lnTo>
                <a:lnTo>
                  <a:pt x="436657" y="41074"/>
                </a:lnTo>
                <a:lnTo>
                  <a:pt x="436208" y="40674"/>
                </a:lnTo>
                <a:lnTo>
                  <a:pt x="435750" y="40283"/>
                </a:lnTo>
                <a:lnTo>
                  <a:pt x="435283" y="39899"/>
                </a:lnTo>
                <a:lnTo>
                  <a:pt x="434806" y="39524"/>
                </a:lnTo>
                <a:lnTo>
                  <a:pt x="434320" y="39156"/>
                </a:lnTo>
                <a:lnTo>
                  <a:pt x="433825" y="38797"/>
                </a:lnTo>
                <a:lnTo>
                  <a:pt x="433320" y="38446"/>
                </a:lnTo>
                <a:lnTo>
                  <a:pt x="432806" y="38103"/>
                </a:lnTo>
                <a:lnTo>
                  <a:pt x="432283" y="37768"/>
                </a:lnTo>
                <a:lnTo>
                  <a:pt x="431750" y="37441"/>
                </a:lnTo>
                <a:lnTo>
                  <a:pt x="431208" y="37123"/>
                </a:lnTo>
                <a:lnTo>
                  <a:pt x="430657" y="36815"/>
                </a:lnTo>
                <a:lnTo>
                  <a:pt x="430096" y="36520"/>
                </a:lnTo>
                <a:lnTo>
                  <a:pt x="429527" y="36238"/>
                </a:lnTo>
                <a:lnTo>
                  <a:pt x="428949" y="35969"/>
                </a:lnTo>
                <a:lnTo>
                  <a:pt x="428361" y="35713"/>
                </a:lnTo>
                <a:lnTo>
                  <a:pt x="427764" y="35471"/>
                </a:lnTo>
                <a:lnTo>
                  <a:pt x="427159" y="35242"/>
                </a:lnTo>
                <a:lnTo>
                  <a:pt x="426544" y="35025"/>
                </a:lnTo>
                <a:lnTo>
                  <a:pt x="425920" y="34822"/>
                </a:lnTo>
                <a:lnTo>
                  <a:pt x="425288" y="34632"/>
                </a:lnTo>
                <a:lnTo>
                  <a:pt x="424646" y="34455"/>
                </a:lnTo>
                <a:lnTo>
                  <a:pt x="423995" y="34291"/>
                </a:lnTo>
                <a:lnTo>
                  <a:pt x="423335" y="34140"/>
                </a:lnTo>
                <a:lnTo>
                  <a:pt x="422666" y="34003"/>
                </a:lnTo>
                <a:lnTo>
                  <a:pt x="421988" y="33878"/>
                </a:lnTo>
                <a:lnTo>
                  <a:pt x="421301" y="33767"/>
                </a:lnTo>
                <a:lnTo>
                  <a:pt x="420605" y="33669"/>
                </a:lnTo>
                <a:lnTo>
                  <a:pt x="419900" y="33583"/>
                </a:lnTo>
                <a:lnTo>
                  <a:pt x="419185" y="33511"/>
                </a:lnTo>
                <a:lnTo>
                  <a:pt x="418462" y="33452"/>
                </a:lnTo>
                <a:lnTo>
                  <a:pt x="417730" y="33406"/>
                </a:lnTo>
                <a:lnTo>
                  <a:pt x="416988" y="33374"/>
                </a:lnTo>
                <a:lnTo>
                  <a:pt x="416238" y="33354"/>
                </a:lnTo>
                <a:lnTo>
                  <a:pt x="415478" y="33347"/>
                </a:lnTo>
                <a:lnTo>
                  <a:pt x="414613" y="33356"/>
                </a:lnTo>
                <a:lnTo>
                  <a:pt x="413755" y="33382"/>
                </a:lnTo>
                <a:lnTo>
                  <a:pt x="412904" y="33424"/>
                </a:lnTo>
                <a:lnTo>
                  <a:pt x="412060" y="33484"/>
                </a:lnTo>
                <a:lnTo>
                  <a:pt x="411224" y="33561"/>
                </a:lnTo>
                <a:lnTo>
                  <a:pt x="410394" y="33654"/>
                </a:lnTo>
                <a:lnTo>
                  <a:pt x="409572" y="33765"/>
                </a:lnTo>
                <a:lnTo>
                  <a:pt x="408757" y="33893"/>
                </a:lnTo>
                <a:lnTo>
                  <a:pt x="407949" y="34038"/>
                </a:lnTo>
                <a:lnTo>
                  <a:pt x="407148" y="34200"/>
                </a:lnTo>
                <a:lnTo>
                  <a:pt x="406355" y="34379"/>
                </a:lnTo>
                <a:lnTo>
                  <a:pt x="405568" y="34576"/>
                </a:lnTo>
                <a:lnTo>
                  <a:pt x="404789" y="34789"/>
                </a:lnTo>
                <a:lnTo>
                  <a:pt x="404017" y="35019"/>
                </a:lnTo>
                <a:lnTo>
                  <a:pt x="403252" y="35266"/>
                </a:lnTo>
                <a:lnTo>
                  <a:pt x="402495" y="35531"/>
                </a:lnTo>
                <a:lnTo>
                  <a:pt x="401744" y="35812"/>
                </a:lnTo>
                <a:lnTo>
                  <a:pt x="401001" y="36111"/>
                </a:lnTo>
                <a:lnTo>
                  <a:pt x="400265" y="36426"/>
                </a:lnTo>
                <a:lnTo>
                  <a:pt x="399536" y="36759"/>
                </a:lnTo>
                <a:lnTo>
                  <a:pt x="398814" y="37109"/>
                </a:lnTo>
                <a:lnTo>
                  <a:pt x="398100" y="37476"/>
                </a:lnTo>
                <a:lnTo>
                  <a:pt x="397392" y="37859"/>
                </a:lnTo>
                <a:lnTo>
                  <a:pt x="396692" y="38260"/>
                </a:lnTo>
                <a:lnTo>
                  <a:pt x="396002" y="38678"/>
                </a:lnTo>
                <a:lnTo>
                  <a:pt x="395323" y="39114"/>
                </a:lnTo>
                <a:lnTo>
                  <a:pt x="394657" y="39567"/>
                </a:lnTo>
                <a:lnTo>
                  <a:pt x="394002" y="40038"/>
                </a:lnTo>
                <a:lnTo>
                  <a:pt x="393359" y="40527"/>
                </a:lnTo>
                <a:lnTo>
                  <a:pt x="392729" y="41034"/>
                </a:lnTo>
                <a:lnTo>
                  <a:pt x="392110" y="41558"/>
                </a:lnTo>
                <a:lnTo>
                  <a:pt x="391504" y="42100"/>
                </a:lnTo>
                <a:lnTo>
                  <a:pt x="390909" y="42659"/>
                </a:lnTo>
                <a:lnTo>
                  <a:pt x="390327" y="43236"/>
                </a:lnTo>
                <a:lnTo>
                  <a:pt x="389757" y="43831"/>
                </a:lnTo>
                <a:lnTo>
                  <a:pt x="389198" y="44444"/>
                </a:lnTo>
                <a:lnTo>
                  <a:pt x="388652" y="45074"/>
                </a:lnTo>
                <a:lnTo>
                  <a:pt x="388117" y="45722"/>
                </a:lnTo>
                <a:lnTo>
                  <a:pt x="387595" y="46388"/>
                </a:lnTo>
                <a:lnTo>
                  <a:pt x="387085" y="47071"/>
                </a:lnTo>
                <a:lnTo>
                  <a:pt x="386586" y="47773"/>
                </a:lnTo>
                <a:lnTo>
                  <a:pt x="386100" y="48491"/>
                </a:lnTo>
                <a:lnTo>
                  <a:pt x="385626" y="49228"/>
                </a:lnTo>
                <a:lnTo>
                  <a:pt x="385163" y="49982"/>
                </a:lnTo>
                <a:lnTo>
                  <a:pt x="384713" y="50754"/>
                </a:lnTo>
                <a:lnTo>
                  <a:pt x="384275" y="51543"/>
                </a:lnTo>
                <a:lnTo>
                  <a:pt x="383848" y="52351"/>
                </a:lnTo>
                <a:lnTo>
                  <a:pt x="383434" y="53176"/>
                </a:lnTo>
                <a:lnTo>
                  <a:pt x="383034" y="54019"/>
                </a:lnTo>
                <a:lnTo>
                  <a:pt x="382652" y="54880"/>
                </a:lnTo>
                <a:lnTo>
                  <a:pt x="382286" y="55761"/>
                </a:lnTo>
                <a:lnTo>
                  <a:pt x="381937" y="56660"/>
                </a:lnTo>
                <a:lnTo>
                  <a:pt x="381606" y="57577"/>
                </a:lnTo>
                <a:lnTo>
                  <a:pt x="381291" y="58514"/>
                </a:lnTo>
                <a:lnTo>
                  <a:pt x="380993" y="59468"/>
                </a:lnTo>
                <a:lnTo>
                  <a:pt x="380713" y="60442"/>
                </a:lnTo>
                <a:lnTo>
                  <a:pt x="380449" y="61434"/>
                </a:lnTo>
                <a:lnTo>
                  <a:pt x="380202" y="62445"/>
                </a:lnTo>
                <a:lnTo>
                  <a:pt x="379973" y="63474"/>
                </a:lnTo>
                <a:lnTo>
                  <a:pt x="379760" y="64522"/>
                </a:lnTo>
                <a:lnTo>
                  <a:pt x="379565" y="65589"/>
                </a:lnTo>
                <a:lnTo>
                  <a:pt x="379386" y="66674"/>
                </a:lnTo>
                <a:lnTo>
                  <a:pt x="379224" y="67778"/>
                </a:lnTo>
                <a:lnTo>
                  <a:pt x="379080" y="68900"/>
                </a:lnTo>
                <a:lnTo>
                  <a:pt x="378952" y="70042"/>
                </a:lnTo>
                <a:lnTo>
                  <a:pt x="378842" y="71201"/>
                </a:lnTo>
                <a:lnTo>
                  <a:pt x="378748" y="72380"/>
                </a:lnTo>
                <a:lnTo>
                  <a:pt x="378672" y="73577"/>
                </a:lnTo>
                <a:lnTo>
                  <a:pt x="378612" y="74792"/>
                </a:lnTo>
                <a:lnTo>
                  <a:pt x="378569" y="76027"/>
                </a:lnTo>
                <a:lnTo>
                  <a:pt x="378544" y="77280"/>
                </a:lnTo>
                <a:lnTo>
                  <a:pt x="378535" y="78551"/>
                </a:lnTo>
                <a:lnTo>
                  <a:pt x="378543" y="79868"/>
                </a:lnTo>
                <a:lnTo>
                  <a:pt x="378567" y="81165"/>
                </a:lnTo>
                <a:lnTo>
                  <a:pt x="378606" y="82443"/>
                </a:lnTo>
                <a:lnTo>
                  <a:pt x="378662" y="83702"/>
                </a:lnTo>
                <a:lnTo>
                  <a:pt x="378732" y="84941"/>
                </a:lnTo>
                <a:lnTo>
                  <a:pt x="378819" y="86161"/>
                </a:lnTo>
                <a:lnTo>
                  <a:pt x="378922" y="87361"/>
                </a:lnTo>
                <a:lnTo>
                  <a:pt x="379040" y="88542"/>
                </a:lnTo>
                <a:lnTo>
                  <a:pt x="379174" y="89703"/>
                </a:lnTo>
                <a:lnTo>
                  <a:pt x="379324" y="90845"/>
                </a:lnTo>
                <a:lnTo>
                  <a:pt x="379489" y="91967"/>
                </a:lnTo>
                <a:lnTo>
                  <a:pt x="379670" y="93071"/>
                </a:lnTo>
                <a:lnTo>
                  <a:pt x="379867" y="94154"/>
                </a:lnTo>
                <a:lnTo>
                  <a:pt x="380080" y="95218"/>
                </a:lnTo>
                <a:lnTo>
                  <a:pt x="380309" y="96263"/>
                </a:lnTo>
                <a:lnTo>
                  <a:pt x="380553" y="97289"/>
                </a:lnTo>
                <a:lnTo>
                  <a:pt x="380813" y="98295"/>
                </a:lnTo>
                <a:lnTo>
                  <a:pt x="381089" y="99281"/>
                </a:lnTo>
                <a:lnTo>
                  <a:pt x="381380" y="100248"/>
                </a:lnTo>
                <a:lnTo>
                  <a:pt x="381688" y="101196"/>
                </a:lnTo>
                <a:lnTo>
                  <a:pt x="382011" y="102124"/>
                </a:lnTo>
                <a:lnTo>
                  <a:pt x="382350" y="103033"/>
                </a:lnTo>
                <a:lnTo>
                  <a:pt x="382704" y="103922"/>
                </a:lnTo>
                <a:lnTo>
                  <a:pt x="383075" y="104792"/>
                </a:lnTo>
                <a:lnTo>
                  <a:pt x="383459" y="105643"/>
                </a:lnTo>
                <a:lnTo>
                  <a:pt x="383854" y="106476"/>
                </a:lnTo>
                <a:lnTo>
                  <a:pt x="384261" y="107290"/>
                </a:lnTo>
                <a:lnTo>
                  <a:pt x="384680" y="108085"/>
                </a:lnTo>
                <a:lnTo>
                  <a:pt x="385110" y="108862"/>
                </a:lnTo>
                <a:lnTo>
                  <a:pt x="385552" y="109621"/>
                </a:lnTo>
                <a:lnTo>
                  <a:pt x="386005" y="110361"/>
                </a:lnTo>
                <a:lnTo>
                  <a:pt x="386470" y="111083"/>
                </a:lnTo>
                <a:lnTo>
                  <a:pt x="386947" y="111786"/>
                </a:lnTo>
                <a:lnTo>
                  <a:pt x="387435" y="112471"/>
                </a:lnTo>
                <a:lnTo>
                  <a:pt x="387934" y="113137"/>
                </a:lnTo>
                <a:lnTo>
                  <a:pt x="388445" y="113785"/>
                </a:lnTo>
                <a:lnTo>
                  <a:pt x="388968" y="114414"/>
                </a:lnTo>
                <a:lnTo>
                  <a:pt x="389502" y="115025"/>
                </a:lnTo>
                <a:lnTo>
                  <a:pt x="390048" y="115617"/>
                </a:lnTo>
                <a:lnTo>
                  <a:pt x="390605" y="116191"/>
                </a:lnTo>
                <a:lnTo>
                  <a:pt x="391174" y="116747"/>
                </a:lnTo>
                <a:lnTo>
                  <a:pt x="391754" y="117284"/>
                </a:lnTo>
                <a:lnTo>
                  <a:pt x="392346" y="117802"/>
                </a:lnTo>
                <a:lnTo>
                  <a:pt x="392950" y="118302"/>
                </a:lnTo>
                <a:lnTo>
                  <a:pt x="393565" y="118784"/>
                </a:lnTo>
                <a:lnTo>
                  <a:pt x="394191" y="119247"/>
                </a:lnTo>
                <a:lnTo>
                  <a:pt x="394829" y="119691"/>
                </a:lnTo>
                <a:lnTo>
                  <a:pt x="395479" y="120118"/>
                </a:lnTo>
                <a:lnTo>
                  <a:pt x="396138" y="120526"/>
                </a:lnTo>
                <a:lnTo>
                  <a:pt x="396804" y="120917"/>
                </a:lnTo>
                <a:lnTo>
                  <a:pt x="397477" y="121290"/>
                </a:lnTo>
                <a:lnTo>
                  <a:pt x="398157" y="121646"/>
                </a:lnTo>
                <a:lnTo>
                  <a:pt x="398844" y="121985"/>
                </a:lnTo>
                <a:lnTo>
                  <a:pt x="399538" y="122306"/>
                </a:lnTo>
                <a:lnTo>
                  <a:pt x="400239" y="122610"/>
                </a:lnTo>
                <a:lnTo>
                  <a:pt x="400947" y="122897"/>
                </a:lnTo>
                <a:lnTo>
                  <a:pt x="401662" y="123166"/>
                </a:lnTo>
                <a:lnTo>
                  <a:pt x="402384" y="123418"/>
                </a:lnTo>
                <a:lnTo>
                  <a:pt x="403113" y="123652"/>
                </a:lnTo>
                <a:lnTo>
                  <a:pt x="403849" y="123870"/>
                </a:lnTo>
                <a:lnTo>
                  <a:pt x="404593" y="124069"/>
                </a:lnTo>
                <a:lnTo>
                  <a:pt x="405343" y="124252"/>
                </a:lnTo>
                <a:lnTo>
                  <a:pt x="406100" y="124417"/>
                </a:lnTo>
                <a:lnTo>
                  <a:pt x="406864" y="124564"/>
                </a:lnTo>
                <a:lnTo>
                  <a:pt x="407636" y="124695"/>
                </a:lnTo>
                <a:lnTo>
                  <a:pt x="408414" y="124808"/>
                </a:lnTo>
                <a:lnTo>
                  <a:pt x="409199" y="124903"/>
                </a:lnTo>
                <a:lnTo>
                  <a:pt x="409992" y="124981"/>
                </a:lnTo>
                <a:lnTo>
                  <a:pt x="410791" y="125042"/>
                </a:lnTo>
                <a:lnTo>
                  <a:pt x="411597" y="125085"/>
                </a:lnTo>
                <a:lnTo>
                  <a:pt x="412411" y="125112"/>
                </a:lnTo>
                <a:lnTo>
                  <a:pt x="413231" y="125120"/>
                </a:lnTo>
                <a:lnTo>
                  <a:pt x="414050" y="125114"/>
                </a:lnTo>
                <a:lnTo>
                  <a:pt x="414858" y="125094"/>
                </a:lnTo>
                <a:lnTo>
                  <a:pt x="415657" y="125061"/>
                </a:lnTo>
                <a:lnTo>
                  <a:pt x="416445" y="125015"/>
                </a:lnTo>
                <a:close/>
                <a:moveTo>
                  <a:pt x="417642" y="106770"/>
                </a:moveTo>
                <a:lnTo>
                  <a:pt x="417022" y="106661"/>
                </a:lnTo>
                <a:lnTo>
                  <a:pt x="416414" y="106528"/>
                </a:lnTo>
                <a:lnTo>
                  <a:pt x="415818" y="106371"/>
                </a:lnTo>
                <a:lnTo>
                  <a:pt x="415234" y="106189"/>
                </a:lnTo>
                <a:lnTo>
                  <a:pt x="414662" y="105984"/>
                </a:lnTo>
                <a:lnTo>
                  <a:pt x="414102" y="105754"/>
                </a:lnTo>
                <a:lnTo>
                  <a:pt x="413554" y="105500"/>
                </a:lnTo>
                <a:lnTo>
                  <a:pt x="413018" y="105222"/>
                </a:lnTo>
                <a:lnTo>
                  <a:pt x="412494" y="104920"/>
                </a:lnTo>
                <a:lnTo>
                  <a:pt x="411982" y="104593"/>
                </a:lnTo>
                <a:lnTo>
                  <a:pt x="411482" y="104242"/>
                </a:lnTo>
                <a:lnTo>
                  <a:pt x="410994" y="103867"/>
                </a:lnTo>
                <a:lnTo>
                  <a:pt x="410518" y="103468"/>
                </a:lnTo>
                <a:lnTo>
                  <a:pt x="410054" y="103045"/>
                </a:lnTo>
                <a:lnTo>
                  <a:pt x="409602" y="102597"/>
                </a:lnTo>
                <a:lnTo>
                  <a:pt x="409163" y="102126"/>
                </a:lnTo>
                <a:lnTo>
                  <a:pt x="408735" y="101630"/>
                </a:lnTo>
                <a:lnTo>
                  <a:pt x="408319" y="101110"/>
                </a:lnTo>
                <a:lnTo>
                  <a:pt x="407915" y="100566"/>
                </a:lnTo>
                <a:lnTo>
                  <a:pt x="407523" y="99997"/>
                </a:lnTo>
                <a:lnTo>
                  <a:pt x="407146" y="99404"/>
                </a:lnTo>
                <a:lnTo>
                  <a:pt x="406784" y="98784"/>
                </a:lnTo>
                <a:lnTo>
                  <a:pt x="406438" y="98138"/>
                </a:lnTo>
                <a:lnTo>
                  <a:pt x="406109" y="97466"/>
                </a:lnTo>
                <a:lnTo>
                  <a:pt x="405796" y="96769"/>
                </a:lnTo>
                <a:lnTo>
                  <a:pt x="405498" y="96044"/>
                </a:lnTo>
                <a:lnTo>
                  <a:pt x="405217" y="95294"/>
                </a:lnTo>
                <a:lnTo>
                  <a:pt x="404952" y="94518"/>
                </a:lnTo>
                <a:lnTo>
                  <a:pt x="404703" y="93716"/>
                </a:lnTo>
                <a:lnTo>
                  <a:pt x="404470" y="92887"/>
                </a:lnTo>
                <a:lnTo>
                  <a:pt x="404253" y="92033"/>
                </a:lnTo>
                <a:lnTo>
                  <a:pt x="404052" y="91152"/>
                </a:lnTo>
                <a:lnTo>
                  <a:pt x="403867" y="90245"/>
                </a:lnTo>
                <a:lnTo>
                  <a:pt x="403698" y="89312"/>
                </a:lnTo>
                <a:lnTo>
                  <a:pt x="403545" y="88353"/>
                </a:lnTo>
                <a:lnTo>
                  <a:pt x="403409" y="87368"/>
                </a:lnTo>
                <a:lnTo>
                  <a:pt x="403288" y="86357"/>
                </a:lnTo>
                <a:lnTo>
                  <a:pt x="403184" y="85320"/>
                </a:lnTo>
                <a:lnTo>
                  <a:pt x="403095" y="84257"/>
                </a:lnTo>
                <a:lnTo>
                  <a:pt x="403023" y="83167"/>
                </a:lnTo>
                <a:lnTo>
                  <a:pt x="402967" y="82052"/>
                </a:lnTo>
                <a:lnTo>
                  <a:pt x="402927" y="80910"/>
                </a:lnTo>
                <a:lnTo>
                  <a:pt x="402902" y="79742"/>
                </a:lnTo>
                <a:lnTo>
                  <a:pt x="402894" y="78548"/>
                </a:lnTo>
                <a:lnTo>
                  <a:pt x="402903" y="77459"/>
                </a:lnTo>
                <a:lnTo>
                  <a:pt x="402928" y="76391"/>
                </a:lnTo>
                <a:lnTo>
                  <a:pt x="402970" y="75345"/>
                </a:lnTo>
                <a:lnTo>
                  <a:pt x="403029" y="74321"/>
                </a:lnTo>
                <a:lnTo>
                  <a:pt x="403105" y="73318"/>
                </a:lnTo>
                <a:lnTo>
                  <a:pt x="403198" y="72337"/>
                </a:lnTo>
                <a:lnTo>
                  <a:pt x="403307" y="71378"/>
                </a:lnTo>
                <a:lnTo>
                  <a:pt x="403434" y="70440"/>
                </a:lnTo>
                <a:lnTo>
                  <a:pt x="403577" y="69524"/>
                </a:lnTo>
                <a:lnTo>
                  <a:pt x="403737" y="68629"/>
                </a:lnTo>
                <a:lnTo>
                  <a:pt x="403914" y="67757"/>
                </a:lnTo>
                <a:lnTo>
                  <a:pt x="404108" y="66905"/>
                </a:lnTo>
                <a:lnTo>
                  <a:pt x="404318" y="66076"/>
                </a:lnTo>
                <a:lnTo>
                  <a:pt x="404546" y="65268"/>
                </a:lnTo>
                <a:lnTo>
                  <a:pt x="404790" y="64482"/>
                </a:lnTo>
                <a:lnTo>
                  <a:pt x="405052" y="63717"/>
                </a:lnTo>
                <a:lnTo>
                  <a:pt x="405330" y="62974"/>
                </a:lnTo>
                <a:lnTo>
                  <a:pt x="405625" y="62253"/>
                </a:lnTo>
                <a:lnTo>
                  <a:pt x="405936" y="61554"/>
                </a:lnTo>
                <a:lnTo>
                  <a:pt x="406265" y="60876"/>
                </a:lnTo>
                <a:lnTo>
                  <a:pt x="406611" y="60219"/>
                </a:lnTo>
                <a:lnTo>
                  <a:pt x="406973" y="59585"/>
                </a:lnTo>
                <a:lnTo>
                  <a:pt x="407352" y="58972"/>
                </a:lnTo>
                <a:lnTo>
                  <a:pt x="407748" y="58380"/>
                </a:lnTo>
                <a:lnTo>
                  <a:pt x="408160" y="57812"/>
                </a:lnTo>
                <a:lnTo>
                  <a:pt x="408585" y="57268"/>
                </a:lnTo>
                <a:lnTo>
                  <a:pt x="409023" y="56748"/>
                </a:lnTo>
                <a:lnTo>
                  <a:pt x="409476" y="56252"/>
                </a:lnTo>
                <a:lnTo>
                  <a:pt x="409942" y="55780"/>
                </a:lnTo>
                <a:lnTo>
                  <a:pt x="410422" y="55333"/>
                </a:lnTo>
                <a:lnTo>
                  <a:pt x="410916" y="54909"/>
                </a:lnTo>
                <a:lnTo>
                  <a:pt x="411423" y="54510"/>
                </a:lnTo>
                <a:lnTo>
                  <a:pt x="411945" y="54135"/>
                </a:lnTo>
                <a:lnTo>
                  <a:pt x="412480" y="53785"/>
                </a:lnTo>
                <a:lnTo>
                  <a:pt x="413028" y="53458"/>
                </a:lnTo>
                <a:lnTo>
                  <a:pt x="413591" y="53156"/>
                </a:lnTo>
                <a:lnTo>
                  <a:pt x="414167" y="52878"/>
                </a:lnTo>
                <a:lnTo>
                  <a:pt x="414757" y="52624"/>
                </a:lnTo>
                <a:lnTo>
                  <a:pt x="415360" y="52394"/>
                </a:lnTo>
                <a:lnTo>
                  <a:pt x="415978" y="52188"/>
                </a:lnTo>
                <a:lnTo>
                  <a:pt x="416609" y="52007"/>
                </a:lnTo>
                <a:lnTo>
                  <a:pt x="417254" y="51850"/>
                </a:lnTo>
                <a:lnTo>
                  <a:pt x="417912" y="51717"/>
                </a:lnTo>
                <a:lnTo>
                  <a:pt x="418584" y="51608"/>
                </a:lnTo>
                <a:lnTo>
                  <a:pt x="419270" y="51523"/>
                </a:lnTo>
                <a:lnTo>
                  <a:pt x="419970" y="51463"/>
                </a:lnTo>
                <a:lnTo>
                  <a:pt x="420684" y="51426"/>
                </a:lnTo>
                <a:lnTo>
                  <a:pt x="421411" y="51414"/>
                </a:lnTo>
                <a:lnTo>
                  <a:pt x="422021" y="51422"/>
                </a:lnTo>
                <a:lnTo>
                  <a:pt x="422623" y="51446"/>
                </a:lnTo>
                <a:lnTo>
                  <a:pt x="423217" y="51485"/>
                </a:lnTo>
                <a:lnTo>
                  <a:pt x="423803" y="51539"/>
                </a:lnTo>
                <a:lnTo>
                  <a:pt x="424380" y="51609"/>
                </a:lnTo>
                <a:lnTo>
                  <a:pt x="424950" y="51695"/>
                </a:lnTo>
                <a:lnTo>
                  <a:pt x="425511" y="51796"/>
                </a:lnTo>
                <a:lnTo>
                  <a:pt x="426065" y="51913"/>
                </a:lnTo>
                <a:lnTo>
                  <a:pt x="426610" y="52046"/>
                </a:lnTo>
                <a:lnTo>
                  <a:pt x="427147" y="52194"/>
                </a:lnTo>
                <a:lnTo>
                  <a:pt x="427676" y="52358"/>
                </a:lnTo>
                <a:lnTo>
                  <a:pt x="428197" y="52537"/>
                </a:lnTo>
                <a:lnTo>
                  <a:pt x="428710" y="52732"/>
                </a:lnTo>
                <a:lnTo>
                  <a:pt x="429214" y="52943"/>
                </a:lnTo>
                <a:lnTo>
                  <a:pt x="429711" y="53169"/>
                </a:lnTo>
                <a:lnTo>
                  <a:pt x="430199" y="53411"/>
                </a:lnTo>
                <a:lnTo>
                  <a:pt x="430680" y="53668"/>
                </a:lnTo>
                <a:lnTo>
                  <a:pt x="431152" y="53941"/>
                </a:lnTo>
                <a:lnTo>
                  <a:pt x="431616" y="54229"/>
                </a:lnTo>
                <a:lnTo>
                  <a:pt x="432072" y="54533"/>
                </a:lnTo>
                <a:lnTo>
                  <a:pt x="432520" y="54853"/>
                </a:lnTo>
                <a:lnTo>
                  <a:pt x="432960" y="55188"/>
                </a:lnTo>
                <a:lnTo>
                  <a:pt x="433391" y="55539"/>
                </a:lnTo>
                <a:lnTo>
                  <a:pt x="433815" y="55906"/>
                </a:lnTo>
                <a:lnTo>
                  <a:pt x="434230" y="56283"/>
                </a:lnTo>
                <a:lnTo>
                  <a:pt x="434638" y="56665"/>
                </a:lnTo>
                <a:lnTo>
                  <a:pt x="435038" y="57053"/>
                </a:lnTo>
                <a:lnTo>
                  <a:pt x="435430" y="57446"/>
                </a:lnTo>
                <a:lnTo>
                  <a:pt x="435815" y="57845"/>
                </a:lnTo>
                <a:lnTo>
                  <a:pt x="436191" y="58249"/>
                </a:lnTo>
                <a:lnTo>
                  <a:pt x="436560" y="58658"/>
                </a:lnTo>
                <a:lnTo>
                  <a:pt x="436921" y="59073"/>
                </a:lnTo>
                <a:lnTo>
                  <a:pt x="437274" y="59494"/>
                </a:lnTo>
                <a:lnTo>
                  <a:pt x="437619" y="59919"/>
                </a:lnTo>
                <a:lnTo>
                  <a:pt x="437957" y="60350"/>
                </a:lnTo>
                <a:lnTo>
                  <a:pt x="438287" y="60787"/>
                </a:lnTo>
                <a:lnTo>
                  <a:pt x="438609" y="61229"/>
                </a:lnTo>
                <a:lnTo>
                  <a:pt x="438923" y="61676"/>
                </a:lnTo>
                <a:lnTo>
                  <a:pt x="439229" y="62129"/>
                </a:lnTo>
                <a:lnTo>
                  <a:pt x="439528" y="62587"/>
                </a:lnTo>
                <a:lnTo>
                  <a:pt x="439818" y="63051"/>
                </a:lnTo>
                <a:lnTo>
                  <a:pt x="440101" y="63520"/>
                </a:lnTo>
                <a:lnTo>
                  <a:pt x="440376" y="63994"/>
                </a:lnTo>
                <a:lnTo>
                  <a:pt x="440644" y="64474"/>
                </a:lnTo>
                <a:lnTo>
                  <a:pt x="440903" y="64959"/>
                </a:lnTo>
                <a:lnTo>
                  <a:pt x="441155" y="65450"/>
                </a:lnTo>
                <a:lnTo>
                  <a:pt x="441399" y="65946"/>
                </a:lnTo>
                <a:lnTo>
                  <a:pt x="441635" y="66448"/>
                </a:lnTo>
                <a:lnTo>
                  <a:pt x="441635" y="92573"/>
                </a:lnTo>
                <a:lnTo>
                  <a:pt x="441391" y="93052"/>
                </a:lnTo>
                <a:lnTo>
                  <a:pt x="441137" y="93525"/>
                </a:lnTo>
                <a:lnTo>
                  <a:pt x="440875" y="93994"/>
                </a:lnTo>
                <a:lnTo>
                  <a:pt x="440604" y="94457"/>
                </a:lnTo>
                <a:lnTo>
                  <a:pt x="440323" y="94915"/>
                </a:lnTo>
                <a:lnTo>
                  <a:pt x="440034" y="95368"/>
                </a:lnTo>
                <a:lnTo>
                  <a:pt x="439735" y="95816"/>
                </a:lnTo>
                <a:lnTo>
                  <a:pt x="439428" y="96259"/>
                </a:lnTo>
                <a:lnTo>
                  <a:pt x="439111" y="96697"/>
                </a:lnTo>
                <a:lnTo>
                  <a:pt x="438785" y="97130"/>
                </a:lnTo>
                <a:lnTo>
                  <a:pt x="438451" y="97557"/>
                </a:lnTo>
                <a:lnTo>
                  <a:pt x="438107" y="97980"/>
                </a:lnTo>
                <a:lnTo>
                  <a:pt x="437754" y="98397"/>
                </a:lnTo>
                <a:lnTo>
                  <a:pt x="437392" y="98810"/>
                </a:lnTo>
                <a:lnTo>
                  <a:pt x="437021" y="99217"/>
                </a:lnTo>
                <a:lnTo>
                  <a:pt x="436641" y="99619"/>
                </a:lnTo>
                <a:lnTo>
                  <a:pt x="436252" y="100017"/>
                </a:lnTo>
                <a:lnTo>
                  <a:pt x="435854" y="100409"/>
                </a:lnTo>
                <a:lnTo>
                  <a:pt x="435447" y="100796"/>
                </a:lnTo>
                <a:lnTo>
                  <a:pt x="435031" y="101178"/>
                </a:lnTo>
                <a:lnTo>
                  <a:pt x="434606" y="101554"/>
                </a:lnTo>
                <a:lnTo>
                  <a:pt x="434171" y="101926"/>
                </a:lnTo>
                <a:lnTo>
                  <a:pt x="433728" y="102293"/>
                </a:lnTo>
                <a:lnTo>
                  <a:pt x="433276" y="102655"/>
                </a:lnTo>
                <a:lnTo>
                  <a:pt x="432815" y="103006"/>
                </a:lnTo>
                <a:lnTo>
                  <a:pt x="432347" y="103343"/>
                </a:lnTo>
                <a:lnTo>
                  <a:pt x="431873" y="103664"/>
                </a:lnTo>
                <a:lnTo>
                  <a:pt x="431390" y="103971"/>
                </a:lnTo>
                <a:lnTo>
                  <a:pt x="430901" y="104263"/>
                </a:lnTo>
                <a:lnTo>
                  <a:pt x="430405" y="104540"/>
                </a:lnTo>
                <a:lnTo>
                  <a:pt x="429901" y="104801"/>
                </a:lnTo>
                <a:lnTo>
                  <a:pt x="429391" y="105048"/>
                </a:lnTo>
                <a:lnTo>
                  <a:pt x="428873" y="105280"/>
                </a:lnTo>
                <a:lnTo>
                  <a:pt x="428347" y="105497"/>
                </a:lnTo>
                <a:lnTo>
                  <a:pt x="427815" y="105699"/>
                </a:lnTo>
                <a:lnTo>
                  <a:pt x="427276" y="105886"/>
                </a:lnTo>
                <a:lnTo>
                  <a:pt x="426729" y="106058"/>
                </a:lnTo>
                <a:lnTo>
                  <a:pt x="426175" y="106215"/>
                </a:lnTo>
                <a:lnTo>
                  <a:pt x="425614" y="106357"/>
                </a:lnTo>
                <a:lnTo>
                  <a:pt x="425046" y="106485"/>
                </a:lnTo>
                <a:lnTo>
                  <a:pt x="424471" y="106597"/>
                </a:lnTo>
                <a:lnTo>
                  <a:pt x="423888" y="106694"/>
                </a:lnTo>
                <a:lnTo>
                  <a:pt x="423298" y="106776"/>
                </a:lnTo>
                <a:lnTo>
                  <a:pt x="422702" y="106844"/>
                </a:lnTo>
                <a:lnTo>
                  <a:pt x="422097" y="106896"/>
                </a:lnTo>
                <a:lnTo>
                  <a:pt x="421486" y="106933"/>
                </a:lnTo>
                <a:lnTo>
                  <a:pt x="420868" y="106956"/>
                </a:lnTo>
                <a:lnTo>
                  <a:pt x="420242" y="106963"/>
                </a:lnTo>
                <a:lnTo>
                  <a:pt x="419574" y="106951"/>
                </a:lnTo>
                <a:lnTo>
                  <a:pt x="418918" y="106915"/>
                </a:lnTo>
                <a:lnTo>
                  <a:pt x="418274" y="106855"/>
                </a:lnTo>
                <a:lnTo>
                  <a:pt x="417642" y="106770"/>
                </a:lnTo>
                <a:close/>
                <a:moveTo>
                  <a:pt x="296571" y="46424"/>
                </a:moveTo>
                <a:lnTo>
                  <a:pt x="296118" y="45588"/>
                </a:lnTo>
                <a:lnTo>
                  <a:pt x="295640" y="44775"/>
                </a:lnTo>
                <a:lnTo>
                  <a:pt x="295138" y="43988"/>
                </a:lnTo>
                <a:lnTo>
                  <a:pt x="294611" y="43224"/>
                </a:lnTo>
                <a:lnTo>
                  <a:pt x="294060" y="42486"/>
                </a:lnTo>
                <a:lnTo>
                  <a:pt x="293484" y="41771"/>
                </a:lnTo>
                <a:lnTo>
                  <a:pt x="292886" y="41084"/>
                </a:lnTo>
                <a:lnTo>
                  <a:pt x="292266" y="40426"/>
                </a:lnTo>
                <a:lnTo>
                  <a:pt x="291624" y="39797"/>
                </a:lnTo>
                <a:lnTo>
                  <a:pt x="290961" y="39197"/>
                </a:lnTo>
                <a:lnTo>
                  <a:pt x="290277" y="38627"/>
                </a:lnTo>
                <a:lnTo>
                  <a:pt x="289571" y="38086"/>
                </a:lnTo>
                <a:lnTo>
                  <a:pt x="288845" y="37574"/>
                </a:lnTo>
                <a:lnTo>
                  <a:pt x="288096" y="37091"/>
                </a:lnTo>
                <a:lnTo>
                  <a:pt x="287326" y="36638"/>
                </a:lnTo>
                <a:lnTo>
                  <a:pt x="286535" y="36214"/>
                </a:lnTo>
                <a:lnTo>
                  <a:pt x="285723" y="35819"/>
                </a:lnTo>
                <a:lnTo>
                  <a:pt x="284889" y="35453"/>
                </a:lnTo>
                <a:lnTo>
                  <a:pt x="284034" y="35117"/>
                </a:lnTo>
                <a:lnTo>
                  <a:pt x="283157" y="34810"/>
                </a:lnTo>
                <a:lnTo>
                  <a:pt x="282259" y="34532"/>
                </a:lnTo>
                <a:lnTo>
                  <a:pt x="281340" y="34283"/>
                </a:lnTo>
                <a:lnTo>
                  <a:pt x="280399" y="34064"/>
                </a:lnTo>
                <a:lnTo>
                  <a:pt x="279437" y="33874"/>
                </a:lnTo>
                <a:lnTo>
                  <a:pt x="278453" y="33713"/>
                </a:lnTo>
                <a:lnTo>
                  <a:pt x="277449" y="33581"/>
                </a:lnTo>
                <a:lnTo>
                  <a:pt x="276422" y="33479"/>
                </a:lnTo>
                <a:lnTo>
                  <a:pt x="275375" y="33406"/>
                </a:lnTo>
                <a:lnTo>
                  <a:pt x="274306" y="33362"/>
                </a:lnTo>
                <a:lnTo>
                  <a:pt x="273215" y="33347"/>
                </a:lnTo>
                <a:lnTo>
                  <a:pt x="272293" y="33355"/>
                </a:lnTo>
                <a:lnTo>
                  <a:pt x="271382" y="33378"/>
                </a:lnTo>
                <a:lnTo>
                  <a:pt x="270484" y="33416"/>
                </a:lnTo>
                <a:lnTo>
                  <a:pt x="269599" y="33469"/>
                </a:lnTo>
                <a:lnTo>
                  <a:pt x="268725" y="33537"/>
                </a:lnTo>
                <a:lnTo>
                  <a:pt x="267864" y="33620"/>
                </a:lnTo>
                <a:lnTo>
                  <a:pt x="267016" y="33718"/>
                </a:lnTo>
                <a:lnTo>
                  <a:pt x="266179" y="33832"/>
                </a:lnTo>
                <a:lnTo>
                  <a:pt x="265355" y="33960"/>
                </a:lnTo>
                <a:lnTo>
                  <a:pt x="264543" y="34104"/>
                </a:lnTo>
                <a:lnTo>
                  <a:pt x="263744" y="34263"/>
                </a:lnTo>
                <a:lnTo>
                  <a:pt x="262957" y="34437"/>
                </a:lnTo>
                <a:lnTo>
                  <a:pt x="262182" y="34626"/>
                </a:lnTo>
                <a:lnTo>
                  <a:pt x="261420" y="34831"/>
                </a:lnTo>
                <a:lnTo>
                  <a:pt x="260670" y="35050"/>
                </a:lnTo>
                <a:lnTo>
                  <a:pt x="259932" y="35285"/>
                </a:lnTo>
                <a:lnTo>
                  <a:pt x="259207" y="35535"/>
                </a:lnTo>
                <a:lnTo>
                  <a:pt x="258494" y="35800"/>
                </a:lnTo>
                <a:lnTo>
                  <a:pt x="257793" y="36080"/>
                </a:lnTo>
                <a:lnTo>
                  <a:pt x="257104" y="36375"/>
                </a:lnTo>
                <a:lnTo>
                  <a:pt x="256428" y="36685"/>
                </a:lnTo>
                <a:lnTo>
                  <a:pt x="255765" y="37011"/>
                </a:lnTo>
                <a:lnTo>
                  <a:pt x="255113" y="37351"/>
                </a:lnTo>
                <a:lnTo>
                  <a:pt x="254474" y="37707"/>
                </a:lnTo>
                <a:lnTo>
                  <a:pt x="253847" y="38072"/>
                </a:lnTo>
                <a:lnTo>
                  <a:pt x="253231" y="38442"/>
                </a:lnTo>
                <a:lnTo>
                  <a:pt x="252627" y="38817"/>
                </a:lnTo>
                <a:lnTo>
                  <a:pt x="252033" y="39196"/>
                </a:lnTo>
                <a:lnTo>
                  <a:pt x="251452" y="39580"/>
                </a:lnTo>
                <a:lnTo>
                  <a:pt x="250882" y="39968"/>
                </a:lnTo>
                <a:lnTo>
                  <a:pt x="250323" y="40361"/>
                </a:lnTo>
                <a:lnTo>
                  <a:pt x="249775" y="40758"/>
                </a:lnTo>
                <a:lnTo>
                  <a:pt x="249239" y="41160"/>
                </a:lnTo>
                <a:lnTo>
                  <a:pt x="248714" y="41566"/>
                </a:lnTo>
                <a:lnTo>
                  <a:pt x="248201" y="41977"/>
                </a:lnTo>
                <a:lnTo>
                  <a:pt x="247699" y="42392"/>
                </a:lnTo>
                <a:lnTo>
                  <a:pt x="247208" y="42812"/>
                </a:lnTo>
                <a:lnTo>
                  <a:pt x="246729" y="43236"/>
                </a:lnTo>
                <a:lnTo>
                  <a:pt x="246262" y="43665"/>
                </a:lnTo>
                <a:lnTo>
                  <a:pt x="245805" y="44099"/>
                </a:lnTo>
                <a:lnTo>
                  <a:pt x="245360" y="44537"/>
                </a:lnTo>
                <a:lnTo>
                  <a:pt x="244927" y="44979"/>
                </a:lnTo>
                <a:lnTo>
                  <a:pt x="244504" y="45426"/>
                </a:lnTo>
                <a:lnTo>
                  <a:pt x="244094" y="45878"/>
                </a:lnTo>
                <a:lnTo>
                  <a:pt x="243694" y="46334"/>
                </a:lnTo>
                <a:lnTo>
                  <a:pt x="243306" y="46794"/>
                </a:lnTo>
                <a:lnTo>
                  <a:pt x="242930" y="47259"/>
                </a:lnTo>
                <a:lnTo>
                  <a:pt x="242564" y="47729"/>
                </a:lnTo>
                <a:lnTo>
                  <a:pt x="242115" y="34696"/>
                </a:lnTo>
                <a:lnTo>
                  <a:pt x="219194" y="34696"/>
                </a:lnTo>
                <a:lnTo>
                  <a:pt x="219194" y="123502"/>
                </a:lnTo>
                <a:lnTo>
                  <a:pt x="243014" y="123502"/>
                </a:lnTo>
                <a:lnTo>
                  <a:pt x="243014" y="64010"/>
                </a:lnTo>
                <a:lnTo>
                  <a:pt x="243330" y="63608"/>
                </a:lnTo>
                <a:lnTo>
                  <a:pt x="243651" y="63213"/>
                </a:lnTo>
                <a:lnTo>
                  <a:pt x="243976" y="62822"/>
                </a:lnTo>
                <a:lnTo>
                  <a:pt x="244305" y="62436"/>
                </a:lnTo>
                <a:lnTo>
                  <a:pt x="244637" y="62055"/>
                </a:lnTo>
                <a:lnTo>
                  <a:pt x="244974" y="61680"/>
                </a:lnTo>
                <a:lnTo>
                  <a:pt x="245315" y="61309"/>
                </a:lnTo>
                <a:lnTo>
                  <a:pt x="245660" y="60943"/>
                </a:lnTo>
                <a:lnTo>
                  <a:pt x="246009" y="60583"/>
                </a:lnTo>
                <a:lnTo>
                  <a:pt x="246363" y="60228"/>
                </a:lnTo>
                <a:lnTo>
                  <a:pt x="246720" y="59877"/>
                </a:lnTo>
                <a:lnTo>
                  <a:pt x="247081" y="59532"/>
                </a:lnTo>
                <a:lnTo>
                  <a:pt x="247446" y="59192"/>
                </a:lnTo>
                <a:lnTo>
                  <a:pt x="247816" y="58857"/>
                </a:lnTo>
                <a:lnTo>
                  <a:pt x="248189" y="58527"/>
                </a:lnTo>
                <a:lnTo>
                  <a:pt x="248567" y="58202"/>
                </a:lnTo>
                <a:lnTo>
                  <a:pt x="248948" y="57882"/>
                </a:lnTo>
                <a:lnTo>
                  <a:pt x="249334" y="57567"/>
                </a:lnTo>
                <a:lnTo>
                  <a:pt x="249723" y="57258"/>
                </a:lnTo>
                <a:lnTo>
                  <a:pt x="250117" y="56953"/>
                </a:lnTo>
                <a:lnTo>
                  <a:pt x="250515" y="56653"/>
                </a:lnTo>
                <a:lnTo>
                  <a:pt x="250917" y="56359"/>
                </a:lnTo>
                <a:lnTo>
                  <a:pt x="251323" y="56069"/>
                </a:lnTo>
                <a:lnTo>
                  <a:pt x="251733" y="55785"/>
                </a:lnTo>
                <a:lnTo>
                  <a:pt x="252148" y="55509"/>
                </a:lnTo>
                <a:lnTo>
                  <a:pt x="252570" y="55245"/>
                </a:lnTo>
                <a:lnTo>
                  <a:pt x="252999" y="54992"/>
                </a:lnTo>
                <a:lnTo>
                  <a:pt x="253435" y="54752"/>
                </a:lnTo>
                <a:lnTo>
                  <a:pt x="253878" y="54523"/>
                </a:lnTo>
                <a:lnTo>
                  <a:pt x="254328" y="54305"/>
                </a:lnTo>
                <a:lnTo>
                  <a:pt x="254785" y="54100"/>
                </a:lnTo>
                <a:lnTo>
                  <a:pt x="255248" y="53906"/>
                </a:lnTo>
                <a:lnTo>
                  <a:pt x="255718" y="53724"/>
                </a:lnTo>
                <a:lnTo>
                  <a:pt x="256196" y="53554"/>
                </a:lnTo>
                <a:lnTo>
                  <a:pt x="256680" y="53395"/>
                </a:lnTo>
                <a:lnTo>
                  <a:pt x="257171" y="53249"/>
                </a:lnTo>
                <a:lnTo>
                  <a:pt x="257668" y="53114"/>
                </a:lnTo>
                <a:lnTo>
                  <a:pt x="258173" y="52990"/>
                </a:lnTo>
                <a:lnTo>
                  <a:pt x="258685" y="52879"/>
                </a:lnTo>
                <a:lnTo>
                  <a:pt x="259203" y="52779"/>
                </a:lnTo>
                <a:lnTo>
                  <a:pt x="259728" y="52691"/>
                </a:lnTo>
                <a:lnTo>
                  <a:pt x="260260" y="52614"/>
                </a:lnTo>
                <a:lnTo>
                  <a:pt x="260799" y="52550"/>
                </a:lnTo>
                <a:lnTo>
                  <a:pt x="261345" y="52497"/>
                </a:lnTo>
                <a:lnTo>
                  <a:pt x="261898" y="52456"/>
                </a:lnTo>
                <a:lnTo>
                  <a:pt x="262458" y="52427"/>
                </a:lnTo>
                <a:lnTo>
                  <a:pt x="263024" y="52409"/>
                </a:lnTo>
                <a:lnTo>
                  <a:pt x="263597" y="52403"/>
                </a:lnTo>
                <a:lnTo>
                  <a:pt x="263984" y="52407"/>
                </a:lnTo>
                <a:lnTo>
                  <a:pt x="264364" y="52417"/>
                </a:lnTo>
                <a:lnTo>
                  <a:pt x="264739" y="52434"/>
                </a:lnTo>
                <a:lnTo>
                  <a:pt x="265107" y="52459"/>
                </a:lnTo>
                <a:lnTo>
                  <a:pt x="265469" y="52490"/>
                </a:lnTo>
                <a:lnTo>
                  <a:pt x="265825" y="52529"/>
                </a:lnTo>
                <a:lnTo>
                  <a:pt x="266175" y="52574"/>
                </a:lnTo>
                <a:lnTo>
                  <a:pt x="266519" y="52627"/>
                </a:lnTo>
                <a:lnTo>
                  <a:pt x="266856" y="52686"/>
                </a:lnTo>
                <a:lnTo>
                  <a:pt x="267188" y="52752"/>
                </a:lnTo>
                <a:lnTo>
                  <a:pt x="267514" y="52826"/>
                </a:lnTo>
                <a:lnTo>
                  <a:pt x="267833" y="52906"/>
                </a:lnTo>
                <a:lnTo>
                  <a:pt x="268147" y="52993"/>
                </a:lnTo>
                <a:lnTo>
                  <a:pt x="268454" y="53087"/>
                </a:lnTo>
                <a:lnTo>
                  <a:pt x="268755" y="53189"/>
                </a:lnTo>
                <a:lnTo>
                  <a:pt x="269050" y="53297"/>
                </a:lnTo>
                <a:lnTo>
                  <a:pt x="269340" y="53412"/>
                </a:lnTo>
                <a:lnTo>
                  <a:pt x="269623" y="53534"/>
                </a:lnTo>
                <a:lnTo>
                  <a:pt x="269899" y="53664"/>
                </a:lnTo>
                <a:lnTo>
                  <a:pt x="270170" y="53800"/>
                </a:lnTo>
                <a:lnTo>
                  <a:pt x="270435" y="53943"/>
                </a:lnTo>
                <a:lnTo>
                  <a:pt x="270694" y="54093"/>
                </a:lnTo>
                <a:lnTo>
                  <a:pt x="270946" y="54250"/>
                </a:lnTo>
                <a:lnTo>
                  <a:pt x="271193" y="54414"/>
                </a:lnTo>
                <a:lnTo>
                  <a:pt x="271433" y="54585"/>
                </a:lnTo>
                <a:lnTo>
                  <a:pt x="271668" y="54761"/>
                </a:lnTo>
                <a:lnTo>
                  <a:pt x="271898" y="54943"/>
                </a:lnTo>
                <a:lnTo>
                  <a:pt x="272122" y="55130"/>
                </a:lnTo>
                <a:lnTo>
                  <a:pt x="272340" y="55324"/>
                </a:lnTo>
                <a:lnTo>
                  <a:pt x="272552" y="55523"/>
                </a:lnTo>
                <a:lnTo>
                  <a:pt x="272759" y="55727"/>
                </a:lnTo>
                <a:lnTo>
                  <a:pt x="272960" y="55938"/>
                </a:lnTo>
                <a:lnTo>
                  <a:pt x="273156" y="56154"/>
                </a:lnTo>
                <a:lnTo>
                  <a:pt x="273346" y="56376"/>
                </a:lnTo>
                <a:lnTo>
                  <a:pt x="273531" y="56603"/>
                </a:lnTo>
                <a:lnTo>
                  <a:pt x="273710" y="56836"/>
                </a:lnTo>
                <a:lnTo>
                  <a:pt x="273883" y="57075"/>
                </a:lnTo>
                <a:lnTo>
                  <a:pt x="274050" y="57320"/>
                </a:lnTo>
                <a:lnTo>
                  <a:pt x="274212" y="57570"/>
                </a:lnTo>
                <a:lnTo>
                  <a:pt x="274369" y="57826"/>
                </a:lnTo>
                <a:lnTo>
                  <a:pt x="274519" y="58088"/>
                </a:lnTo>
                <a:lnTo>
                  <a:pt x="274665" y="58355"/>
                </a:lnTo>
                <a:lnTo>
                  <a:pt x="274804" y="58628"/>
                </a:lnTo>
                <a:lnTo>
                  <a:pt x="274938" y="58907"/>
                </a:lnTo>
                <a:lnTo>
                  <a:pt x="275066" y="59192"/>
                </a:lnTo>
                <a:lnTo>
                  <a:pt x="275189" y="59482"/>
                </a:lnTo>
                <a:lnTo>
                  <a:pt x="275306" y="59778"/>
                </a:lnTo>
                <a:lnTo>
                  <a:pt x="275417" y="60080"/>
                </a:lnTo>
                <a:lnTo>
                  <a:pt x="275524" y="60386"/>
                </a:lnTo>
                <a:lnTo>
                  <a:pt x="275626" y="60697"/>
                </a:lnTo>
                <a:lnTo>
                  <a:pt x="275723" y="61012"/>
                </a:lnTo>
                <a:lnTo>
                  <a:pt x="275816" y="61331"/>
                </a:lnTo>
                <a:lnTo>
                  <a:pt x="275904" y="61654"/>
                </a:lnTo>
                <a:lnTo>
                  <a:pt x="275988" y="61981"/>
                </a:lnTo>
                <a:lnTo>
                  <a:pt x="276067" y="62313"/>
                </a:lnTo>
                <a:lnTo>
                  <a:pt x="276141" y="62648"/>
                </a:lnTo>
                <a:lnTo>
                  <a:pt x="276212" y="62988"/>
                </a:lnTo>
                <a:lnTo>
                  <a:pt x="276277" y="63332"/>
                </a:lnTo>
                <a:lnTo>
                  <a:pt x="276338" y="63680"/>
                </a:lnTo>
                <a:lnTo>
                  <a:pt x="276395" y="64032"/>
                </a:lnTo>
                <a:lnTo>
                  <a:pt x="276447" y="64388"/>
                </a:lnTo>
                <a:lnTo>
                  <a:pt x="276494" y="64749"/>
                </a:lnTo>
                <a:lnTo>
                  <a:pt x="276537" y="65113"/>
                </a:lnTo>
                <a:lnTo>
                  <a:pt x="276576" y="65482"/>
                </a:lnTo>
                <a:lnTo>
                  <a:pt x="276610" y="65854"/>
                </a:lnTo>
                <a:lnTo>
                  <a:pt x="276639" y="66231"/>
                </a:lnTo>
                <a:lnTo>
                  <a:pt x="276664" y="66612"/>
                </a:lnTo>
                <a:lnTo>
                  <a:pt x="276684" y="66998"/>
                </a:lnTo>
                <a:lnTo>
                  <a:pt x="276700" y="67387"/>
                </a:lnTo>
                <a:lnTo>
                  <a:pt x="276712" y="67780"/>
                </a:lnTo>
                <a:lnTo>
                  <a:pt x="276718" y="68178"/>
                </a:lnTo>
                <a:lnTo>
                  <a:pt x="276721" y="68580"/>
                </a:lnTo>
                <a:lnTo>
                  <a:pt x="276721" y="123502"/>
                </a:lnTo>
                <a:lnTo>
                  <a:pt x="300540" y="123502"/>
                </a:lnTo>
                <a:lnTo>
                  <a:pt x="300540" y="65675"/>
                </a:lnTo>
                <a:lnTo>
                  <a:pt x="300528" y="64397"/>
                </a:lnTo>
                <a:lnTo>
                  <a:pt x="300491" y="63144"/>
                </a:lnTo>
                <a:lnTo>
                  <a:pt x="300482" y="62960"/>
                </a:lnTo>
                <a:lnTo>
                  <a:pt x="300692" y="62720"/>
                </a:lnTo>
                <a:lnTo>
                  <a:pt x="301027" y="62346"/>
                </a:lnTo>
                <a:lnTo>
                  <a:pt x="301365" y="61977"/>
                </a:lnTo>
                <a:lnTo>
                  <a:pt x="301708" y="61614"/>
                </a:lnTo>
                <a:lnTo>
                  <a:pt x="302053" y="61256"/>
                </a:lnTo>
                <a:lnTo>
                  <a:pt x="302403" y="60903"/>
                </a:lnTo>
                <a:lnTo>
                  <a:pt x="302755" y="60555"/>
                </a:lnTo>
                <a:lnTo>
                  <a:pt x="303112" y="60213"/>
                </a:lnTo>
                <a:lnTo>
                  <a:pt x="303472" y="59876"/>
                </a:lnTo>
                <a:lnTo>
                  <a:pt x="303836" y="59545"/>
                </a:lnTo>
                <a:lnTo>
                  <a:pt x="304203" y="59218"/>
                </a:lnTo>
                <a:lnTo>
                  <a:pt x="304574" y="58897"/>
                </a:lnTo>
                <a:lnTo>
                  <a:pt x="304948" y="58582"/>
                </a:lnTo>
                <a:lnTo>
                  <a:pt x="305326" y="58271"/>
                </a:lnTo>
                <a:lnTo>
                  <a:pt x="305708" y="57966"/>
                </a:lnTo>
                <a:lnTo>
                  <a:pt x="306093" y="57666"/>
                </a:lnTo>
                <a:lnTo>
                  <a:pt x="306482" y="57372"/>
                </a:lnTo>
                <a:lnTo>
                  <a:pt x="306874" y="57083"/>
                </a:lnTo>
                <a:lnTo>
                  <a:pt x="307270" y="56799"/>
                </a:lnTo>
                <a:lnTo>
                  <a:pt x="307670" y="56520"/>
                </a:lnTo>
                <a:lnTo>
                  <a:pt x="308073" y="56247"/>
                </a:lnTo>
                <a:lnTo>
                  <a:pt x="308480" y="55979"/>
                </a:lnTo>
                <a:lnTo>
                  <a:pt x="308890" y="55717"/>
                </a:lnTo>
                <a:lnTo>
                  <a:pt x="309304" y="55459"/>
                </a:lnTo>
                <a:lnTo>
                  <a:pt x="309723" y="55210"/>
                </a:lnTo>
                <a:lnTo>
                  <a:pt x="310149" y="54971"/>
                </a:lnTo>
                <a:lnTo>
                  <a:pt x="310581" y="54743"/>
                </a:lnTo>
                <a:lnTo>
                  <a:pt x="311021" y="54525"/>
                </a:lnTo>
                <a:lnTo>
                  <a:pt x="311467" y="54318"/>
                </a:lnTo>
                <a:lnTo>
                  <a:pt x="311919" y="54122"/>
                </a:lnTo>
                <a:lnTo>
                  <a:pt x="312379" y="53936"/>
                </a:lnTo>
                <a:lnTo>
                  <a:pt x="312845" y="53761"/>
                </a:lnTo>
                <a:lnTo>
                  <a:pt x="313317" y="53597"/>
                </a:lnTo>
                <a:lnTo>
                  <a:pt x="313797" y="53443"/>
                </a:lnTo>
                <a:lnTo>
                  <a:pt x="314283" y="53300"/>
                </a:lnTo>
                <a:lnTo>
                  <a:pt x="314776" y="53167"/>
                </a:lnTo>
                <a:lnTo>
                  <a:pt x="315275" y="53045"/>
                </a:lnTo>
                <a:lnTo>
                  <a:pt x="315782" y="52934"/>
                </a:lnTo>
                <a:lnTo>
                  <a:pt x="316295" y="52833"/>
                </a:lnTo>
                <a:lnTo>
                  <a:pt x="316814" y="52743"/>
                </a:lnTo>
                <a:lnTo>
                  <a:pt x="317341" y="52663"/>
                </a:lnTo>
                <a:lnTo>
                  <a:pt x="317874" y="52594"/>
                </a:lnTo>
                <a:lnTo>
                  <a:pt x="318414" y="52536"/>
                </a:lnTo>
                <a:lnTo>
                  <a:pt x="318960" y="52488"/>
                </a:lnTo>
                <a:lnTo>
                  <a:pt x="319514" y="52451"/>
                </a:lnTo>
                <a:lnTo>
                  <a:pt x="320074" y="52424"/>
                </a:lnTo>
                <a:lnTo>
                  <a:pt x="320640" y="52408"/>
                </a:lnTo>
                <a:lnTo>
                  <a:pt x="321214" y="52403"/>
                </a:lnTo>
                <a:lnTo>
                  <a:pt x="321600" y="52407"/>
                </a:lnTo>
                <a:lnTo>
                  <a:pt x="321981" y="52417"/>
                </a:lnTo>
                <a:lnTo>
                  <a:pt x="322355" y="52434"/>
                </a:lnTo>
                <a:lnTo>
                  <a:pt x="322723" y="52459"/>
                </a:lnTo>
                <a:lnTo>
                  <a:pt x="323085" y="52490"/>
                </a:lnTo>
                <a:lnTo>
                  <a:pt x="323441" y="52529"/>
                </a:lnTo>
                <a:lnTo>
                  <a:pt x="323791" y="52574"/>
                </a:lnTo>
                <a:lnTo>
                  <a:pt x="324135" y="52627"/>
                </a:lnTo>
                <a:lnTo>
                  <a:pt x="324473" y="52686"/>
                </a:lnTo>
                <a:lnTo>
                  <a:pt x="324805" y="52752"/>
                </a:lnTo>
                <a:lnTo>
                  <a:pt x="325130" y="52826"/>
                </a:lnTo>
                <a:lnTo>
                  <a:pt x="325450" y="52906"/>
                </a:lnTo>
                <a:lnTo>
                  <a:pt x="325763" y="52993"/>
                </a:lnTo>
                <a:lnTo>
                  <a:pt x="326070" y="53087"/>
                </a:lnTo>
                <a:lnTo>
                  <a:pt x="326372" y="53189"/>
                </a:lnTo>
                <a:lnTo>
                  <a:pt x="326667" y="53297"/>
                </a:lnTo>
                <a:lnTo>
                  <a:pt x="326956" y="53412"/>
                </a:lnTo>
                <a:lnTo>
                  <a:pt x="327239" y="53534"/>
                </a:lnTo>
                <a:lnTo>
                  <a:pt x="327516" y="53664"/>
                </a:lnTo>
                <a:lnTo>
                  <a:pt x="327787" y="53800"/>
                </a:lnTo>
                <a:lnTo>
                  <a:pt x="328051" y="53943"/>
                </a:lnTo>
                <a:lnTo>
                  <a:pt x="328310" y="54093"/>
                </a:lnTo>
                <a:lnTo>
                  <a:pt x="328563" y="54250"/>
                </a:lnTo>
                <a:lnTo>
                  <a:pt x="328809" y="54414"/>
                </a:lnTo>
                <a:lnTo>
                  <a:pt x="329050" y="54585"/>
                </a:lnTo>
                <a:lnTo>
                  <a:pt x="329285" y="54761"/>
                </a:lnTo>
                <a:lnTo>
                  <a:pt x="329514" y="54943"/>
                </a:lnTo>
                <a:lnTo>
                  <a:pt x="329738" y="55130"/>
                </a:lnTo>
                <a:lnTo>
                  <a:pt x="329956" y="55324"/>
                </a:lnTo>
                <a:lnTo>
                  <a:pt x="330169" y="55523"/>
                </a:lnTo>
                <a:lnTo>
                  <a:pt x="330376" y="55727"/>
                </a:lnTo>
                <a:lnTo>
                  <a:pt x="330577" y="55938"/>
                </a:lnTo>
                <a:lnTo>
                  <a:pt x="330773" y="56154"/>
                </a:lnTo>
                <a:lnTo>
                  <a:pt x="330963" y="56376"/>
                </a:lnTo>
                <a:lnTo>
                  <a:pt x="331147" y="56603"/>
                </a:lnTo>
                <a:lnTo>
                  <a:pt x="331326" y="56836"/>
                </a:lnTo>
                <a:lnTo>
                  <a:pt x="331499" y="57075"/>
                </a:lnTo>
                <a:lnTo>
                  <a:pt x="331667" y="57320"/>
                </a:lnTo>
                <a:lnTo>
                  <a:pt x="331829" y="57570"/>
                </a:lnTo>
                <a:lnTo>
                  <a:pt x="331985" y="57826"/>
                </a:lnTo>
                <a:lnTo>
                  <a:pt x="332136" y="58088"/>
                </a:lnTo>
                <a:lnTo>
                  <a:pt x="332281" y="58355"/>
                </a:lnTo>
                <a:lnTo>
                  <a:pt x="332420" y="58628"/>
                </a:lnTo>
                <a:lnTo>
                  <a:pt x="332554" y="58907"/>
                </a:lnTo>
                <a:lnTo>
                  <a:pt x="332683" y="59192"/>
                </a:lnTo>
                <a:lnTo>
                  <a:pt x="332805" y="59482"/>
                </a:lnTo>
                <a:lnTo>
                  <a:pt x="332922" y="59778"/>
                </a:lnTo>
                <a:lnTo>
                  <a:pt x="333034" y="60080"/>
                </a:lnTo>
                <a:lnTo>
                  <a:pt x="333140" y="60386"/>
                </a:lnTo>
                <a:lnTo>
                  <a:pt x="333242" y="60697"/>
                </a:lnTo>
                <a:lnTo>
                  <a:pt x="333339" y="61012"/>
                </a:lnTo>
                <a:lnTo>
                  <a:pt x="333432" y="61331"/>
                </a:lnTo>
                <a:lnTo>
                  <a:pt x="333520" y="61654"/>
                </a:lnTo>
                <a:lnTo>
                  <a:pt x="333604" y="61981"/>
                </a:lnTo>
                <a:lnTo>
                  <a:pt x="333683" y="62313"/>
                </a:lnTo>
                <a:lnTo>
                  <a:pt x="333758" y="62648"/>
                </a:lnTo>
                <a:lnTo>
                  <a:pt x="333828" y="62988"/>
                </a:lnTo>
                <a:lnTo>
                  <a:pt x="333894" y="63332"/>
                </a:lnTo>
                <a:lnTo>
                  <a:pt x="333955" y="63680"/>
                </a:lnTo>
                <a:lnTo>
                  <a:pt x="334011" y="64032"/>
                </a:lnTo>
                <a:lnTo>
                  <a:pt x="334063" y="64388"/>
                </a:lnTo>
                <a:lnTo>
                  <a:pt x="334111" y="64749"/>
                </a:lnTo>
                <a:lnTo>
                  <a:pt x="334154" y="65113"/>
                </a:lnTo>
                <a:lnTo>
                  <a:pt x="334192" y="65482"/>
                </a:lnTo>
                <a:lnTo>
                  <a:pt x="334226" y="65854"/>
                </a:lnTo>
                <a:lnTo>
                  <a:pt x="334256" y="66231"/>
                </a:lnTo>
                <a:lnTo>
                  <a:pt x="334281" y="66612"/>
                </a:lnTo>
                <a:lnTo>
                  <a:pt x="334301" y="66998"/>
                </a:lnTo>
                <a:lnTo>
                  <a:pt x="334317" y="67387"/>
                </a:lnTo>
                <a:lnTo>
                  <a:pt x="334328" y="67780"/>
                </a:lnTo>
                <a:lnTo>
                  <a:pt x="334335" y="68178"/>
                </a:lnTo>
                <a:lnTo>
                  <a:pt x="334337" y="68580"/>
                </a:lnTo>
                <a:lnTo>
                  <a:pt x="334337" y="123502"/>
                </a:lnTo>
                <a:lnTo>
                  <a:pt x="358157" y="123502"/>
                </a:lnTo>
                <a:lnTo>
                  <a:pt x="358157" y="65675"/>
                </a:lnTo>
                <a:lnTo>
                  <a:pt x="358144" y="64397"/>
                </a:lnTo>
                <a:lnTo>
                  <a:pt x="358107" y="63144"/>
                </a:lnTo>
                <a:lnTo>
                  <a:pt x="358045" y="61915"/>
                </a:lnTo>
                <a:lnTo>
                  <a:pt x="357958" y="60711"/>
                </a:lnTo>
                <a:lnTo>
                  <a:pt x="357847" y="59531"/>
                </a:lnTo>
                <a:lnTo>
                  <a:pt x="357710" y="58376"/>
                </a:lnTo>
                <a:lnTo>
                  <a:pt x="357549" y="57245"/>
                </a:lnTo>
                <a:lnTo>
                  <a:pt x="357363" y="56139"/>
                </a:lnTo>
                <a:lnTo>
                  <a:pt x="357152" y="55057"/>
                </a:lnTo>
                <a:lnTo>
                  <a:pt x="356916" y="54000"/>
                </a:lnTo>
                <a:lnTo>
                  <a:pt x="356656" y="52968"/>
                </a:lnTo>
                <a:lnTo>
                  <a:pt x="356370" y="51959"/>
                </a:lnTo>
                <a:lnTo>
                  <a:pt x="356060" y="50976"/>
                </a:lnTo>
                <a:lnTo>
                  <a:pt x="355725" y="50016"/>
                </a:lnTo>
                <a:lnTo>
                  <a:pt x="355365" y="49082"/>
                </a:lnTo>
                <a:lnTo>
                  <a:pt x="354981" y="48171"/>
                </a:lnTo>
                <a:lnTo>
                  <a:pt x="354571" y="47286"/>
                </a:lnTo>
                <a:lnTo>
                  <a:pt x="354137" y="46424"/>
                </a:lnTo>
                <a:lnTo>
                  <a:pt x="353678" y="45588"/>
                </a:lnTo>
                <a:lnTo>
                  <a:pt x="353194" y="44775"/>
                </a:lnTo>
                <a:lnTo>
                  <a:pt x="352686" y="43988"/>
                </a:lnTo>
                <a:lnTo>
                  <a:pt x="352152" y="43224"/>
                </a:lnTo>
                <a:lnTo>
                  <a:pt x="351594" y="42486"/>
                </a:lnTo>
                <a:lnTo>
                  <a:pt x="351011" y="41771"/>
                </a:lnTo>
                <a:lnTo>
                  <a:pt x="350405" y="41084"/>
                </a:lnTo>
                <a:lnTo>
                  <a:pt x="349778" y="40426"/>
                </a:lnTo>
                <a:lnTo>
                  <a:pt x="349131" y="39797"/>
                </a:lnTo>
                <a:lnTo>
                  <a:pt x="348463" y="39197"/>
                </a:lnTo>
                <a:lnTo>
                  <a:pt x="347774" y="38627"/>
                </a:lnTo>
                <a:lnTo>
                  <a:pt x="347064" y="38086"/>
                </a:lnTo>
                <a:lnTo>
                  <a:pt x="346334" y="37574"/>
                </a:lnTo>
                <a:lnTo>
                  <a:pt x="345583" y="37091"/>
                </a:lnTo>
                <a:lnTo>
                  <a:pt x="344811" y="36638"/>
                </a:lnTo>
                <a:lnTo>
                  <a:pt x="344018" y="36214"/>
                </a:lnTo>
                <a:lnTo>
                  <a:pt x="343205" y="35819"/>
                </a:lnTo>
                <a:lnTo>
                  <a:pt x="342371" y="35453"/>
                </a:lnTo>
                <a:lnTo>
                  <a:pt x="341516" y="35117"/>
                </a:lnTo>
                <a:lnTo>
                  <a:pt x="340640" y="34810"/>
                </a:lnTo>
                <a:lnTo>
                  <a:pt x="339744" y="34532"/>
                </a:lnTo>
                <a:lnTo>
                  <a:pt x="338826" y="34283"/>
                </a:lnTo>
                <a:lnTo>
                  <a:pt x="337888" y="34064"/>
                </a:lnTo>
                <a:lnTo>
                  <a:pt x="336930" y="33874"/>
                </a:lnTo>
                <a:lnTo>
                  <a:pt x="335950" y="33713"/>
                </a:lnTo>
                <a:lnTo>
                  <a:pt x="334950" y="33581"/>
                </a:lnTo>
                <a:lnTo>
                  <a:pt x="333929" y="33479"/>
                </a:lnTo>
                <a:lnTo>
                  <a:pt x="332887" y="33406"/>
                </a:lnTo>
                <a:lnTo>
                  <a:pt x="331825" y="33362"/>
                </a:lnTo>
                <a:lnTo>
                  <a:pt x="330742" y="33347"/>
                </a:lnTo>
                <a:lnTo>
                  <a:pt x="329818" y="33355"/>
                </a:lnTo>
                <a:lnTo>
                  <a:pt x="328904" y="33379"/>
                </a:lnTo>
                <a:lnTo>
                  <a:pt x="328001" y="33418"/>
                </a:lnTo>
                <a:lnTo>
                  <a:pt x="327108" y="33472"/>
                </a:lnTo>
                <a:lnTo>
                  <a:pt x="326224" y="33542"/>
                </a:lnTo>
                <a:lnTo>
                  <a:pt x="325351" y="33628"/>
                </a:lnTo>
                <a:lnTo>
                  <a:pt x="324489" y="33730"/>
                </a:lnTo>
                <a:lnTo>
                  <a:pt x="323636" y="33847"/>
                </a:lnTo>
                <a:lnTo>
                  <a:pt x="322793" y="33979"/>
                </a:lnTo>
                <a:lnTo>
                  <a:pt x="321961" y="34128"/>
                </a:lnTo>
                <a:lnTo>
                  <a:pt x="321138" y="34292"/>
                </a:lnTo>
                <a:lnTo>
                  <a:pt x="320326" y="34471"/>
                </a:lnTo>
                <a:lnTo>
                  <a:pt x="319524" y="34666"/>
                </a:lnTo>
                <a:lnTo>
                  <a:pt x="318732" y="34877"/>
                </a:lnTo>
                <a:lnTo>
                  <a:pt x="317951" y="35103"/>
                </a:lnTo>
                <a:lnTo>
                  <a:pt x="317179" y="35345"/>
                </a:lnTo>
                <a:lnTo>
                  <a:pt x="316418" y="35602"/>
                </a:lnTo>
                <a:lnTo>
                  <a:pt x="315666" y="35875"/>
                </a:lnTo>
                <a:lnTo>
                  <a:pt x="314925" y="36164"/>
                </a:lnTo>
                <a:lnTo>
                  <a:pt x="314194" y="36468"/>
                </a:lnTo>
                <a:lnTo>
                  <a:pt x="313473" y="36788"/>
                </a:lnTo>
                <a:lnTo>
                  <a:pt x="312762" y="37124"/>
                </a:lnTo>
                <a:lnTo>
                  <a:pt x="312062" y="37475"/>
                </a:lnTo>
                <a:lnTo>
                  <a:pt x="311371" y="37842"/>
                </a:lnTo>
                <a:lnTo>
                  <a:pt x="310691" y="38219"/>
                </a:lnTo>
                <a:lnTo>
                  <a:pt x="310018" y="38601"/>
                </a:lnTo>
                <a:lnTo>
                  <a:pt x="309355" y="38989"/>
                </a:lnTo>
                <a:lnTo>
                  <a:pt x="308701" y="39382"/>
                </a:lnTo>
                <a:lnTo>
                  <a:pt x="308056" y="39781"/>
                </a:lnTo>
                <a:lnTo>
                  <a:pt x="307419" y="40184"/>
                </a:lnTo>
                <a:lnTo>
                  <a:pt x="306792" y="40593"/>
                </a:lnTo>
                <a:lnTo>
                  <a:pt x="306173" y="41008"/>
                </a:lnTo>
                <a:lnTo>
                  <a:pt x="305563" y="41427"/>
                </a:lnTo>
                <a:lnTo>
                  <a:pt x="304962" y="41852"/>
                </a:lnTo>
                <a:lnTo>
                  <a:pt x="304370" y="42282"/>
                </a:lnTo>
                <a:lnTo>
                  <a:pt x="303787" y="42718"/>
                </a:lnTo>
                <a:lnTo>
                  <a:pt x="303213" y="43159"/>
                </a:lnTo>
                <a:lnTo>
                  <a:pt x="302648" y="43605"/>
                </a:lnTo>
                <a:lnTo>
                  <a:pt x="302091" y="44056"/>
                </a:lnTo>
                <a:lnTo>
                  <a:pt x="301544" y="44513"/>
                </a:lnTo>
                <a:lnTo>
                  <a:pt x="301005" y="44975"/>
                </a:lnTo>
                <a:lnTo>
                  <a:pt x="300476" y="45443"/>
                </a:lnTo>
                <a:lnTo>
                  <a:pt x="299955" y="45915"/>
                </a:lnTo>
                <a:lnTo>
                  <a:pt x="299443" y="46393"/>
                </a:lnTo>
                <a:lnTo>
                  <a:pt x="298940" y="46877"/>
                </a:lnTo>
                <a:lnTo>
                  <a:pt x="298446" y="47365"/>
                </a:lnTo>
                <a:lnTo>
                  <a:pt x="297961" y="47859"/>
                </a:lnTo>
                <a:lnTo>
                  <a:pt x="297484" y="48358"/>
                </a:lnTo>
                <a:lnTo>
                  <a:pt x="297486" y="48367"/>
                </a:lnTo>
                <a:lnTo>
                  <a:pt x="297404" y="48171"/>
                </a:lnTo>
                <a:lnTo>
                  <a:pt x="297000" y="47286"/>
                </a:lnTo>
                <a:lnTo>
                  <a:pt x="296571" y="46424"/>
                </a:lnTo>
                <a:close/>
                <a:moveTo>
                  <a:pt x="491640" y="34696"/>
                </a:moveTo>
                <a:lnTo>
                  <a:pt x="491640" y="123502"/>
                </a:lnTo>
                <a:lnTo>
                  <a:pt x="515459" y="123502"/>
                </a:lnTo>
                <a:lnTo>
                  <a:pt x="515459" y="34696"/>
                </a:lnTo>
                <a:lnTo>
                  <a:pt x="491640" y="34696"/>
                </a:lnTo>
                <a:close/>
                <a:moveTo>
                  <a:pt x="145000" y="125029"/>
                </a:moveTo>
                <a:lnTo>
                  <a:pt x="145767" y="124978"/>
                </a:lnTo>
                <a:lnTo>
                  <a:pt x="146525" y="124915"/>
                </a:lnTo>
                <a:lnTo>
                  <a:pt x="147276" y="124841"/>
                </a:lnTo>
                <a:lnTo>
                  <a:pt x="148019" y="124756"/>
                </a:lnTo>
                <a:lnTo>
                  <a:pt x="148754" y="124659"/>
                </a:lnTo>
                <a:lnTo>
                  <a:pt x="149481" y="124551"/>
                </a:lnTo>
                <a:lnTo>
                  <a:pt x="150201" y="124431"/>
                </a:lnTo>
                <a:lnTo>
                  <a:pt x="150913" y="124300"/>
                </a:lnTo>
                <a:lnTo>
                  <a:pt x="151617" y="124158"/>
                </a:lnTo>
                <a:lnTo>
                  <a:pt x="152313" y="124004"/>
                </a:lnTo>
                <a:lnTo>
                  <a:pt x="153001" y="123839"/>
                </a:lnTo>
                <a:lnTo>
                  <a:pt x="153682" y="123662"/>
                </a:lnTo>
                <a:lnTo>
                  <a:pt x="154354" y="123474"/>
                </a:lnTo>
                <a:lnTo>
                  <a:pt x="155019" y="123275"/>
                </a:lnTo>
                <a:lnTo>
                  <a:pt x="155676" y="123064"/>
                </a:lnTo>
                <a:lnTo>
                  <a:pt x="156326" y="122842"/>
                </a:lnTo>
                <a:lnTo>
                  <a:pt x="156967" y="122608"/>
                </a:lnTo>
                <a:lnTo>
                  <a:pt x="157601" y="122363"/>
                </a:lnTo>
                <a:lnTo>
                  <a:pt x="158227" y="122107"/>
                </a:lnTo>
                <a:lnTo>
                  <a:pt x="158845" y="121839"/>
                </a:lnTo>
                <a:lnTo>
                  <a:pt x="159456" y="121561"/>
                </a:lnTo>
                <a:lnTo>
                  <a:pt x="160061" y="121271"/>
                </a:lnTo>
                <a:lnTo>
                  <a:pt x="160660" y="120971"/>
                </a:lnTo>
                <a:lnTo>
                  <a:pt x="161252" y="120660"/>
                </a:lnTo>
                <a:lnTo>
                  <a:pt x="161838" y="120338"/>
                </a:lnTo>
                <a:lnTo>
                  <a:pt x="162418" y="120005"/>
                </a:lnTo>
                <a:lnTo>
                  <a:pt x="162992" y="119662"/>
                </a:lnTo>
                <a:lnTo>
                  <a:pt x="163559" y="119308"/>
                </a:lnTo>
                <a:lnTo>
                  <a:pt x="164120" y="118943"/>
                </a:lnTo>
                <a:lnTo>
                  <a:pt x="164675" y="118567"/>
                </a:lnTo>
                <a:lnTo>
                  <a:pt x="165224" y="118181"/>
                </a:lnTo>
                <a:lnTo>
                  <a:pt x="165766" y="117783"/>
                </a:lnTo>
                <a:lnTo>
                  <a:pt x="166302" y="117375"/>
                </a:lnTo>
                <a:lnTo>
                  <a:pt x="166832" y="116957"/>
                </a:lnTo>
                <a:lnTo>
                  <a:pt x="167356" y="116527"/>
                </a:lnTo>
                <a:lnTo>
                  <a:pt x="167874" y="116087"/>
                </a:lnTo>
                <a:lnTo>
                  <a:pt x="168385" y="115636"/>
                </a:lnTo>
                <a:lnTo>
                  <a:pt x="168890" y="115174"/>
                </a:lnTo>
                <a:lnTo>
                  <a:pt x="169389" y="114701"/>
                </a:lnTo>
                <a:lnTo>
                  <a:pt x="169881" y="114218"/>
                </a:lnTo>
                <a:lnTo>
                  <a:pt x="170367" y="113724"/>
                </a:lnTo>
                <a:lnTo>
                  <a:pt x="170847" y="113219"/>
                </a:lnTo>
                <a:lnTo>
                  <a:pt x="171321" y="112703"/>
                </a:lnTo>
                <a:lnTo>
                  <a:pt x="171789" y="112177"/>
                </a:lnTo>
                <a:lnTo>
                  <a:pt x="172508" y="123502"/>
                </a:lnTo>
                <a:lnTo>
                  <a:pt x="194799" y="123502"/>
                </a:lnTo>
                <a:lnTo>
                  <a:pt x="194799" y="63914"/>
                </a:lnTo>
                <a:lnTo>
                  <a:pt x="194794" y="63176"/>
                </a:lnTo>
                <a:lnTo>
                  <a:pt x="194780" y="62449"/>
                </a:lnTo>
                <a:lnTo>
                  <a:pt x="194756" y="61731"/>
                </a:lnTo>
                <a:lnTo>
                  <a:pt x="194722" y="61024"/>
                </a:lnTo>
                <a:lnTo>
                  <a:pt x="194678" y="60328"/>
                </a:lnTo>
                <a:lnTo>
                  <a:pt x="194625" y="59641"/>
                </a:lnTo>
                <a:lnTo>
                  <a:pt x="194562" y="58965"/>
                </a:lnTo>
                <a:lnTo>
                  <a:pt x="194490" y="58299"/>
                </a:lnTo>
                <a:lnTo>
                  <a:pt x="194407" y="57643"/>
                </a:lnTo>
                <a:lnTo>
                  <a:pt x="194315" y="56998"/>
                </a:lnTo>
                <a:lnTo>
                  <a:pt x="194214" y="56363"/>
                </a:lnTo>
                <a:lnTo>
                  <a:pt x="194103" y="55738"/>
                </a:lnTo>
                <a:lnTo>
                  <a:pt x="193982" y="55123"/>
                </a:lnTo>
                <a:lnTo>
                  <a:pt x="193851" y="54519"/>
                </a:lnTo>
                <a:lnTo>
                  <a:pt x="193711" y="53925"/>
                </a:lnTo>
                <a:lnTo>
                  <a:pt x="193561" y="53341"/>
                </a:lnTo>
                <a:lnTo>
                  <a:pt x="193401" y="52768"/>
                </a:lnTo>
                <a:lnTo>
                  <a:pt x="193232" y="52205"/>
                </a:lnTo>
                <a:lnTo>
                  <a:pt x="193053" y="51652"/>
                </a:lnTo>
                <a:lnTo>
                  <a:pt x="192864" y="51109"/>
                </a:lnTo>
                <a:lnTo>
                  <a:pt x="192666" y="50576"/>
                </a:lnTo>
                <a:lnTo>
                  <a:pt x="192458" y="50054"/>
                </a:lnTo>
                <a:lnTo>
                  <a:pt x="192240" y="49542"/>
                </a:lnTo>
                <a:lnTo>
                  <a:pt x="192013" y="49041"/>
                </a:lnTo>
                <a:lnTo>
                  <a:pt x="191777" y="48548"/>
                </a:lnTo>
                <a:lnTo>
                  <a:pt x="191532" y="48065"/>
                </a:lnTo>
                <a:lnTo>
                  <a:pt x="191280" y="47590"/>
                </a:lnTo>
                <a:lnTo>
                  <a:pt x="191020" y="47124"/>
                </a:lnTo>
                <a:lnTo>
                  <a:pt x="190752" y="46666"/>
                </a:lnTo>
                <a:lnTo>
                  <a:pt x="190476" y="46217"/>
                </a:lnTo>
                <a:lnTo>
                  <a:pt x="190192" y="45777"/>
                </a:lnTo>
                <a:lnTo>
                  <a:pt x="189900" y="45346"/>
                </a:lnTo>
                <a:lnTo>
                  <a:pt x="189601" y="44923"/>
                </a:lnTo>
                <a:lnTo>
                  <a:pt x="189293" y="44509"/>
                </a:lnTo>
                <a:lnTo>
                  <a:pt x="188977" y="44103"/>
                </a:lnTo>
                <a:lnTo>
                  <a:pt x="188653" y="43707"/>
                </a:lnTo>
                <a:lnTo>
                  <a:pt x="188322" y="43319"/>
                </a:lnTo>
                <a:lnTo>
                  <a:pt x="187982" y="42939"/>
                </a:lnTo>
                <a:lnTo>
                  <a:pt x="187634" y="42569"/>
                </a:lnTo>
                <a:lnTo>
                  <a:pt x="187279" y="42207"/>
                </a:lnTo>
                <a:lnTo>
                  <a:pt x="186915" y="41854"/>
                </a:lnTo>
                <a:lnTo>
                  <a:pt x="186544" y="41509"/>
                </a:lnTo>
                <a:lnTo>
                  <a:pt x="186164" y="41174"/>
                </a:lnTo>
                <a:lnTo>
                  <a:pt x="185777" y="40847"/>
                </a:lnTo>
                <a:lnTo>
                  <a:pt x="185382" y="40528"/>
                </a:lnTo>
                <a:lnTo>
                  <a:pt x="184978" y="40219"/>
                </a:lnTo>
                <a:lnTo>
                  <a:pt x="184567" y="39918"/>
                </a:lnTo>
                <a:lnTo>
                  <a:pt x="184148" y="39625"/>
                </a:lnTo>
                <a:lnTo>
                  <a:pt x="183721" y="39341"/>
                </a:lnTo>
                <a:lnTo>
                  <a:pt x="183289" y="39063"/>
                </a:lnTo>
                <a:lnTo>
                  <a:pt x="182849" y="38793"/>
                </a:lnTo>
                <a:lnTo>
                  <a:pt x="182404" y="38530"/>
                </a:lnTo>
                <a:lnTo>
                  <a:pt x="181952" y="38273"/>
                </a:lnTo>
                <a:lnTo>
                  <a:pt x="181493" y="38024"/>
                </a:lnTo>
                <a:lnTo>
                  <a:pt x="181029" y="37782"/>
                </a:lnTo>
                <a:lnTo>
                  <a:pt x="180557" y="37548"/>
                </a:lnTo>
                <a:lnTo>
                  <a:pt x="180080" y="37320"/>
                </a:lnTo>
                <a:lnTo>
                  <a:pt x="179596" y="37099"/>
                </a:lnTo>
                <a:lnTo>
                  <a:pt x="179105" y="36886"/>
                </a:lnTo>
                <a:lnTo>
                  <a:pt x="178609" y="36679"/>
                </a:lnTo>
                <a:lnTo>
                  <a:pt x="178105" y="36480"/>
                </a:lnTo>
                <a:lnTo>
                  <a:pt x="177596" y="36288"/>
                </a:lnTo>
                <a:lnTo>
                  <a:pt x="177080" y="36103"/>
                </a:lnTo>
                <a:lnTo>
                  <a:pt x="176557" y="35925"/>
                </a:lnTo>
                <a:lnTo>
                  <a:pt x="176029" y="35754"/>
                </a:lnTo>
                <a:lnTo>
                  <a:pt x="175494" y="35591"/>
                </a:lnTo>
                <a:lnTo>
                  <a:pt x="174952" y="35434"/>
                </a:lnTo>
                <a:lnTo>
                  <a:pt x="174404" y="35284"/>
                </a:lnTo>
                <a:lnTo>
                  <a:pt x="173850" y="35142"/>
                </a:lnTo>
                <a:lnTo>
                  <a:pt x="173289" y="35007"/>
                </a:lnTo>
                <a:lnTo>
                  <a:pt x="172722" y="34879"/>
                </a:lnTo>
                <a:lnTo>
                  <a:pt x="172148" y="34757"/>
                </a:lnTo>
                <a:lnTo>
                  <a:pt x="171569" y="34642"/>
                </a:lnTo>
                <a:lnTo>
                  <a:pt x="170985" y="34532"/>
                </a:lnTo>
                <a:lnTo>
                  <a:pt x="170395" y="34427"/>
                </a:lnTo>
                <a:lnTo>
                  <a:pt x="169801" y="34327"/>
                </a:lnTo>
                <a:lnTo>
                  <a:pt x="169202" y="34231"/>
                </a:lnTo>
                <a:lnTo>
                  <a:pt x="168598" y="34141"/>
                </a:lnTo>
                <a:lnTo>
                  <a:pt x="167988" y="34055"/>
                </a:lnTo>
                <a:lnTo>
                  <a:pt x="167374" y="33974"/>
                </a:lnTo>
                <a:lnTo>
                  <a:pt x="166755" y="33898"/>
                </a:lnTo>
                <a:lnTo>
                  <a:pt x="166131" y="33827"/>
                </a:lnTo>
                <a:lnTo>
                  <a:pt x="165502" y="33761"/>
                </a:lnTo>
                <a:lnTo>
                  <a:pt x="164867" y="33700"/>
                </a:lnTo>
                <a:lnTo>
                  <a:pt x="164228" y="33644"/>
                </a:lnTo>
                <a:lnTo>
                  <a:pt x="163584" y="33592"/>
                </a:lnTo>
                <a:lnTo>
                  <a:pt x="162935" y="33546"/>
                </a:lnTo>
                <a:lnTo>
                  <a:pt x="162281" y="33504"/>
                </a:lnTo>
                <a:lnTo>
                  <a:pt x="161622" y="33467"/>
                </a:lnTo>
                <a:lnTo>
                  <a:pt x="160957" y="33436"/>
                </a:lnTo>
                <a:lnTo>
                  <a:pt x="160288" y="33409"/>
                </a:lnTo>
                <a:lnTo>
                  <a:pt x="159614" y="33387"/>
                </a:lnTo>
                <a:lnTo>
                  <a:pt x="158935" y="33369"/>
                </a:lnTo>
                <a:lnTo>
                  <a:pt x="158251" y="33357"/>
                </a:lnTo>
                <a:lnTo>
                  <a:pt x="157562" y="33350"/>
                </a:lnTo>
                <a:lnTo>
                  <a:pt x="156868" y="33347"/>
                </a:lnTo>
                <a:lnTo>
                  <a:pt x="155921" y="33352"/>
                </a:lnTo>
                <a:lnTo>
                  <a:pt x="154984" y="33368"/>
                </a:lnTo>
                <a:lnTo>
                  <a:pt x="154057" y="33393"/>
                </a:lnTo>
                <a:lnTo>
                  <a:pt x="153139" y="33428"/>
                </a:lnTo>
                <a:lnTo>
                  <a:pt x="152230" y="33474"/>
                </a:lnTo>
                <a:lnTo>
                  <a:pt x="151331" y="33529"/>
                </a:lnTo>
                <a:lnTo>
                  <a:pt x="150442" y="33595"/>
                </a:lnTo>
                <a:lnTo>
                  <a:pt x="149562" y="33671"/>
                </a:lnTo>
                <a:lnTo>
                  <a:pt x="148692" y="33757"/>
                </a:lnTo>
                <a:lnTo>
                  <a:pt x="147831" y="33853"/>
                </a:lnTo>
                <a:lnTo>
                  <a:pt x="146979" y="33959"/>
                </a:lnTo>
                <a:lnTo>
                  <a:pt x="146138" y="34076"/>
                </a:lnTo>
                <a:lnTo>
                  <a:pt x="145305" y="34202"/>
                </a:lnTo>
                <a:lnTo>
                  <a:pt x="144483" y="34339"/>
                </a:lnTo>
                <a:lnTo>
                  <a:pt x="143669" y="34485"/>
                </a:lnTo>
                <a:lnTo>
                  <a:pt x="142866" y="34642"/>
                </a:lnTo>
                <a:lnTo>
                  <a:pt x="142071" y="34809"/>
                </a:lnTo>
                <a:lnTo>
                  <a:pt x="141287" y="34986"/>
                </a:lnTo>
                <a:lnTo>
                  <a:pt x="140511" y="35173"/>
                </a:lnTo>
                <a:lnTo>
                  <a:pt x="139746" y="35370"/>
                </a:lnTo>
                <a:lnTo>
                  <a:pt x="138990" y="35578"/>
                </a:lnTo>
                <a:lnTo>
                  <a:pt x="138243" y="35795"/>
                </a:lnTo>
                <a:lnTo>
                  <a:pt x="137506" y="36023"/>
                </a:lnTo>
                <a:lnTo>
                  <a:pt x="136778" y="36260"/>
                </a:lnTo>
                <a:lnTo>
                  <a:pt x="136062" y="36509"/>
                </a:lnTo>
                <a:lnTo>
                  <a:pt x="135359" y="36772"/>
                </a:lnTo>
                <a:lnTo>
                  <a:pt x="134669" y="37047"/>
                </a:lnTo>
                <a:lnTo>
                  <a:pt x="133992" y="37335"/>
                </a:lnTo>
                <a:lnTo>
                  <a:pt x="133328" y="37636"/>
                </a:lnTo>
                <a:lnTo>
                  <a:pt x="132677" y="37950"/>
                </a:lnTo>
                <a:lnTo>
                  <a:pt x="132040" y="38277"/>
                </a:lnTo>
                <a:lnTo>
                  <a:pt x="131415" y="38617"/>
                </a:lnTo>
                <a:lnTo>
                  <a:pt x="130804" y="38970"/>
                </a:lnTo>
                <a:lnTo>
                  <a:pt x="130205" y="39336"/>
                </a:lnTo>
                <a:lnTo>
                  <a:pt x="129620" y="39715"/>
                </a:lnTo>
                <a:lnTo>
                  <a:pt x="129048" y="40107"/>
                </a:lnTo>
                <a:lnTo>
                  <a:pt x="128489" y="40512"/>
                </a:lnTo>
                <a:lnTo>
                  <a:pt x="127943" y="40930"/>
                </a:lnTo>
                <a:lnTo>
                  <a:pt x="127411" y="41361"/>
                </a:lnTo>
                <a:lnTo>
                  <a:pt x="126891" y="41804"/>
                </a:lnTo>
                <a:lnTo>
                  <a:pt x="126384" y="42261"/>
                </a:lnTo>
                <a:lnTo>
                  <a:pt x="125891" y="42731"/>
                </a:lnTo>
                <a:lnTo>
                  <a:pt x="125411" y="43214"/>
                </a:lnTo>
                <a:lnTo>
                  <a:pt x="124943" y="43709"/>
                </a:lnTo>
                <a:lnTo>
                  <a:pt x="124489" y="44218"/>
                </a:lnTo>
                <a:lnTo>
                  <a:pt x="124048" y="44740"/>
                </a:lnTo>
                <a:lnTo>
                  <a:pt x="123620" y="45274"/>
                </a:lnTo>
                <a:lnTo>
                  <a:pt x="123206" y="45822"/>
                </a:lnTo>
                <a:lnTo>
                  <a:pt x="122806" y="46384"/>
                </a:lnTo>
                <a:lnTo>
                  <a:pt x="122423" y="46962"/>
                </a:lnTo>
                <a:lnTo>
                  <a:pt x="122057" y="47557"/>
                </a:lnTo>
                <a:lnTo>
                  <a:pt x="121709" y="48169"/>
                </a:lnTo>
                <a:lnTo>
                  <a:pt x="121377" y="48796"/>
                </a:lnTo>
                <a:lnTo>
                  <a:pt x="121062" y="49441"/>
                </a:lnTo>
                <a:lnTo>
                  <a:pt x="120765" y="50101"/>
                </a:lnTo>
                <a:lnTo>
                  <a:pt x="120484" y="50778"/>
                </a:lnTo>
                <a:lnTo>
                  <a:pt x="120220" y="51472"/>
                </a:lnTo>
                <a:lnTo>
                  <a:pt x="119974" y="52182"/>
                </a:lnTo>
                <a:lnTo>
                  <a:pt x="119744" y="52908"/>
                </a:lnTo>
                <a:lnTo>
                  <a:pt x="119532" y="53651"/>
                </a:lnTo>
                <a:lnTo>
                  <a:pt x="119336" y="54410"/>
                </a:lnTo>
                <a:lnTo>
                  <a:pt x="119157" y="55186"/>
                </a:lnTo>
                <a:lnTo>
                  <a:pt x="118996" y="55978"/>
                </a:lnTo>
                <a:lnTo>
                  <a:pt x="118851" y="56787"/>
                </a:lnTo>
                <a:lnTo>
                  <a:pt x="118724" y="57612"/>
                </a:lnTo>
                <a:lnTo>
                  <a:pt x="118613" y="58453"/>
                </a:lnTo>
                <a:lnTo>
                  <a:pt x="118519" y="59311"/>
                </a:lnTo>
                <a:lnTo>
                  <a:pt x="118443" y="60185"/>
                </a:lnTo>
                <a:lnTo>
                  <a:pt x="118383" y="61076"/>
                </a:lnTo>
                <a:lnTo>
                  <a:pt x="118341" y="61983"/>
                </a:lnTo>
                <a:lnTo>
                  <a:pt x="118315" y="62907"/>
                </a:lnTo>
                <a:lnTo>
                  <a:pt x="118307" y="63847"/>
                </a:lnTo>
                <a:lnTo>
                  <a:pt x="140598" y="63847"/>
                </a:lnTo>
                <a:lnTo>
                  <a:pt x="140606" y="63208"/>
                </a:lnTo>
                <a:lnTo>
                  <a:pt x="140630" y="62584"/>
                </a:lnTo>
                <a:lnTo>
                  <a:pt x="140670" y="61975"/>
                </a:lnTo>
                <a:lnTo>
                  <a:pt x="140726" y="61381"/>
                </a:lnTo>
                <a:lnTo>
                  <a:pt x="140797" y="60802"/>
                </a:lnTo>
                <a:lnTo>
                  <a:pt x="140885" y="60237"/>
                </a:lnTo>
                <a:lnTo>
                  <a:pt x="140988" y="59688"/>
                </a:lnTo>
                <a:lnTo>
                  <a:pt x="141108" y="59154"/>
                </a:lnTo>
                <a:lnTo>
                  <a:pt x="141243" y="58634"/>
                </a:lnTo>
                <a:lnTo>
                  <a:pt x="141394" y="58129"/>
                </a:lnTo>
                <a:lnTo>
                  <a:pt x="141561" y="57640"/>
                </a:lnTo>
                <a:lnTo>
                  <a:pt x="141744" y="57165"/>
                </a:lnTo>
                <a:lnTo>
                  <a:pt x="141943" y="56705"/>
                </a:lnTo>
                <a:lnTo>
                  <a:pt x="142158" y="56260"/>
                </a:lnTo>
                <a:lnTo>
                  <a:pt x="142389" y="55830"/>
                </a:lnTo>
                <a:lnTo>
                  <a:pt x="142636" y="55415"/>
                </a:lnTo>
                <a:lnTo>
                  <a:pt x="142898" y="55015"/>
                </a:lnTo>
                <a:lnTo>
                  <a:pt x="143177" y="54629"/>
                </a:lnTo>
                <a:lnTo>
                  <a:pt x="143471" y="54259"/>
                </a:lnTo>
                <a:lnTo>
                  <a:pt x="143782" y="53903"/>
                </a:lnTo>
                <a:lnTo>
                  <a:pt x="144108" y="53563"/>
                </a:lnTo>
                <a:lnTo>
                  <a:pt x="144450" y="53237"/>
                </a:lnTo>
                <a:lnTo>
                  <a:pt x="144808" y="52926"/>
                </a:lnTo>
                <a:lnTo>
                  <a:pt x="145183" y="52631"/>
                </a:lnTo>
                <a:lnTo>
                  <a:pt x="145569" y="52348"/>
                </a:lnTo>
                <a:lnTo>
                  <a:pt x="145964" y="52077"/>
                </a:lnTo>
                <a:lnTo>
                  <a:pt x="146368" y="51819"/>
                </a:lnTo>
                <a:lnTo>
                  <a:pt x="146781" y="51572"/>
                </a:lnTo>
                <a:lnTo>
                  <a:pt x="147202" y="51338"/>
                </a:lnTo>
                <a:lnTo>
                  <a:pt x="147632" y="51115"/>
                </a:lnTo>
                <a:lnTo>
                  <a:pt x="148071" y="50905"/>
                </a:lnTo>
                <a:lnTo>
                  <a:pt x="148518" y="50706"/>
                </a:lnTo>
                <a:lnTo>
                  <a:pt x="148975" y="50520"/>
                </a:lnTo>
                <a:lnTo>
                  <a:pt x="149440" y="50346"/>
                </a:lnTo>
                <a:lnTo>
                  <a:pt x="149913" y="50183"/>
                </a:lnTo>
                <a:lnTo>
                  <a:pt x="150396" y="50033"/>
                </a:lnTo>
                <a:lnTo>
                  <a:pt x="150887" y="49895"/>
                </a:lnTo>
                <a:lnTo>
                  <a:pt x="151387" y="49768"/>
                </a:lnTo>
                <a:lnTo>
                  <a:pt x="151896" y="49654"/>
                </a:lnTo>
                <a:lnTo>
                  <a:pt x="152413" y="49552"/>
                </a:lnTo>
                <a:lnTo>
                  <a:pt x="152940" y="49462"/>
                </a:lnTo>
                <a:lnTo>
                  <a:pt x="153474" y="49384"/>
                </a:lnTo>
                <a:lnTo>
                  <a:pt x="154018" y="49318"/>
                </a:lnTo>
                <a:lnTo>
                  <a:pt x="154571" y="49263"/>
                </a:lnTo>
                <a:lnTo>
                  <a:pt x="155132" y="49221"/>
                </a:lnTo>
                <a:lnTo>
                  <a:pt x="155702" y="49191"/>
                </a:lnTo>
                <a:lnTo>
                  <a:pt x="156280" y="49173"/>
                </a:lnTo>
                <a:lnTo>
                  <a:pt x="156868" y="49167"/>
                </a:lnTo>
                <a:lnTo>
                  <a:pt x="157403" y="49173"/>
                </a:lnTo>
                <a:lnTo>
                  <a:pt x="157930" y="49190"/>
                </a:lnTo>
                <a:lnTo>
                  <a:pt x="158448" y="49218"/>
                </a:lnTo>
                <a:lnTo>
                  <a:pt x="158959" y="49257"/>
                </a:lnTo>
                <a:lnTo>
                  <a:pt x="159461" y="49308"/>
                </a:lnTo>
                <a:lnTo>
                  <a:pt x="159955" y="49370"/>
                </a:lnTo>
                <a:lnTo>
                  <a:pt x="160440" y="49443"/>
                </a:lnTo>
                <a:lnTo>
                  <a:pt x="160917" y="49528"/>
                </a:lnTo>
                <a:lnTo>
                  <a:pt x="161386" y="49624"/>
                </a:lnTo>
                <a:lnTo>
                  <a:pt x="161847" y="49731"/>
                </a:lnTo>
                <a:lnTo>
                  <a:pt x="162300" y="49849"/>
                </a:lnTo>
                <a:lnTo>
                  <a:pt x="162744" y="49979"/>
                </a:lnTo>
                <a:lnTo>
                  <a:pt x="163180" y="50120"/>
                </a:lnTo>
                <a:lnTo>
                  <a:pt x="163607" y="50272"/>
                </a:lnTo>
                <a:lnTo>
                  <a:pt x="164027" y="50436"/>
                </a:lnTo>
                <a:lnTo>
                  <a:pt x="164438" y="50610"/>
                </a:lnTo>
                <a:lnTo>
                  <a:pt x="164841" y="50796"/>
                </a:lnTo>
                <a:lnTo>
                  <a:pt x="165235" y="50994"/>
                </a:lnTo>
                <a:lnTo>
                  <a:pt x="165622" y="51202"/>
                </a:lnTo>
                <a:lnTo>
                  <a:pt x="166000" y="51422"/>
                </a:lnTo>
                <a:lnTo>
                  <a:pt x="166369" y="51653"/>
                </a:lnTo>
                <a:lnTo>
                  <a:pt x="166731" y="51896"/>
                </a:lnTo>
                <a:lnTo>
                  <a:pt x="167084" y="52149"/>
                </a:lnTo>
                <a:lnTo>
                  <a:pt x="167429" y="52414"/>
                </a:lnTo>
                <a:lnTo>
                  <a:pt x="167763" y="52695"/>
                </a:lnTo>
                <a:lnTo>
                  <a:pt x="168082" y="52994"/>
                </a:lnTo>
                <a:lnTo>
                  <a:pt x="168388" y="53313"/>
                </a:lnTo>
                <a:lnTo>
                  <a:pt x="168679" y="53651"/>
                </a:lnTo>
                <a:lnTo>
                  <a:pt x="168956" y="54009"/>
                </a:lnTo>
                <a:lnTo>
                  <a:pt x="169218" y="54386"/>
                </a:lnTo>
                <a:lnTo>
                  <a:pt x="169467" y="54782"/>
                </a:lnTo>
                <a:lnTo>
                  <a:pt x="169701" y="55198"/>
                </a:lnTo>
                <a:lnTo>
                  <a:pt x="169921" y="55633"/>
                </a:lnTo>
                <a:lnTo>
                  <a:pt x="170127" y="56087"/>
                </a:lnTo>
                <a:lnTo>
                  <a:pt x="170319" y="56560"/>
                </a:lnTo>
                <a:lnTo>
                  <a:pt x="170496" y="57053"/>
                </a:lnTo>
                <a:lnTo>
                  <a:pt x="170660" y="57565"/>
                </a:lnTo>
                <a:lnTo>
                  <a:pt x="170809" y="58097"/>
                </a:lnTo>
                <a:lnTo>
                  <a:pt x="170944" y="58648"/>
                </a:lnTo>
                <a:lnTo>
                  <a:pt x="171064" y="59218"/>
                </a:lnTo>
                <a:lnTo>
                  <a:pt x="171171" y="59808"/>
                </a:lnTo>
                <a:lnTo>
                  <a:pt x="171263" y="60417"/>
                </a:lnTo>
                <a:lnTo>
                  <a:pt x="171341" y="61045"/>
                </a:lnTo>
                <a:lnTo>
                  <a:pt x="171405" y="61692"/>
                </a:lnTo>
                <a:lnTo>
                  <a:pt x="171455" y="62359"/>
                </a:lnTo>
                <a:lnTo>
                  <a:pt x="171491" y="63045"/>
                </a:lnTo>
                <a:lnTo>
                  <a:pt x="171512" y="63751"/>
                </a:lnTo>
                <a:lnTo>
                  <a:pt x="171519" y="64476"/>
                </a:lnTo>
                <a:lnTo>
                  <a:pt x="171519" y="69299"/>
                </a:lnTo>
                <a:lnTo>
                  <a:pt x="170081" y="69332"/>
                </a:lnTo>
                <a:lnTo>
                  <a:pt x="168657" y="69372"/>
                </a:lnTo>
                <a:lnTo>
                  <a:pt x="167249" y="69418"/>
                </a:lnTo>
                <a:lnTo>
                  <a:pt x="165855" y="69471"/>
                </a:lnTo>
                <a:lnTo>
                  <a:pt x="164476" y="69530"/>
                </a:lnTo>
                <a:lnTo>
                  <a:pt x="163112" y="69596"/>
                </a:lnTo>
                <a:lnTo>
                  <a:pt x="161763" y="69668"/>
                </a:lnTo>
                <a:lnTo>
                  <a:pt x="160428" y="69747"/>
                </a:lnTo>
                <a:lnTo>
                  <a:pt x="159108" y="69832"/>
                </a:lnTo>
                <a:lnTo>
                  <a:pt x="157804" y="69924"/>
                </a:lnTo>
                <a:lnTo>
                  <a:pt x="156514" y="70022"/>
                </a:lnTo>
                <a:lnTo>
                  <a:pt x="155238" y="70127"/>
                </a:lnTo>
                <a:lnTo>
                  <a:pt x="153978" y="70238"/>
                </a:lnTo>
                <a:lnTo>
                  <a:pt x="152733" y="70355"/>
                </a:lnTo>
                <a:lnTo>
                  <a:pt x="151502" y="70479"/>
                </a:lnTo>
                <a:lnTo>
                  <a:pt x="150286" y="70610"/>
                </a:lnTo>
                <a:lnTo>
                  <a:pt x="149085" y="70746"/>
                </a:lnTo>
                <a:lnTo>
                  <a:pt x="147899" y="70890"/>
                </a:lnTo>
                <a:lnTo>
                  <a:pt x="146727" y="71040"/>
                </a:lnTo>
                <a:lnTo>
                  <a:pt x="145571" y="71196"/>
                </a:lnTo>
                <a:lnTo>
                  <a:pt x="144429" y="71359"/>
                </a:lnTo>
                <a:lnTo>
                  <a:pt x="143302" y="71528"/>
                </a:lnTo>
                <a:lnTo>
                  <a:pt x="142190" y="71704"/>
                </a:lnTo>
                <a:lnTo>
                  <a:pt x="141093" y="71886"/>
                </a:lnTo>
                <a:lnTo>
                  <a:pt x="140013" y="72078"/>
                </a:lnTo>
                <a:lnTo>
                  <a:pt x="138953" y="72284"/>
                </a:lnTo>
                <a:lnTo>
                  <a:pt x="137914" y="72504"/>
                </a:lnTo>
                <a:lnTo>
                  <a:pt x="136894" y="72738"/>
                </a:lnTo>
                <a:lnTo>
                  <a:pt x="135895" y="72986"/>
                </a:lnTo>
                <a:lnTo>
                  <a:pt x="134916" y="73248"/>
                </a:lnTo>
                <a:lnTo>
                  <a:pt x="133957" y="73523"/>
                </a:lnTo>
                <a:lnTo>
                  <a:pt x="133018" y="73813"/>
                </a:lnTo>
                <a:lnTo>
                  <a:pt x="132099" y="74116"/>
                </a:lnTo>
                <a:lnTo>
                  <a:pt x="131201" y="74433"/>
                </a:lnTo>
                <a:lnTo>
                  <a:pt x="130322" y="74764"/>
                </a:lnTo>
                <a:lnTo>
                  <a:pt x="129464" y="75109"/>
                </a:lnTo>
                <a:lnTo>
                  <a:pt x="128626" y="75468"/>
                </a:lnTo>
                <a:lnTo>
                  <a:pt x="127808" y="75840"/>
                </a:lnTo>
                <a:lnTo>
                  <a:pt x="127010" y="76227"/>
                </a:lnTo>
                <a:lnTo>
                  <a:pt x="126232" y="76627"/>
                </a:lnTo>
                <a:lnTo>
                  <a:pt x="125474" y="77041"/>
                </a:lnTo>
                <a:lnTo>
                  <a:pt x="124736" y="77469"/>
                </a:lnTo>
                <a:lnTo>
                  <a:pt x="124019" y="77911"/>
                </a:lnTo>
                <a:lnTo>
                  <a:pt x="123322" y="78367"/>
                </a:lnTo>
                <a:lnTo>
                  <a:pt x="122645" y="78837"/>
                </a:lnTo>
                <a:lnTo>
                  <a:pt x="121987" y="79321"/>
                </a:lnTo>
                <a:lnTo>
                  <a:pt x="121351" y="79818"/>
                </a:lnTo>
                <a:lnTo>
                  <a:pt x="120734" y="80329"/>
                </a:lnTo>
                <a:lnTo>
                  <a:pt x="120140" y="80858"/>
                </a:lnTo>
                <a:lnTo>
                  <a:pt x="119571" y="81407"/>
                </a:lnTo>
                <a:lnTo>
                  <a:pt x="119027" y="81978"/>
                </a:lnTo>
                <a:lnTo>
                  <a:pt x="118509" y="82569"/>
                </a:lnTo>
                <a:lnTo>
                  <a:pt x="118016" y="83181"/>
                </a:lnTo>
                <a:lnTo>
                  <a:pt x="117548" y="83815"/>
                </a:lnTo>
                <a:lnTo>
                  <a:pt x="117106" y="84469"/>
                </a:lnTo>
                <a:lnTo>
                  <a:pt x="116689" y="85144"/>
                </a:lnTo>
                <a:lnTo>
                  <a:pt x="116297" y="85840"/>
                </a:lnTo>
                <a:lnTo>
                  <a:pt x="115931" y="86557"/>
                </a:lnTo>
                <a:lnTo>
                  <a:pt x="115589" y="87295"/>
                </a:lnTo>
                <a:lnTo>
                  <a:pt x="115273" y="88054"/>
                </a:lnTo>
                <a:lnTo>
                  <a:pt x="114983" y="88835"/>
                </a:lnTo>
                <a:lnTo>
                  <a:pt x="114717" y="89635"/>
                </a:lnTo>
                <a:lnTo>
                  <a:pt x="114477" y="90457"/>
                </a:lnTo>
                <a:lnTo>
                  <a:pt x="114262" y="91300"/>
                </a:lnTo>
                <a:lnTo>
                  <a:pt x="114072" y="92164"/>
                </a:lnTo>
                <a:lnTo>
                  <a:pt x="113908" y="93049"/>
                </a:lnTo>
                <a:lnTo>
                  <a:pt x="113769" y="93955"/>
                </a:lnTo>
                <a:lnTo>
                  <a:pt x="113655" y="94881"/>
                </a:lnTo>
                <a:lnTo>
                  <a:pt x="113567" y="95829"/>
                </a:lnTo>
                <a:lnTo>
                  <a:pt x="113504" y="96798"/>
                </a:lnTo>
                <a:lnTo>
                  <a:pt x="113466" y="97787"/>
                </a:lnTo>
                <a:lnTo>
                  <a:pt x="113453" y="98798"/>
                </a:lnTo>
                <a:lnTo>
                  <a:pt x="113460" y="99526"/>
                </a:lnTo>
                <a:lnTo>
                  <a:pt x="113481" y="100245"/>
                </a:lnTo>
                <a:lnTo>
                  <a:pt x="113516" y="100953"/>
                </a:lnTo>
                <a:lnTo>
                  <a:pt x="113564" y="101650"/>
                </a:lnTo>
                <a:lnTo>
                  <a:pt x="113627" y="102338"/>
                </a:lnTo>
                <a:lnTo>
                  <a:pt x="113703" y="103015"/>
                </a:lnTo>
                <a:lnTo>
                  <a:pt x="113793" y="103682"/>
                </a:lnTo>
                <a:lnTo>
                  <a:pt x="113898" y="104339"/>
                </a:lnTo>
                <a:lnTo>
                  <a:pt x="114016" y="104986"/>
                </a:lnTo>
                <a:lnTo>
                  <a:pt x="114148" y="105622"/>
                </a:lnTo>
                <a:lnTo>
                  <a:pt x="114293" y="106248"/>
                </a:lnTo>
                <a:lnTo>
                  <a:pt x="114453" y="106864"/>
                </a:lnTo>
                <a:lnTo>
                  <a:pt x="114627" y="107470"/>
                </a:lnTo>
                <a:lnTo>
                  <a:pt x="114814" y="108066"/>
                </a:lnTo>
                <a:lnTo>
                  <a:pt x="115016" y="108651"/>
                </a:lnTo>
                <a:lnTo>
                  <a:pt x="115231" y="109226"/>
                </a:lnTo>
                <a:lnTo>
                  <a:pt x="115460" y="109791"/>
                </a:lnTo>
                <a:lnTo>
                  <a:pt x="115703" y="110345"/>
                </a:lnTo>
                <a:lnTo>
                  <a:pt x="115960" y="110889"/>
                </a:lnTo>
                <a:lnTo>
                  <a:pt x="116231" y="111424"/>
                </a:lnTo>
                <a:lnTo>
                  <a:pt x="116515" y="111947"/>
                </a:lnTo>
                <a:lnTo>
                  <a:pt x="116814" y="112461"/>
                </a:lnTo>
                <a:lnTo>
                  <a:pt x="117127" y="112964"/>
                </a:lnTo>
                <a:lnTo>
                  <a:pt x="117453" y="113458"/>
                </a:lnTo>
                <a:lnTo>
                  <a:pt x="117791" y="113940"/>
                </a:lnTo>
                <a:lnTo>
                  <a:pt x="118137" y="114413"/>
                </a:lnTo>
                <a:lnTo>
                  <a:pt x="118492" y="114875"/>
                </a:lnTo>
                <a:lnTo>
                  <a:pt x="118855" y="115327"/>
                </a:lnTo>
                <a:lnTo>
                  <a:pt x="119227" y="115769"/>
                </a:lnTo>
                <a:lnTo>
                  <a:pt x="119607" y="116200"/>
                </a:lnTo>
                <a:lnTo>
                  <a:pt x="119997" y="116621"/>
                </a:lnTo>
                <a:lnTo>
                  <a:pt x="120394" y="117032"/>
                </a:lnTo>
                <a:lnTo>
                  <a:pt x="120800" y="117433"/>
                </a:lnTo>
                <a:lnTo>
                  <a:pt x="121215" y="117824"/>
                </a:lnTo>
                <a:lnTo>
                  <a:pt x="121639" y="118204"/>
                </a:lnTo>
                <a:lnTo>
                  <a:pt x="122071" y="118574"/>
                </a:lnTo>
                <a:lnTo>
                  <a:pt x="122511" y="118934"/>
                </a:lnTo>
                <a:lnTo>
                  <a:pt x="122961" y="119283"/>
                </a:lnTo>
                <a:lnTo>
                  <a:pt x="123418" y="119623"/>
                </a:lnTo>
                <a:lnTo>
                  <a:pt x="123885" y="119952"/>
                </a:lnTo>
                <a:lnTo>
                  <a:pt x="124360" y="120271"/>
                </a:lnTo>
                <a:lnTo>
                  <a:pt x="124843" y="120579"/>
                </a:lnTo>
                <a:lnTo>
                  <a:pt x="125335" y="120878"/>
                </a:lnTo>
                <a:lnTo>
                  <a:pt x="125836" y="121166"/>
                </a:lnTo>
                <a:lnTo>
                  <a:pt x="126345" y="121444"/>
                </a:lnTo>
                <a:lnTo>
                  <a:pt x="126863" y="121711"/>
                </a:lnTo>
                <a:lnTo>
                  <a:pt x="127390" y="121969"/>
                </a:lnTo>
                <a:lnTo>
                  <a:pt x="127925" y="122216"/>
                </a:lnTo>
                <a:lnTo>
                  <a:pt x="128466" y="122453"/>
                </a:lnTo>
                <a:lnTo>
                  <a:pt x="129010" y="122680"/>
                </a:lnTo>
                <a:lnTo>
                  <a:pt x="129558" y="122897"/>
                </a:lnTo>
                <a:lnTo>
                  <a:pt x="130109" y="123103"/>
                </a:lnTo>
                <a:lnTo>
                  <a:pt x="130664" y="123300"/>
                </a:lnTo>
                <a:lnTo>
                  <a:pt x="131222" y="123486"/>
                </a:lnTo>
                <a:lnTo>
                  <a:pt x="131784" y="123663"/>
                </a:lnTo>
                <a:lnTo>
                  <a:pt x="132349" y="123829"/>
                </a:lnTo>
                <a:lnTo>
                  <a:pt x="132917" y="123986"/>
                </a:lnTo>
                <a:lnTo>
                  <a:pt x="133489" y="124132"/>
                </a:lnTo>
                <a:lnTo>
                  <a:pt x="134065" y="124268"/>
                </a:lnTo>
                <a:lnTo>
                  <a:pt x="134644" y="124394"/>
                </a:lnTo>
                <a:lnTo>
                  <a:pt x="135226" y="124510"/>
                </a:lnTo>
                <a:lnTo>
                  <a:pt x="135811" y="124616"/>
                </a:lnTo>
                <a:lnTo>
                  <a:pt x="136400" y="124712"/>
                </a:lnTo>
                <a:lnTo>
                  <a:pt x="136993" y="124797"/>
                </a:lnTo>
                <a:lnTo>
                  <a:pt x="137589" y="124873"/>
                </a:lnTo>
                <a:lnTo>
                  <a:pt x="138188" y="124939"/>
                </a:lnTo>
                <a:lnTo>
                  <a:pt x="138791" y="124994"/>
                </a:lnTo>
                <a:lnTo>
                  <a:pt x="139397" y="125040"/>
                </a:lnTo>
                <a:lnTo>
                  <a:pt x="140007" y="125075"/>
                </a:lnTo>
                <a:lnTo>
                  <a:pt x="140620" y="125100"/>
                </a:lnTo>
                <a:lnTo>
                  <a:pt x="141237" y="125115"/>
                </a:lnTo>
                <a:lnTo>
                  <a:pt x="141857" y="125120"/>
                </a:lnTo>
                <a:lnTo>
                  <a:pt x="142654" y="125115"/>
                </a:lnTo>
                <a:lnTo>
                  <a:pt x="143444" y="125097"/>
                </a:lnTo>
                <a:lnTo>
                  <a:pt x="144226" y="125069"/>
                </a:lnTo>
                <a:lnTo>
                  <a:pt x="145000" y="125029"/>
                </a:lnTo>
                <a:close/>
                <a:moveTo>
                  <a:pt x="147905" y="108685"/>
                </a:moveTo>
                <a:lnTo>
                  <a:pt x="147480" y="108642"/>
                </a:lnTo>
                <a:lnTo>
                  <a:pt x="147062" y="108589"/>
                </a:lnTo>
                <a:lnTo>
                  <a:pt x="146650" y="108527"/>
                </a:lnTo>
                <a:lnTo>
                  <a:pt x="146246" y="108455"/>
                </a:lnTo>
                <a:lnTo>
                  <a:pt x="145849" y="108374"/>
                </a:lnTo>
                <a:lnTo>
                  <a:pt x="145459" y="108283"/>
                </a:lnTo>
                <a:lnTo>
                  <a:pt x="145076" y="108183"/>
                </a:lnTo>
                <a:lnTo>
                  <a:pt x="144699" y="108073"/>
                </a:lnTo>
                <a:lnTo>
                  <a:pt x="144330" y="107953"/>
                </a:lnTo>
                <a:lnTo>
                  <a:pt x="143968" y="107824"/>
                </a:lnTo>
                <a:lnTo>
                  <a:pt x="143613" y="107686"/>
                </a:lnTo>
                <a:lnTo>
                  <a:pt x="143265" y="107538"/>
                </a:lnTo>
                <a:lnTo>
                  <a:pt x="142924" y="107380"/>
                </a:lnTo>
                <a:lnTo>
                  <a:pt x="142590" y="107213"/>
                </a:lnTo>
                <a:lnTo>
                  <a:pt x="142263" y="107036"/>
                </a:lnTo>
                <a:lnTo>
                  <a:pt x="141943" y="106849"/>
                </a:lnTo>
                <a:lnTo>
                  <a:pt x="141630" y="106654"/>
                </a:lnTo>
                <a:lnTo>
                  <a:pt x="141324" y="106448"/>
                </a:lnTo>
                <a:lnTo>
                  <a:pt x="141025" y="106233"/>
                </a:lnTo>
                <a:lnTo>
                  <a:pt x="140733" y="106008"/>
                </a:lnTo>
                <a:lnTo>
                  <a:pt x="140451" y="105774"/>
                </a:lnTo>
                <a:lnTo>
                  <a:pt x="140181" y="105529"/>
                </a:lnTo>
                <a:lnTo>
                  <a:pt x="139922" y="105274"/>
                </a:lnTo>
                <a:lnTo>
                  <a:pt x="139676" y="105009"/>
                </a:lnTo>
                <a:lnTo>
                  <a:pt x="139442" y="104734"/>
                </a:lnTo>
                <a:lnTo>
                  <a:pt x="139219" y="104448"/>
                </a:lnTo>
                <a:lnTo>
                  <a:pt x="139009" y="104153"/>
                </a:lnTo>
                <a:lnTo>
                  <a:pt x="138811" y="103847"/>
                </a:lnTo>
                <a:lnTo>
                  <a:pt x="138624" y="103531"/>
                </a:lnTo>
                <a:lnTo>
                  <a:pt x="138450" y="103204"/>
                </a:lnTo>
                <a:lnTo>
                  <a:pt x="138288" y="102868"/>
                </a:lnTo>
                <a:lnTo>
                  <a:pt x="138138" y="102521"/>
                </a:lnTo>
                <a:lnTo>
                  <a:pt x="138000" y="102164"/>
                </a:lnTo>
                <a:lnTo>
                  <a:pt x="137873" y="101797"/>
                </a:lnTo>
                <a:lnTo>
                  <a:pt x="137759" y="101420"/>
                </a:lnTo>
                <a:lnTo>
                  <a:pt x="137657" y="101032"/>
                </a:lnTo>
                <a:lnTo>
                  <a:pt x="137567" y="100634"/>
                </a:lnTo>
                <a:lnTo>
                  <a:pt x="137489" y="100227"/>
                </a:lnTo>
                <a:lnTo>
                  <a:pt x="137423" y="99808"/>
                </a:lnTo>
                <a:lnTo>
                  <a:pt x="137369" y="99380"/>
                </a:lnTo>
                <a:lnTo>
                  <a:pt x="137327" y="98942"/>
                </a:lnTo>
                <a:lnTo>
                  <a:pt x="137297" y="98493"/>
                </a:lnTo>
                <a:lnTo>
                  <a:pt x="137279" y="98034"/>
                </a:lnTo>
                <a:lnTo>
                  <a:pt x="137273" y="97565"/>
                </a:lnTo>
                <a:lnTo>
                  <a:pt x="137286" y="96915"/>
                </a:lnTo>
                <a:lnTo>
                  <a:pt x="137325" y="96280"/>
                </a:lnTo>
                <a:lnTo>
                  <a:pt x="137391" y="95660"/>
                </a:lnTo>
                <a:lnTo>
                  <a:pt x="137482" y="95055"/>
                </a:lnTo>
                <a:lnTo>
                  <a:pt x="137600" y="94465"/>
                </a:lnTo>
                <a:lnTo>
                  <a:pt x="137745" y="93891"/>
                </a:lnTo>
                <a:lnTo>
                  <a:pt x="137915" y="93331"/>
                </a:lnTo>
                <a:lnTo>
                  <a:pt x="138112" y="92787"/>
                </a:lnTo>
                <a:lnTo>
                  <a:pt x="138334" y="92258"/>
                </a:lnTo>
                <a:lnTo>
                  <a:pt x="138583" y="91744"/>
                </a:lnTo>
                <a:lnTo>
                  <a:pt x="138859" y="91245"/>
                </a:lnTo>
                <a:lnTo>
                  <a:pt x="139160" y="90762"/>
                </a:lnTo>
                <a:lnTo>
                  <a:pt x="139488" y="90293"/>
                </a:lnTo>
                <a:lnTo>
                  <a:pt x="139842" y="89840"/>
                </a:lnTo>
                <a:lnTo>
                  <a:pt x="140222" y="89401"/>
                </a:lnTo>
                <a:lnTo>
                  <a:pt x="140628" y="88978"/>
                </a:lnTo>
                <a:lnTo>
                  <a:pt x="141061" y="88570"/>
                </a:lnTo>
                <a:lnTo>
                  <a:pt x="141520" y="88177"/>
                </a:lnTo>
                <a:lnTo>
                  <a:pt x="142005" y="87800"/>
                </a:lnTo>
                <a:lnTo>
                  <a:pt x="142516" y="87437"/>
                </a:lnTo>
                <a:lnTo>
                  <a:pt x="143053" y="87090"/>
                </a:lnTo>
                <a:lnTo>
                  <a:pt x="143617" y="86757"/>
                </a:lnTo>
                <a:lnTo>
                  <a:pt x="144207" y="86440"/>
                </a:lnTo>
                <a:lnTo>
                  <a:pt x="144823" y="86138"/>
                </a:lnTo>
                <a:lnTo>
                  <a:pt x="145472" y="85850"/>
                </a:lnTo>
                <a:lnTo>
                  <a:pt x="146160" y="85573"/>
                </a:lnTo>
                <a:lnTo>
                  <a:pt x="146888" y="85308"/>
                </a:lnTo>
                <a:lnTo>
                  <a:pt x="147654" y="85056"/>
                </a:lnTo>
                <a:lnTo>
                  <a:pt x="148461" y="84815"/>
                </a:lnTo>
                <a:lnTo>
                  <a:pt x="149306" y="84586"/>
                </a:lnTo>
                <a:lnTo>
                  <a:pt x="150191" y="84370"/>
                </a:lnTo>
                <a:lnTo>
                  <a:pt x="151115" y="84165"/>
                </a:lnTo>
                <a:lnTo>
                  <a:pt x="152078" y="83972"/>
                </a:lnTo>
                <a:lnTo>
                  <a:pt x="153081" y="83791"/>
                </a:lnTo>
                <a:lnTo>
                  <a:pt x="154123" y="83622"/>
                </a:lnTo>
                <a:lnTo>
                  <a:pt x="155205" y="83465"/>
                </a:lnTo>
                <a:lnTo>
                  <a:pt x="156326" y="83320"/>
                </a:lnTo>
                <a:lnTo>
                  <a:pt x="157486" y="83186"/>
                </a:lnTo>
                <a:lnTo>
                  <a:pt x="158685" y="83065"/>
                </a:lnTo>
                <a:lnTo>
                  <a:pt x="159924" y="82956"/>
                </a:lnTo>
                <a:lnTo>
                  <a:pt x="161202" y="82859"/>
                </a:lnTo>
                <a:lnTo>
                  <a:pt x="162519" y="82773"/>
                </a:lnTo>
                <a:lnTo>
                  <a:pt x="163876" y="82700"/>
                </a:lnTo>
                <a:lnTo>
                  <a:pt x="165272" y="82638"/>
                </a:lnTo>
                <a:lnTo>
                  <a:pt x="166707" y="82589"/>
                </a:lnTo>
                <a:lnTo>
                  <a:pt x="168182" y="82551"/>
                </a:lnTo>
                <a:lnTo>
                  <a:pt x="169696" y="82526"/>
                </a:lnTo>
                <a:lnTo>
                  <a:pt x="171249" y="82512"/>
                </a:lnTo>
                <a:lnTo>
                  <a:pt x="171249" y="97014"/>
                </a:lnTo>
                <a:lnTo>
                  <a:pt x="170961" y="97395"/>
                </a:lnTo>
                <a:lnTo>
                  <a:pt x="170664" y="97772"/>
                </a:lnTo>
                <a:lnTo>
                  <a:pt x="170360" y="98145"/>
                </a:lnTo>
                <a:lnTo>
                  <a:pt x="170047" y="98515"/>
                </a:lnTo>
                <a:lnTo>
                  <a:pt x="169727" y="98882"/>
                </a:lnTo>
                <a:lnTo>
                  <a:pt x="169398" y="99245"/>
                </a:lnTo>
                <a:lnTo>
                  <a:pt x="169062" y="99604"/>
                </a:lnTo>
                <a:lnTo>
                  <a:pt x="168717" y="99960"/>
                </a:lnTo>
                <a:lnTo>
                  <a:pt x="168365" y="100313"/>
                </a:lnTo>
                <a:lnTo>
                  <a:pt x="168005" y="100662"/>
                </a:lnTo>
                <a:lnTo>
                  <a:pt x="167637" y="101008"/>
                </a:lnTo>
                <a:lnTo>
                  <a:pt x="167261" y="101350"/>
                </a:lnTo>
                <a:lnTo>
                  <a:pt x="166876" y="101688"/>
                </a:lnTo>
                <a:lnTo>
                  <a:pt x="166484" y="102023"/>
                </a:lnTo>
                <a:lnTo>
                  <a:pt x="166084" y="102355"/>
                </a:lnTo>
                <a:lnTo>
                  <a:pt x="165676" y="102683"/>
                </a:lnTo>
                <a:lnTo>
                  <a:pt x="165260" y="103008"/>
                </a:lnTo>
                <a:lnTo>
                  <a:pt x="164837" y="103329"/>
                </a:lnTo>
                <a:lnTo>
                  <a:pt x="164405" y="103647"/>
                </a:lnTo>
                <a:lnTo>
                  <a:pt x="163965" y="103961"/>
                </a:lnTo>
                <a:lnTo>
                  <a:pt x="163517" y="104271"/>
                </a:lnTo>
                <a:lnTo>
                  <a:pt x="163061" y="104579"/>
                </a:lnTo>
                <a:lnTo>
                  <a:pt x="162598" y="104882"/>
                </a:lnTo>
                <a:lnTo>
                  <a:pt x="162126" y="105183"/>
                </a:lnTo>
                <a:lnTo>
                  <a:pt x="161648" y="105475"/>
                </a:lnTo>
                <a:lnTo>
                  <a:pt x="161167" y="105754"/>
                </a:lnTo>
                <a:lnTo>
                  <a:pt x="160683" y="106021"/>
                </a:lnTo>
                <a:lnTo>
                  <a:pt x="160195" y="106276"/>
                </a:lnTo>
                <a:lnTo>
                  <a:pt x="159703" y="106518"/>
                </a:lnTo>
                <a:lnTo>
                  <a:pt x="159207" y="106748"/>
                </a:lnTo>
                <a:lnTo>
                  <a:pt x="158708" y="106966"/>
                </a:lnTo>
                <a:lnTo>
                  <a:pt x="158206" y="107171"/>
                </a:lnTo>
                <a:lnTo>
                  <a:pt x="157700" y="107363"/>
                </a:lnTo>
                <a:lnTo>
                  <a:pt x="157190" y="107543"/>
                </a:lnTo>
                <a:lnTo>
                  <a:pt x="156677" y="107711"/>
                </a:lnTo>
                <a:lnTo>
                  <a:pt x="156160" y="107866"/>
                </a:lnTo>
                <a:lnTo>
                  <a:pt x="155639" y="108009"/>
                </a:lnTo>
                <a:lnTo>
                  <a:pt x="155115" y="108140"/>
                </a:lnTo>
                <a:lnTo>
                  <a:pt x="154587" y="108258"/>
                </a:lnTo>
                <a:lnTo>
                  <a:pt x="154056" y="108363"/>
                </a:lnTo>
                <a:lnTo>
                  <a:pt x="153521" y="108457"/>
                </a:lnTo>
                <a:lnTo>
                  <a:pt x="152983" y="108537"/>
                </a:lnTo>
                <a:lnTo>
                  <a:pt x="152441" y="108606"/>
                </a:lnTo>
                <a:lnTo>
                  <a:pt x="151895" y="108662"/>
                </a:lnTo>
                <a:lnTo>
                  <a:pt x="151346" y="108705"/>
                </a:lnTo>
                <a:lnTo>
                  <a:pt x="150793" y="108736"/>
                </a:lnTo>
                <a:lnTo>
                  <a:pt x="150237" y="108755"/>
                </a:lnTo>
                <a:lnTo>
                  <a:pt x="149677" y="108761"/>
                </a:lnTo>
                <a:lnTo>
                  <a:pt x="149223" y="108756"/>
                </a:lnTo>
                <a:lnTo>
                  <a:pt x="148777" y="108742"/>
                </a:lnTo>
                <a:lnTo>
                  <a:pt x="148338" y="108718"/>
                </a:lnTo>
                <a:lnTo>
                  <a:pt x="147905" y="108685"/>
                </a:lnTo>
                <a:close/>
                <a:moveTo>
                  <a:pt x="579021" y="125077"/>
                </a:moveTo>
                <a:lnTo>
                  <a:pt x="579627" y="125053"/>
                </a:lnTo>
                <a:lnTo>
                  <a:pt x="580232" y="125024"/>
                </a:lnTo>
                <a:lnTo>
                  <a:pt x="580835" y="124989"/>
                </a:lnTo>
                <a:lnTo>
                  <a:pt x="581436" y="124949"/>
                </a:lnTo>
                <a:lnTo>
                  <a:pt x="582036" y="124903"/>
                </a:lnTo>
                <a:lnTo>
                  <a:pt x="582634" y="124852"/>
                </a:lnTo>
                <a:lnTo>
                  <a:pt x="583230" y="124796"/>
                </a:lnTo>
                <a:lnTo>
                  <a:pt x="583825" y="124734"/>
                </a:lnTo>
                <a:lnTo>
                  <a:pt x="584417" y="124667"/>
                </a:lnTo>
                <a:lnTo>
                  <a:pt x="585008" y="124595"/>
                </a:lnTo>
                <a:lnTo>
                  <a:pt x="585598" y="124517"/>
                </a:lnTo>
                <a:lnTo>
                  <a:pt x="586185" y="124434"/>
                </a:lnTo>
                <a:lnTo>
                  <a:pt x="586771" y="124345"/>
                </a:lnTo>
                <a:lnTo>
                  <a:pt x="587355" y="124251"/>
                </a:lnTo>
                <a:lnTo>
                  <a:pt x="587938" y="124152"/>
                </a:lnTo>
                <a:lnTo>
                  <a:pt x="588519" y="124047"/>
                </a:lnTo>
                <a:lnTo>
                  <a:pt x="589098" y="123937"/>
                </a:lnTo>
                <a:lnTo>
                  <a:pt x="589675" y="123822"/>
                </a:lnTo>
                <a:lnTo>
                  <a:pt x="590251" y="123701"/>
                </a:lnTo>
                <a:lnTo>
                  <a:pt x="590824" y="123575"/>
                </a:lnTo>
                <a:lnTo>
                  <a:pt x="591395" y="123443"/>
                </a:lnTo>
                <a:lnTo>
                  <a:pt x="591960" y="123305"/>
                </a:lnTo>
                <a:lnTo>
                  <a:pt x="592520" y="123160"/>
                </a:lnTo>
                <a:lnTo>
                  <a:pt x="593074" y="123009"/>
                </a:lnTo>
                <a:lnTo>
                  <a:pt x="593623" y="122851"/>
                </a:lnTo>
                <a:lnTo>
                  <a:pt x="594167" y="122686"/>
                </a:lnTo>
                <a:lnTo>
                  <a:pt x="594706" y="122516"/>
                </a:lnTo>
                <a:lnTo>
                  <a:pt x="595239" y="122338"/>
                </a:lnTo>
                <a:lnTo>
                  <a:pt x="595767" y="122155"/>
                </a:lnTo>
                <a:lnTo>
                  <a:pt x="596289" y="121965"/>
                </a:lnTo>
                <a:lnTo>
                  <a:pt x="596807" y="121768"/>
                </a:lnTo>
                <a:lnTo>
                  <a:pt x="597319" y="121565"/>
                </a:lnTo>
                <a:lnTo>
                  <a:pt x="597825" y="121355"/>
                </a:lnTo>
                <a:lnTo>
                  <a:pt x="598327" y="121139"/>
                </a:lnTo>
                <a:lnTo>
                  <a:pt x="598823" y="120917"/>
                </a:lnTo>
                <a:lnTo>
                  <a:pt x="599314" y="120688"/>
                </a:lnTo>
                <a:lnTo>
                  <a:pt x="599799" y="120452"/>
                </a:lnTo>
                <a:lnTo>
                  <a:pt x="600279" y="120210"/>
                </a:lnTo>
                <a:lnTo>
                  <a:pt x="600754" y="119962"/>
                </a:lnTo>
                <a:lnTo>
                  <a:pt x="601224" y="119707"/>
                </a:lnTo>
                <a:lnTo>
                  <a:pt x="601688" y="119446"/>
                </a:lnTo>
                <a:lnTo>
                  <a:pt x="602147" y="119178"/>
                </a:lnTo>
                <a:lnTo>
                  <a:pt x="602601" y="118904"/>
                </a:lnTo>
                <a:lnTo>
                  <a:pt x="603049" y="118623"/>
                </a:lnTo>
                <a:lnTo>
                  <a:pt x="603491" y="118336"/>
                </a:lnTo>
                <a:lnTo>
                  <a:pt x="603925" y="118040"/>
                </a:lnTo>
                <a:lnTo>
                  <a:pt x="604352" y="117738"/>
                </a:lnTo>
                <a:lnTo>
                  <a:pt x="604772" y="117428"/>
                </a:lnTo>
                <a:lnTo>
                  <a:pt x="605184" y="117111"/>
                </a:lnTo>
                <a:lnTo>
                  <a:pt x="605588" y="116786"/>
                </a:lnTo>
                <a:lnTo>
                  <a:pt x="605985" y="116454"/>
                </a:lnTo>
                <a:lnTo>
                  <a:pt x="606375" y="116115"/>
                </a:lnTo>
                <a:lnTo>
                  <a:pt x="606757" y="115768"/>
                </a:lnTo>
                <a:lnTo>
                  <a:pt x="607131" y="115413"/>
                </a:lnTo>
                <a:lnTo>
                  <a:pt x="607498" y="115051"/>
                </a:lnTo>
                <a:lnTo>
                  <a:pt x="607858" y="114682"/>
                </a:lnTo>
                <a:lnTo>
                  <a:pt x="608210" y="114306"/>
                </a:lnTo>
                <a:lnTo>
                  <a:pt x="608554" y="113922"/>
                </a:lnTo>
                <a:lnTo>
                  <a:pt x="608891" y="113530"/>
                </a:lnTo>
                <a:lnTo>
                  <a:pt x="609221" y="113131"/>
                </a:lnTo>
                <a:lnTo>
                  <a:pt x="609543" y="112725"/>
                </a:lnTo>
                <a:lnTo>
                  <a:pt x="609858" y="112312"/>
                </a:lnTo>
                <a:lnTo>
                  <a:pt x="610165" y="111890"/>
                </a:lnTo>
                <a:lnTo>
                  <a:pt x="610464" y="111462"/>
                </a:lnTo>
                <a:lnTo>
                  <a:pt x="610757" y="111026"/>
                </a:lnTo>
                <a:lnTo>
                  <a:pt x="611041" y="110583"/>
                </a:lnTo>
                <a:lnTo>
                  <a:pt x="611318" y="110132"/>
                </a:lnTo>
                <a:lnTo>
                  <a:pt x="611588" y="109674"/>
                </a:lnTo>
                <a:lnTo>
                  <a:pt x="611848" y="109208"/>
                </a:lnTo>
                <a:lnTo>
                  <a:pt x="612098" y="108733"/>
                </a:lnTo>
                <a:lnTo>
                  <a:pt x="612336" y="108250"/>
                </a:lnTo>
                <a:lnTo>
                  <a:pt x="612563" y="107758"/>
                </a:lnTo>
                <a:lnTo>
                  <a:pt x="612779" y="107258"/>
                </a:lnTo>
                <a:lnTo>
                  <a:pt x="612984" y="106750"/>
                </a:lnTo>
                <a:lnTo>
                  <a:pt x="613178" y="106232"/>
                </a:lnTo>
                <a:lnTo>
                  <a:pt x="613361" y="105707"/>
                </a:lnTo>
                <a:lnTo>
                  <a:pt x="613532" y="105172"/>
                </a:lnTo>
                <a:lnTo>
                  <a:pt x="613693" y="104629"/>
                </a:lnTo>
                <a:lnTo>
                  <a:pt x="613843" y="104078"/>
                </a:lnTo>
                <a:lnTo>
                  <a:pt x="613981" y="103518"/>
                </a:lnTo>
                <a:lnTo>
                  <a:pt x="614109" y="102950"/>
                </a:lnTo>
                <a:lnTo>
                  <a:pt x="614225" y="102373"/>
                </a:lnTo>
                <a:lnTo>
                  <a:pt x="614330" y="101788"/>
                </a:lnTo>
                <a:lnTo>
                  <a:pt x="614424" y="101194"/>
                </a:lnTo>
                <a:lnTo>
                  <a:pt x="614507" y="100591"/>
                </a:lnTo>
                <a:lnTo>
                  <a:pt x="614579" y="99980"/>
                </a:lnTo>
                <a:lnTo>
                  <a:pt x="614640" y="99361"/>
                </a:lnTo>
                <a:lnTo>
                  <a:pt x="614690" y="98733"/>
                </a:lnTo>
                <a:lnTo>
                  <a:pt x="614729" y="98096"/>
                </a:lnTo>
                <a:lnTo>
                  <a:pt x="614757" y="97451"/>
                </a:lnTo>
                <a:lnTo>
                  <a:pt x="614773" y="96797"/>
                </a:lnTo>
                <a:lnTo>
                  <a:pt x="614779" y="96135"/>
                </a:lnTo>
                <a:lnTo>
                  <a:pt x="614772" y="95429"/>
                </a:lnTo>
                <a:lnTo>
                  <a:pt x="614751" y="94733"/>
                </a:lnTo>
                <a:lnTo>
                  <a:pt x="614717" y="94049"/>
                </a:lnTo>
                <a:lnTo>
                  <a:pt x="614669" y="93376"/>
                </a:lnTo>
                <a:lnTo>
                  <a:pt x="614607" y="92714"/>
                </a:lnTo>
                <a:lnTo>
                  <a:pt x="614532" y="92063"/>
                </a:lnTo>
                <a:lnTo>
                  <a:pt x="614442" y="91423"/>
                </a:lnTo>
                <a:lnTo>
                  <a:pt x="614339" y="90794"/>
                </a:lnTo>
                <a:lnTo>
                  <a:pt x="614223" y="90176"/>
                </a:lnTo>
                <a:lnTo>
                  <a:pt x="614092" y="89569"/>
                </a:lnTo>
                <a:lnTo>
                  <a:pt x="613948" y="88974"/>
                </a:lnTo>
                <a:lnTo>
                  <a:pt x="613790" y="88389"/>
                </a:lnTo>
                <a:lnTo>
                  <a:pt x="613618" y="87815"/>
                </a:lnTo>
                <a:lnTo>
                  <a:pt x="613433" y="87252"/>
                </a:lnTo>
                <a:lnTo>
                  <a:pt x="613234" y="86701"/>
                </a:lnTo>
                <a:lnTo>
                  <a:pt x="613021" y="86160"/>
                </a:lnTo>
                <a:lnTo>
                  <a:pt x="612795" y="85631"/>
                </a:lnTo>
                <a:lnTo>
                  <a:pt x="612554" y="85112"/>
                </a:lnTo>
                <a:lnTo>
                  <a:pt x="612300" y="84605"/>
                </a:lnTo>
                <a:lnTo>
                  <a:pt x="612032" y="84109"/>
                </a:lnTo>
                <a:lnTo>
                  <a:pt x="611751" y="83623"/>
                </a:lnTo>
                <a:lnTo>
                  <a:pt x="611456" y="83149"/>
                </a:lnTo>
                <a:lnTo>
                  <a:pt x="611147" y="82686"/>
                </a:lnTo>
                <a:lnTo>
                  <a:pt x="610824" y="82234"/>
                </a:lnTo>
                <a:lnTo>
                  <a:pt x="610490" y="81791"/>
                </a:lnTo>
                <a:lnTo>
                  <a:pt x="610145" y="81355"/>
                </a:lnTo>
                <a:lnTo>
                  <a:pt x="609792" y="80927"/>
                </a:lnTo>
                <a:lnTo>
                  <a:pt x="609428" y="80507"/>
                </a:lnTo>
                <a:lnTo>
                  <a:pt x="609055" y="80094"/>
                </a:lnTo>
                <a:lnTo>
                  <a:pt x="608672" y="79689"/>
                </a:lnTo>
                <a:lnTo>
                  <a:pt x="608280" y="79291"/>
                </a:lnTo>
                <a:lnTo>
                  <a:pt x="607878" y="78901"/>
                </a:lnTo>
                <a:lnTo>
                  <a:pt x="607466" y="78519"/>
                </a:lnTo>
                <a:lnTo>
                  <a:pt x="607044" y="78144"/>
                </a:lnTo>
                <a:lnTo>
                  <a:pt x="606613" y="77777"/>
                </a:lnTo>
                <a:lnTo>
                  <a:pt x="606172" y="77417"/>
                </a:lnTo>
                <a:lnTo>
                  <a:pt x="605722" y="77065"/>
                </a:lnTo>
                <a:lnTo>
                  <a:pt x="605262" y="76720"/>
                </a:lnTo>
                <a:lnTo>
                  <a:pt x="604792" y="76384"/>
                </a:lnTo>
                <a:lnTo>
                  <a:pt x="604312" y="76054"/>
                </a:lnTo>
                <a:lnTo>
                  <a:pt x="603823" y="75732"/>
                </a:lnTo>
                <a:lnTo>
                  <a:pt x="603324" y="75418"/>
                </a:lnTo>
                <a:lnTo>
                  <a:pt x="602816" y="75111"/>
                </a:lnTo>
                <a:lnTo>
                  <a:pt x="602297" y="74812"/>
                </a:lnTo>
                <a:lnTo>
                  <a:pt x="601769" y="74521"/>
                </a:lnTo>
                <a:lnTo>
                  <a:pt x="601232" y="74237"/>
                </a:lnTo>
                <a:lnTo>
                  <a:pt x="600685" y="73961"/>
                </a:lnTo>
                <a:lnTo>
                  <a:pt x="600128" y="73692"/>
                </a:lnTo>
                <a:lnTo>
                  <a:pt x="599563" y="73429"/>
                </a:lnTo>
                <a:lnTo>
                  <a:pt x="598992" y="73170"/>
                </a:lnTo>
                <a:lnTo>
                  <a:pt x="598414" y="72915"/>
                </a:lnTo>
                <a:lnTo>
                  <a:pt x="597831" y="72665"/>
                </a:lnTo>
                <a:lnTo>
                  <a:pt x="597241" y="72418"/>
                </a:lnTo>
                <a:lnTo>
                  <a:pt x="596645" y="72176"/>
                </a:lnTo>
                <a:lnTo>
                  <a:pt x="596042" y="71937"/>
                </a:lnTo>
                <a:lnTo>
                  <a:pt x="595434" y="71703"/>
                </a:lnTo>
                <a:lnTo>
                  <a:pt x="594819" y="71473"/>
                </a:lnTo>
                <a:lnTo>
                  <a:pt x="594198" y="71247"/>
                </a:lnTo>
                <a:lnTo>
                  <a:pt x="593570" y="71025"/>
                </a:lnTo>
                <a:lnTo>
                  <a:pt x="592937" y="70807"/>
                </a:lnTo>
                <a:lnTo>
                  <a:pt x="592297" y="70593"/>
                </a:lnTo>
                <a:lnTo>
                  <a:pt x="591651" y="70384"/>
                </a:lnTo>
                <a:lnTo>
                  <a:pt x="590999" y="70178"/>
                </a:lnTo>
                <a:lnTo>
                  <a:pt x="590340" y="69977"/>
                </a:lnTo>
                <a:lnTo>
                  <a:pt x="589675" y="69779"/>
                </a:lnTo>
                <a:lnTo>
                  <a:pt x="589004" y="69586"/>
                </a:lnTo>
                <a:lnTo>
                  <a:pt x="588327" y="69397"/>
                </a:lnTo>
                <a:lnTo>
                  <a:pt x="587644" y="69212"/>
                </a:lnTo>
                <a:lnTo>
                  <a:pt x="586954" y="69031"/>
                </a:lnTo>
                <a:lnTo>
                  <a:pt x="586258" y="68854"/>
                </a:lnTo>
                <a:lnTo>
                  <a:pt x="585556" y="68681"/>
                </a:lnTo>
                <a:lnTo>
                  <a:pt x="584847" y="68512"/>
                </a:lnTo>
                <a:lnTo>
                  <a:pt x="584178" y="68361"/>
                </a:lnTo>
                <a:lnTo>
                  <a:pt x="583521" y="68211"/>
                </a:lnTo>
                <a:lnTo>
                  <a:pt x="582874" y="68061"/>
                </a:lnTo>
                <a:lnTo>
                  <a:pt x="582238" y="67913"/>
                </a:lnTo>
                <a:lnTo>
                  <a:pt x="581613" y="67765"/>
                </a:lnTo>
                <a:lnTo>
                  <a:pt x="580999" y="67618"/>
                </a:lnTo>
                <a:lnTo>
                  <a:pt x="580396" y="67471"/>
                </a:lnTo>
                <a:lnTo>
                  <a:pt x="579804" y="67326"/>
                </a:lnTo>
                <a:lnTo>
                  <a:pt x="579222" y="67181"/>
                </a:lnTo>
                <a:lnTo>
                  <a:pt x="578652" y="67037"/>
                </a:lnTo>
                <a:lnTo>
                  <a:pt x="578092" y="66894"/>
                </a:lnTo>
                <a:lnTo>
                  <a:pt x="577544" y="66752"/>
                </a:lnTo>
                <a:lnTo>
                  <a:pt x="577006" y="66610"/>
                </a:lnTo>
                <a:lnTo>
                  <a:pt x="576480" y="66469"/>
                </a:lnTo>
                <a:lnTo>
                  <a:pt x="575964" y="66329"/>
                </a:lnTo>
                <a:lnTo>
                  <a:pt x="575459" y="66190"/>
                </a:lnTo>
                <a:lnTo>
                  <a:pt x="574965" y="66052"/>
                </a:lnTo>
                <a:lnTo>
                  <a:pt x="574482" y="65914"/>
                </a:lnTo>
                <a:lnTo>
                  <a:pt x="574010" y="65777"/>
                </a:lnTo>
                <a:lnTo>
                  <a:pt x="573549" y="65641"/>
                </a:lnTo>
                <a:lnTo>
                  <a:pt x="573099" y="65506"/>
                </a:lnTo>
                <a:lnTo>
                  <a:pt x="572660" y="65372"/>
                </a:lnTo>
                <a:lnTo>
                  <a:pt x="572231" y="65238"/>
                </a:lnTo>
                <a:lnTo>
                  <a:pt x="571814" y="65105"/>
                </a:lnTo>
                <a:lnTo>
                  <a:pt x="571406" y="64972"/>
                </a:lnTo>
                <a:lnTo>
                  <a:pt x="571009" y="64838"/>
                </a:lnTo>
                <a:lnTo>
                  <a:pt x="570620" y="64703"/>
                </a:lnTo>
                <a:lnTo>
                  <a:pt x="570241" y="64567"/>
                </a:lnTo>
                <a:lnTo>
                  <a:pt x="569871" y="64431"/>
                </a:lnTo>
                <a:lnTo>
                  <a:pt x="569510" y="64293"/>
                </a:lnTo>
                <a:lnTo>
                  <a:pt x="569159" y="64154"/>
                </a:lnTo>
                <a:lnTo>
                  <a:pt x="568818" y="64015"/>
                </a:lnTo>
                <a:lnTo>
                  <a:pt x="568485" y="63874"/>
                </a:lnTo>
                <a:lnTo>
                  <a:pt x="568162" y="63733"/>
                </a:lnTo>
                <a:lnTo>
                  <a:pt x="567848" y="63590"/>
                </a:lnTo>
                <a:lnTo>
                  <a:pt x="567544" y="63447"/>
                </a:lnTo>
                <a:lnTo>
                  <a:pt x="567249" y="63303"/>
                </a:lnTo>
                <a:lnTo>
                  <a:pt x="566964" y="63157"/>
                </a:lnTo>
                <a:lnTo>
                  <a:pt x="566687" y="63011"/>
                </a:lnTo>
                <a:lnTo>
                  <a:pt x="566421" y="62864"/>
                </a:lnTo>
                <a:lnTo>
                  <a:pt x="566163" y="62716"/>
                </a:lnTo>
                <a:lnTo>
                  <a:pt x="565915" y="62567"/>
                </a:lnTo>
                <a:lnTo>
                  <a:pt x="565676" y="62417"/>
                </a:lnTo>
                <a:lnTo>
                  <a:pt x="565447" y="62266"/>
                </a:lnTo>
                <a:lnTo>
                  <a:pt x="565227" y="62114"/>
                </a:lnTo>
                <a:lnTo>
                  <a:pt x="565016" y="61961"/>
                </a:lnTo>
                <a:lnTo>
                  <a:pt x="564815" y="61808"/>
                </a:lnTo>
                <a:lnTo>
                  <a:pt x="564623" y="61653"/>
                </a:lnTo>
                <a:lnTo>
                  <a:pt x="564440" y="61496"/>
                </a:lnTo>
                <a:lnTo>
                  <a:pt x="564264" y="61338"/>
                </a:lnTo>
                <a:lnTo>
                  <a:pt x="564096" y="61177"/>
                </a:lnTo>
                <a:lnTo>
                  <a:pt x="563936" y="61015"/>
                </a:lnTo>
                <a:lnTo>
                  <a:pt x="563784" y="60850"/>
                </a:lnTo>
                <a:lnTo>
                  <a:pt x="563640" y="60684"/>
                </a:lnTo>
                <a:lnTo>
                  <a:pt x="563503" y="60515"/>
                </a:lnTo>
                <a:lnTo>
                  <a:pt x="563375" y="60344"/>
                </a:lnTo>
                <a:lnTo>
                  <a:pt x="563254" y="60171"/>
                </a:lnTo>
                <a:lnTo>
                  <a:pt x="563140" y="59997"/>
                </a:lnTo>
                <a:lnTo>
                  <a:pt x="563035" y="59820"/>
                </a:lnTo>
                <a:lnTo>
                  <a:pt x="562938" y="59641"/>
                </a:lnTo>
                <a:lnTo>
                  <a:pt x="562848" y="59460"/>
                </a:lnTo>
                <a:lnTo>
                  <a:pt x="562766" y="59277"/>
                </a:lnTo>
                <a:lnTo>
                  <a:pt x="562692" y="59092"/>
                </a:lnTo>
                <a:lnTo>
                  <a:pt x="562625" y="58905"/>
                </a:lnTo>
                <a:lnTo>
                  <a:pt x="562567" y="58716"/>
                </a:lnTo>
                <a:lnTo>
                  <a:pt x="562516" y="58525"/>
                </a:lnTo>
                <a:lnTo>
                  <a:pt x="562473" y="58332"/>
                </a:lnTo>
                <a:lnTo>
                  <a:pt x="562438" y="58137"/>
                </a:lnTo>
                <a:lnTo>
                  <a:pt x="562411" y="57939"/>
                </a:lnTo>
                <a:lnTo>
                  <a:pt x="562391" y="57740"/>
                </a:lnTo>
                <a:lnTo>
                  <a:pt x="562380" y="57539"/>
                </a:lnTo>
                <a:lnTo>
                  <a:pt x="562376" y="57336"/>
                </a:lnTo>
                <a:lnTo>
                  <a:pt x="562382" y="56984"/>
                </a:lnTo>
                <a:lnTo>
                  <a:pt x="562400" y="56640"/>
                </a:lnTo>
                <a:lnTo>
                  <a:pt x="562431" y="56305"/>
                </a:lnTo>
                <a:lnTo>
                  <a:pt x="562474" y="55979"/>
                </a:lnTo>
                <a:lnTo>
                  <a:pt x="562530" y="55660"/>
                </a:lnTo>
                <a:lnTo>
                  <a:pt x="562598" y="55350"/>
                </a:lnTo>
                <a:lnTo>
                  <a:pt x="562678" y="55049"/>
                </a:lnTo>
                <a:lnTo>
                  <a:pt x="562770" y="54756"/>
                </a:lnTo>
                <a:lnTo>
                  <a:pt x="562875" y="54471"/>
                </a:lnTo>
                <a:lnTo>
                  <a:pt x="562992" y="54195"/>
                </a:lnTo>
                <a:lnTo>
                  <a:pt x="563122" y="53927"/>
                </a:lnTo>
                <a:lnTo>
                  <a:pt x="563263" y="53667"/>
                </a:lnTo>
                <a:lnTo>
                  <a:pt x="563418" y="53416"/>
                </a:lnTo>
                <a:lnTo>
                  <a:pt x="563584" y="53173"/>
                </a:lnTo>
                <a:lnTo>
                  <a:pt x="563763" y="52939"/>
                </a:lnTo>
                <a:lnTo>
                  <a:pt x="563954" y="52713"/>
                </a:lnTo>
                <a:lnTo>
                  <a:pt x="564157" y="52495"/>
                </a:lnTo>
                <a:lnTo>
                  <a:pt x="564373" y="52286"/>
                </a:lnTo>
                <a:lnTo>
                  <a:pt x="564601" y="52085"/>
                </a:lnTo>
                <a:lnTo>
                  <a:pt x="564841" y="51892"/>
                </a:lnTo>
                <a:lnTo>
                  <a:pt x="565094" y="51708"/>
                </a:lnTo>
                <a:lnTo>
                  <a:pt x="565359" y="51533"/>
                </a:lnTo>
                <a:lnTo>
                  <a:pt x="565637" y="51365"/>
                </a:lnTo>
                <a:lnTo>
                  <a:pt x="565926" y="51206"/>
                </a:lnTo>
                <a:lnTo>
                  <a:pt x="566227" y="51055"/>
                </a:lnTo>
                <a:lnTo>
                  <a:pt x="566536" y="50909"/>
                </a:lnTo>
                <a:lnTo>
                  <a:pt x="566855" y="50771"/>
                </a:lnTo>
                <a:lnTo>
                  <a:pt x="567183" y="50638"/>
                </a:lnTo>
                <a:lnTo>
                  <a:pt x="567521" y="50512"/>
                </a:lnTo>
                <a:lnTo>
                  <a:pt x="567867" y="50393"/>
                </a:lnTo>
                <a:lnTo>
                  <a:pt x="568223" y="50280"/>
                </a:lnTo>
                <a:lnTo>
                  <a:pt x="568588" y="50173"/>
                </a:lnTo>
                <a:lnTo>
                  <a:pt x="568962" y="50073"/>
                </a:lnTo>
                <a:lnTo>
                  <a:pt x="569345" y="49980"/>
                </a:lnTo>
                <a:lnTo>
                  <a:pt x="569738" y="49893"/>
                </a:lnTo>
                <a:lnTo>
                  <a:pt x="570140" y="49812"/>
                </a:lnTo>
                <a:lnTo>
                  <a:pt x="570551" y="49738"/>
                </a:lnTo>
                <a:lnTo>
                  <a:pt x="570971" y="49670"/>
                </a:lnTo>
                <a:lnTo>
                  <a:pt x="571400" y="49608"/>
                </a:lnTo>
                <a:lnTo>
                  <a:pt x="571839" y="49554"/>
                </a:lnTo>
                <a:lnTo>
                  <a:pt x="572286" y="49505"/>
                </a:lnTo>
                <a:lnTo>
                  <a:pt x="572743" y="49463"/>
                </a:lnTo>
                <a:lnTo>
                  <a:pt x="573210" y="49428"/>
                </a:lnTo>
                <a:lnTo>
                  <a:pt x="573685" y="49399"/>
                </a:lnTo>
                <a:lnTo>
                  <a:pt x="574170" y="49376"/>
                </a:lnTo>
                <a:lnTo>
                  <a:pt x="574664" y="49360"/>
                </a:lnTo>
                <a:lnTo>
                  <a:pt x="575167" y="49350"/>
                </a:lnTo>
                <a:lnTo>
                  <a:pt x="575679" y="49347"/>
                </a:lnTo>
                <a:lnTo>
                  <a:pt x="576156" y="49352"/>
                </a:lnTo>
                <a:lnTo>
                  <a:pt x="576627" y="49366"/>
                </a:lnTo>
                <a:lnTo>
                  <a:pt x="577094" y="49389"/>
                </a:lnTo>
                <a:lnTo>
                  <a:pt x="577555" y="49421"/>
                </a:lnTo>
                <a:lnTo>
                  <a:pt x="578011" y="49463"/>
                </a:lnTo>
                <a:lnTo>
                  <a:pt x="578462" y="49514"/>
                </a:lnTo>
                <a:lnTo>
                  <a:pt x="578908" y="49574"/>
                </a:lnTo>
                <a:lnTo>
                  <a:pt x="579349" y="49644"/>
                </a:lnTo>
                <a:lnTo>
                  <a:pt x="579785" y="49723"/>
                </a:lnTo>
                <a:lnTo>
                  <a:pt x="580215" y="49811"/>
                </a:lnTo>
                <a:lnTo>
                  <a:pt x="580641" y="49909"/>
                </a:lnTo>
                <a:lnTo>
                  <a:pt x="581061" y="50016"/>
                </a:lnTo>
                <a:lnTo>
                  <a:pt x="581476" y="50132"/>
                </a:lnTo>
                <a:lnTo>
                  <a:pt x="581886" y="50257"/>
                </a:lnTo>
                <a:lnTo>
                  <a:pt x="582290" y="50392"/>
                </a:lnTo>
                <a:lnTo>
                  <a:pt x="582690" y="50535"/>
                </a:lnTo>
                <a:lnTo>
                  <a:pt x="583084" y="50689"/>
                </a:lnTo>
                <a:lnTo>
                  <a:pt x="583474" y="50851"/>
                </a:lnTo>
                <a:lnTo>
                  <a:pt x="583858" y="51023"/>
                </a:lnTo>
                <a:lnTo>
                  <a:pt x="584237" y="51204"/>
                </a:lnTo>
                <a:lnTo>
                  <a:pt x="584610" y="51394"/>
                </a:lnTo>
                <a:lnTo>
                  <a:pt x="584979" y="51594"/>
                </a:lnTo>
                <a:lnTo>
                  <a:pt x="585343" y="51803"/>
                </a:lnTo>
                <a:lnTo>
                  <a:pt x="585701" y="52021"/>
                </a:lnTo>
                <a:lnTo>
                  <a:pt x="586049" y="52251"/>
                </a:lnTo>
                <a:lnTo>
                  <a:pt x="586383" y="52496"/>
                </a:lnTo>
                <a:lnTo>
                  <a:pt x="586702" y="52755"/>
                </a:lnTo>
                <a:lnTo>
                  <a:pt x="587006" y="53029"/>
                </a:lnTo>
                <a:lnTo>
                  <a:pt x="587295" y="53318"/>
                </a:lnTo>
                <a:lnTo>
                  <a:pt x="587569" y="53622"/>
                </a:lnTo>
                <a:lnTo>
                  <a:pt x="587828" y="53940"/>
                </a:lnTo>
                <a:lnTo>
                  <a:pt x="588073" y="54273"/>
                </a:lnTo>
                <a:lnTo>
                  <a:pt x="588303" y="54621"/>
                </a:lnTo>
                <a:lnTo>
                  <a:pt x="588518" y="54983"/>
                </a:lnTo>
                <a:lnTo>
                  <a:pt x="588718" y="55361"/>
                </a:lnTo>
                <a:lnTo>
                  <a:pt x="588903" y="55753"/>
                </a:lnTo>
                <a:lnTo>
                  <a:pt x="589074" y="56159"/>
                </a:lnTo>
                <a:lnTo>
                  <a:pt x="589229" y="56581"/>
                </a:lnTo>
                <a:lnTo>
                  <a:pt x="589370" y="57017"/>
                </a:lnTo>
                <a:lnTo>
                  <a:pt x="589496" y="57468"/>
                </a:lnTo>
                <a:lnTo>
                  <a:pt x="589607" y="57933"/>
                </a:lnTo>
                <a:lnTo>
                  <a:pt x="589704" y="58414"/>
                </a:lnTo>
                <a:lnTo>
                  <a:pt x="589785" y="58909"/>
                </a:lnTo>
                <a:lnTo>
                  <a:pt x="589852" y="59419"/>
                </a:lnTo>
                <a:lnTo>
                  <a:pt x="589904" y="59943"/>
                </a:lnTo>
                <a:lnTo>
                  <a:pt x="589941" y="60482"/>
                </a:lnTo>
                <a:lnTo>
                  <a:pt x="589963" y="61036"/>
                </a:lnTo>
                <a:lnTo>
                  <a:pt x="589971" y="61605"/>
                </a:lnTo>
                <a:lnTo>
                  <a:pt x="612082" y="61605"/>
                </a:lnTo>
                <a:lnTo>
                  <a:pt x="612077" y="60928"/>
                </a:lnTo>
                <a:lnTo>
                  <a:pt x="612060" y="60261"/>
                </a:lnTo>
                <a:lnTo>
                  <a:pt x="612033" y="59603"/>
                </a:lnTo>
                <a:lnTo>
                  <a:pt x="611995" y="58955"/>
                </a:lnTo>
                <a:lnTo>
                  <a:pt x="611946" y="58316"/>
                </a:lnTo>
                <a:lnTo>
                  <a:pt x="611886" y="57687"/>
                </a:lnTo>
                <a:lnTo>
                  <a:pt x="611815" y="57067"/>
                </a:lnTo>
                <a:lnTo>
                  <a:pt x="611733" y="56457"/>
                </a:lnTo>
                <a:lnTo>
                  <a:pt x="611640" y="55856"/>
                </a:lnTo>
                <a:lnTo>
                  <a:pt x="611536" y="55264"/>
                </a:lnTo>
                <a:lnTo>
                  <a:pt x="611421" y="54682"/>
                </a:lnTo>
                <a:lnTo>
                  <a:pt x="611296" y="54109"/>
                </a:lnTo>
                <a:lnTo>
                  <a:pt x="611159" y="53546"/>
                </a:lnTo>
                <a:lnTo>
                  <a:pt x="611012" y="52993"/>
                </a:lnTo>
                <a:lnTo>
                  <a:pt x="610853" y="52448"/>
                </a:lnTo>
                <a:lnTo>
                  <a:pt x="610684" y="51914"/>
                </a:lnTo>
                <a:lnTo>
                  <a:pt x="610504" y="51388"/>
                </a:lnTo>
                <a:lnTo>
                  <a:pt x="610313" y="50873"/>
                </a:lnTo>
                <a:lnTo>
                  <a:pt x="610111" y="50366"/>
                </a:lnTo>
                <a:lnTo>
                  <a:pt x="609898" y="49869"/>
                </a:lnTo>
                <a:lnTo>
                  <a:pt x="609674" y="49382"/>
                </a:lnTo>
                <a:lnTo>
                  <a:pt x="609439" y="48904"/>
                </a:lnTo>
                <a:lnTo>
                  <a:pt x="609193" y="48435"/>
                </a:lnTo>
                <a:lnTo>
                  <a:pt x="608936" y="47976"/>
                </a:lnTo>
                <a:lnTo>
                  <a:pt x="608671" y="47526"/>
                </a:lnTo>
                <a:lnTo>
                  <a:pt x="608398" y="47083"/>
                </a:lnTo>
                <a:lnTo>
                  <a:pt x="608118" y="46648"/>
                </a:lnTo>
                <a:lnTo>
                  <a:pt x="607830" y="46221"/>
                </a:lnTo>
                <a:lnTo>
                  <a:pt x="607536" y="45801"/>
                </a:lnTo>
                <a:lnTo>
                  <a:pt x="607234" y="45389"/>
                </a:lnTo>
                <a:lnTo>
                  <a:pt x="606925" y="44985"/>
                </a:lnTo>
                <a:lnTo>
                  <a:pt x="606609" y="44589"/>
                </a:lnTo>
                <a:lnTo>
                  <a:pt x="606286" y="44200"/>
                </a:lnTo>
                <a:lnTo>
                  <a:pt x="605956" y="43820"/>
                </a:lnTo>
                <a:lnTo>
                  <a:pt x="605618" y="43446"/>
                </a:lnTo>
                <a:lnTo>
                  <a:pt x="605274" y="43081"/>
                </a:lnTo>
                <a:lnTo>
                  <a:pt x="604922" y="42723"/>
                </a:lnTo>
                <a:lnTo>
                  <a:pt x="604563" y="42373"/>
                </a:lnTo>
                <a:lnTo>
                  <a:pt x="604196" y="42031"/>
                </a:lnTo>
                <a:lnTo>
                  <a:pt x="603823" y="41697"/>
                </a:lnTo>
                <a:lnTo>
                  <a:pt x="603442" y="41370"/>
                </a:lnTo>
                <a:lnTo>
                  <a:pt x="603054" y="41051"/>
                </a:lnTo>
                <a:lnTo>
                  <a:pt x="602660" y="40740"/>
                </a:lnTo>
                <a:lnTo>
                  <a:pt x="602257" y="40436"/>
                </a:lnTo>
                <a:lnTo>
                  <a:pt x="601848" y="40140"/>
                </a:lnTo>
                <a:lnTo>
                  <a:pt x="601432" y="39852"/>
                </a:lnTo>
                <a:lnTo>
                  <a:pt x="601008" y="39572"/>
                </a:lnTo>
                <a:lnTo>
                  <a:pt x="600577" y="39299"/>
                </a:lnTo>
                <a:lnTo>
                  <a:pt x="600140" y="39034"/>
                </a:lnTo>
                <a:lnTo>
                  <a:pt x="599699" y="38775"/>
                </a:lnTo>
                <a:lnTo>
                  <a:pt x="599254" y="38522"/>
                </a:lnTo>
                <a:lnTo>
                  <a:pt x="598804" y="38275"/>
                </a:lnTo>
                <a:lnTo>
                  <a:pt x="598350" y="38036"/>
                </a:lnTo>
                <a:lnTo>
                  <a:pt x="597892" y="37802"/>
                </a:lnTo>
                <a:lnTo>
                  <a:pt x="597429" y="37575"/>
                </a:lnTo>
                <a:lnTo>
                  <a:pt x="596962" y="37355"/>
                </a:lnTo>
                <a:lnTo>
                  <a:pt x="596490" y="37141"/>
                </a:lnTo>
                <a:lnTo>
                  <a:pt x="596014" y="36934"/>
                </a:lnTo>
                <a:lnTo>
                  <a:pt x="595534" y="36733"/>
                </a:lnTo>
                <a:lnTo>
                  <a:pt x="595049" y="36538"/>
                </a:lnTo>
                <a:lnTo>
                  <a:pt x="594560" y="36350"/>
                </a:lnTo>
                <a:lnTo>
                  <a:pt x="594067" y="36169"/>
                </a:lnTo>
                <a:lnTo>
                  <a:pt x="593569" y="35994"/>
                </a:lnTo>
                <a:lnTo>
                  <a:pt x="593067" y="35825"/>
                </a:lnTo>
                <a:lnTo>
                  <a:pt x="592560" y="35663"/>
                </a:lnTo>
                <a:lnTo>
                  <a:pt x="592049" y="35507"/>
                </a:lnTo>
                <a:lnTo>
                  <a:pt x="591534" y="35358"/>
                </a:lnTo>
                <a:lnTo>
                  <a:pt x="591014" y="35216"/>
                </a:lnTo>
                <a:lnTo>
                  <a:pt x="590490" y="35079"/>
                </a:lnTo>
                <a:lnTo>
                  <a:pt x="589962" y="34950"/>
                </a:lnTo>
                <a:lnTo>
                  <a:pt x="589429" y="34827"/>
                </a:lnTo>
                <a:lnTo>
                  <a:pt x="588892" y="34710"/>
                </a:lnTo>
                <a:lnTo>
                  <a:pt x="588352" y="34599"/>
                </a:lnTo>
                <a:lnTo>
                  <a:pt x="587811" y="34492"/>
                </a:lnTo>
                <a:lnTo>
                  <a:pt x="587270" y="34390"/>
                </a:lnTo>
                <a:lnTo>
                  <a:pt x="586727" y="34293"/>
                </a:lnTo>
                <a:lnTo>
                  <a:pt x="586184" y="34201"/>
                </a:lnTo>
                <a:lnTo>
                  <a:pt x="585639" y="34114"/>
                </a:lnTo>
                <a:lnTo>
                  <a:pt x="585094" y="34031"/>
                </a:lnTo>
                <a:lnTo>
                  <a:pt x="584547" y="33953"/>
                </a:lnTo>
                <a:lnTo>
                  <a:pt x="584000" y="33880"/>
                </a:lnTo>
                <a:lnTo>
                  <a:pt x="583452" y="33811"/>
                </a:lnTo>
                <a:lnTo>
                  <a:pt x="582903" y="33747"/>
                </a:lnTo>
                <a:lnTo>
                  <a:pt x="582353" y="33688"/>
                </a:lnTo>
                <a:lnTo>
                  <a:pt x="581802" y="33634"/>
                </a:lnTo>
                <a:lnTo>
                  <a:pt x="581250" y="33584"/>
                </a:lnTo>
                <a:lnTo>
                  <a:pt x="580697" y="33539"/>
                </a:lnTo>
                <a:lnTo>
                  <a:pt x="580143" y="33499"/>
                </a:lnTo>
                <a:lnTo>
                  <a:pt x="579588" y="33463"/>
                </a:lnTo>
                <a:lnTo>
                  <a:pt x="579033" y="33433"/>
                </a:lnTo>
                <a:lnTo>
                  <a:pt x="578476" y="33407"/>
                </a:lnTo>
                <a:lnTo>
                  <a:pt x="577918" y="33385"/>
                </a:lnTo>
                <a:lnTo>
                  <a:pt x="577360" y="33369"/>
                </a:lnTo>
                <a:lnTo>
                  <a:pt x="576800" y="33357"/>
                </a:lnTo>
                <a:lnTo>
                  <a:pt x="576240" y="33350"/>
                </a:lnTo>
                <a:lnTo>
                  <a:pt x="575679" y="33347"/>
                </a:lnTo>
                <a:lnTo>
                  <a:pt x="575103" y="33350"/>
                </a:lnTo>
                <a:lnTo>
                  <a:pt x="574527" y="33357"/>
                </a:lnTo>
                <a:lnTo>
                  <a:pt x="573953" y="33369"/>
                </a:lnTo>
                <a:lnTo>
                  <a:pt x="573380" y="33385"/>
                </a:lnTo>
                <a:lnTo>
                  <a:pt x="572809" y="33407"/>
                </a:lnTo>
                <a:lnTo>
                  <a:pt x="572238" y="33433"/>
                </a:lnTo>
                <a:lnTo>
                  <a:pt x="571668" y="33464"/>
                </a:lnTo>
                <a:lnTo>
                  <a:pt x="571100" y="33499"/>
                </a:lnTo>
                <a:lnTo>
                  <a:pt x="570532" y="33539"/>
                </a:lnTo>
                <a:lnTo>
                  <a:pt x="569966" y="33584"/>
                </a:lnTo>
                <a:lnTo>
                  <a:pt x="569400" y="33634"/>
                </a:lnTo>
                <a:lnTo>
                  <a:pt x="568836" y="33689"/>
                </a:lnTo>
                <a:lnTo>
                  <a:pt x="568273" y="33748"/>
                </a:lnTo>
                <a:lnTo>
                  <a:pt x="567711" y="33812"/>
                </a:lnTo>
                <a:lnTo>
                  <a:pt x="567150" y="33881"/>
                </a:lnTo>
                <a:lnTo>
                  <a:pt x="566590" y="33954"/>
                </a:lnTo>
                <a:lnTo>
                  <a:pt x="566032" y="34032"/>
                </a:lnTo>
                <a:lnTo>
                  <a:pt x="565474" y="34115"/>
                </a:lnTo>
                <a:lnTo>
                  <a:pt x="564917" y="34203"/>
                </a:lnTo>
                <a:lnTo>
                  <a:pt x="564362" y="34295"/>
                </a:lnTo>
                <a:lnTo>
                  <a:pt x="563808" y="34393"/>
                </a:lnTo>
                <a:lnTo>
                  <a:pt x="563254" y="34495"/>
                </a:lnTo>
                <a:lnTo>
                  <a:pt x="562702" y="34601"/>
                </a:lnTo>
                <a:lnTo>
                  <a:pt x="562151" y="34713"/>
                </a:lnTo>
                <a:lnTo>
                  <a:pt x="561603" y="34829"/>
                </a:lnTo>
                <a:lnTo>
                  <a:pt x="561059" y="34951"/>
                </a:lnTo>
                <a:lnTo>
                  <a:pt x="560521" y="35078"/>
                </a:lnTo>
                <a:lnTo>
                  <a:pt x="559986" y="35211"/>
                </a:lnTo>
                <a:lnTo>
                  <a:pt x="559457" y="35349"/>
                </a:lnTo>
                <a:lnTo>
                  <a:pt x="558932" y="35493"/>
                </a:lnTo>
                <a:lnTo>
                  <a:pt x="558412" y="35642"/>
                </a:lnTo>
                <a:lnTo>
                  <a:pt x="557897" y="35797"/>
                </a:lnTo>
                <a:lnTo>
                  <a:pt x="557386" y="35958"/>
                </a:lnTo>
                <a:lnTo>
                  <a:pt x="556880" y="36124"/>
                </a:lnTo>
                <a:lnTo>
                  <a:pt x="556378" y="36295"/>
                </a:lnTo>
                <a:lnTo>
                  <a:pt x="555882" y="36472"/>
                </a:lnTo>
                <a:lnTo>
                  <a:pt x="555390" y="36655"/>
                </a:lnTo>
                <a:lnTo>
                  <a:pt x="554902" y="36843"/>
                </a:lnTo>
                <a:lnTo>
                  <a:pt x="554420" y="37036"/>
                </a:lnTo>
                <a:lnTo>
                  <a:pt x="553942" y="37236"/>
                </a:lnTo>
                <a:lnTo>
                  <a:pt x="553468" y="37440"/>
                </a:lnTo>
                <a:lnTo>
                  <a:pt x="553000" y="37650"/>
                </a:lnTo>
                <a:lnTo>
                  <a:pt x="552536" y="37866"/>
                </a:lnTo>
                <a:lnTo>
                  <a:pt x="552076" y="38087"/>
                </a:lnTo>
                <a:lnTo>
                  <a:pt x="551622" y="38314"/>
                </a:lnTo>
                <a:lnTo>
                  <a:pt x="551172" y="38546"/>
                </a:lnTo>
                <a:lnTo>
                  <a:pt x="550727" y="38784"/>
                </a:lnTo>
                <a:lnTo>
                  <a:pt x="550286" y="39027"/>
                </a:lnTo>
                <a:lnTo>
                  <a:pt x="549852" y="39276"/>
                </a:lnTo>
                <a:lnTo>
                  <a:pt x="549425" y="39532"/>
                </a:lnTo>
                <a:lnTo>
                  <a:pt x="549005" y="39794"/>
                </a:lnTo>
                <a:lnTo>
                  <a:pt x="548592" y="40063"/>
                </a:lnTo>
                <a:lnTo>
                  <a:pt x="548187" y="40338"/>
                </a:lnTo>
                <a:lnTo>
                  <a:pt x="547789" y="40620"/>
                </a:lnTo>
                <a:lnTo>
                  <a:pt x="547399" y="40908"/>
                </a:lnTo>
                <a:lnTo>
                  <a:pt x="547015" y="41202"/>
                </a:lnTo>
                <a:lnTo>
                  <a:pt x="546640" y="41503"/>
                </a:lnTo>
                <a:lnTo>
                  <a:pt x="546271" y="41811"/>
                </a:lnTo>
                <a:lnTo>
                  <a:pt x="545910" y="42125"/>
                </a:lnTo>
                <a:lnTo>
                  <a:pt x="545556" y="42445"/>
                </a:lnTo>
                <a:lnTo>
                  <a:pt x="545210" y="42772"/>
                </a:lnTo>
                <a:lnTo>
                  <a:pt x="544870" y="43106"/>
                </a:lnTo>
                <a:lnTo>
                  <a:pt x="544538" y="43446"/>
                </a:lnTo>
                <a:lnTo>
                  <a:pt x="544214" y="43792"/>
                </a:lnTo>
                <a:lnTo>
                  <a:pt x="543897" y="44145"/>
                </a:lnTo>
                <a:lnTo>
                  <a:pt x="543587" y="44504"/>
                </a:lnTo>
                <a:lnTo>
                  <a:pt x="543284" y="44870"/>
                </a:lnTo>
                <a:lnTo>
                  <a:pt x="542989" y="45243"/>
                </a:lnTo>
                <a:lnTo>
                  <a:pt x="542701" y="45621"/>
                </a:lnTo>
                <a:lnTo>
                  <a:pt x="542421" y="46007"/>
                </a:lnTo>
                <a:lnTo>
                  <a:pt x="542148" y="46398"/>
                </a:lnTo>
                <a:lnTo>
                  <a:pt x="541882" y="46796"/>
                </a:lnTo>
                <a:lnTo>
                  <a:pt x="541625" y="47201"/>
                </a:lnTo>
                <a:lnTo>
                  <a:pt x="541379" y="47613"/>
                </a:lnTo>
                <a:lnTo>
                  <a:pt x="541145" y="48033"/>
                </a:lnTo>
                <a:lnTo>
                  <a:pt x="540921" y="48459"/>
                </a:lnTo>
                <a:lnTo>
                  <a:pt x="540708" y="48893"/>
                </a:lnTo>
                <a:lnTo>
                  <a:pt x="540506" y="49335"/>
                </a:lnTo>
                <a:lnTo>
                  <a:pt x="540314" y="49783"/>
                </a:lnTo>
                <a:lnTo>
                  <a:pt x="540134" y="50239"/>
                </a:lnTo>
                <a:lnTo>
                  <a:pt x="539965" y="50702"/>
                </a:lnTo>
                <a:lnTo>
                  <a:pt x="539806" y="51172"/>
                </a:lnTo>
                <a:lnTo>
                  <a:pt x="539659" y="51649"/>
                </a:lnTo>
                <a:lnTo>
                  <a:pt x="539522" y="52134"/>
                </a:lnTo>
                <a:lnTo>
                  <a:pt x="539397" y="52626"/>
                </a:lnTo>
                <a:lnTo>
                  <a:pt x="539282" y="53125"/>
                </a:lnTo>
                <a:lnTo>
                  <a:pt x="539178" y="53632"/>
                </a:lnTo>
                <a:lnTo>
                  <a:pt x="539086" y="54146"/>
                </a:lnTo>
                <a:lnTo>
                  <a:pt x="539004" y="54667"/>
                </a:lnTo>
                <a:lnTo>
                  <a:pt x="538933" y="55195"/>
                </a:lnTo>
                <a:lnTo>
                  <a:pt x="538873" y="55731"/>
                </a:lnTo>
                <a:lnTo>
                  <a:pt x="538823" y="56274"/>
                </a:lnTo>
                <a:lnTo>
                  <a:pt x="538785" y="56824"/>
                </a:lnTo>
                <a:lnTo>
                  <a:pt x="538758" y="57381"/>
                </a:lnTo>
                <a:lnTo>
                  <a:pt x="538741" y="57946"/>
                </a:lnTo>
                <a:lnTo>
                  <a:pt x="538736" y="58518"/>
                </a:lnTo>
                <a:lnTo>
                  <a:pt x="538743" y="59247"/>
                </a:lnTo>
                <a:lnTo>
                  <a:pt x="538765" y="59963"/>
                </a:lnTo>
                <a:lnTo>
                  <a:pt x="538801" y="60668"/>
                </a:lnTo>
                <a:lnTo>
                  <a:pt x="538851" y="61362"/>
                </a:lnTo>
                <a:lnTo>
                  <a:pt x="538915" y="62043"/>
                </a:lnTo>
                <a:lnTo>
                  <a:pt x="538994" y="62712"/>
                </a:lnTo>
                <a:lnTo>
                  <a:pt x="539088" y="63370"/>
                </a:lnTo>
                <a:lnTo>
                  <a:pt x="539195" y="64016"/>
                </a:lnTo>
                <a:lnTo>
                  <a:pt x="539317" y="64650"/>
                </a:lnTo>
                <a:lnTo>
                  <a:pt x="539454" y="65272"/>
                </a:lnTo>
                <a:lnTo>
                  <a:pt x="539605" y="65882"/>
                </a:lnTo>
                <a:lnTo>
                  <a:pt x="539770" y="66481"/>
                </a:lnTo>
                <a:lnTo>
                  <a:pt x="539949" y="67067"/>
                </a:lnTo>
                <a:lnTo>
                  <a:pt x="540143" y="67642"/>
                </a:lnTo>
                <a:lnTo>
                  <a:pt x="540351" y="68205"/>
                </a:lnTo>
                <a:lnTo>
                  <a:pt x="540574" y="68756"/>
                </a:lnTo>
                <a:lnTo>
                  <a:pt x="540811" y="69296"/>
                </a:lnTo>
                <a:lnTo>
                  <a:pt x="541062" y="69823"/>
                </a:lnTo>
                <a:lnTo>
                  <a:pt x="541327" y="70339"/>
                </a:lnTo>
                <a:lnTo>
                  <a:pt x="541607" y="70843"/>
                </a:lnTo>
                <a:lnTo>
                  <a:pt x="541902" y="71335"/>
                </a:lnTo>
                <a:lnTo>
                  <a:pt x="542210" y="71815"/>
                </a:lnTo>
                <a:lnTo>
                  <a:pt x="542533" y="72283"/>
                </a:lnTo>
                <a:lnTo>
                  <a:pt x="542871" y="72740"/>
                </a:lnTo>
                <a:lnTo>
                  <a:pt x="543221" y="73186"/>
                </a:lnTo>
                <a:lnTo>
                  <a:pt x="543582" y="73625"/>
                </a:lnTo>
                <a:lnTo>
                  <a:pt x="543954" y="74057"/>
                </a:lnTo>
                <a:lnTo>
                  <a:pt x="544338" y="74481"/>
                </a:lnTo>
                <a:lnTo>
                  <a:pt x="544732" y="74897"/>
                </a:lnTo>
                <a:lnTo>
                  <a:pt x="545137" y="75306"/>
                </a:lnTo>
                <a:lnTo>
                  <a:pt x="545554" y="75707"/>
                </a:lnTo>
                <a:lnTo>
                  <a:pt x="545982" y="76100"/>
                </a:lnTo>
                <a:lnTo>
                  <a:pt x="546420" y="76486"/>
                </a:lnTo>
                <a:lnTo>
                  <a:pt x="546870" y="76865"/>
                </a:lnTo>
                <a:lnTo>
                  <a:pt x="547331" y="77236"/>
                </a:lnTo>
                <a:lnTo>
                  <a:pt x="547803" y="77599"/>
                </a:lnTo>
                <a:lnTo>
                  <a:pt x="548286" y="77955"/>
                </a:lnTo>
                <a:lnTo>
                  <a:pt x="548780" y="78303"/>
                </a:lnTo>
                <a:lnTo>
                  <a:pt x="549286" y="78644"/>
                </a:lnTo>
                <a:lnTo>
                  <a:pt x="549802" y="78977"/>
                </a:lnTo>
                <a:lnTo>
                  <a:pt x="550329" y="79302"/>
                </a:lnTo>
                <a:lnTo>
                  <a:pt x="550868" y="79620"/>
                </a:lnTo>
                <a:lnTo>
                  <a:pt x="551417" y="79930"/>
                </a:lnTo>
                <a:lnTo>
                  <a:pt x="551978" y="80233"/>
                </a:lnTo>
                <a:lnTo>
                  <a:pt x="552550" y="80528"/>
                </a:lnTo>
                <a:lnTo>
                  <a:pt x="553132" y="80816"/>
                </a:lnTo>
                <a:lnTo>
                  <a:pt x="553726" y="81096"/>
                </a:lnTo>
                <a:lnTo>
                  <a:pt x="554331" y="81369"/>
                </a:lnTo>
                <a:lnTo>
                  <a:pt x="554945" y="81636"/>
                </a:lnTo>
                <a:lnTo>
                  <a:pt x="555566" y="81899"/>
                </a:lnTo>
                <a:lnTo>
                  <a:pt x="556194" y="82160"/>
                </a:lnTo>
                <a:lnTo>
                  <a:pt x="556829" y="82417"/>
                </a:lnTo>
                <a:lnTo>
                  <a:pt x="557471" y="82671"/>
                </a:lnTo>
                <a:lnTo>
                  <a:pt x="558120" y="82921"/>
                </a:lnTo>
                <a:lnTo>
                  <a:pt x="558776" y="83169"/>
                </a:lnTo>
                <a:lnTo>
                  <a:pt x="559440" y="83413"/>
                </a:lnTo>
                <a:lnTo>
                  <a:pt x="560110" y="83653"/>
                </a:lnTo>
                <a:lnTo>
                  <a:pt x="560787" y="83890"/>
                </a:lnTo>
                <a:lnTo>
                  <a:pt x="561471" y="84124"/>
                </a:lnTo>
                <a:lnTo>
                  <a:pt x="562162" y="84355"/>
                </a:lnTo>
                <a:lnTo>
                  <a:pt x="562861" y="84583"/>
                </a:lnTo>
                <a:lnTo>
                  <a:pt x="563566" y="84807"/>
                </a:lnTo>
                <a:lnTo>
                  <a:pt x="564278" y="85027"/>
                </a:lnTo>
                <a:lnTo>
                  <a:pt x="564997" y="85245"/>
                </a:lnTo>
                <a:lnTo>
                  <a:pt x="565724" y="85459"/>
                </a:lnTo>
                <a:lnTo>
                  <a:pt x="566457" y="85670"/>
                </a:lnTo>
                <a:lnTo>
                  <a:pt x="567198" y="85877"/>
                </a:lnTo>
                <a:lnTo>
                  <a:pt x="567945" y="86082"/>
                </a:lnTo>
                <a:lnTo>
                  <a:pt x="568699" y="86283"/>
                </a:lnTo>
                <a:lnTo>
                  <a:pt x="569461" y="86480"/>
                </a:lnTo>
                <a:lnTo>
                  <a:pt x="570229" y="86675"/>
                </a:lnTo>
                <a:lnTo>
                  <a:pt x="571005" y="86866"/>
                </a:lnTo>
                <a:lnTo>
                  <a:pt x="571922" y="87078"/>
                </a:lnTo>
                <a:lnTo>
                  <a:pt x="572816" y="87289"/>
                </a:lnTo>
                <a:lnTo>
                  <a:pt x="573687" y="87500"/>
                </a:lnTo>
                <a:lnTo>
                  <a:pt x="574534" y="87711"/>
                </a:lnTo>
                <a:lnTo>
                  <a:pt x="575358" y="87922"/>
                </a:lnTo>
                <a:lnTo>
                  <a:pt x="576159" y="88132"/>
                </a:lnTo>
                <a:lnTo>
                  <a:pt x="576937" y="88342"/>
                </a:lnTo>
                <a:lnTo>
                  <a:pt x="577691" y="88552"/>
                </a:lnTo>
                <a:lnTo>
                  <a:pt x="578422" y="88762"/>
                </a:lnTo>
                <a:lnTo>
                  <a:pt x="579130" y="88971"/>
                </a:lnTo>
                <a:lnTo>
                  <a:pt x="579815" y="89180"/>
                </a:lnTo>
                <a:lnTo>
                  <a:pt x="580476" y="89388"/>
                </a:lnTo>
                <a:lnTo>
                  <a:pt x="581115" y="89596"/>
                </a:lnTo>
                <a:lnTo>
                  <a:pt x="581730" y="89804"/>
                </a:lnTo>
                <a:lnTo>
                  <a:pt x="582321" y="90012"/>
                </a:lnTo>
                <a:lnTo>
                  <a:pt x="582890" y="90219"/>
                </a:lnTo>
                <a:lnTo>
                  <a:pt x="583435" y="90426"/>
                </a:lnTo>
                <a:lnTo>
                  <a:pt x="583957" y="90632"/>
                </a:lnTo>
                <a:lnTo>
                  <a:pt x="584455" y="90839"/>
                </a:lnTo>
                <a:lnTo>
                  <a:pt x="584931" y="91045"/>
                </a:lnTo>
                <a:lnTo>
                  <a:pt x="585383" y="91250"/>
                </a:lnTo>
                <a:lnTo>
                  <a:pt x="585812" y="91456"/>
                </a:lnTo>
                <a:lnTo>
                  <a:pt x="586217" y="91661"/>
                </a:lnTo>
                <a:lnTo>
                  <a:pt x="586600" y="91865"/>
                </a:lnTo>
                <a:lnTo>
                  <a:pt x="586963" y="92074"/>
                </a:lnTo>
                <a:lnTo>
                  <a:pt x="587311" y="92292"/>
                </a:lnTo>
                <a:lnTo>
                  <a:pt x="587643" y="92518"/>
                </a:lnTo>
                <a:lnTo>
                  <a:pt x="587959" y="92754"/>
                </a:lnTo>
                <a:lnTo>
                  <a:pt x="588261" y="92998"/>
                </a:lnTo>
                <a:lnTo>
                  <a:pt x="588546" y="93251"/>
                </a:lnTo>
                <a:lnTo>
                  <a:pt x="588817" y="93512"/>
                </a:lnTo>
                <a:lnTo>
                  <a:pt x="589072" y="93783"/>
                </a:lnTo>
                <a:lnTo>
                  <a:pt x="589311" y="94062"/>
                </a:lnTo>
                <a:lnTo>
                  <a:pt x="589535" y="94351"/>
                </a:lnTo>
                <a:lnTo>
                  <a:pt x="589744" y="94648"/>
                </a:lnTo>
                <a:lnTo>
                  <a:pt x="589937" y="94954"/>
                </a:lnTo>
                <a:lnTo>
                  <a:pt x="590115" y="95269"/>
                </a:lnTo>
                <a:lnTo>
                  <a:pt x="590277" y="95592"/>
                </a:lnTo>
                <a:lnTo>
                  <a:pt x="590423" y="95925"/>
                </a:lnTo>
                <a:lnTo>
                  <a:pt x="590555" y="96266"/>
                </a:lnTo>
                <a:lnTo>
                  <a:pt x="590671" y="96616"/>
                </a:lnTo>
                <a:lnTo>
                  <a:pt x="590771" y="96975"/>
                </a:lnTo>
                <a:lnTo>
                  <a:pt x="590856" y="97343"/>
                </a:lnTo>
                <a:lnTo>
                  <a:pt x="590926" y="97720"/>
                </a:lnTo>
                <a:lnTo>
                  <a:pt x="590980" y="98105"/>
                </a:lnTo>
                <a:lnTo>
                  <a:pt x="591018" y="98500"/>
                </a:lnTo>
                <a:lnTo>
                  <a:pt x="591041" y="98903"/>
                </a:lnTo>
                <a:lnTo>
                  <a:pt x="591049" y="99315"/>
                </a:lnTo>
                <a:lnTo>
                  <a:pt x="591043" y="99756"/>
                </a:lnTo>
                <a:lnTo>
                  <a:pt x="591023" y="100187"/>
                </a:lnTo>
                <a:lnTo>
                  <a:pt x="590990" y="100608"/>
                </a:lnTo>
                <a:lnTo>
                  <a:pt x="590944" y="101017"/>
                </a:lnTo>
                <a:lnTo>
                  <a:pt x="590885" y="101416"/>
                </a:lnTo>
                <a:lnTo>
                  <a:pt x="590813" y="101804"/>
                </a:lnTo>
                <a:lnTo>
                  <a:pt x="590728" y="102181"/>
                </a:lnTo>
                <a:lnTo>
                  <a:pt x="590630" y="102547"/>
                </a:lnTo>
                <a:lnTo>
                  <a:pt x="590518" y="102903"/>
                </a:lnTo>
                <a:lnTo>
                  <a:pt x="590394" y="103248"/>
                </a:lnTo>
                <a:lnTo>
                  <a:pt x="590256" y="103582"/>
                </a:lnTo>
                <a:lnTo>
                  <a:pt x="590105" y="103905"/>
                </a:lnTo>
                <a:lnTo>
                  <a:pt x="589942" y="104218"/>
                </a:lnTo>
                <a:lnTo>
                  <a:pt x="589765" y="104520"/>
                </a:lnTo>
                <a:lnTo>
                  <a:pt x="589574" y="104811"/>
                </a:lnTo>
                <a:lnTo>
                  <a:pt x="589371" y="105091"/>
                </a:lnTo>
                <a:lnTo>
                  <a:pt x="589155" y="105361"/>
                </a:lnTo>
                <a:lnTo>
                  <a:pt x="588926" y="105620"/>
                </a:lnTo>
                <a:lnTo>
                  <a:pt x="588683" y="105868"/>
                </a:lnTo>
                <a:lnTo>
                  <a:pt x="588428" y="106105"/>
                </a:lnTo>
                <a:lnTo>
                  <a:pt x="588159" y="106331"/>
                </a:lnTo>
                <a:lnTo>
                  <a:pt x="587877" y="106547"/>
                </a:lnTo>
                <a:lnTo>
                  <a:pt x="587582" y="106752"/>
                </a:lnTo>
                <a:lnTo>
                  <a:pt x="587274" y="106947"/>
                </a:lnTo>
                <a:lnTo>
                  <a:pt x="586954" y="107131"/>
                </a:lnTo>
                <a:lnTo>
                  <a:pt x="586624" y="107308"/>
                </a:lnTo>
                <a:lnTo>
                  <a:pt x="586282" y="107477"/>
                </a:lnTo>
                <a:lnTo>
                  <a:pt x="585931" y="107638"/>
                </a:lnTo>
                <a:lnTo>
                  <a:pt x="585568" y="107792"/>
                </a:lnTo>
                <a:lnTo>
                  <a:pt x="585195" y="107937"/>
                </a:lnTo>
                <a:lnTo>
                  <a:pt x="584812" y="108075"/>
                </a:lnTo>
                <a:lnTo>
                  <a:pt x="584418" y="108204"/>
                </a:lnTo>
                <a:lnTo>
                  <a:pt x="584013" y="108326"/>
                </a:lnTo>
                <a:lnTo>
                  <a:pt x="583597" y="108440"/>
                </a:lnTo>
                <a:lnTo>
                  <a:pt x="583171" y="108546"/>
                </a:lnTo>
                <a:lnTo>
                  <a:pt x="582735" y="108645"/>
                </a:lnTo>
                <a:lnTo>
                  <a:pt x="582288" y="108735"/>
                </a:lnTo>
                <a:lnTo>
                  <a:pt x="581830" y="108817"/>
                </a:lnTo>
                <a:lnTo>
                  <a:pt x="581361" y="108892"/>
                </a:lnTo>
                <a:lnTo>
                  <a:pt x="580882" y="108959"/>
                </a:lnTo>
                <a:lnTo>
                  <a:pt x="580392" y="109018"/>
                </a:lnTo>
                <a:lnTo>
                  <a:pt x="579892" y="109069"/>
                </a:lnTo>
                <a:lnTo>
                  <a:pt x="579381" y="109112"/>
                </a:lnTo>
                <a:lnTo>
                  <a:pt x="578860" y="109148"/>
                </a:lnTo>
                <a:lnTo>
                  <a:pt x="578328" y="109175"/>
                </a:lnTo>
                <a:lnTo>
                  <a:pt x="577785" y="109195"/>
                </a:lnTo>
                <a:lnTo>
                  <a:pt x="577232" y="109207"/>
                </a:lnTo>
                <a:lnTo>
                  <a:pt x="576668" y="109211"/>
                </a:lnTo>
                <a:lnTo>
                  <a:pt x="576094" y="109205"/>
                </a:lnTo>
                <a:lnTo>
                  <a:pt x="575526" y="109190"/>
                </a:lnTo>
                <a:lnTo>
                  <a:pt x="574965" y="109164"/>
                </a:lnTo>
                <a:lnTo>
                  <a:pt x="574409" y="109129"/>
                </a:lnTo>
                <a:lnTo>
                  <a:pt x="573860" y="109083"/>
                </a:lnTo>
                <a:lnTo>
                  <a:pt x="573317" y="109026"/>
                </a:lnTo>
                <a:lnTo>
                  <a:pt x="572779" y="108960"/>
                </a:lnTo>
                <a:lnTo>
                  <a:pt x="572248" y="108883"/>
                </a:lnTo>
                <a:lnTo>
                  <a:pt x="571723" y="108796"/>
                </a:lnTo>
                <a:lnTo>
                  <a:pt x="571204" y="108699"/>
                </a:lnTo>
                <a:lnTo>
                  <a:pt x="570691" y="108592"/>
                </a:lnTo>
                <a:lnTo>
                  <a:pt x="570185" y="108474"/>
                </a:lnTo>
                <a:lnTo>
                  <a:pt x="569684" y="108346"/>
                </a:lnTo>
                <a:lnTo>
                  <a:pt x="569189" y="108208"/>
                </a:lnTo>
                <a:lnTo>
                  <a:pt x="568701" y="108060"/>
                </a:lnTo>
                <a:lnTo>
                  <a:pt x="568218" y="107901"/>
                </a:lnTo>
                <a:lnTo>
                  <a:pt x="567742" y="107732"/>
                </a:lnTo>
                <a:lnTo>
                  <a:pt x="567272" y="107553"/>
                </a:lnTo>
                <a:lnTo>
                  <a:pt x="566808" y="107364"/>
                </a:lnTo>
                <a:lnTo>
                  <a:pt x="566349" y="107164"/>
                </a:lnTo>
                <a:lnTo>
                  <a:pt x="565897" y="106955"/>
                </a:lnTo>
                <a:lnTo>
                  <a:pt x="565452" y="106735"/>
                </a:lnTo>
                <a:lnTo>
                  <a:pt x="565012" y="106504"/>
                </a:lnTo>
                <a:lnTo>
                  <a:pt x="564578" y="106264"/>
                </a:lnTo>
                <a:lnTo>
                  <a:pt x="564156" y="106010"/>
                </a:lnTo>
                <a:lnTo>
                  <a:pt x="563752" y="105741"/>
                </a:lnTo>
                <a:lnTo>
                  <a:pt x="563367" y="105455"/>
                </a:lnTo>
                <a:lnTo>
                  <a:pt x="562999" y="105154"/>
                </a:lnTo>
                <a:lnTo>
                  <a:pt x="562649" y="104837"/>
                </a:lnTo>
                <a:lnTo>
                  <a:pt x="562317" y="104503"/>
                </a:lnTo>
                <a:lnTo>
                  <a:pt x="562003" y="104154"/>
                </a:lnTo>
                <a:lnTo>
                  <a:pt x="561707" y="103788"/>
                </a:lnTo>
                <a:lnTo>
                  <a:pt x="561428" y="103407"/>
                </a:lnTo>
                <a:lnTo>
                  <a:pt x="561168" y="103010"/>
                </a:lnTo>
                <a:lnTo>
                  <a:pt x="560926" y="102596"/>
                </a:lnTo>
                <a:lnTo>
                  <a:pt x="560702" y="102167"/>
                </a:lnTo>
                <a:lnTo>
                  <a:pt x="560495" y="101722"/>
                </a:lnTo>
                <a:lnTo>
                  <a:pt x="560307" y="101261"/>
                </a:lnTo>
                <a:lnTo>
                  <a:pt x="560136" y="100784"/>
                </a:lnTo>
                <a:lnTo>
                  <a:pt x="559984" y="100290"/>
                </a:lnTo>
                <a:lnTo>
                  <a:pt x="559849" y="99781"/>
                </a:lnTo>
                <a:lnTo>
                  <a:pt x="559733" y="99256"/>
                </a:lnTo>
                <a:lnTo>
                  <a:pt x="559634" y="98715"/>
                </a:lnTo>
                <a:lnTo>
                  <a:pt x="559553" y="98158"/>
                </a:lnTo>
                <a:lnTo>
                  <a:pt x="559490" y="97585"/>
                </a:lnTo>
                <a:lnTo>
                  <a:pt x="559445" y="96996"/>
                </a:lnTo>
                <a:lnTo>
                  <a:pt x="559419" y="96391"/>
                </a:lnTo>
                <a:lnTo>
                  <a:pt x="559410" y="95770"/>
                </a:lnTo>
                <a:lnTo>
                  <a:pt x="537298" y="95770"/>
                </a:lnTo>
                <a:lnTo>
                  <a:pt x="537304" y="96477"/>
                </a:lnTo>
                <a:lnTo>
                  <a:pt x="537321" y="97174"/>
                </a:lnTo>
                <a:lnTo>
                  <a:pt x="537350" y="97861"/>
                </a:lnTo>
                <a:lnTo>
                  <a:pt x="537390" y="98539"/>
                </a:lnTo>
                <a:lnTo>
                  <a:pt x="537442" y="99207"/>
                </a:lnTo>
                <a:lnTo>
                  <a:pt x="537506" y="99865"/>
                </a:lnTo>
                <a:lnTo>
                  <a:pt x="537581" y="100513"/>
                </a:lnTo>
                <a:lnTo>
                  <a:pt x="537667" y="101151"/>
                </a:lnTo>
                <a:lnTo>
                  <a:pt x="537766" y="101780"/>
                </a:lnTo>
                <a:lnTo>
                  <a:pt x="537875" y="102399"/>
                </a:lnTo>
                <a:lnTo>
                  <a:pt x="537996" y="103008"/>
                </a:lnTo>
                <a:lnTo>
                  <a:pt x="538129" y="103607"/>
                </a:lnTo>
                <a:lnTo>
                  <a:pt x="538274" y="104197"/>
                </a:lnTo>
                <a:lnTo>
                  <a:pt x="538429" y="104777"/>
                </a:lnTo>
                <a:lnTo>
                  <a:pt x="538597" y="105347"/>
                </a:lnTo>
                <a:lnTo>
                  <a:pt x="538776" y="105907"/>
                </a:lnTo>
                <a:lnTo>
                  <a:pt x="538966" y="106457"/>
                </a:lnTo>
                <a:lnTo>
                  <a:pt x="539169" y="106998"/>
                </a:lnTo>
                <a:lnTo>
                  <a:pt x="539382" y="107529"/>
                </a:lnTo>
                <a:lnTo>
                  <a:pt x="539607" y="108050"/>
                </a:lnTo>
                <a:lnTo>
                  <a:pt x="539844" y="108561"/>
                </a:lnTo>
                <a:lnTo>
                  <a:pt x="540092" y="109063"/>
                </a:lnTo>
                <a:lnTo>
                  <a:pt x="540352" y="109554"/>
                </a:lnTo>
                <a:lnTo>
                  <a:pt x="540624" y="110036"/>
                </a:lnTo>
                <a:lnTo>
                  <a:pt x="540905" y="110509"/>
                </a:lnTo>
                <a:lnTo>
                  <a:pt x="541194" y="110974"/>
                </a:lnTo>
                <a:lnTo>
                  <a:pt x="541492" y="111430"/>
                </a:lnTo>
                <a:lnTo>
                  <a:pt x="541797" y="111878"/>
                </a:lnTo>
                <a:lnTo>
                  <a:pt x="542111" y="112317"/>
                </a:lnTo>
                <a:lnTo>
                  <a:pt x="542433" y="112748"/>
                </a:lnTo>
                <a:lnTo>
                  <a:pt x="542762" y="113171"/>
                </a:lnTo>
                <a:lnTo>
                  <a:pt x="543100" y="113585"/>
                </a:lnTo>
                <a:lnTo>
                  <a:pt x="543447" y="113991"/>
                </a:lnTo>
                <a:lnTo>
                  <a:pt x="543801" y="114389"/>
                </a:lnTo>
                <a:lnTo>
                  <a:pt x="544163" y="114778"/>
                </a:lnTo>
                <a:lnTo>
                  <a:pt x="544534" y="115159"/>
                </a:lnTo>
                <a:lnTo>
                  <a:pt x="544912" y="115532"/>
                </a:lnTo>
                <a:lnTo>
                  <a:pt x="545299" y="115896"/>
                </a:lnTo>
                <a:lnTo>
                  <a:pt x="545694" y="116252"/>
                </a:lnTo>
                <a:lnTo>
                  <a:pt x="546097" y="116599"/>
                </a:lnTo>
                <a:lnTo>
                  <a:pt x="546508" y="116938"/>
                </a:lnTo>
                <a:lnTo>
                  <a:pt x="546927" y="117269"/>
                </a:lnTo>
                <a:lnTo>
                  <a:pt x="547354" y="117592"/>
                </a:lnTo>
                <a:lnTo>
                  <a:pt x="547789" y="117906"/>
                </a:lnTo>
                <a:lnTo>
                  <a:pt x="548233" y="118211"/>
                </a:lnTo>
                <a:lnTo>
                  <a:pt x="548685" y="118509"/>
                </a:lnTo>
                <a:lnTo>
                  <a:pt x="549144" y="118798"/>
                </a:lnTo>
                <a:lnTo>
                  <a:pt x="549612" y="119078"/>
                </a:lnTo>
                <a:lnTo>
                  <a:pt x="550086" y="119351"/>
                </a:lnTo>
                <a:lnTo>
                  <a:pt x="550565" y="119618"/>
                </a:lnTo>
                <a:lnTo>
                  <a:pt x="551049" y="119877"/>
                </a:lnTo>
                <a:lnTo>
                  <a:pt x="551537" y="120130"/>
                </a:lnTo>
                <a:lnTo>
                  <a:pt x="552030" y="120376"/>
                </a:lnTo>
                <a:lnTo>
                  <a:pt x="552528" y="120615"/>
                </a:lnTo>
                <a:lnTo>
                  <a:pt x="553030" y="120847"/>
                </a:lnTo>
                <a:lnTo>
                  <a:pt x="553537" y="121073"/>
                </a:lnTo>
                <a:lnTo>
                  <a:pt x="554049" y="121291"/>
                </a:lnTo>
                <a:lnTo>
                  <a:pt x="554565" y="121503"/>
                </a:lnTo>
                <a:lnTo>
                  <a:pt x="555086" y="121708"/>
                </a:lnTo>
                <a:lnTo>
                  <a:pt x="555612" y="121907"/>
                </a:lnTo>
                <a:lnTo>
                  <a:pt x="556142" y="122098"/>
                </a:lnTo>
                <a:lnTo>
                  <a:pt x="556677" y="122283"/>
                </a:lnTo>
                <a:lnTo>
                  <a:pt x="557217" y="122461"/>
                </a:lnTo>
                <a:lnTo>
                  <a:pt x="557762" y="122632"/>
                </a:lnTo>
                <a:lnTo>
                  <a:pt x="558311" y="122797"/>
                </a:lnTo>
                <a:lnTo>
                  <a:pt x="558865" y="122955"/>
                </a:lnTo>
                <a:lnTo>
                  <a:pt x="559423" y="123105"/>
                </a:lnTo>
                <a:lnTo>
                  <a:pt x="559986" y="123249"/>
                </a:lnTo>
                <a:lnTo>
                  <a:pt x="560554" y="123387"/>
                </a:lnTo>
                <a:lnTo>
                  <a:pt x="561127" y="123517"/>
                </a:lnTo>
                <a:lnTo>
                  <a:pt x="561704" y="123641"/>
                </a:lnTo>
                <a:lnTo>
                  <a:pt x="562286" y="123758"/>
                </a:lnTo>
                <a:lnTo>
                  <a:pt x="562871" y="123869"/>
                </a:lnTo>
                <a:lnTo>
                  <a:pt x="563456" y="123975"/>
                </a:lnTo>
                <a:lnTo>
                  <a:pt x="564043" y="124077"/>
                </a:lnTo>
                <a:lnTo>
                  <a:pt x="564630" y="124174"/>
                </a:lnTo>
                <a:lnTo>
                  <a:pt x="565219" y="124266"/>
                </a:lnTo>
                <a:lnTo>
                  <a:pt x="565808" y="124354"/>
                </a:lnTo>
                <a:lnTo>
                  <a:pt x="566399" y="124437"/>
                </a:lnTo>
                <a:lnTo>
                  <a:pt x="566990" y="124515"/>
                </a:lnTo>
                <a:lnTo>
                  <a:pt x="567582" y="124588"/>
                </a:lnTo>
                <a:lnTo>
                  <a:pt x="568175" y="124657"/>
                </a:lnTo>
                <a:lnTo>
                  <a:pt x="568769" y="124720"/>
                </a:lnTo>
                <a:lnTo>
                  <a:pt x="569364" y="124780"/>
                </a:lnTo>
                <a:lnTo>
                  <a:pt x="569960" y="124834"/>
                </a:lnTo>
                <a:lnTo>
                  <a:pt x="570557" y="124884"/>
                </a:lnTo>
                <a:lnTo>
                  <a:pt x="571155" y="124929"/>
                </a:lnTo>
                <a:lnTo>
                  <a:pt x="571754" y="124969"/>
                </a:lnTo>
                <a:lnTo>
                  <a:pt x="572354" y="125004"/>
                </a:lnTo>
                <a:lnTo>
                  <a:pt x="572954" y="125035"/>
                </a:lnTo>
                <a:lnTo>
                  <a:pt x="573556" y="125061"/>
                </a:lnTo>
                <a:lnTo>
                  <a:pt x="574158" y="125082"/>
                </a:lnTo>
                <a:lnTo>
                  <a:pt x="574762" y="125099"/>
                </a:lnTo>
                <a:lnTo>
                  <a:pt x="575366" y="125111"/>
                </a:lnTo>
                <a:lnTo>
                  <a:pt x="575971" y="125118"/>
                </a:lnTo>
                <a:lnTo>
                  <a:pt x="576578" y="125120"/>
                </a:lnTo>
                <a:lnTo>
                  <a:pt x="577191" y="125118"/>
                </a:lnTo>
                <a:lnTo>
                  <a:pt x="577803" y="125109"/>
                </a:lnTo>
                <a:lnTo>
                  <a:pt x="578413" y="125096"/>
                </a:lnTo>
                <a:lnTo>
                  <a:pt x="579021" y="1250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LimitedWrite">
            <a:extLst xmlns:a="http://schemas.openxmlformats.org/drawingml/2006/main">
              <a:ext uri="{FF2B5EF4-FFF2-40B4-BE49-F238E27FC236}">
                <a16:creationId xmlns:a16="http://schemas.microsoft.com/office/drawing/2014/main" id="{3204F204-FD55-401E-B551-248D1D70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33" y="5873193"/>
            <a:ext cx="1097538" cy="125120"/>
          </a:xfrm>
          <a:custGeom xmlns:a="http://schemas.openxmlformats.org/drawingml/2006/main">
            <a:pathLst>
              <a:path w="1097538" h="125120">
                <a:moveTo>
                  <a:pt x="106231" y="23098"/>
                </a:moveTo>
                <a:lnTo>
                  <a:pt x="106730" y="23046"/>
                </a:lnTo>
                <a:lnTo>
                  <a:pt x="107217" y="22983"/>
                </a:lnTo>
                <a:lnTo>
                  <a:pt x="107694" y="22907"/>
                </a:lnTo>
                <a:lnTo>
                  <a:pt x="108160" y="22821"/>
                </a:lnTo>
                <a:lnTo>
                  <a:pt x="108615" y="22723"/>
                </a:lnTo>
                <a:lnTo>
                  <a:pt x="109060" y="22613"/>
                </a:lnTo>
                <a:lnTo>
                  <a:pt x="109494" y="22492"/>
                </a:lnTo>
                <a:lnTo>
                  <a:pt x="109917" y="22359"/>
                </a:lnTo>
                <a:lnTo>
                  <a:pt x="110329" y="22215"/>
                </a:lnTo>
                <a:lnTo>
                  <a:pt x="110730" y="22059"/>
                </a:lnTo>
                <a:lnTo>
                  <a:pt x="111121" y="21891"/>
                </a:lnTo>
                <a:lnTo>
                  <a:pt x="111501" y="21712"/>
                </a:lnTo>
                <a:lnTo>
                  <a:pt x="111870" y="21522"/>
                </a:lnTo>
                <a:lnTo>
                  <a:pt x="112228" y="21320"/>
                </a:lnTo>
                <a:lnTo>
                  <a:pt x="112576" y="21106"/>
                </a:lnTo>
                <a:lnTo>
                  <a:pt x="112913" y="20881"/>
                </a:lnTo>
                <a:lnTo>
                  <a:pt x="113239" y="20644"/>
                </a:lnTo>
                <a:lnTo>
                  <a:pt x="113554" y="20396"/>
                </a:lnTo>
                <a:lnTo>
                  <a:pt x="113859" y="20136"/>
                </a:lnTo>
                <a:lnTo>
                  <a:pt x="114152" y="19865"/>
                </a:lnTo>
                <a:lnTo>
                  <a:pt x="114435" y="19585"/>
                </a:lnTo>
                <a:lnTo>
                  <a:pt x="114705" y="19299"/>
                </a:lnTo>
                <a:lnTo>
                  <a:pt x="114964" y="19008"/>
                </a:lnTo>
                <a:lnTo>
                  <a:pt x="115210" y="18711"/>
                </a:lnTo>
                <a:lnTo>
                  <a:pt x="115444" y="18409"/>
                </a:lnTo>
                <a:lnTo>
                  <a:pt x="115666" y="18101"/>
                </a:lnTo>
                <a:lnTo>
                  <a:pt x="115877" y="17787"/>
                </a:lnTo>
                <a:lnTo>
                  <a:pt x="116075" y="17468"/>
                </a:lnTo>
                <a:lnTo>
                  <a:pt x="116261" y="17143"/>
                </a:lnTo>
                <a:lnTo>
                  <a:pt x="116435" y="16812"/>
                </a:lnTo>
                <a:lnTo>
                  <a:pt x="116598" y="16476"/>
                </a:lnTo>
                <a:lnTo>
                  <a:pt x="116748" y="16134"/>
                </a:lnTo>
                <a:lnTo>
                  <a:pt x="116886" y="15787"/>
                </a:lnTo>
                <a:lnTo>
                  <a:pt x="117012" y="15434"/>
                </a:lnTo>
                <a:lnTo>
                  <a:pt x="117126" y="15075"/>
                </a:lnTo>
                <a:lnTo>
                  <a:pt x="117229" y="14711"/>
                </a:lnTo>
                <a:lnTo>
                  <a:pt x="117319" y="14341"/>
                </a:lnTo>
                <a:lnTo>
                  <a:pt x="117397" y="13966"/>
                </a:lnTo>
                <a:lnTo>
                  <a:pt x="117463" y="13585"/>
                </a:lnTo>
                <a:lnTo>
                  <a:pt x="117517" y="13198"/>
                </a:lnTo>
                <a:lnTo>
                  <a:pt x="117559" y="12806"/>
                </a:lnTo>
                <a:lnTo>
                  <a:pt x="117589" y="12408"/>
                </a:lnTo>
                <a:lnTo>
                  <a:pt x="117607" y="12004"/>
                </a:lnTo>
                <a:lnTo>
                  <a:pt x="117613" y="11595"/>
                </a:lnTo>
                <a:lnTo>
                  <a:pt x="117607" y="11179"/>
                </a:lnTo>
                <a:lnTo>
                  <a:pt x="117589" y="10768"/>
                </a:lnTo>
                <a:lnTo>
                  <a:pt x="117559" y="10364"/>
                </a:lnTo>
                <a:lnTo>
                  <a:pt x="117517" y="9966"/>
                </a:lnTo>
                <a:lnTo>
                  <a:pt x="117463" y="9574"/>
                </a:lnTo>
                <a:lnTo>
                  <a:pt x="117397" y="9188"/>
                </a:lnTo>
                <a:lnTo>
                  <a:pt x="117319" y="8808"/>
                </a:lnTo>
                <a:lnTo>
                  <a:pt x="117229" y="8434"/>
                </a:lnTo>
                <a:lnTo>
                  <a:pt x="117126" y="8066"/>
                </a:lnTo>
                <a:lnTo>
                  <a:pt x="117012" y="7705"/>
                </a:lnTo>
                <a:lnTo>
                  <a:pt x="116886" y="7349"/>
                </a:lnTo>
                <a:lnTo>
                  <a:pt x="116748" y="7000"/>
                </a:lnTo>
                <a:lnTo>
                  <a:pt x="116598" y="6656"/>
                </a:lnTo>
                <a:lnTo>
                  <a:pt x="116435" y="6319"/>
                </a:lnTo>
                <a:lnTo>
                  <a:pt x="116261" y="5988"/>
                </a:lnTo>
                <a:lnTo>
                  <a:pt x="116075" y="5663"/>
                </a:lnTo>
                <a:lnTo>
                  <a:pt x="115877" y="5344"/>
                </a:lnTo>
                <a:lnTo>
                  <a:pt x="115666" y="5031"/>
                </a:lnTo>
                <a:lnTo>
                  <a:pt x="115444" y="4724"/>
                </a:lnTo>
                <a:lnTo>
                  <a:pt x="115210" y="4423"/>
                </a:lnTo>
                <a:lnTo>
                  <a:pt x="114964" y="4128"/>
                </a:lnTo>
                <a:lnTo>
                  <a:pt x="114705" y="3840"/>
                </a:lnTo>
                <a:lnTo>
                  <a:pt x="114435" y="3557"/>
                </a:lnTo>
                <a:lnTo>
                  <a:pt x="114152" y="3281"/>
                </a:lnTo>
                <a:lnTo>
                  <a:pt x="113859" y="3013"/>
                </a:lnTo>
                <a:lnTo>
                  <a:pt x="113554" y="2757"/>
                </a:lnTo>
                <a:lnTo>
                  <a:pt x="113239" y="2512"/>
                </a:lnTo>
                <a:lnTo>
                  <a:pt x="112913" y="2278"/>
                </a:lnTo>
                <a:lnTo>
                  <a:pt x="112576" y="2056"/>
                </a:lnTo>
                <a:lnTo>
                  <a:pt x="112228" y="1845"/>
                </a:lnTo>
                <a:lnTo>
                  <a:pt x="111870" y="1646"/>
                </a:lnTo>
                <a:lnTo>
                  <a:pt x="111501" y="1458"/>
                </a:lnTo>
                <a:lnTo>
                  <a:pt x="111121" y="1282"/>
                </a:lnTo>
                <a:lnTo>
                  <a:pt x="110730" y="1116"/>
                </a:lnTo>
                <a:lnTo>
                  <a:pt x="110329" y="963"/>
                </a:lnTo>
                <a:lnTo>
                  <a:pt x="109917" y="820"/>
                </a:lnTo>
                <a:lnTo>
                  <a:pt x="109494" y="689"/>
                </a:lnTo>
                <a:lnTo>
                  <a:pt x="109060" y="570"/>
                </a:lnTo>
                <a:lnTo>
                  <a:pt x="108615" y="461"/>
                </a:lnTo>
                <a:lnTo>
                  <a:pt x="108160" y="365"/>
                </a:lnTo>
                <a:lnTo>
                  <a:pt x="107694" y="279"/>
                </a:lnTo>
                <a:lnTo>
                  <a:pt x="107217" y="205"/>
                </a:lnTo>
                <a:lnTo>
                  <a:pt x="106730" y="142"/>
                </a:lnTo>
                <a:lnTo>
                  <a:pt x="106231" y="91"/>
                </a:lnTo>
                <a:lnTo>
                  <a:pt x="105722" y="51"/>
                </a:lnTo>
                <a:lnTo>
                  <a:pt x="105202" y="23"/>
                </a:lnTo>
                <a:lnTo>
                  <a:pt x="104672" y="6"/>
                </a:lnTo>
                <a:lnTo>
                  <a:pt x="104130" y="0"/>
                </a:lnTo>
                <a:lnTo>
                  <a:pt x="103589" y="6"/>
                </a:lnTo>
                <a:lnTo>
                  <a:pt x="103058" y="23"/>
                </a:lnTo>
                <a:lnTo>
                  <a:pt x="102538" y="51"/>
                </a:lnTo>
                <a:lnTo>
                  <a:pt x="102029" y="91"/>
                </a:lnTo>
                <a:lnTo>
                  <a:pt x="101531" y="142"/>
                </a:lnTo>
                <a:lnTo>
                  <a:pt x="101043" y="205"/>
                </a:lnTo>
                <a:lnTo>
                  <a:pt x="100566" y="279"/>
                </a:lnTo>
                <a:lnTo>
                  <a:pt x="100100" y="365"/>
                </a:lnTo>
                <a:lnTo>
                  <a:pt x="99645" y="461"/>
                </a:lnTo>
                <a:lnTo>
                  <a:pt x="99201" y="570"/>
                </a:lnTo>
                <a:lnTo>
                  <a:pt x="98767" y="689"/>
                </a:lnTo>
                <a:lnTo>
                  <a:pt x="98344" y="820"/>
                </a:lnTo>
                <a:lnTo>
                  <a:pt x="97932" y="963"/>
                </a:lnTo>
                <a:lnTo>
                  <a:pt x="97530" y="1116"/>
                </a:lnTo>
                <a:lnTo>
                  <a:pt x="97140" y="1282"/>
                </a:lnTo>
                <a:lnTo>
                  <a:pt x="96760" y="1458"/>
                </a:lnTo>
                <a:lnTo>
                  <a:pt x="96391" y="1646"/>
                </a:lnTo>
                <a:lnTo>
                  <a:pt x="96032" y="1845"/>
                </a:lnTo>
                <a:lnTo>
                  <a:pt x="95685" y="2056"/>
                </a:lnTo>
                <a:lnTo>
                  <a:pt x="95348" y="2278"/>
                </a:lnTo>
                <a:lnTo>
                  <a:pt x="95022" y="2512"/>
                </a:lnTo>
                <a:lnTo>
                  <a:pt x="94706" y="2757"/>
                </a:lnTo>
                <a:lnTo>
                  <a:pt x="94402" y="3013"/>
                </a:lnTo>
                <a:lnTo>
                  <a:pt x="94108" y="3281"/>
                </a:lnTo>
                <a:lnTo>
                  <a:pt x="93826" y="3557"/>
                </a:lnTo>
                <a:lnTo>
                  <a:pt x="93555" y="3840"/>
                </a:lnTo>
                <a:lnTo>
                  <a:pt x="93297" y="4128"/>
                </a:lnTo>
                <a:lnTo>
                  <a:pt x="93051" y="4423"/>
                </a:lnTo>
                <a:lnTo>
                  <a:pt x="92816" y="4724"/>
                </a:lnTo>
                <a:lnTo>
                  <a:pt x="92594" y="5031"/>
                </a:lnTo>
                <a:lnTo>
                  <a:pt x="92384" y="5344"/>
                </a:lnTo>
                <a:lnTo>
                  <a:pt x="92186" y="5663"/>
                </a:lnTo>
                <a:lnTo>
                  <a:pt x="91999" y="5988"/>
                </a:lnTo>
                <a:lnTo>
                  <a:pt x="91825" y="6319"/>
                </a:lnTo>
                <a:lnTo>
                  <a:pt x="91663" y="6656"/>
                </a:lnTo>
                <a:lnTo>
                  <a:pt x="91513" y="7000"/>
                </a:lnTo>
                <a:lnTo>
                  <a:pt x="91374" y="7349"/>
                </a:lnTo>
                <a:lnTo>
                  <a:pt x="91248" y="7705"/>
                </a:lnTo>
                <a:lnTo>
                  <a:pt x="91134" y="8066"/>
                </a:lnTo>
                <a:lnTo>
                  <a:pt x="91032" y="8434"/>
                </a:lnTo>
                <a:lnTo>
                  <a:pt x="90942" y="8808"/>
                </a:lnTo>
                <a:lnTo>
                  <a:pt x="90864" y="9188"/>
                </a:lnTo>
                <a:lnTo>
                  <a:pt x="90798" y="9574"/>
                </a:lnTo>
                <a:lnTo>
                  <a:pt x="90744" y="9966"/>
                </a:lnTo>
                <a:lnTo>
                  <a:pt x="90702" y="10364"/>
                </a:lnTo>
                <a:lnTo>
                  <a:pt x="90672" y="10768"/>
                </a:lnTo>
                <a:lnTo>
                  <a:pt x="90654" y="11179"/>
                </a:lnTo>
                <a:lnTo>
                  <a:pt x="90647" y="11595"/>
                </a:lnTo>
                <a:lnTo>
                  <a:pt x="90654" y="12004"/>
                </a:lnTo>
                <a:lnTo>
                  <a:pt x="90672" y="12408"/>
                </a:lnTo>
                <a:lnTo>
                  <a:pt x="90702" y="12806"/>
                </a:lnTo>
                <a:lnTo>
                  <a:pt x="90744" y="13198"/>
                </a:lnTo>
                <a:lnTo>
                  <a:pt x="90798" y="13585"/>
                </a:lnTo>
                <a:lnTo>
                  <a:pt x="90864" y="13966"/>
                </a:lnTo>
                <a:lnTo>
                  <a:pt x="90942" y="14341"/>
                </a:lnTo>
                <a:lnTo>
                  <a:pt x="91032" y="14711"/>
                </a:lnTo>
                <a:lnTo>
                  <a:pt x="91134" y="15075"/>
                </a:lnTo>
                <a:lnTo>
                  <a:pt x="91248" y="15434"/>
                </a:lnTo>
                <a:lnTo>
                  <a:pt x="91374" y="15787"/>
                </a:lnTo>
                <a:lnTo>
                  <a:pt x="91513" y="16134"/>
                </a:lnTo>
                <a:lnTo>
                  <a:pt x="91663" y="16476"/>
                </a:lnTo>
                <a:lnTo>
                  <a:pt x="91825" y="16812"/>
                </a:lnTo>
                <a:lnTo>
                  <a:pt x="91999" y="17143"/>
                </a:lnTo>
                <a:lnTo>
                  <a:pt x="92186" y="17468"/>
                </a:lnTo>
                <a:lnTo>
                  <a:pt x="92384" y="17787"/>
                </a:lnTo>
                <a:lnTo>
                  <a:pt x="92594" y="18101"/>
                </a:lnTo>
                <a:lnTo>
                  <a:pt x="92816" y="18409"/>
                </a:lnTo>
                <a:lnTo>
                  <a:pt x="93051" y="18711"/>
                </a:lnTo>
                <a:lnTo>
                  <a:pt x="93297" y="19008"/>
                </a:lnTo>
                <a:lnTo>
                  <a:pt x="93555" y="19299"/>
                </a:lnTo>
                <a:lnTo>
                  <a:pt x="93826" y="19585"/>
                </a:lnTo>
                <a:lnTo>
                  <a:pt x="94108" y="19865"/>
                </a:lnTo>
                <a:lnTo>
                  <a:pt x="94402" y="20136"/>
                </a:lnTo>
                <a:lnTo>
                  <a:pt x="94706" y="20396"/>
                </a:lnTo>
                <a:lnTo>
                  <a:pt x="95022" y="20644"/>
                </a:lnTo>
                <a:lnTo>
                  <a:pt x="95348" y="20881"/>
                </a:lnTo>
                <a:lnTo>
                  <a:pt x="95685" y="21106"/>
                </a:lnTo>
                <a:lnTo>
                  <a:pt x="96032" y="21320"/>
                </a:lnTo>
                <a:lnTo>
                  <a:pt x="96391" y="21522"/>
                </a:lnTo>
                <a:lnTo>
                  <a:pt x="96760" y="21712"/>
                </a:lnTo>
                <a:lnTo>
                  <a:pt x="97140" y="21891"/>
                </a:lnTo>
                <a:lnTo>
                  <a:pt x="97530" y="22059"/>
                </a:lnTo>
                <a:lnTo>
                  <a:pt x="97932" y="22215"/>
                </a:lnTo>
                <a:lnTo>
                  <a:pt x="98344" y="22359"/>
                </a:lnTo>
                <a:lnTo>
                  <a:pt x="98767" y="22492"/>
                </a:lnTo>
                <a:lnTo>
                  <a:pt x="99201" y="22613"/>
                </a:lnTo>
                <a:lnTo>
                  <a:pt x="99645" y="22723"/>
                </a:lnTo>
                <a:lnTo>
                  <a:pt x="100100" y="22821"/>
                </a:lnTo>
                <a:lnTo>
                  <a:pt x="100566" y="22907"/>
                </a:lnTo>
                <a:lnTo>
                  <a:pt x="101043" y="22983"/>
                </a:lnTo>
                <a:lnTo>
                  <a:pt x="101531" y="23046"/>
                </a:lnTo>
                <a:lnTo>
                  <a:pt x="102029" y="23098"/>
                </a:lnTo>
                <a:lnTo>
                  <a:pt x="102538" y="23138"/>
                </a:lnTo>
                <a:lnTo>
                  <a:pt x="103058" y="23167"/>
                </a:lnTo>
                <a:lnTo>
                  <a:pt x="103589" y="23185"/>
                </a:lnTo>
                <a:lnTo>
                  <a:pt x="104130" y="23190"/>
                </a:lnTo>
                <a:lnTo>
                  <a:pt x="104672" y="23185"/>
                </a:lnTo>
                <a:lnTo>
                  <a:pt x="105202" y="23167"/>
                </a:lnTo>
                <a:lnTo>
                  <a:pt x="105722" y="23138"/>
                </a:lnTo>
                <a:lnTo>
                  <a:pt x="106231" y="23098"/>
                </a:lnTo>
                <a:close/>
                <a:moveTo>
                  <a:pt x="319770" y="23098"/>
                </a:moveTo>
                <a:lnTo>
                  <a:pt x="320268" y="23046"/>
                </a:lnTo>
                <a:lnTo>
                  <a:pt x="320756" y="22983"/>
                </a:lnTo>
                <a:lnTo>
                  <a:pt x="321233" y="22907"/>
                </a:lnTo>
                <a:lnTo>
                  <a:pt x="321699" y="22821"/>
                </a:lnTo>
                <a:lnTo>
                  <a:pt x="322154" y="22723"/>
                </a:lnTo>
                <a:lnTo>
                  <a:pt x="322598" y="22613"/>
                </a:lnTo>
                <a:lnTo>
                  <a:pt x="323032" y="22492"/>
                </a:lnTo>
                <a:lnTo>
                  <a:pt x="323455" y="22359"/>
                </a:lnTo>
                <a:lnTo>
                  <a:pt x="323867" y="22215"/>
                </a:lnTo>
                <a:lnTo>
                  <a:pt x="324269" y="22059"/>
                </a:lnTo>
                <a:lnTo>
                  <a:pt x="324659" y="21891"/>
                </a:lnTo>
                <a:lnTo>
                  <a:pt x="325039" y="21712"/>
                </a:lnTo>
                <a:lnTo>
                  <a:pt x="325408" y="21522"/>
                </a:lnTo>
                <a:lnTo>
                  <a:pt x="325767" y="21320"/>
                </a:lnTo>
                <a:lnTo>
                  <a:pt x="326114" y="21106"/>
                </a:lnTo>
                <a:lnTo>
                  <a:pt x="326451" y="20881"/>
                </a:lnTo>
                <a:lnTo>
                  <a:pt x="326777" y="20644"/>
                </a:lnTo>
                <a:lnTo>
                  <a:pt x="327093" y="20396"/>
                </a:lnTo>
                <a:lnTo>
                  <a:pt x="327397" y="20136"/>
                </a:lnTo>
                <a:lnTo>
                  <a:pt x="327691" y="19865"/>
                </a:lnTo>
                <a:lnTo>
                  <a:pt x="327973" y="19585"/>
                </a:lnTo>
                <a:lnTo>
                  <a:pt x="328244" y="19299"/>
                </a:lnTo>
                <a:lnTo>
                  <a:pt x="328502" y="19008"/>
                </a:lnTo>
                <a:lnTo>
                  <a:pt x="328748" y="18711"/>
                </a:lnTo>
                <a:lnTo>
                  <a:pt x="328983" y="18409"/>
                </a:lnTo>
                <a:lnTo>
                  <a:pt x="329205" y="18101"/>
                </a:lnTo>
                <a:lnTo>
                  <a:pt x="329415" y="17787"/>
                </a:lnTo>
                <a:lnTo>
                  <a:pt x="329614" y="17468"/>
                </a:lnTo>
                <a:lnTo>
                  <a:pt x="329800" y="17143"/>
                </a:lnTo>
                <a:lnTo>
                  <a:pt x="329974" y="16812"/>
                </a:lnTo>
                <a:lnTo>
                  <a:pt x="330136" y="16476"/>
                </a:lnTo>
                <a:lnTo>
                  <a:pt x="330286" y="16134"/>
                </a:lnTo>
                <a:lnTo>
                  <a:pt x="330425" y="15787"/>
                </a:lnTo>
                <a:lnTo>
                  <a:pt x="330551" y="15434"/>
                </a:lnTo>
                <a:lnTo>
                  <a:pt x="330665" y="15075"/>
                </a:lnTo>
                <a:lnTo>
                  <a:pt x="330767" y="14711"/>
                </a:lnTo>
                <a:lnTo>
                  <a:pt x="330857" y="14341"/>
                </a:lnTo>
                <a:lnTo>
                  <a:pt x="330935" y="13966"/>
                </a:lnTo>
                <a:lnTo>
                  <a:pt x="331001" y="13585"/>
                </a:lnTo>
                <a:lnTo>
                  <a:pt x="331055" y="13198"/>
                </a:lnTo>
                <a:lnTo>
                  <a:pt x="331097" y="12806"/>
                </a:lnTo>
                <a:lnTo>
                  <a:pt x="331128" y="12408"/>
                </a:lnTo>
                <a:lnTo>
                  <a:pt x="331146" y="12004"/>
                </a:lnTo>
                <a:lnTo>
                  <a:pt x="331152" y="11595"/>
                </a:lnTo>
                <a:lnTo>
                  <a:pt x="331146" y="11179"/>
                </a:lnTo>
                <a:lnTo>
                  <a:pt x="331128" y="10768"/>
                </a:lnTo>
                <a:lnTo>
                  <a:pt x="331097" y="10364"/>
                </a:lnTo>
                <a:lnTo>
                  <a:pt x="331055" y="9966"/>
                </a:lnTo>
                <a:lnTo>
                  <a:pt x="331001" y="9574"/>
                </a:lnTo>
                <a:lnTo>
                  <a:pt x="330935" y="9188"/>
                </a:lnTo>
                <a:lnTo>
                  <a:pt x="330857" y="8808"/>
                </a:lnTo>
                <a:lnTo>
                  <a:pt x="330767" y="8434"/>
                </a:lnTo>
                <a:lnTo>
                  <a:pt x="330665" y="8066"/>
                </a:lnTo>
                <a:lnTo>
                  <a:pt x="330551" y="7705"/>
                </a:lnTo>
                <a:lnTo>
                  <a:pt x="330425" y="7349"/>
                </a:lnTo>
                <a:lnTo>
                  <a:pt x="330286" y="7000"/>
                </a:lnTo>
                <a:lnTo>
                  <a:pt x="330136" y="6656"/>
                </a:lnTo>
                <a:lnTo>
                  <a:pt x="329974" y="6319"/>
                </a:lnTo>
                <a:lnTo>
                  <a:pt x="329800" y="5988"/>
                </a:lnTo>
                <a:lnTo>
                  <a:pt x="329614" y="5663"/>
                </a:lnTo>
                <a:lnTo>
                  <a:pt x="329415" y="5344"/>
                </a:lnTo>
                <a:lnTo>
                  <a:pt x="329205" y="5031"/>
                </a:lnTo>
                <a:lnTo>
                  <a:pt x="328983" y="4724"/>
                </a:lnTo>
                <a:lnTo>
                  <a:pt x="328748" y="4423"/>
                </a:lnTo>
                <a:lnTo>
                  <a:pt x="328502" y="4128"/>
                </a:lnTo>
                <a:lnTo>
                  <a:pt x="328244" y="3840"/>
                </a:lnTo>
                <a:lnTo>
                  <a:pt x="327973" y="3557"/>
                </a:lnTo>
                <a:lnTo>
                  <a:pt x="327691" y="3281"/>
                </a:lnTo>
                <a:lnTo>
                  <a:pt x="327397" y="3013"/>
                </a:lnTo>
                <a:lnTo>
                  <a:pt x="327093" y="2757"/>
                </a:lnTo>
                <a:lnTo>
                  <a:pt x="326777" y="2512"/>
                </a:lnTo>
                <a:lnTo>
                  <a:pt x="326451" y="2278"/>
                </a:lnTo>
                <a:lnTo>
                  <a:pt x="326114" y="2056"/>
                </a:lnTo>
                <a:lnTo>
                  <a:pt x="325767" y="1845"/>
                </a:lnTo>
                <a:lnTo>
                  <a:pt x="325408" y="1646"/>
                </a:lnTo>
                <a:lnTo>
                  <a:pt x="325039" y="1458"/>
                </a:lnTo>
                <a:lnTo>
                  <a:pt x="324659" y="1282"/>
                </a:lnTo>
                <a:lnTo>
                  <a:pt x="324269" y="1116"/>
                </a:lnTo>
                <a:lnTo>
                  <a:pt x="323867" y="963"/>
                </a:lnTo>
                <a:lnTo>
                  <a:pt x="323455" y="820"/>
                </a:lnTo>
                <a:lnTo>
                  <a:pt x="323032" y="689"/>
                </a:lnTo>
                <a:lnTo>
                  <a:pt x="322598" y="570"/>
                </a:lnTo>
                <a:lnTo>
                  <a:pt x="322154" y="461"/>
                </a:lnTo>
                <a:lnTo>
                  <a:pt x="321699" y="365"/>
                </a:lnTo>
                <a:lnTo>
                  <a:pt x="321233" y="279"/>
                </a:lnTo>
                <a:lnTo>
                  <a:pt x="320756" y="205"/>
                </a:lnTo>
                <a:lnTo>
                  <a:pt x="320268" y="142"/>
                </a:lnTo>
                <a:lnTo>
                  <a:pt x="319770" y="91"/>
                </a:lnTo>
                <a:lnTo>
                  <a:pt x="319261" y="51"/>
                </a:lnTo>
                <a:lnTo>
                  <a:pt x="318741" y="23"/>
                </a:lnTo>
                <a:lnTo>
                  <a:pt x="318210" y="6"/>
                </a:lnTo>
                <a:lnTo>
                  <a:pt x="317669" y="0"/>
                </a:lnTo>
                <a:lnTo>
                  <a:pt x="317127" y="6"/>
                </a:lnTo>
                <a:lnTo>
                  <a:pt x="316597" y="23"/>
                </a:lnTo>
                <a:lnTo>
                  <a:pt x="316077" y="51"/>
                </a:lnTo>
                <a:lnTo>
                  <a:pt x="315568" y="91"/>
                </a:lnTo>
                <a:lnTo>
                  <a:pt x="315069" y="142"/>
                </a:lnTo>
                <a:lnTo>
                  <a:pt x="314582" y="205"/>
                </a:lnTo>
                <a:lnTo>
                  <a:pt x="314105" y="279"/>
                </a:lnTo>
                <a:lnTo>
                  <a:pt x="313639" y="365"/>
                </a:lnTo>
                <a:lnTo>
                  <a:pt x="313184" y="461"/>
                </a:lnTo>
                <a:lnTo>
                  <a:pt x="312739" y="570"/>
                </a:lnTo>
                <a:lnTo>
                  <a:pt x="312305" y="689"/>
                </a:lnTo>
                <a:lnTo>
                  <a:pt x="311882" y="820"/>
                </a:lnTo>
                <a:lnTo>
                  <a:pt x="311470" y="963"/>
                </a:lnTo>
                <a:lnTo>
                  <a:pt x="311069" y="1116"/>
                </a:lnTo>
                <a:lnTo>
                  <a:pt x="310678" y="1282"/>
                </a:lnTo>
                <a:lnTo>
                  <a:pt x="310298" y="1458"/>
                </a:lnTo>
                <a:lnTo>
                  <a:pt x="309929" y="1646"/>
                </a:lnTo>
                <a:lnTo>
                  <a:pt x="309571" y="1845"/>
                </a:lnTo>
                <a:lnTo>
                  <a:pt x="309223" y="2056"/>
                </a:lnTo>
                <a:lnTo>
                  <a:pt x="308886" y="2278"/>
                </a:lnTo>
                <a:lnTo>
                  <a:pt x="308560" y="2512"/>
                </a:lnTo>
                <a:lnTo>
                  <a:pt x="308245" y="2757"/>
                </a:lnTo>
                <a:lnTo>
                  <a:pt x="307940" y="3013"/>
                </a:lnTo>
                <a:lnTo>
                  <a:pt x="307647" y="3281"/>
                </a:lnTo>
                <a:lnTo>
                  <a:pt x="307364" y="3557"/>
                </a:lnTo>
                <a:lnTo>
                  <a:pt x="307094" y="3840"/>
                </a:lnTo>
                <a:lnTo>
                  <a:pt x="306835" y="4128"/>
                </a:lnTo>
                <a:lnTo>
                  <a:pt x="306589" y="4423"/>
                </a:lnTo>
                <a:lnTo>
                  <a:pt x="306355" y="4724"/>
                </a:lnTo>
                <a:lnTo>
                  <a:pt x="306133" y="5031"/>
                </a:lnTo>
                <a:lnTo>
                  <a:pt x="305922" y="5344"/>
                </a:lnTo>
                <a:lnTo>
                  <a:pt x="305724" y="5663"/>
                </a:lnTo>
                <a:lnTo>
                  <a:pt x="305538" y="5988"/>
                </a:lnTo>
                <a:lnTo>
                  <a:pt x="305364" y="6319"/>
                </a:lnTo>
                <a:lnTo>
                  <a:pt x="305201" y="6656"/>
                </a:lnTo>
                <a:lnTo>
                  <a:pt x="305051" y="7000"/>
                </a:lnTo>
                <a:lnTo>
                  <a:pt x="304913" y="7349"/>
                </a:lnTo>
                <a:lnTo>
                  <a:pt x="304787" y="7705"/>
                </a:lnTo>
                <a:lnTo>
                  <a:pt x="304673" y="8066"/>
                </a:lnTo>
                <a:lnTo>
                  <a:pt x="304570" y="8434"/>
                </a:lnTo>
                <a:lnTo>
                  <a:pt x="304480" y="8808"/>
                </a:lnTo>
                <a:lnTo>
                  <a:pt x="304402" y="9188"/>
                </a:lnTo>
                <a:lnTo>
                  <a:pt x="304336" y="9574"/>
                </a:lnTo>
                <a:lnTo>
                  <a:pt x="304282" y="9966"/>
                </a:lnTo>
                <a:lnTo>
                  <a:pt x="304240" y="10364"/>
                </a:lnTo>
                <a:lnTo>
                  <a:pt x="304210" y="10768"/>
                </a:lnTo>
                <a:lnTo>
                  <a:pt x="304192" y="11179"/>
                </a:lnTo>
                <a:lnTo>
                  <a:pt x="304186" y="11595"/>
                </a:lnTo>
                <a:lnTo>
                  <a:pt x="304192" y="12004"/>
                </a:lnTo>
                <a:lnTo>
                  <a:pt x="304210" y="12408"/>
                </a:lnTo>
                <a:lnTo>
                  <a:pt x="304240" y="12806"/>
                </a:lnTo>
                <a:lnTo>
                  <a:pt x="304282" y="13198"/>
                </a:lnTo>
                <a:lnTo>
                  <a:pt x="304336" y="13585"/>
                </a:lnTo>
                <a:lnTo>
                  <a:pt x="304402" y="13966"/>
                </a:lnTo>
                <a:lnTo>
                  <a:pt x="304480" y="14341"/>
                </a:lnTo>
                <a:lnTo>
                  <a:pt x="304570" y="14711"/>
                </a:lnTo>
                <a:lnTo>
                  <a:pt x="304673" y="15075"/>
                </a:lnTo>
                <a:lnTo>
                  <a:pt x="304787" y="15434"/>
                </a:lnTo>
                <a:lnTo>
                  <a:pt x="304913" y="15787"/>
                </a:lnTo>
                <a:lnTo>
                  <a:pt x="305051" y="16134"/>
                </a:lnTo>
                <a:lnTo>
                  <a:pt x="305201" y="16476"/>
                </a:lnTo>
                <a:lnTo>
                  <a:pt x="305364" y="16812"/>
                </a:lnTo>
                <a:lnTo>
                  <a:pt x="305538" y="17143"/>
                </a:lnTo>
                <a:lnTo>
                  <a:pt x="305724" y="17468"/>
                </a:lnTo>
                <a:lnTo>
                  <a:pt x="305922" y="17787"/>
                </a:lnTo>
                <a:lnTo>
                  <a:pt x="306133" y="18101"/>
                </a:lnTo>
                <a:lnTo>
                  <a:pt x="306355" y="18409"/>
                </a:lnTo>
                <a:lnTo>
                  <a:pt x="306589" y="18711"/>
                </a:lnTo>
                <a:lnTo>
                  <a:pt x="306835" y="19008"/>
                </a:lnTo>
                <a:lnTo>
                  <a:pt x="307094" y="19299"/>
                </a:lnTo>
                <a:lnTo>
                  <a:pt x="307364" y="19585"/>
                </a:lnTo>
                <a:lnTo>
                  <a:pt x="307647" y="19865"/>
                </a:lnTo>
                <a:lnTo>
                  <a:pt x="307940" y="20136"/>
                </a:lnTo>
                <a:lnTo>
                  <a:pt x="308245" y="20396"/>
                </a:lnTo>
                <a:lnTo>
                  <a:pt x="308560" y="20644"/>
                </a:lnTo>
                <a:lnTo>
                  <a:pt x="308886" y="20881"/>
                </a:lnTo>
                <a:lnTo>
                  <a:pt x="309223" y="21106"/>
                </a:lnTo>
                <a:lnTo>
                  <a:pt x="309571" y="21320"/>
                </a:lnTo>
                <a:lnTo>
                  <a:pt x="309929" y="21522"/>
                </a:lnTo>
                <a:lnTo>
                  <a:pt x="310298" y="21712"/>
                </a:lnTo>
                <a:lnTo>
                  <a:pt x="310678" y="21891"/>
                </a:lnTo>
                <a:lnTo>
                  <a:pt x="311069" y="22059"/>
                </a:lnTo>
                <a:lnTo>
                  <a:pt x="311470" y="22215"/>
                </a:lnTo>
                <a:lnTo>
                  <a:pt x="311882" y="22359"/>
                </a:lnTo>
                <a:lnTo>
                  <a:pt x="312305" y="22492"/>
                </a:lnTo>
                <a:lnTo>
                  <a:pt x="312739" y="22613"/>
                </a:lnTo>
                <a:lnTo>
                  <a:pt x="313184" y="22723"/>
                </a:lnTo>
                <a:lnTo>
                  <a:pt x="313639" y="22821"/>
                </a:lnTo>
                <a:lnTo>
                  <a:pt x="314105" y="22907"/>
                </a:lnTo>
                <a:lnTo>
                  <a:pt x="314582" y="22983"/>
                </a:lnTo>
                <a:lnTo>
                  <a:pt x="315069" y="23046"/>
                </a:lnTo>
                <a:lnTo>
                  <a:pt x="315568" y="23098"/>
                </a:lnTo>
                <a:lnTo>
                  <a:pt x="316077" y="23138"/>
                </a:lnTo>
                <a:lnTo>
                  <a:pt x="316597" y="23167"/>
                </a:lnTo>
                <a:lnTo>
                  <a:pt x="317127" y="23185"/>
                </a:lnTo>
                <a:lnTo>
                  <a:pt x="317669" y="23190"/>
                </a:lnTo>
                <a:lnTo>
                  <a:pt x="318210" y="23185"/>
                </a:lnTo>
                <a:lnTo>
                  <a:pt x="318741" y="23167"/>
                </a:lnTo>
                <a:lnTo>
                  <a:pt x="319261" y="23138"/>
                </a:lnTo>
                <a:lnTo>
                  <a:pt x="319770" y="23098"/>
                </a:lnTo>
                <a:close/>
                <a:moveTo>
                  <a:pt x="25258" y="2517"/>
                </a:moveTo>
                <a:lnTo>
                  <a:pt x="0" y="2517"/>
                </a:lnTo>
                <a:lnTo>
                  <a:pt x="0" y="123502"/>
                </a:lnTo>
                <a:lnTo>
                  <a:pt x="76313" y="123502"/>
                </a:lnTo>
                <a:lnTo>
                  <a:pt x="76313" y="101301"/>
                </a:lnTo>
                <a:lnTo>
                  <a:pt x="25258" y="101301"/>
                </a:lnTo>
                <a:lnTo>
                  <a:pt x="25258" y="2517"/>
                </a:lnTo>
                <a:close/>
                <a:moveTo>
                  <a:pt x="393147" y="105070"/>
                </a:moveTo>
                <a:lnTo>
                  <a:pt x="392604" y="105052"/>
                </a:lnTo>
                <a:lnTo>
                  <a:pt x="392077" y="105023"/>
                </a:lnTo>
                <a:lnTo>
                  <a:pt x="391567" y="104981"/>
                </a:lnTo>
                <a:lnTo>
                  <a:pt x="391074" y="104928"/>
                </a:lnTo>
                <a:lnTo>
                  <a:pt x="390599" y="104864"/>
                </a:lnTo>
                <a:lnTo>
                  <a:pt x="390140" y="104787"/>
                </a:lnTo>
                <a:lnTo>
                  <a:pt x="389698" y="104698"/>
                </a:lnTo>
                <a:lnTo>
                  <a:pt x="389274" y="104598"/>
                </a:lnTo>
                <a:lnTo>
                  <a:pt x="388866" y="104486"/>
                </a:lnTo>
                <a:lnTo>
                  <a:pt x="388475" y="104362"/>
                </a:lnTo>
                <a:lnTo>
                  <a:pt x="388102" y="104227"/>
                </a:lnTo>
                <a:lnTo>
                  <a:pt x="387745" y="104079"/>
                </a:lnTo>
                <a:lnTo>
                  <a:pt x="387405" y="103920"/>
                </a:lnTo>
                <a:lnTo>
                  <a:pt x="387083" y="103749"/>
                </a:lnTo>
                <a:lnTo>
                  <a:pt x="386777" y="103566"/>
                </a:lnTo>
                <a:lnTo>
                  <a:pt x="386488" y="103372"/>
                </a:lnTo>
                <a:lnTo>
                  <a:pt x="386217" y="103166"/>
                </a:lnTo>
                <a:lnTo>
                  <a:pt x="385962" y="102947"/>
                </a:lnTo>
                <a:lnTo>
                  <a:pt x="385725" y="102717"/>
                </a:lnTo>
                <a:lnTo>
                  <a:pt x="385504" y="102476"/>
                </a:lnTo>
                <a:lnTo>
                  <a:pt x="385300" y="102222"/>
                </a:lnTo>
                <a:lnTo>
                  <a:pt x="385114" y="101957"/>
                </a:lnTo>
                <a:lnTo>
                  <a:pt x="384944" y="101680"/>
                </a:lnTo>
                <a:lnTo>
                  <a:pt x="384787" y="101390"/>
                </a:lnTo>
                <a:lnTo>
                  <a:pt x="384636" y="101088"/>
                </a:lnTo>
                <a:lnTo>
                  <a:pt x="384491" y="100773"/>
                </a:lnTo>
                <a:lnTo>
                  <a:pt x="384354" y="100446"/>
                </a:lnTo>
                <a:lnTo>
                  <a:pt x="384223" y="100105"/>
                </a:lnTo>
                <a:lnTo>
                  <a:pt x="384099" y="99752"/>
                </a:lnTo>
                <a:lnTo>
                  <a:pt x="383981" y="99387"/>
                </a:lnTo>
                <a:lnTo>
                  <a:pt x="383871" y="99008"/>
                </a:lnTo>
                <a:lnTo>
                  <a:pt x="383767" y="98617"/>
                </a:lnTo>
                <a:lnTo>
                  <a:pt x="383669" y="98212"/>
                </a:lnTo>
                <a:lnTo>
                  <a:pt x="383579" y="97796"/>
                </a:lnTo>
                <a:lnTo>
                  <a:pt x="383495" y="97366"/>
                </a:lnTo>
                <a:lnTo>
                  <a:pt x="383418" y="96924"/>
                </a:lnTo>
                <a:lnTo>
                  <a:pt x="383347" y="96469"/>
                </a:lnTo>
                <a:lnTo>
                  <a:pt x="383284" y="96001"/>
                </a:lnTo>
                <a:lnTo>
                  <a:pt x="383227" y="95520"/>
                </a:lnTo>
                <a:lnTo>
                  <a:pt x="383176" y="95027"/>
                </a:lnTo>
                <a:lnTo>
                  <a:pt x="383133" y="94521"/>
                </a:lnTo>
                <a:lnTo>
                  <a:pt x="383096" y="94002"/>
                </a:lnTo>
                <a:lnTo>
                  <a:pt x="383066" y="93470"/>
                </a:lnTo>
                <a:lnTo>
                  <a:pt x="383042" y="92926"/>
                </a:lnTo>
                <a:lnTo>
                  <a:pt x="383025" y="92369"/>
                </a:lnTo>
                <a:lnTo>
                  <a:pt x="383015" y="91799"/>
                </a:lnTo>
                <a:lnTo>
                  <a:pt x="383012" y="91217"/>
                </a:lnTo>
                <a:lnTo>
                  <a:pt x="383012" y="53032"/>
                </a:lnTo>
                <a:lnTo>
                  <a:pt x="402157" y="53032"/>
                </a:lnTo>
                <a:lnTo>
                  <a:pt x="402157" y="34696"/>
                </a:lnTo>
                <a:lnTo>
                  <a:pt x="383012" y="34696"/>
                </a:lnTo>
                <a:lnTo>
                  <a:pt x="383012" y="14022"/>
                </a:lnTo>
                <a:lnTo>
                  <a:pt x="359192" y="14022"/>
                </a:lnTo>
                <a:lnTo>
                  <a:pt x="359192" y="34696"/>
                </a:lnTo>
                <a:lnTo>
                  <a:pt x="344631" y="34696"/>
                </a:lnTo>
                <a:lnTo>
                  <a:pt x="344631" y="53032"/>
                </a:lnTo>
                <a:lnTo>
                  <a:pt x="359192" y="53032"/>
                </a:lnTo>
                <a:lnTo>
                  <a:pt x="359192" y="92467"/>
                </a:lnTo>
                <a:lnTo>
                  <a:pt x="359197" y="93372"/>
                </a:lnTo>
                <a:lnTo>
                  <a:pt x="359212" y="94264"/>
                </a:lnTo>
                <a:lnTo>
                  <a:pt x="359237" y="95140"/>
                </a:lnTo>
                <a:lnTo>
                  <a:pt x="359272" y="96003"/>
                </a:lnTo>
                <a:lnTo>
                  <a:pt x="359317" y="96851"/>
                </a:lnTo>
                <a:lnTo>
                  <a:pt x="359372" y="97684"/>
                </a:lnTo>
                <a:lnTo>
                  <a:pt x="359437" y="98503"/>
                </a:lnTo>
                <a:lnTo>
                  <a:pt x="359512" y="99308"/>
                </a:lnTo>
                <a:lnTo>
                  <a:pt x="359597" y="100098"/>
                </a:lnTo>
                <a:lnTo>
                  <a:pt x="359692" y="100874"/>
                </a:lnTo>
                <a:lnTo>
                  <a:pt x="359797" y="101636"/>
                </a:lnTo>
                <a:lnTo>
                  <a:pt x="359911" y="102383"/>
                </a:lnTo>
                <a:lnTo>
                  <a:pt x="360036" y="103115"/>
                </a:lnTo>
                <a:lnTo>
                  <a:pt x="360171" y="103834"/>
                </a:lnTo>
                <a:lnTo>
                  <a:pt x="360316" y="104537"/>
                </a:lnTo>
                <a:lnTo>
                  <a:pt x="360471" y="105227"/>
                </a:lnTo>
                <a:lnTo>
                  <a:pt x="360635" y="105901"/>
                </a:lnTo>
                <a:lnTo>
                  <a:pt x="360810" y="106562"/>
                </a:lnTo>
                <a:lnTo>
                  <a:pt x="360995" y="107208"/>
                </a:lnTo>
                <a:lnTo>
                  <a:pt x="361190" y="107840"/>
                </a:lnTo>
                <a:lnTo>
                  <a:pt x="361394" y="108457"/>
                </a:lnTo>
                <a:lnTo>
                  <a:pt x="361609" y="109059"/>
                </a:lnTo>
                <a:lnTo>
                  <a:pt x="361834" y="109648"/>
                </a:lnTo>
                <a:lnTo>
                  <a:pt x="362069" y="110222"/>
                </a:lnTo>
                <a:lnTo>
                  <a:pt x="362316" y="110782"/>
                </a:lnTo>
                <a:lnTo>
                  <a:pt x="362579" y="111330"/>
                </a:lnTo>
                <a:lnTo>
                  <a:pt x="362857" y="111866"/>
                </a:lnTo>
                <a:lnTo>
                  <a:pt x="363151" y="112390"/>
                </a:lnTo>
                <a:lnTo>
                  <a:pt x="363460" y="112901"/>
                </a:lnTo>
                <a:lnTo>
                  <a:pt x="363785" y="113399"/>
                </a:lnTo>
                <a:lnTo>
                  <a:pt x="364125" y="113886"/>
                </a:lnTo>
                <a:lnTo>
                  <a:pt x="364481" y="114360"/>
                </a:lnTo>
                <a:lnTo>
                  <a:pt x="364852" y="114822"/>
                </a:lnTo>
                <a:lnTo>
                  <a:pt x="365238" y="115271"/>
                </a:lnTo>
                <a:lnTo>
                  <a:pt x="365640" y="115708"/>
                </a:lnTo>
                <a:lnTo>
                  <a:pt x="366057" y="116132"/>
                </a:lnTo>
                <a:lnTo>
                  <a:pt x="366490" y="116545"/>
                </a:lnTo>
                <a:lnTo>
                  <a:pt x="366938" y="116944"/>
                </a:lnTo>
                <a:lnTo>
                  <a:pt x="367402" y="117332"/>
                </a:lnTo>
                <a:lnTo>
                  <a:pt x="367881" y="117707"/>
                </a:lnTo>
                <a:lnTo>
                  <a:pt x="368376" y="118070"/>
                </a:lnTo>
                <a:lnTo>
                  <a:pt x="368886" y="118420"/>
                </a:lnTo>
                <a:lnTo>
                  <a:pt x="369411" y="118759"/>
                </a:lnTo>
                <a:lnTo>
                  <a:pt x="369952" y="119084"/>
                </a:lnTo>
                <a:lnTo>
                  <a:pt x="370509" y="119398"/>
                </a:lnTo>
                <a:lnTo>
                  <a:pt x="371081" y="119699"/>
                </a:lnTo>
                <a:lnTo>
                  <a:pt x="371668" y="119987"/>
                </a:lnTo>
                <a:lnTo>
                  <a:pt x="372271" y="120264"/>
                </a:lnTo>
                <a:lnTo>
                  <a:pt x="372891" y="120528"/>
                </a:lnTo>
                <a:lnTo>
                  <a:pt x="373533" y="120781"/>
                </a:lnTo>
                <a:lnTo>
                  <a:pt x="374195" y="121023"/>
                </a:lnTo>
                <a:lnTo>
                  <a:pt x="374878" y="121253"/>
                </a:lnTo>
                <a:lnTo>
                  <a:pt x="375582" y="121472"/>
                </a:lnTo>
                <a:lnTo>
                  <a:pt x="376307" y="121681"/>
                </a:lnTo>
                <a:lnTo>
                  <a:pt x="377052" y="121877"/>
                </a:lnTo>
                <a:lnTo>
                  <a:pt x="377818" y="122063"/>
                </a:lnTo>
                <a:lnTo>
                  <a:pt x="378605" y="122237"/>
                </a:lnTo>
                <a:lnTo>
                  <a:pt x="379413" y="122400"/>
                </a:lnTo>
                <a:lnTo>
                  <a:pt x="380241" y="122552"/>
                </a:lnTo>
                <a:lnTo>
                  <a:pt x="381091" y="122693"/>
                </a:lnTo>
                <a:lnTo>
                  <a:pt x="381960" y="122822"/>
                </a:lnTo>
                <a:lnTo>
                  <a:pt x="382851" y="122940"/>
                </a:lnTo>
                <a:lnTo>
                  <a:pt x="383763" y="123047"/>
                </a:lnTo>
                <a:lnTo>
                  <a:pt x="384695" y="123142"/>
                </a:lnTo>
                <a:lnTo>
                  <a:pt x="385648" y="123227"/>
                </a:lnTo>
                <a:lnTo>
                  <a:pt x="386621" y="123300"/>
                </a:lnTo>
                <a:lnTo>
                  <a:pt x="387616" y="123362"/>
                </a:lnTo>
                <a:lnTo>
                  <a:pt x="388631" y="123412"/>
                </a:lnTo>
                <a:lnTo>
                  <a:pt x="389667" y="123452"/>
                </a:lnTo>
                <a:lnTo>
                  <a:pt x="390724" y="123480"/>
                </a:lnTo>
                <a:lnTo>
                  <a:pt x="391801" y="123497"/>
                </a:lnTo>
                <a:lnTo>
                  <a:pt x="392899" y="123502"/>
                </a:lnTo>
                <a:lnTo>
                  <a:pt x="402157" y="123502"/>
                </a:lnTo>
                <a:lnTo>
                  <a:pt x="402157" y="105076"/>
                </a:lnTo>
                <a:lnTo>
                  <a:pt x="393708" y="105076"/>
                </a:lnTo>
                <a:lnTo>
                  <a:pt x="393147" y="105070"/>
                </a:lnTo>
                <a:close/>
                <a:moveTo>
                  <a:pt x="218802" y="45588"/>
                </a:moveTo>
                <a:lnTo>
                  <a:pt x="218325" y="44775"/>
                </a:lnTo>
                <a:lnTo>
                  <a:pt x="217822" y="43988"/>
                </a:lnTo>
                <a:lnTo>
                  <a:pt x="217296" y="43224"/>
                </a:lnTo>
                <a:lnTo>
                  <a:pt x="216744" y="42486"/>
                </a:lnTo>
                <a:lnTo>
                  <a:pt x="216169" y="41771"/>
                </a:lnTo>
                <a:lnTo>
                  <a:pt x="215570" y="41084"/>
                </a:lnTo>
                <a:lnTo>
                  <a:pt x="214950" y="40426"/>
                </a:lnTo>
                <a:lnTo>
                  <a:pt x="214308" y="39797"/>
                </a:lnTo>
                <a:lnTo>
                  <a:pt x="213646" y="39197"/>
                </a:lnTo>
                <a:lnTo>
                  <a:pt x="212961" y="38627"/>
                </a:lnTo>
                <a:lnTo>
                  <a:pt x="212256" y="38086"/>
                </a:lnTo>
                <a:lnTo>
                  <a:pt x="211529" y="37574"/>
                </a:lnTo>
                <a:lnTo>
                  <a:pt x="210780" y="37091"/>
                </a:lnTo>
                <a:lnTo>
                  <a:pt x="210011" y="36638"/>
                </a:lnTo>
                <a:lnTo>
                  <a:pt x="209220" y="36214"/>
                </a:lnTo>
                <a:lnTo>
                  <a:pt x="208407" y="35819"/>
                </a:lnTo>
                <a:lnTo>
                  <a:pt x="207573" y="35453"/>
                </a:lnTo>
                <a:lnTo>
                  <a:pt x="206718" y="35117"/>
                </a:lnTo>
                <a:lnTo>
                  <a:pt x="205841" y="34810"/>
                </a:lnTo>
                <a:lnTo>
                  <a:pt x="204943" y="34532"/>
                </a:lnTo>
                <a:lnTo>
                  <a:pt x="204024" y="34283"/>
                </a:lnTo>
                <a:lnTo>
                  <a:pt x="203083" y="34064"/>
                </a:lnTo>
                <a:lnTo>
                  <a:pt x="202121" y="33874"/>
                </a:lnTo>
                <a:lnTo>
                  <a:pt x="201138" y="33713"/>
                </a:lnTo>
                <a:lnTo>
                  <a:pt x="200133" y="33581"/>
                </a:lnTo>
                <a:lnTo>
                  <a:pt x="199106" y="33479"/>
                </a:lnTo>
                <a:lnTo>
                  <a:pt x="198059" y="33406"/>
                </a:lnTo>
                <a:lnTo>
                  <a:pt x="196990" y="33362"/>
                </a:lnTo>
                <a:lnTo>
                  <a:pt x="195899" y="33347"/>
                </a:lnTo>
                <a:lnTo>
                  <a:pt x="194977" y="33355"/>
                </a:lnTo>
                <a:lnTo>
                  <a:pt x="194066" y="33378"/>
                </a:lnTo>
                <a:lnTo>
                  <a:pt x="193168" y="33416"/>
                </a:lnTo>
                <a:lnTo>
                  <a:pt x="192283" y="33469"/>
                </a:lnTo>
                <a:lnTo>
                  <a:pt x="191409" y="33537"/>
                </a:lnTo>
                <a:lnTo>
                  <a:pt x="190548" y="33620"/>
                </a:lnTo>
                <a:lnTo>
                  <a:pt x="189700" y="33718"/>
                </a:lnTo>
                <a:lnTo>
                  <a:pt x="188863" y="33832"/>
                </a:lnTo>
                <a:lnTo>
                  <a:pt x="188039" y="33960"/>
                </a:lnTo>
                <a:lnTo>
                  <a:pt x="187228" y="34104"/>
                </a:lnTo>
                <a:lnTo>
                  <a:pt x="186428" y="34263"/>
                </a:lnTo>
                <a:lnTo>
                  <a:pt x="185641" y="34437"/>
                </a:lnTo>
                <a:lnTo>
                  <a:pt x="184867" y="34626"/>
                </a:lnTo>
                <a:lnTo>
                  <a:pt x="184104" y="34831"/>
                </a:lnTo>
                <a:lnTo>
                  <a:pt x="183354" y="35050"/>
                </a:lnTo>
                <a:lnTo>
                  <a:pt x="182616" y="35285"/>
                </a:lnTo>
                <a:lnTo>
                  <a:pt x="181891" y="35535"/>
                </a:lnTo>
                <a:lnTo>
                  <a:pt x="181178" y="35800"/>
                </a:lnTo>
                <a:lnTo>
                  <a:pt x="180477" y="36080"/>
                </a:lnTo>
                <a:lnTo>
                  <a:pt x="179789" y="36375"/>
                </a:lnTo>
                <a:lnTo>
                  <a:pt x="179113" y="36685"/>
                </a:lnTo>
                <a:lnTo>
                  <a:pt x="178449" y="37011"/>
                </a:lnTo>
                <a:lnTo>
                  <a:pt x="177797" y="37351"/>
                </a:lnTo>
                <a:lnTo>
                  <a:pt x="177158" y="37707"/>
                </a:lnTo>
                <a:lnTo>
                  <a:pt x="176531" y="38072"/>
                </a:lnTo>
                <a:lnTo>
                  <a:pt x="175915" y="38442"/>
                </a:lnTo>
                <a:lnTo>
                  <a:pt x="175311" y="38817"/>
                </a:lnTo>
                <a:lnTo>
                  <a:pt x="174718" y="39196"/>
                </a:lnTo>
                <a:lnTo>
                  <a:pt x="174136" y="39580"/>
                </a:lnTo>
                <a:lnTo>
                  <a:pt x="173566" y="39968"/>
                </a:lnTo>
                <a:lnTo>
                  <a:pt x="173007" y="40361"/>
                </a:lnTo>
                <a:lnTo>
                  <a:pt x="172459" y="40758"/>
                </a:lnTo>
                <a:lnTo>
                  <a:pt x="171923" y="41160"/>
                </a:lnTo>
                <a:lnTo>
                  <a:pt x="171399" y="41566"/>
                </a:lnTo>
                <a:lnTo>
                  <a:pt x="170885" y="41977"/>
                </a:lnTo>
                <a:lnTo>
                  <a:pt x="170383" y="42392"/>
                </a:lnTo>
                <a:lnTo>
                  <a:pt x="169893" y="42812"/>
                </a:lnTo>
                <a:lnTo>
                  <a:pt x="169414" y="43236"/>
                </a:lnTo>
                <a:lnTo>
                  <a:pt x="168946" y="43665"/>
                </a:lnTo>
                <a:lnTo>
                  <a:pt x="168489" y="44099"/>
                </a:lnTo>
                <a:lnTo>
                  <a:pt x="168044" y="44537"/>
                </a:lnTo>
                <a:lnTo>
                  <a:pt x="167611" y="44979"/>
                </a:lnTo>
                <a:lnTo>
                  <a:pt x="167189" y="45426"/>
                </a:lnTo>
                <a:lnTo>
                  <a:pt x="166778" y="45878"/>
                </a:lnTo>
                <a:lnTo>
                  <a:pt x="166378" y="46334"/>
                </a:lnTo>
                <a:lnTo>
                  <a:pt x="165990" y="46794"/>
                </a:lnTo>
                <a:lnTo>
                  <a:pt x="165614" y="47259"/>
                </a:lnTo>
                <a:lnTo>
                  <a:pt x="165249" y="47729"/>
                </a:lnTo>
                <a:lnTo>
                  <a:pt x="164799" y="34696"/>
                </a:lnTo>
                <a:lnTo>
                  <a:pt x="141878" y="34696"/>
                </a:lnTo>
                <a:lnTo>
                  <a:pt x="141878" y="123502"/>
                </a:lnTo>
                <a:lnTo>
                  <a:pt x="165698" y="123502"/>
                </a:lnTo>
                <a:lnTo>
                  <a:pt x="165698" y="64010"/>
                </a:lnTo>
                <a:lnTo>
                  <a:pt x="166015" y="63608"/>
                </a:lnTo>
                <a:lnTo>
                  <a:pt x="166335" y="63213"/>
                </a:lnTo>
                <a:lnTo>
                  <a:pt x="166660" y="62822"/>
                </a:lnTo>
                <a:lnTo>
                  <a:pt x="166989" y="62436"/>
                </a:lnTo>
                <a:lnTo>
                  <a:pt x="167322" y="62055"/>
                </a:lnTo>
                <a:lnTo>
                  <a:pt x="167659" y="61680"/>
                </a:lnTo>
                <a:lnTo>
                  <a:pt x="168000" y="61309"/>
                </a:lnTo>
                <a:lnTo>
                  <a:pt x="168345" y="60943"/>
                </a:lnTo>
                <a:lnTo>
                  <a:pt x="168694" y="60583"/>
                </a:lnTo>
                <a:lnTo>
                  <a:pt x="169047" y="60228"/>
                </a:lnTo>
                <a:lnTo>
                  <a:pt x="169404" y="59877"/>
                </a:lnTo>
                <a:lnTo>
                  <a:pt x="169765" y="59532"/>
                </a:lnTo>
                <a:lnTo>
                  <a:pt x="170131" y="59192"/>
                </a:lnTo>
                <a:lnTo>
                  <a:pt x="170500" y="58857"/>
                </a:lnTo>
                <a:lnTo>
                  <a:pt x="170873" y="58527"/>
                </a:lnTo>
                <a:lnTo>
                  <a:pt x="171251" y="58202"/>
                </a:lnTo>
                <a:lnTo>
                  <a:pt x="171632" y="57882"/>
                </a:lnTo>
                <a:lnTo>
                  <a:pt x="172018" y="57567"/>
                </a:lnTo>
                <a:lnTo>
                  <a:pt x="172408" y="57258"/>
                </a:lnTo>
                <a:lnTo>
                  <a:pt x="172801" y="56953"/>
                </a:lnTo>
                <a:lnTo>
                  <a:pt x="173199" y="56653"/>
                </a:lnTo>
                <a:lnTo>
                  <a:pt x="173601" y="56359"/>
                </a:lnTo>
                <a:lnTo>
                  <a:pt x="174007" y="56069"/>
                </a:lnTo>
                <a:lnTo>
                  <a:pt x="174417" y="55785"/>
                </a:lnTo>
                <a:lnTo>
                  <a:pt x="174832" y="55509"/>
                </a:lnTo>
                <a:lnTo>
                  <a:pt x="175255" y="55245"/>
                </a:lnTo>
                <a:lnTo>
                  <a:pt x="175684" y="54992"/>
                </a:lnTo>
                <a:lnTo>
                  <a:pt x="176120" y="54752"/>
                </a:lnTo>
                <a:lnTo>
                  <a:pt x="176563" y="54523"/>
                </a:lnTo>
                <a:lnTo>
                  <a:pt x="177012" y="54305"/>
                </a:lnTo>
                <a:lnTo>
                  <a:pt x="177469" y="54100"/>
                </a:lnTo>
                <a:lnTo>
                  <a:pt x="177932" y="53906"/>
                </a:lnTo>
                <a:lnTo>
                  <a:pt x="178403" y="53724"/>
                </a:lnTo>
                <a:lnTo>
                  <a:pt x="178880" y="53554"/>
                </a:lnTo>
                <a:lnTo>
                  <a:pt x="179364" y="53395"/>
                </a:lnTo>
                <a:lnTo>
                  <a:pt x="179855" y="53249"/>
                </a:lnTo>
                <a:lnTo>
                  <a:pt x="180353" y="53114"/>
                </a:lnTo>
                <a:lnTo>
                  <a:pt x="180857" y="52990"/>
                </a:lnTo>
                <a:lnTo>
                  <a:pt x="181369" y="52879"/>
                </a:lnTo>
                <a:lnTo>
                  <a:pt x="181887" y="52779"/>
                </a:lnTo>
                <a:lnTo>
                  <a:pt x="182413" y="52691"/>
                </a:lnTo>
                <a:lnTo>
                  <a:pt x="182945" y="52614"/>
                </a:lnTo>
                <a:lnTo>
                  <a:pt x="183484" y="52550"/>
                </a:lnTo>
                <a:lnTo>
                  <a:pt x="184030" y="52497"/>
                </a:lnTo>
                <a:lnTo>
                  <a:pt x="184582" y="52456"/>
                </a:lnTo>
                <a:lnTo>
                  <a:pt x="185142" y="52427"/>
                </a:lnTo>
                <a:lnTo>
                  <a:pt x="185708" y="52409"/>
                </a:lnTo>
                <a:lnTo>
                  <a:pt x="186282" y="52403"/>
                </a:lnTo>
                <a:lnTo>
                  <a:pt x="186668" y="52407"/>
                </a:lnTo>
                <a:lnTo>
                  <a:pt x="187049" y="52417"/>
                </a:lnTo>
                <a:lnTo>
                  <a:pt x="187423" y="52434"/>
                </a:lnTo>
                <a:lnTo>
                  <a:pt x="187791" y="52459"/>
                </a:lnTo>
                <a:lnTo>
                  <a:pt x="188153" y="52490"/>
                </a:lnTo>
                <a:lnTo>
                  <a:pt x="188509" y="52529"/>
                </a:lnTo>
                <a:lnTo>
                  <a:pt x="188859" y="52574"/>
                </a:lnTo>
                <a:lnTo>
                  <a:pt x="189203" y="52627"/>
                </a:lnTo>
                <a:lnTo>
                  <a:pt x="189541" y="52686"/>
                </a:lnTo>
                <a:lnTo>
                  <a:pt x="189872" y="52752"/>
                </a:lnTo>
                <a:lnTo>
                  <a:pt x="190198" y="52826"/>
                </a:lnTo>
                <a:lnTo>
                  <a:pt x="190518" y="52906"/>
                </a:lnTo>
                <a:lnTo>
                  <a:pt x="190831" y="52993"/>
                </a:lnTo>
                <a:lnTo>
                  <a:pt x="191138" y="53087"/>
                </a:lnTo>
                <a:lnTo>
                  <a:pt x="191440" y="53189"/>
                </a:lnTo>
                <a:lnTo>
                  <a:pt x="191735" y="53297"/>
                </a:lnTo>
                <a:lnTo>
                  <a:pt x="192024" y="53412"/>
                </a:lnTo>
                <a:lnTo>
                  <a:pt x="192307" y="53534"/>
                </a:lnTo>
                <a:lnTo>
                  <a:pt x="192584" y="53664"/>
                </a:lnTo>
                <a:lnTo>
                  <a:pt x="192855" y="53800"/>
                </a:lnTo>
                <a:lnTo>
                  <a:pt x="193119" y="53943"/>
                </a:lnTo>
                <a:lnTo>
                  <a:pt x="193378" y="54093"/>
                </a:lnTo>
                <a:lnTo>
                  <a:pt x="193631" y="54250"/>
                </a:lnTo>
                <a:lnTo>
                  <a:pt x="193877" y="54414"/>
                </a:lnTo>
                <a:lnTo>
                  <a:pt x="194118" y="54585"/>
                </a:lnTo>
                <a:lnTo>
                  <a:pt x="194353" y="54761"/>
                </a:lnTo>
                <a:lnTo>
                  <a:pt x="194582" y="54943"/>
                </a:lnTo>
                <a:lnTo>
                  <a:pt x="194806" y="55130"/>
                </a:lnTo>
                <a:lnTo>
                  <a:pt x="195024" y="55324"/>
                </a:lnTo>
                <a:lnTo>
                  <a:pt x="195237" y="55523"/>
                </a:lnTo>
                <a:lnTo>
                  <a:pt x="195443" y="55727"/>
                </a:lnTo>
                <a:lnTo>
                  <a:pt x="195645" y="55938"/>
                </a:lnTo>
                <a:lnTo>
                  <a:pt x="195840" y="56154"/>
                </a:lnTo>
                <a:lnTo>
                  <a:pt x="196031" y="56376"/>
                </a:lnTo>
                <a:lnTo>
                  <a:pt x="196215" y="56603"/>
                </a:lnTo>
                <a:lnTo>
                  <a:pt x="196394" y="56836"/>
                </a:lnTo>
                <a:lnTo>
                  <a:pt x="196567" y="57075"/>
                </a:lnTo>
                <a:lnTo>
                  <a:pt x="196735" y="57320"/>
                </a:lnTo>
                <a:lnTo>
                  <a:pt x="196897" y="57570"/>
                </a:lnTo>
                <a:lnTo>
                  <a:pt x="197053" y="57826"/>
                </a:lnTo>
                <a:lnTo>
                  <a:pt x="197204" y="58088"/>
                </a:lnTo>
                <a:lnTo>
                  <a:pt x="197349" y="58355"/>
                </a:lnTo>
                <a:lnTo>
                  <a:pt x="197488" y="58628"/>
                </a:lnTo>
                <a:lnTo>
                  <a:pt x="197622" y="58907"/>
                </a:lnTo>
                <a:lnTo>
                  <a:pt x="197750" y="59192"/>
                </a:lnTo>
                <a:lnTo>
                  <a:pt x="197873" y="59482"/>
                </a:lnTo>
                <a:lnTo>
                  <a:pt x="197990" y="59778"/>
                </a:lnTo>
                <a:lnTo>
                  <a:pt x="198102" y="60080"/>
                </a:lnTo>
                <a:lnTo>
                  <a:pt x="198208" y="60386"/>
                </a:lnTo>
                <a:lnTo>
                  <a:pt x="198310" y="60697"/>
                </a:lnTo>
                <a:lnTo>
                  <a:pt x="198407" y="61012"/>
                </a:lnTo>
                <a:lnTo>
                  <a:pt x="198500" y="61331"/>
                </a:lnTo>
                <a:lnTo>
                  <a:pt x="198588" y="61654"/>
                </a:lnTo>
                <a:lnTo>
                  <a:pt x="198672" y="61981"/>
                </a:lnTo>
                <a:lnTo>
                  <a:pt x="198751" y="62313"/>
                </a:lnTo>
                <a:lnTo>
                  <a:pt x="198826" y="62648"/>
                </a:lnTo>
                <a:lnTo>
                  <a:pt x="198896" y="62988"/>
                </a:lnTo>
                <a:lnTo>
                  <a:pt x="198961" y="63332"/>
                </a:lnTo>
                <a:lnTo>
                  <a:pt x="199023" y="63680"/>
                </a:lnTo>
                <a:lnTo>
                  <a:pt x="199079" y="64032"/>
                </a:lnTo>
                <a:lnTo>
                  <a:pt x="199131" y="64388"/>
                </a:lnTo>
                <a:lnTo>
                  <a:pt x="199179" y="64749"/>
                </a:lnTo>
                <a:lnTo>
                  <a:pt x="199222" y="65113"/>
                </a:lnTo>
                <a:lnTo>
                  <a:pt x="199260" y="65482"/>
                </a:lnTo>
                <a:lnTo>
                  <a:pt x="199294" y="65854"/>
                </a:lnTo>
                <a:lnTo>
                  <a:pt x="199323" y="66231"/>
                </a:lnTo>
                <a:lnTo>
                  <a:pt x="199348" y="66612"/>
                </a:lnTo>
                <a:lnTo>
                  <a:pt x="199369" y="66998"/>
                </a:lnTo>
                <a:lnTo>
                  <a:pt x="199385" y="67387"/>
                </a:lnTo>
                <a:lnTo>
                  <a:pt x="199396" y="67780"/>
                </a:lnTo>
                <a:lnTo>
                  <a:pt x="199403" y="68178"/>
                </a:lnTo>
                <a:lnTo>
                  <a:pt x="199405" y="68580"/>
                </a:lnTo>
                <a:lnTo>
                  <a:pt x="199405" y="123502"/>
                </a:lnTo>
                <a:lnTo>
                  <a:pt x="223225" y="123502"/>
                </a:lnTo>
                <a:lnTo>
                  <a:pt x="223225" y="65675"/>
                </a:lnTo>
                <a:lnTo>
                  <a:pt x="223212" y="64397"/>
                </a:lnTo>
                <a:lnTo>
                  <a:pt x="223176" y="63144"/>
                </a:lnTo>
                <a:lnTo>
                  <a:pt x="223166" y="62960"/>
                </a:lnTo>
                <a:lnTo>
                  <a:pt x="223376" y="62720"/>
                </a:lnTo>
                <a:lnTo>
                  <a:pt x="223711" y="62346"/>
                </a:lnTo>
                <a:lnTo>
                  <a:pt x="224050" y="61977"/>
                </a:lnTo>
                <a:lnTo>
                  <a:pt x="224392" y="61614"/>
                </a:lnTo>
                <a:lnTo>
                  <a:pt x="224738" y="61256"/>
                </a:lnTo>
                <a:lnTo>
                  <a:pt x="225087" y="60903"/>
                </a:lnTo>
                <a:lnTo>
                  <a:pt x="225440" y="60555"/>
                </a:lnTo>
                <a:lnTo>
                  <a:pt x="225796" y="60213"/>
                </a:lnTo>
                <a:lnTo>
                  <a:pt x="226156" y="59876"/>
                </a:lnTo>
                <a:lnTo>
                  <a:pt x="226520" y="59545"/>
                </a:lnTo>
                <a:lnTo>
                  <a:pt x="226887" y="59218"/>
                </a:lnTo>
                <a:lnTo>
                  <a:pt x="227258" y="58897"/>
                </a:lnTo>
                <a:lnTo>
                  <a:pt x="227633" y="58582"/>
                </a:lnTo>
                <a:lnTo>
                  <a:pt x="228011" y="58271"/>
                </a:lnTo>
                <a:lnTo>
                  <a:pt x="228392" y="57966"/>
                </a:lnTo>
                <a:lnTo>
                  <a:pt x="228777" y="57666"/>
                </a:lnTo>
                <a:lnTo>
                  <a:pt x="229166" y="57372"/>
                </a:lnTo>
                <a:lnTo>
                  <a:pt x="229559" y="57083"/>
                </a:lnTo>
                <a:lnTo>
                  <a:pt x="229955" y="56799"/>
                </a:lnTo>
                <a:lnTo>
                  <a:pt x="230354" y="56520"/>
                </a:lnTo>
                <a:lnTo>
                  <a:pt x="230757" y="56247"/>
                </a:lnTo>
                <a:lnTo>
                  <a:pt x="231164" y="55979"/>
                </a:lnTo>
                <a:lnTo>
                  <a:pt x="231574" y="55717"/>
                </a:lnTo>
                <a:lnTo>
                  <a:pt x="231988" y="55459"/>
                </a:lnTo>
                <a:lnTo>
                  <a:pt x="232407" y="55210"/>
                </a:lnTo>
                <a:lnTo>
                  <a:pt x="232833" y="54971"/>
                </a:lnTo>
                <a:lnTo>
                  <a:pt x="233266" y="54743"/>
                </a:lnTo>
                <a:lnTo>
                  <a:pt x="233705" y="54525"/>
                </a:lnTo>
                <a:lnTo>
                  <a:pt x="234151" y="54318"/>
                </a:lnTo>
                <a:lnTo>
                  <a:pt x="234603" y="54122"/>
                </a:lnTo>
                <a:lnTo>
                  <a:pt x="235063" y="53936"/>
                </a:lnTo>
                <a:lnTo>
                  <a:pt x="235529" y="53761"/>
                </a:lnTo>
                <a:lnTo>
                  <a:pt x="236002" y="53597"/>
                </a:lnTo>
                <a:lnTo>
                  <a:pt x="236481" y="53443"/>
                </a:lnTo>
                <a:lnTo>
                  <a:pt x="236967" y="53300"/>
                </a:lnTo>
                <a:lnTo>
                  <a:pt x="237460" y="53167"/>
                </a:lnTo>
                <a:lnTo>
                  <a:pt x="237960" y="53045"/>
                </a:lnTo>
                <a:lnTo>
                  <a:pt x="238466" y="52934"/>
                </a:lnTo>
                <a:lnTo>
                  <a:pt x="238979" y="52833"/>
                </a:lnTo>
                <a:lnTo>
                  <a:pt x="239499" y="52743"/>
                </a:lnTo>
                <a:lnTo>
                  <a:pt x="240025" y="52663"/>
                </a:lnTo>
                <a:lnTo>
                  <a:pt x="240558" y="52594"/>
                </a:lnTo>
                <a:lnTo>
                  <a:pt x="241098" y="52536"/>
                </a:lnTo>
                <a:lnTo>
                  <a:pt x="241645" y="52488"/>
                </a:lnTo>
                <a:lnTo>
                  <a:pt x="242198" y="52451"/>
                </a:lnTo>
                <a:lnTo>
                  <a:pt x="242758" y="52424"/>
                </a:lnTo>
                <a:lnTo>
                  <a:pt x="243325" y="52408"/>
                </a:lnTo>
                <a:lnTo>
                  <a:pt x="243898" y="52403"/>
                </a:lnTo>
                <a:lnTo>
                  <a:pt x="244285" y="52407"/>
                </a:lnTo>
                <a:lnTo>
                  <a:pt x="244665" y="52417"/>
                </a:lnTo>
                <a:lnTo>
                  <a:pt x="245039" y="52434"/>
                </a:lnTo>
                <a:lnTo>
                  <a:pt x="245407" y="52459"/>
                </a:lnTo>
                <a:lnTo>
                  <a:pt x="245770" y="52490"/>
                </a:lnTo>
                <a:lnTo>
                  <a:pt x="246126" y="52529"/>
                </a:lnTo>
                <a:lnTo>
                  <a:pt x="246476" y="52574"/>
                </a:lnTo>
                <a:lnTo>
                  <a:pt x="246819" y="52627"/>
                </a:lnTo>
                <a:lnTo>
                  <a:pt x="247157" y="52686"/>
                </a:lnTo>
                <a:lnTo>
                  <a:pt x="247489" y="52752"/>
                </a:lnTo>
                <a:lnTo>
                  <a:pt x="247814" y="52826"/>
                </a:lnTo>
                <a:lnTo>
                  <a:pt x="248134" y="52906"/>
                </a:lnTo>
                <a:lnTo>
                  <a:pt x="248447" y="52993"/>
                </a:lnTo>
                <a:lnTo>
                  <a:pt x="248755" y="53087"/>
                </a:lnTo>
                <a:lnTo>
                  <a:pt x="249056" y="53189"/>
                </a:lnTo>
                <a:lnTo>
                  <a:pt x="249351" y="53297"/>
                </a:lnTo>
                <a:lnTo>
                  <a:pt x="249640" y="53412"/>
                </a:lnTo>
                <a:lnTo>
                  <a:pt x="249923" y="53534"/>
                </a:lnTo>
                <a:lnTo>
                  <a:pt x="250200" y="53664"/>
                </a:lnTo>
                <a:lnTo>
                  <a:pt x="250471" y="53800"/>
                </a:lnTo>
                <a:lnTo>
                  <a:pt x="250736" y="53943"/>
                </a:lnTo>
                <a:lnTo>
                  <a:pt x="250994" y="54093"/>
                </a:lnTo>
                <a:lnTo>
                  <a:pt x="251247" y="54250"/>
                </a:lnTo>
                <a:lnTo>
                  <a:pt x="251493" y="54414"/>
                </a:lnTo>
                <a:lnTo>
                  <a:pt x="251734" y="54585"/>
                </a:lnTo>
                <a:lnTo>
                  <a:pt x="251969" y="54761"/>
                </a:lnTo>
                <a:lnTo>
                  <a:pt x="252198" y="54943"/>
                </a:lnTo>
                <a:lnTo>
                  <a:pt x="252422" y="55130"/>
                </a:lnTo>
                <a:lnTo>
                  <a:pt x="252640" y="55324"/>
                </a:lnTo>
                <a:lnTo>
                  <a:pt x="252853" y="55523"/>
                </a:lnTo>
                <a:lnTo>
                  <a:pt x="253060" y="55727"/>
                </a:lnTo>
                <a:lnTo>
                  <a:pt x="253261" y="55938"/>
                </a:lnTo>
                <a:lnTo>
                  <a:pt x="253457" y="56154"/>
                </a:lnTo>
                <a:lnTo>
                  <a:pt x="253647" y="56376"/>
                </a:lnTo>
                <a:lnTo>
                  <a:pt x="253831" y="56603"/>
                </a:lnTo>
                <a:lnTo>
                  <a:pt x="254010" y="56836"/>
                </a:lnTo>
                <a:lnTo>
                  <a:pt x="254183" y="57075"/>
                </a:lnTo>
                <a:lnTo>
                  <a:pt x="254351" y="57320"/>
                </a:lnTo>
                <a:lnTo>
                  <a:pt x="254513" y="57570"/>
                </a:lnTo>
                <a:lnTo>
                  <a:pt x="254669" y="57826"/>
                </a:lnTo>
                <a:lnTo>
                  <a:pt x="254820" y="58088"/>
                </a:lnTo>
                <a:lnTo>
                  <a:pt x="254965" y="58355"/>
                </a:lnTo>
                <a:lnTo>
                  <a:pt x="255105" y="58628"/>
                </a:lnTo>
                <a:lnTo>
                  <a:pt x="255239" y="58907"/>
                </a:lnTo>
                <a:lnTo>
                  <a:pt x="255367" y="59192"/>
                </a:lnTo>
                <a:lnTo>
                  <a:pt x="255490" y="59482"/>
                </a:lnTo>
                <a:lnTo>
                  <a:pt x="255607" y="59778"/>
                </a:lnTo>
                <a:lnTo>
                  <a:pt x="255718" y="60080"/>
                </a:lnTo>
                <a:lnTo>
                  <a:pt x="255824" y="60386"/>
                </a:lnTo>
                <a:lnTo>
                  <a:pt x="255926" y="60697"/>
                </a:lnTo>
                <a:lnTo>
                  <a:pt x="256023" y="61012"/>
                </a:lnTo>
                <a:lnTo>
                  <a:pt x="256116" y="61331"/>
                </a:lnTo>
                <a:lnTo>
                  <a:pt x="256205" y="61654"/>
                </a:lnTo>
                <a:lnTo>
                  <a:pt x="256288" y="61981"/>
                </a:lnTo>
                <a:lnTo>
                  <a:pt x="256367" y="62313"/>
                </a:lnTo>
                <a:lnTo>
                  <a:pt x="256442" y="62648"/>
                </a:lnTo>
                <a:lnTo>
                  <a:pt x="256512" y="62988"/>
                </a:lnTo>
                <a:lnTo>
                  <a:pt x="256578" y="63332"/>
                </a:lnTo>
                <a:lnTo>
                  <a:pt x="256639" y="63680"/>
                </a:lnTo>
                <a:lnTo>
                  <a:pt x="256696" y="64032"/>
                </a:lnTo>
                <a:lnTo>
                  <a:pt x="256748" y="64388"/>
                </a:lnTo>
                <a:lnTo>
                  <a:pt x="256795" y="64749"/>
                </a:lnTo>
                <a:lnTo>
                  <a:pt x="256838" y="65113"/>
                </a:lnTo>
                <a:lnTo>
                  <a:pt x="256877" y="65482"/>
                </a:lnTo>
                <a:lnTo>
                  <a:pt x="256910" y="65854"/>
                </a:lnTo>
                <a:lnTo>
                  <a:pt x="256940" y="66231"/>
                </a:lnTo>
                <a:lnTo>
                  <a:pt x="256965" y="66612"/>
                </a:lnTo>
                <a:lnTo>
                  <a:pt x="256985" y="66998"/>
                </a:lnTo>
                <a:lnTo>
                  <a:pt x="257001" y="67387"/>
                </a:lnTo>
                <a:lnTo>
                  <a:pt x="257012" y="67780"/>
                </a:lnTo>
                <a:lnTo>
                  <a:pt x="257019" y="68178"/>
                </a:lnTo>
                <a:lnTo>
                  <a:pt x="257021" y="68580"/>
                </a:lnTo>
                <a:lnTo>
                  <a:pt x="257021" y="123502"/>
                </a:lnTo>
                <a:lnTo>
                  <a:pt x="280841" y="123502"/>
                </a:lnTo>
                <a:lnTo>
                  <a:pt x="280841" y="65675"/>
                </a:lnTo>
                <a:lnTo>
                  <a:pt x="280829" y="64397"/>
                </a:lnTo>
                <a:lnTo>
                  <a:pt x="280791" y="63144"/>
                </a:lnTo>
                <a:lnTo>
                  <a:pt x="280729" y="61915"/>
                </a:lnTo>
                <a:lnTo>
                  <a:pt x="280642" y="60711"/>
                </a:lnTo>
                <a:lnTo>
                  <a:pt x="280531" y="59531"/>
                </a:lnTo>
                <a:lnTo>
                  <a:pt x="280394" y="58376"/>
                </a:lnTo>
                <a:lnTo>
                  <a:pt x="280233" y="57245"/>
                </a:lnTo>
                <a:lnTo>
                  <a:pt x="280047" y="56139"/>
                </a:lnTo>
                <a:lnTo>
                  <a:pt x="279836" y="55057"/>
                </a:lnTo>
                <a:lnTo>
                  <a:pt x="279600" y="54000"/>
                </a:lnTo>
                <a:lnTo>
                  <a:pt x="279340" y="52968"/>
                </a:lnTo>
                <a:lnTo>
                  <a:pt x="279054" y="51959"/>
                </a:lnTo>
                <a:lnTo>
                  <a:pt x="278744" y="50976"/>
                </a:lnTo>
                <a:lnTo>
                  <a:pt x="278409" y="50016"/>
                </a:lnTo>
                <a:lnTo>
                  <a:pt x="278050" y="49082"/>
                </a:lnTo>
                <a:lnTo>
                  <a:pt x="277665" y="48171"/>
                </a:lnTo>
                <a:lnTo>
                  <a:pt x="277256" y="47286"/>
                </a:lnTo>
                <a:lnTo>
                  <a:pt x="276821" y="46424"/>
                </a:lnTo>
                <a:lnTo>
                  <a:pt x="276362" y="45588"/>
                </a:lnTo>
                <a:lnTo>
                  <a:pt x="275879" y="44775"/>
                </a:lnTo>
                <a:lnTo>
                  <a:pt x="275370" y="43988"/>
                </a:lnTo>
                <a:lnTo>
                  <a:pt x="274836" y="43224"/>
                </a:lnTo>
                <a:lnTo>
                  <a:pt x="274278" y="42486"/>
                </a:lnTo>
                <a:lnTo>
                  <a:pt x="273695" y="41771"/>
                </a:lnTo>
                <a:lnTo>
                  <a:pt x="273089" y="41084"/>
                </a:lnTo>
                <a:lnTo>
                  <a:pt x="272463" y="40426"/>
                </a:lnTo>
                <a:lnTo>
                  <a:pt x="271815" y="39797"/>
                </a:lnTo>
                <a:lnTo>
                  <a:pt x="271147" y="39197"/>
                </a:lnTo>
                <a:lnTo>
                  <a:pt x="270458" y="38627"/>
                </a:lnTo>
                <a:lnTo>
                  <a:pt x="269749" y="38086"/>
                </a:lnTo>
                <a:lnTo>
                  <a:pt x="269018" y="37574"/>
                </a:lnTo>
                <a:lnTo>
                  <a:pt x="268267" y="37091"/>
                </a:lnTo>
                <a:lnTo>
                  <a:pt x="267495" y="36638"/>
                </a:lnTo>
                <a:lnTo>
                  <a:pt x="266702" y="36214"/>
                </a:lnTo>
                <a:lnTo>
                  <a:pt x="265889" y="35819"/>
                </a:lnTo>
                <a:lnTo>
                  <a:pt x="265055" y="35453"/>
                </a:lnTo>
                <a:lnTo>
                  <a:pt x="264200" y="35117"/>
                </a:lnTo>
                <a:lnTo>
                  <a:pt x="263324" y="34810"/>
                </a:lnTo>
                <a:lnTo>
                  <a:pt x="262428" y="34532"/>
                </a:lnTo>
                <a:lnTo>
                  <a:pt x="261511" y="34283"/>
                </a:lnTo>
                <a:lnTo>
                  <a:pt x="260573" y="34064"/>
                </a:lnTo>
                <a:lnTo>
                  <a:pt x="259614" y="33874"/>
                </a:lnTo>
                <a:lnTo>
                  <a:pt x="258635" y="33713"/>
                </a:lnTo>
                <a:lnTo>
                  <a:pt x="257634" y="33581"/>
                </a:lnTo>
                <a:lnTo>
                  <a:pt x="256613" y="33479"/>
                </a:lnTo>
                <a:lnTo>
                  <a:pt x="255572" y="33406"/>
                </a:lnTo>
                <a:lnTo>
                  <a:pt x="254509" y="33362"/>
                </a:lnTo>
                <a:lnTo>
                  <a:pt x="253426" y="33347"/>
                </a:lnTo>
                <a:lnTo>
                  <a:pt x="252502" y="33355"/>
                </a:lnTo>
                <a:lnTo>
                  <a:pt x="251589" y="33379"/>
                </a:lnTo>
                <a:lnTo>
                  <a:pt x="250685" y="33418"/>
                </a:lnTo>
                <a:lnTo>
                  <a:pt x="249792" y="33472"/>
                </a:lnTo>
                <a:lnTo>
                  <a:pt x="248909" y="33542"/>
                </a:lnTo>
                <a:lnTo>
                  <a:pt x="248036" y="33628"/>
                </a:lnTo>
                <a:lnTo>
                  <a:pt x="247173" y="33730"/>
                </a:lnTo>
                <a:lnTo>
                  <a:pt x="246320" y="33847"/>
                </a:lnTo>
                <a:lnTo>
                  <a:pt x="245477" y="33979"/>
                </a:lnTo>
                <a:lnTo>
                  <a:pt x="244645" y="34128"/>
                </a:lnTo>
                <a:lnTo>
                  <a:pt x="243823" y="34292"/>
                </a:lnTo>
                <a:lnTo>
                  <a:pt x="243011" y="34471"/>
                </a:lnTo>
                <a:lnTo>
                  <a:pt x="242208" y="34666"/>
                </a:lnTo>
                <a:lnTo>
                  <a:pt x="241417" y="34877"/>
                </a:lnTo>
                <a:lnTo>
                  <a:pt x="240635" y="35103"/>
                </a:lnTo>
                <a:lnTo>
                  <a:pt x="239863" y="35345"/>
                </a:lnTo>
                <a:lnTo>
                  <a:pt x="239102" y="35602"/>
                </a:lnTo>
                <a:lnTo>
                  <a:pt x="238351" y="35875"/>
                </a:lnTo>
                <a:lnTo>
                  <a:pt x="237609" y="36164"/>
                </a:lnTo>
                <a:lnTo>
                  <a:pt x="236878" y="36468"/>
                </a:lnTo>
                <a:lnTo>
                  <a:pt x="236157" y="36788"/>
                </a:lnTo>
                <a:lnTo>
                  <a:pt x="235447" y="37124"/>
                </a:lnTo>
                <a:lnTo>
                  <a:pt x="234746" y="37475"/>
                </a:lnTo>
                <a:lnTo>
                  <a:pt x="234056" y="37842"/>
                </a:lnTo>
                <a:lnTo>
                  <a:pt x="233375" y="38219"/>
                </a:lnTo>
                <a:lnTo>
                  <a:pt x="232703" y="38601"/>
                </a:lnTo>
                <a:lnTo>
                  <a:pt x="232040" y="38989"/>
                </a:lnTo>
                <a:lnTo>
                  <a:pt x="231385" y="39382"/>
                </a:lnTo>
                <a:lnTo>
                  <a:pt x="230740" y="39781"/>
                </a:lnTo>
                <a:lnTo>
                  <a:pt x="230104" y="40184"/>
                </a:lnTo>
                <a:lnTo>
                  <a:pt x="229476" y="40593"/>
                </a:lnTo>
                <a:lnTo>
                  <a:pt x="228857" y="41008"/>
                </a:lnTo>
                <a:lnTo>
                  <a:pt x="228248" y="41427"/>
                </a:lnTo>
                <a:lnTo>
                  <a:pt x="227647" y="41852"/>
                </a:lnTo>
                <a:lnTo>
                  <a:pt x="227055" y="42282"/>
                </a:lnTo>
                <a:lnTo>
                  <a:pt x="226472" y="42718"/>
                </a:lnTo>
                <a:lnTo>
                  <a:pt x="225897" y="43159"/>
                </a:lnTo>
                <a:lnTo>
                  <a:pt x="225332" y="43605"/>
                </a:lnTo>
                <a:lnTo>
                  <a:pt x="224776" y="44056"/>
                </a:lnTo>
                <a:lnTo>
                  <a:pt x="224228" y="44513"/>
                </a:lnTo>
                <a:lnTo>
                  <a:pt x="223690" y="44975"/>
                </a:lnTo>
                <a:lnTo>
                  <a:pt x="223160" y="45443"/>
                </a:lnTo>
                <a:lnTo>
                  <a:pt x="222639" y="45915"/>
                </a:lnTo>
                <a:lnTo>
                  <a:pt x="222127" y="46393"/>
                </a:lnTo>
                <a:lnTo>
                  <a:pt x="221624" y="46877"/>
                </a:lnTo>
                <a:lnTo>
                  <a:pt x="221130" y="47365"/>
                </a:lnTo>
                <a:lnTo>
                  <a:pt x="220645" y="47859"/>
                </a:lnTo>
                <a:lnTo>
                  <a:pt x="220168" y="48358"/>
                </a:lnTo>
                <a:lnTo>
                  <a:pt x="220170" y="48367"/>
                </a:lnTo>
                <a:lnTo>
                  <a:pt x="220089" y="48171"/>
                </a:lnTo>
                <a:lnTo>
                  <a:pt x="219684" y="47286"/>
                </a:lnTo>
                <a:lnTo>
                  <a:pt x="219256" y="46424"/>
                </a:lnTo>
                <a:lnTo>
                  <a:pt x="218802" y="45588"/>
                </a:lnTo>
                <a:close/>
                <a:moveTo>
                  <a:pt x="92176" y="123502"/>
                </a:moveTo>
                <a:lnTo>
                  <a:pt x="115995" y="123502"/>
                </a:lnTo>
                <a:lnTo>
                  <a:pt x="115995" y="34696"/>
                </a:lnTo>
                <a:lnTo>
                  <a:pt x="92176" y="34696"/>
                </a:lnTo>
                <a:lnTo>
                  <a:pt x="92176" y="123502"/>
                </a:lnTo>
                <a:close/>
                <a:moveTo>
                  <a:pt x="305714" y="123502"/>
                </a:moveTo>
                <a:lnTo>
                  <a:pt x="329534" y="123502"/>
                </a:lnTo>
                <a:lnTo>
                  <a:pt x="329534" y="34696"/>
                </a:lnTo>
                <a:lnTo>
                  <a:pt x="305714" y="34696"/>
                </a:lnTo>
                <a:lnTo>
                  <a:pt x="305714" y="123502"/>
                </a:lnTo>
                <a:close/>
                <a:moveTo>
                  <a:pt x="916205" y="23098"/>
                </a:moveTo>
                <a:lnTo>
                  <a:pt x="916703" y="23046"/>
                </a:lnTo>
                <a:lnTo>
                  <a:pt x="917191" y="22983"/>
                </a:lnTo>
                <a:lnTo>
                  <a:pt x="917667" y="22907"/>
                </a:lnTo>
                <a:lnTo>
                  <a:pt x="918133" y="22821"/>
                </a:lnTo>
                <a:lnTo>
                  <a:pt x="918589" y="22723"/>
                </a:lnTo>
                <a:lnTo>
                  <a:pt x="919033" y="22613"/>
                </a:lnTo>
                <a:lnTo>
                  <a:pt x="919467" y="22492"/>
                </a:lnTo>
                <a:lnTo>
                  <a:pt x="919890" y="22359"/>
                </a:lnTo>
                <a:lnTo>
                  <a:pt x="920302" y="22215"/>
                </a:lnTo>
                <a:lnTo>
                  <a:pt x="920704" y="22059"/>
                </a:lnTo>
                <a:lnTo>
                  <a:pt x="921094" y="21891"/>
                </a:lnTo>
                <a:lnTo>
                  <a:pt x="921474" y="21712"/>
                </a:lnTo>
                <a:lnTo>
                  <a:pt x="921843" y="21522"/>
                </a:lnTo>
                <a:lnTo>
                  <a:pt x="922202" y="21320"/>
                </a:lnTo>
                <a:lnTo>
                  <a:pt x="922549" y="21106"/>
                </a:lnTo>
                <a:lnTo>
                  <a:pt x="922886" y="20881"/>
                </a:lnTo>
                <a:lnTo>
                  <a:pt x="923212" y="20644"/>
                </a:lnTo>
                <a:lnTo>
                  <a:pt x="923527" y="20396"/>
                </a:lnTo>
                <a:lnTo>
                  <a:pt x="923832" y="20136"/>
                </a:lnTo>
                <a:lnTo>
                  <a:pt x="924126" y="19865"/>
                </a:lnTo>
                <a:lnTo>
                  <a:pt x="924408" y="19585"/>
                </a:lnTo>
                <a:lnTo>
                  <a:pt x="924678" y="19299"/>
                </a:lnTo>
                <a:lnTo>
                  <a:pt x="924937" y="19008"/>
                </a:lnTo>
                <a:lnTo>
                  <a:pt x="925183" y="18711"/>
                </a:lnTo>
                <a:lnTo>
                  <a:pt x="925417" y="18409"/>
                </a:lnTo>
                <a:lnTo>
                  <a:pt x="925640" y="18101"/>
                </a:lnTo>
                <a:lnTo>
                  <a:pt x="925850" y="17787"/>
                </a:lnTo>
                <a:lnTo>
                  <a:pt x="926048" y="17468"/>
                </a:lnTo>
                <a:lnTo>
                  <a:pt x="926235" y="17143"/>
                </a:lnTo>
                <a:lnTo>
                  <a:pt x="926409" y="16812"/>
                </a:lnTo>
                <a:lnTo>
                  <a:pt x="926571" y="16476"/>
                </a:lnTo>
                <a:lnTo>
                  <a:pt x="926721" y="16134"/>
                </a:lnTo>
                <a:lnTo>
                  <a:pt x="926859" y="15787"/>
                </a:lnTo>
                <a:lnTo>
                  <a:pt x="926985" y="15434"/>
                </a:lnTo>
                <a:lnTo>
                  <a:pt x="927100" y="15075"/>
                </a:lnTo>
                <a:lnTo>
                  <a:pt x="927202" y="14711"/>
                </a:lnTo>
                <a:lnTo>
                  <a:pt x="927292" y="14341"/>
                </a:lnTo>
                <a:lnTo>
                  <a:pt x="927370" y="13966"/>
                </a:lnTo>
                <a:lnTo>
                  <a:pt x="927436" y="13585"/>
                </a:lnTo>
                <a:lnTo>
                  <a:pt x="927490" y="13198"/>
                </a:lnTo>
                <a:lnTo>
                  <a:pt x="927532" y="12806"/>
                </a:lnTo>
                <a:lnTo>
                  <a:pt x="927562" y="12408"/>
                </a:lnTo>
                <a:lnTo>
                  <a:pt x="927580" y="12004"/>
                </a:lnTo>
                <a:lnTo>
                  <a:pt x="927586" y="11595"/>
                </a:lnTo>
                <a:lnTo>
                  <a:pt x="927580" y="11179"/>
                </a:lnTo>
                <a:lnTo>
                  <a:pt x="927562" y="10768"/>
                </a:lnTo>
                <a:lnTo>
                  <a:pt x="927532" y="10364"/>
                </a:lnTo>
                <a:lnTo>
                  <a:pt x="927490" y="9966"/>
                </a:lnTo>
                <a:lnTo>
                  <a:pt x="927436" y="9574"/>
                </a:lnTo>
                <a:lnTo>
                  <a:pt x="927370" y="9188"/>
                </a:lnTo>
                <a:lnTo>
                  <a:pt x="927292" y="8808"/>
                </a:lnTo>
                <a:lnTo>
                  <a:pt x="927202" y="8434"/>
                </a:lnTo>
                <a:lnTo>
                  <a:pt x="927100" y="8066"/>
                </a:lnTo>
                <a:lnTo>
                  <a:pt x="926985" y="7705"/>
                </a:lnTo>
                <a:lnTo>
                  <a:pt x="926859" y="7349"/>
                </a:lnTo>
                <a:lnTo>
                  <a:pt x="926721" y="7000"/>
                </a:lnTo>
                <a:lnTo>
                  <a:pt x="926571" y="6656"/>
                </a:lnTo>
                <a:lnTo>
                  <a:pt x="926409" y="6319"/>
                </a:lnTo>
                <a:lnTo>
                  <a:pt x="926235" y="5988"/>
                </a:lnTo>
                <a:lnTo>
                  <a:pt x="926048" y="5663"/>
                </a:lnTo>
                <a:lnTo>
                  <a:pt x="925850" y="5344"/>
                </a:lnTo>
                <a:lnTo>
                  <a:pt x="925640" y="5031"/>
                </a:lnTo>
                <a:lnTo>
                  <a:pt x="925417" y="4724"/>
                </a:lnTo>
                <a:lnTo>
                  <a:pt x="925183" y="4423"/>
                </a:lnTo>
                <a:lnTo>
                  <a:pt x="924937" y="4128"/>
                </a:lnTo>
                <a:lnTo>
                  <a:pt x="924678" y="3840"/>
                </a:lnTo>
                <a:lnTo>
                  <a:pt x="924408" y="3557"/>
                </a:lnTo>
                <a:lnTo>
                  <a:pt x="924126" y="3281"/>
                </a:lnTo>
                <a:lnTo>
                  <a:pt x="923832" y="3013"/>
                </a:lnTo>
                <a:lnTo>
                  <a:pt x="923527" y="2757"/>
                </a:lnTo>
                <a:lnTo>
                  <a:pt x="923212" y="2512"/>
                </a:lnTo>
                <a:lnTo>
                  <a:pt x="922886" y="2278"/>
                </a:lnTo>
                <a:lnTo>
                  <a:pt x="922549" y="2056"/>
                </a:lnTo>
                <a:lnTo>
                  <a:pt x="922202" y="1845"/>
                </a:lnTo>
                <a:lnTo>
                  <a:pt x="921843" y="1646"/>
                </a:lnTo>
                <a:lnTo>
                  <a:pt x="921474" y="1458"/>
                </a:lnTo>
                <a:lnTo>
                  <a:pt x="921094" y="1282"/>
                </a:lnTo>
                <a:lnTo>
                  <a:pt x="920704" y="1116"/>
                </a:lnTo>
                <a:lnTo>
                  <a:pt x="920302" y="963"/>
                </a:lnTo>
                <a:lnTo>
                  <a:pt x="919890" y="820"/>
                </a:lnTo>
                <a:lnTo>
                  <a:pt x="919467" y="689"/>
                </a:lnTo>
                <a:lnTo>
                  <a:pt x="919033" y="570"/>
                </a:lnTo>
                <a:lnTo>
                  <a:pt x="918589" y="461"/>
                </a:lnTo>
                <a:lnTo>
                  <a:pt x="918133" y="365"/>
                </a:lnTo>
                <a:lnTo>
                  <a:pt x="917667" y="279"/>
                </a:lnTo>
                <a:lnTo>
                  <a:pt x="917191" y="205"/>
                </a:lnTo>
                <a:lnTo>
                  <a:pt x="916703" y="142"/>
                </a:lnTo>
                <a:lnTo>
                  <a:pt x="916205" y="91"/>
                </a:lnTo>
                <a:lnTo>
                  <a:pt x="915695" y="51"/>
                </a:lnTo>
                <a:lnTo>
                  <a:pt x="915176" y="23"/>
                </a:lnTo>
                <a:lnTo>
                  <a:pt x="914645" y="6"/>
                </a:lnTo>
                <a:lnTo>
                  <a:pt x="914104" y="0"/>
                </a:lnTo>
                <a:lnTo>
                  <a:pt x="913562" y="6"/>
                </a:lnTo>
                <a:lnTo>
                  <a:pt x="913031" y="23"/>
                </a:lnTo>
                <a:lnTo>
                  <a:pt x="912512" y="51"/>
                </a:lnTo>
                <a:lnTo>
                  <a:pt x="912002" y="91"/>
                </a:lnTo>
                <a:lnTo>
                  <a:pt x="911504" y="142"/>
                </a:lnTo>
                <a:lnTo>
                  <a:pt x="911017" y="205"/>
                </a:lnTo>
                <a:lnTo>
                  <a:pt x="910540" y="279"/>
                </a:lnTo>
                <a:lnTo>
                  <a:pt x="910074" y="365"/>
                </a:lnTo>
                <a:lnTo>
                  <a:pt x="909618" y="461"/>
                </a:lnTo>
                <a:lnTo>
                  <a:pt x="909174" y="570"/>
                </a:lnTo>
                <a:lnTo>
                  <a:pt x="908740" y="689"/>
                </a:lnTo>
                <a:lnTo>
                  <a:pt x="908317" y="820"/>
                </a:lnTo>
                <a:lnTo>
                  <a:pt x="907905" y="963"/>
                </a:lnTo>
                <a:lnTo>
                  <a:pt x="907504" y="1116"/>
                </a:lnTo>
                <a:lnTo>
                  <a:pt x="907113" y="1282"/>
                </a:lnTo>
                <a:lnTo>
                  <a:pt x="906733" y="1458"/>
                </a:lnTo>
                <a:lnTo>
                  <a:pt x="906364" y="1646"/>
                </a:lnTo>
                <a:lnTo>
                  <a:pt x="906005" y="1845"/>
                </a:lnTo>
                <a:lnTo>
                  <a:pt x="905658" y="2056"/>
                </a:lnTo>
                <a:lnTo>
                  <a:pt x="905321" y="2278"/>
                </a:lnTo>
                <a:lnTo>
                  <a:pt x="904995" y="2512"/>
                </a:lnTo>
                <a:lnTo>
                  <a:pt x="904680" y="2757"/>
                </a:lnTo>
                <a:lnTo>
                  <a:pt x="904375" y="3013"/>
                </a:lnTo>
                <a:lnTo>
                  <a:pt x="904081" y="3281"/>
                </a:lnTo>
                <a:lnTo>
                  <a:pt x="903799" y="3557"/>
                </a:lnTo>
                <a:lnTo>
                  <a:pt x="903529" y="3840"/>
                </a:lnTo>
                <a:lnTo>
                  <a:pt x="903270" y="4128"/>
                </a:lnTo>
                <a:lnTo>
                  <a:pt x="903024" y="4423"/>
                </a:lnTo>
                <a:lnTo>
                  <a:pt x="902790" y="4724"/>
                </a:lnTo>
                <a:lnTo>
                  <a:pt x="902567" y="5031"/>
                </a:lnTo>
                <a:lnTo>
                  <a:pt x="902357" y="5344"/>
                </a:lnTo>
                <a:lnTo>
                  <a:pt x="902159" y="5663"/>
                </a:lnTo>
                <a:lnTo>
                  <a:pt x="901973" y="5988"/>
                </a:lnTo>
                <a:lnTo>
                  <a:pt x="901798" y="6319"/>
                </a:lnTo>
                <a:lnTo>
                  <a:pt x="901636" y="6656"/>
                </a:lnTo>
                <a:lnTo>
                  <a:pt x="901486" y="7000"/>
                </a:lnTo>
                <a:lnTo>
                  <a:pt x="901348" y="7349"/>
                </a:lnTo>
                <a:lnTo>
                  <a:pt x="901222" y="7705"/>
                </a:lnTo>
                <a:lnTo>
                  <a:pt x="901107" y="8066"/>
                </a:lnTo>
                <a:lnTo>
                  <a:pt x="901005" y="8434"/>
                </a:lnTo>
                <a:lnTo>
                  <a:pt x="900915" y="8808"/>
                </a:lnTo>
                <a:lnTo>
                  <a:pt x="900837" y="9188"/>
                </a:lnTo>
                <a:lnTo>
                  <a:pt x="900771" y="9574"/>
                </a:lnTo>
                <a:lnTo>
                  <a:pt x="900717" y="9966"/>
                </a:lnTo>
                <a:lnTo>
                  <a:pt x="900675" y="10364"/>
                </a:lnTo>
                <a:lnTo>
                  <a:pt x="900645" y="10768"/>
                </a:lnTo>
                <a:lnTo>
                  <a:pt x="900627" y="11179"/>
                </a:lnTo>
                <a:lnTo>
                  <a:pt x="900621" y="11595"/>
                </a:lnTo>
                <a:lnTo>
                  <a:pt x="900627" y="12004"/>
                </a:lnTo>
                <a:lnTo>
                  <a:pt x="900645" y="12408"/>
                </a:lnTo>
                <a:lnTo>
                  <a:pt x="900675" y="12806"/>
                </a:lnTo>
                <a:lnTo>
                  <a:pt x="900717" y="13198"/>
                </a:lnTo>
                <a:lnTo>
                  <a:pt x="900771" y="13585"/>
                </a:lnTo>
                <a:lnTo>
                  <a:pt x="900837" y="13966"/>
                </a:lnTo>
                <a:lnTo>
                  <a:pt x="900915" y="14341"/>
                </a:lnTo>
                <a:lnTo>
                  <a:pt x="901005" y="14711"/>
                </a:lnTo>
                <a:lnTo>
                  <a:pt x="901107" y="15075"/>
                </a:lnTo>
                <a:lnTo>
                  <a:pt x="901222" y="15434"/>
                </a:lnTo>
                <a:lnTo>
                  <a:pt x="901348" y="15787"/>
                </a:lnTo>
                <a:lnTo>
                  <a:pt x="901486" y="16134"/>
                </a:lnTo>
                <a:lnTo>
                  <a:pt x="901636" y="16476"/>
                </a:lnTo>
                <a:lnTo>
                  <a:pt x="901798" y="16812"/>
                </a:lnTo>
                <a:lnTo>
                  <a:pt x="901973" y="17143"/>
                </a:lnTo>
                <a:lnTo>
                  <a:pt x="902159" y="17468"/>
                </a:lnTo>
                <a:lnTo>
                  <a:pt x="902357" y="17787"/>
                </a:lnTo>
                <a:lnTo>
                  <a:pt x="902567" y="18101"/>
                </a:lnTo>
                <a:lnTo>
                  <a:pt x="902790" y="18409"/>
                </a:lnTo>
                <a:lnTo>
                  <a:pt x="903024" y="18711"/>
                </a:lnTo>
                <a:lnTo>
                  <a:pt x="903270" y="19008"/>
                </a:lnTo>
                <a:lnTo>
                  <a:pt x="903529" y="19299"/>
                </a:lnTo>
                <a:lnTo>
                  <a:pt x="903799" y="19585"/>
                </a:lnTo>
                <a:lnTo>
                  <a:pt x="904081" y="19865"/>
                </a:lnTo>
                <a:lnTo>
                  <a:pt x="904375" y="20136"/>
                </a:lnTo>
                <a:lnTo>
                  <a:pt x="904680" y="20396"/>
                </a:lnTo>
                <a:lnTo>
                  <a:pt x="904995" y="20644"/>
                </a:lnTo>
                <a:lnTo>
                  <a:pt x="905321" y="20881"/>
                </a:lnTo>
                <a:lnTo>
                  <a:pt x="905658" y="21106"/>
                </a:lnTo>
                <a:lnTo>
                  <a:pt x="906005" y="21320"/>
                </a:lnTo>
                <a:lnTo>
                  <a:pt x="906364" y="21522"/>
                </a:lnTo>
                <a:lnTo>
                  <a:pt x="906733" y="21712"/>
                </a:lnTo>
                <a:lnTo>
                  <a:pt x="907113" y="21891"/>
                </a:lnTo>
                <a:lnTo>
                  <a:pt x="907504" y="22059"/>
                </a:lnTo>
                <a:lnTo>
                  <a:pt x="907905" y="22215"/>
                </a:lnTo>
                <a:lnTo>
                  <a:pt x="908317" y="22359"/>
                </a:lnTo>
                <a:lnTo>
                  <a:pt x="908740" y="22492"/>
                </a:lnTo>
                <a:lnTo>
                  <a:pt x="909174" y="22613"/>
                </a:lnTo>
                <a:lnTo>
                  <a:pt x="909618" y="22723"/>
                </a:lnTo>
                <a:lnTo>
                  <a:pt x="910074" y="22821"/>
                </a:lnTo>
                <a:lnTo>
                  <a:pt x="910540" y="22907"/>
                </a:lnTo>
                <a:lnTo>
                  <a:pt x="911017" y="22983"/>
                </a:lnTo>
                <a:lnTo>
                  <a:pt x="911504" y="23046"/>
                </a:lnTo>
                <a:lnTo>
                  <a:pt x="912002" y="23098"/>
                </a:lnTo>
                <a:lnTo>
                  <a:pt x="912512" y="23138"/>
                </a:lnTo>
                <a:lnTo>
                  <a:pt x="913031" y="23167"/>
                </a:lnTo>
                <a:lnTo>
                  <a:pt x="913562" y="23185"/>
                </a:lnTo>
                <a:lnTo>
                  <a:pt x="914104" y="23190"/>
                </a:lnTo>
                <a:lnTo>
                  <a:pt x="914645" y="23185"/>
                </a:lnTo>
                <a:lnTo>
                  <a:pt x="915176" y="23167"/>
                </a:lnTo>
                <a:lnTo>
                  <a:pt x="915695" y="23138"/>
                </a:lnTo>
                <a:lnTo>
                  <a:pt x="916205" y="23098"/>
                </a:lnTo>
                <a:close/>
                <a:moveTo>
                  <a:pt x="786431" y="123502"/>
                </a:moveTo>
                <a:lnTo>
                  <a:pt x="822565" y="2517"/>
                </a:lnTo>
                <a:lnTo>
                  <a:pt x="796768" y="2517"/>
                </a:lnTo>
                <a:lnTo>
                  <a:pt x="773757" y="93481"/>
                </a:lnTo>
                <a:lnTo>
                  <a:pt x="749398" y="2517"/>
                </a:lnTo>
                <a:lnTo>
                  <a:pt x="724050" y="2517"/>
                </a:lnTo>
                <a:lnTo>
                  <a:pt x="699871" y="93481"/>
                </a:lnTo>
                <a:lnTo>
                  <a:pt x="676861" y="2517"/>
                </a:lnTo>
                <a:lnTo>
                  <a:pt x="650704" y="2517"/>
                </a:lnTo>
                <a:lnTo>
                  <a:pt x="686568" y="123502"/>
                </a:lnTo>
                <a:lnTo>
                  <a:pt x="712995" y="123502"/>
                </a:lnTo>
                <a:lnTo>
                  <a:pt x="736455" y="33168"/>
                </a:lnTo>
                <a:lnTo>
                  <a:pt x="760184" y="123502"/>
                </a:lnTo>
                <a:lnTo>
                  <a:pt x="786431" y="123502"/>
                </a:lnTo>
                <a:close/>
                <a:moveTo>
                  <a:pt x="556349" y="125015"/>
                </a:moveTo>
                <a:lnTo>
                  <a:pt x="557126" y="124956"/>
                </a:lnTo>
                <a:lnTo>
                  <a:pt x="557893" y="124884"/>
                </a:lnTo>
                <a:lnTo>
                  <a:pt x="558650" y="124799"/>
                </a:lnTo>
                <a:lnTo>
                  <a:pt x="559397" y="124701"/>
                </a:lnTo>
                <a:lnTo>
                  <a:pt x="560134" y="124589"/>
                </a:lnTo>
                <a:lnTo>
                  <a:pt x="560860" y="124465"/>
                </a:lnTo>
                <a:lnTo>
                  <a:pt x="561575" y="124327"/>
                </a:lnTo>
                <a:lnTo>
                  <a:pt x="562281" y="124176"/>
                </a:lnTo>
                <a:lnTo>
                  <a:pt x="562976" y="124013"/>
                </a:lnTo>
                <a:lnTo>
                  <a:pt x="563661" y="123836"/>
                </a:lnTo>
                <a:lnTo>
                  <a:pt x="564336" y="123646"/>
                </a:lnTo>
                <a:lnTo>
                  <a:pt x="565000" y="123442"/>
                </a:lnTo>
                <a:lnTo>
                  <a:pt x="565654" y="123226"/>
                </a:lnTo>
                <a:lnTo>
                  <a:pt x="566298" y="122997"/>
                </a:lnTo>
                <a:lnTo>
                  <a:pt x="566931" y="122754"/>
                </a:lnTo>
                <a:lnTo>
                  <a:pt x="567554" y="122499"/>
                </a:lnTo>
                <a:lnTo>
                  <a:pt x="568167" y="122230"/>
                </a:lnTo>
                <a:lnTo>
                  <a:pt x="568770" y="121948"/>
                </a:lnTo>
                <a:lnTo>
                  <a:pt x="569362" y="121653"/>
                </a:lnTo>
                <a:lnTo>
                  <a:pt x="569944" y="121345"/>
                </a:lnTo>
                <a:lnTo>
                  <a:pt x="570517" y="121026"/>
                </a:lnTo>
                <a:lnTo>
                  <a:pt x="571082" y="120697"/>
                </a:lnTo>
                <a:lnTo>
                  <a:pt x="571639" y="120359"/>
                </a:lnTo>
                <a:lnTo>
                  <a:pt x="572188" y="120012"/>
                </a:lnTo>
                <a:lnTo>
                  <a:pt x="572730" y="119655"/>
                </a:lnTo>
                <a:lnTo>
                  <a:pt x="573264" y="119289"/>
                </a:lnTo>
                <a:lnTo>
                  <a:pt x="573790" y="118913"/>
                </a:lnTo>
                <a:lnTo>
                  <a:pt x="574308" y="118529"/>
                </a:lnTo>
                <a:lnTo>
                  <a:pt x="574819" y="118134"/>
                </a:lnTo>
                <a:lnTo>
                  <a:pt x="575321" y="117731"/>
                </a:lnTo>
                <a:lnTo>
                  <a:pt x="575816" y="117318"/>
                </a:lnTo>
                <a:lnTo>
                  <a:pt x="576303" y="116896"/>
                </a:lnTo>
                <a:lnTo>
                  <a:pt x="576782" y="116464"/>
                </a:lnTo>
                <a:lnTo>
                  <a:pt x="577254" y="116023"/>
                </a:lnTo>
                <a:lnTo>
                  <a:pt x="577717" y="115573"/>
                </a:lnTo>
                <a:lnTo>
                  <a:pt x="578173" y="115113"/>
                </a:lnTo>
                <a:lnTo>
                  <a:pt x="578621" y="114644"/>
                </a:lnTo>
                <a:lnTo>
                  <a:pt x="579061" y="114165"/>
                </a:lnTo>
                <a:lnTo>
                  <a:pt x="579494" y="113678"/>
                </a:lnTo>
                <a:lnTo>
                  <a:pt x="579918" y="113180"/>
                </a:lnTo>
                <a:lnTo>
                  <a:pt x="580335" y="112674"/>
                </a:lnTo>
                <a:lnTo>
                  <a:pt x="580744" y="112158"/>
                </a:lnTo>
                <a:lnTo>
                  <a:pt x="581145" y="111633"/>
                </a:lnTo>
                <a:lnTo>
                  <a:pt x="581539" y="111098"/>
                </a:lnTo>
                <a:lnTo>
                  <a:pt x="582528" y="123502"/>
                </a:lnTo>
                <a:lnTo>
                  <a:pt x="605358" y="123502"/>
                </a:lnTo>
                <a:lnTo>
                  <a:pt x="605358" y="2517"/>
                </a:lnTo>
                <a:lnTo>
                  <a:pt x="581539" y="2517"/>
                </a:lnTo>
                <a:lnTo>
                  <a:pt x="581539" y="47010"/>
                </a:lnTo>
                <a:lnTo>
                  <a:pt x="581212" y="46505"/>
                </a:lnTo>
                <a:lnTo>
                  <a:pt x="580876" y="46007"/>
                </a:lnTo>
                <a:lnTo>
                  <a:pt x="580531" y="45518"/>
                </a:lnTo>
                <a:lnTo>
                  <a:pt x="580176" y="45037"/>
                </a:lnTo>
                <a:lnTo>
                  <a:pt x="579811" y="44565"/>
                </a:lnTo>
                <a:lnTo>
                  <a:pt x="579438" y="44100"/>
                </a:lnTo>
                <a:lnTo>
                  <a:pt x="579055" y="43643"/>
                </a:lnTo>
                <a:lnTo>
                  <a:pt x="578663" y="43195"/>
                </a:lnTo>
                <a:lnTo>
                  <a:pt x="578261" y="42754"/>
                </a:lnTo>
                <a:lnTo>
                  <a:pt x="577850" y="42322"/>
                </a:lnTo>
                <a:lnTo>
                  <a:pt x="577429" y="41898"/>
                </a:lnTo>
                <a:lnTo>
                  <a:pt x="577000" y="41482"/>
                </a:lnTo>
                <a:lnTo>
                  <a:pt x="576561" y="41074"/>
                </a:lnTo>
                <a:lnTo>
                  <a:pt x="576112" y="40674"/>
                </a:lnTo>
                <a:lnTo>
                  <a:pt x="575654" y="40283"/>
                </a:lnTo>
                <a:lnTo>
                  <a:pt x="575187" y="39899"/>
                </a:lnTo>
                <a:lnTo>
                  <a:pt x="574710" y="39524"/>
                </a:lnTo>
                <a:lnTo>
                  <a:pt x="574224" y="39156"/>
                </a:lnTo>
                <a:lnTo>
                  <a:pt x="573729" y="38797"/>
                </a:lnTo>
                <a:lnTo>
                  <a:pt x="573225" y="38446"/>
                </a:lnTo>
                <a:lnTo>
                  <a:pt x="572710" y="38103"/>
                </a:lnTo>
                <a:lnTo>
                  <a:pt x="572187" y="37768"/>
                </a:lnTo>
                <a:lnTo>
                  <a:pt x="571654" y="37441"/>
                </a:lnTo>
                <a:lnTo>
                  <a:pt x="571112" y="37123"/>
                </a:lnTo>
                <a:lnTo>
                  <a:pt x="570561" y="36815"/>
                </a:lnTo>
                <a:lnTo>
                  <a:pt x="570001" y="36520"/>
                </a:lnTo>
                <a:lnTo>
                  <a:pt x="569431" y="36238"/>
                </a:lnTo>
                <a:lnTo>
                  <a:pt x="568853" y="35969"/>
                </a:lnTo>
                <a:lnTo>
                  <a:pt x="568265" y="35713"/>
                </a:lnTo>
                <a:lnTo>
                  <a:pt x="567668" y="35471"/>
                </a:lnTo>
                <a:lnTo>
                  <a:pt x="567063" y="35242"/>
                </a:lnTo>
                <a:lnTo>
                  <a:pt x="566448" y="35025"/>
                </a:lnTo>
                <a:lnTo>
                  <a:pt x="565824" y="34822"/>
                </a:lnTo>
                <a:lnTo>
                  <a:pt x="565192" y="34632"/>
                </a:lnTo>
                <a:lnTo>
                  <a:pt x="564550" y="34455"/>
                </a:lnTo>
                <a:lnTo>
                  <a:pt x="563899" y="34291"/>
                </a:lnTo>
                <a:lnTo>
                  <a:pt x="563239" y="34140"/>
                </a:lnTo>
                <a:lnTo>
                  <a:pt x="562570" y="34003"/>
                </a:lnTo>
                <a:lnTo>
                  <a:pt x="561892" y="33878"/>
                </a:lnTo>
                <a:lnTo>
                  <a:pt x="561205" y="33767"/>
                </a:lnTo>
                <a:lnTo>
                  <a:pt x="560509" y="33669"/>
                </a:lnTo>
                <a:lnTo>
                  <a:pt x="559804" y="33583"/>
                </a:lnTo>
                <a:lnTo>
                  <a:pt x="559089" y="33511"/>
                </a:lnTo>
                <a:lnTo>
                  <a:pt x="558366" y="33452"/>
                </a:lnTo>
                <a:lnTo>
                  <a:pt x="557634" y="33406"/>
                </a:lnTo>
                <a:lnTo>
                  <a:pt x="556892" y="33374"/>
                </a:lnTo>
                <a:lnTo>
                  <a:pt x="556142" y="33354"/>
                </a:lnTo>
                <a:lnTo>
                  <a:pt x="555382" y="33347"/>
                </a:lnTo>
                <a:lnTo>
                  <a:pt x="554517" y="33356"/>
                </a:lnTo>
                <a:lnTo>
                  <a:pt x="553659" y="33382"/>
                </a:lnTo>
                <a:lnTo>
                  <a:pt x="552808" y="33424"/>
                </a:lnTo>
                <a:lnTo>
                  <a:pt x="551964" y="33484"/>
                </a:lnTo>
                <a:lnTo>
                  <a:pt x="551128" y="33561"/>
                </a:lnTo>
                <a:lnTo>
                  <a:pt x="550298" y="33654"/>
                </a:lnTo>
                <a:lnTo>
                  <a:pt x="549476" y="33765"/>
                </a:lnTo>
                <a:lnTo>
                  <a:pt x="548661" y="33893"/>
                </a:lnTo>
                <a:lnTo>
                  <a:pt x="547853" y="34038"/>
                </a:lnTo>
                <a:lnTo>
                  <a:pt x="547052" y="34200"/>
                </a:lnTo>
                <a:lnTo>
                  <a:pt x="546259" y="34379"/>
                </a:lnTo>
                <a:lnTo>
                  <a:pt x="545472" y="34576"/>
                </a:lnTo>
                <a:lnTo>
                  <a:pt x="544693" y="34789"/>
                </a:lnTo>
                <a:lnTo>
                  <a:pt x="543921" y="35019"/>
                </a:lnTo>
                <a:lnTo>
                  <a:pt x="543157" y="35266"/>
                </a:lnTo>
                <a:lnTo>
                  <a:pt x="542399" y="35531"/>
                </a:lnTo>
                <a:lnTo>
                  <a:pt x="541648" y="35812"/>
                </a:lnTo>
                <a:lnTo>
                  <a:pt x="540905" y="36111"/>
                </a:lnTo>
                <a:lnTo>
                  <a:pt x="540169" y="36426"/>
                </a:lnTo>
                <a:lnTo>
                  <a:pt x="539440" y="36759"/>
                </a:lnTo>
                <a:lnTo>
                  <a:pt x="538718" y="37109"/>
                </a:lnTo>
                <a:lnTo>
                  <a:pt x="538004" y="37476"/>
                </a:lnTo>
                <a:lnTo>
                  <a:pt x="537297" y="37859"/>
                </a:lnTo>
                <a:lnTo>
                  <a:pt x="536596" y="38260"/>
                </a:lnTo>
                <a:lnTo>
                  <a:pt x="535906" y="38678"/>
                </a:lnTo>
                <a:lnTo>
                  <a:pt x="535227" y="39114"/>
                </a:lnTo>
                <a:lnTo>
                  <a:pt x="534561" y="39567"/>
                </a:lnTo>
                <a:lnTo>
                  <a:pt x="533906" y="40038"/>
                </a:lnTo>
                <a:lnTo>
                  <a:pt x="533263" y="40527"/>
                </a:lnTo>
                <a:lnTo>
                  <a:pt x="532633" y="41034"/>
                </a:lnTo>
                <a:lnTo>
                  <a:pt x="532014" y="41558"/>
                </a:lnTo>
                <a:lnTo>
                  <a:pt x="531408" y="42100"/>
                </a:lnTo>
                <a:lnTo>
                  <a:pt x="530813" y="42659"/>
                </a:lnTo>
                <a:lnTo>
                  <a:pt x="530231" y="43236"/>
                </a:lnTo>
                <a:lnTo>
                  <a:pt x="529661" y="43831"/>
                </a:lnTo>
                <a:lnTo>
                  <a:pt x="529102" y="44444"/>
                </a:lnTo>
                <a:lnTo>
                  <a:pt x="528556" y="45074"/>
                </a:lnTo>
                <a:lnTo>
                  <a:pt x="528021" y="45722"/>
                </a:lnTo>
                <a:lnTo>
                  <a:pt x="527499" y="46388"/>
                </a:lnTo>
                <a:lnTo>
                  <a:pt x="526989" y="47071"/>
                </a:lnTo>
                <a:lnTo>
                  <a:pt x="526490" y="47773"/>
                </a:lnTo>
                <a:lnTo>
                  <a:pt x="526004" y="48491"/>
                </a:lnTo>
                <a:lnTo>
                  <a:pt x="525530" y="49228"/>
                </a:lnTo>
                <a:lnTo>
                  <a:pt x="525067" y="49982"/>
                </a:lnTo>
                <a:lnTo>
                  <a:pt x="524617" y="50754"/>
                </a:lnTo>
                <a:lnTo>
                  <a:pt x="524179" y="51543"/>
                </a:lnTo>
                <a:lnTo>
                  <a:pt x="523752" y="52351"/>
                </a:lnTo>
                <a:lnTo>
                  <a:pt x="523338" y="53176"/>
                </a:lnTo>
                <a:lnTo>
                  <a:pt x="522939" y="54019"/>
                </a:lnTo>
                <a:lnTo>
                  <a:pt x="522556" y="54880"/>
                </a:lnTo>
                <a:lnTo>
                  <a:pt x="522190" y="55761"/>
                </a:lnTo>
                <a:lnTo>
                  <a:pt x="521841" y="56660"/>
                </a:lnTo>
                <a:lnTo>
                  <a:pt x="521510" y="57577"/>
                </a:lnTo>
                <a:lnTo>
                  <a:pt x="521195" y="58514"/>
                </a:lnTo>
                <a:lnTo>
                  <a:pt x="520897" y="59468"/>
                </a:lnTo>
                <a:lnTo>
                  <a:pt x="520617" y="60442"/>
                </a:lnTo>
                <a:lnTo>
                  <a:pt x="520353" y="61434"/>
                </a:lnTo>
                <a:lnTo>
                  <a:pt x="520106" y="62445"/>
                </a:lnTo>
                <a:lnTo>
                  <a:pt x="519877" y="63474"/>
                </a:lnTo>
                <a:lnTo>
                  <a:pt x="519664" y="64522"/>
                </a:lnTo>
                <a:lnTo>
                  <a:pt x="519469" y="65589"/>
                </a:lnTo>
                <a:lnTo>
                  <a:pt x="519290" y="66674"/>
                </a:lnTo>
                <a:lnTo>
                  <a:pt x="519128" y="67778"/>
                </a:lnTo>
                <a:lnTo>
                  <a:pt x="518984" y="68900"/>
                </a:lnTo>
                <a:lnTo>
                  <a:pt x="518856" y="70042"/>
                </a:lnTo>
                <a:lnTo>
                  <a:pt x="518746" y="71201"/>
                </a:lnTo>
                <a:lnTo>
                  <a:pt x="518652" y="72380"/>
                </a:lnTo>
                <a:lnTo>
                  <a:pt x="518576" y="73577"/>
                </a:lnTo>
                <a:lnTo>
                  <a:pt x="518516" y="74792"/>
                </a:lnTo>
                <a:lnTo>
                  <a:pt x="518474" y="76027"/>
                </a:lnTo>
                <a:lnTo>
                  <a:pt x="518448" y="77280"/>
                </a:lnTo>
                <a:lnTo>
                  <a:pt x="518439" y="78551"/>
                </a:lnTo>
                <a:lnTo>
                  <a:pt x="518447" y="79868"/>
                </a:lnTo>
                <a:lnTo>
                  <a:pt x="518471" y="81165"/>
                </a:lnTo>
                <a:lnTo>
                  <a:pt x="518510" y="82443"/>
                </a:lnTo>
                <a:lnTo>
                  <a:pt x="518566" y="83702"/>
                </a:lnTo>
                <a:lnTo>
                  <a:pt x="518637" y="84941"/>
                </a:lnTo>
                <a:lnTo>
                  <a:pt x="518723" y="86161"/>
                </a:lnTo>
                <a:lnTo>
                  <a:pt x="518826" y="87361"/>
                </a:lnTo>
                <a:lnTo>
                  <a:pt x="518944" y="88542"/>
                </a:lnTo>
                <a:lnTo>
                  <a:pt x="519078" y="89703"/>
                </a:lnTo>
                <a:lnTo>
                  <a:pt x="519228" y="90845"/>
                </a:lnTo>
                <a:lnTo>
                  <a:pt x="519393" y="91967"/>
                </a:lnTo>
                <a:lnTo>
                  <a:pt x="519574" y="93071"/>
                </a:lnTo>
                <a:lnTo>
                  <a:pt x="519771" y="94154"/>
                </a:lnTo>
                <a:lnTo>
                  <a:pt x="519984" y="95218"/>
                </a:lnTo>
                <a:lnTo>
                  <a:pt x="520213" y="96263"/>
                </a:lnTo>
                <a:lnTo>
                  <a:pt x="520457" y="97289"/>
                </a:lnTo>
                <a:lnTo>
                  <a:pt x="520717" y="98295"/>
                </a:lnTo>
                <a:lnTo>
                  <a:pt x="520993" y="99281"/>
                </a:lnTo>
                <a:lnTo>
                  <a:pt x="521284" y="100248"/>
                </a:lnTo>
                <a:lnTo>
                  <a:pt x="521592" y="101196"/>
                </a:lnTo>
                <a:lnTo>
                  <a:pt x="521915" y="102124"/>
                </a:lnTo>
                <a:lnTo>
                  <a:pt x="522254" y="103033"/>
                </a:lnTo>
                <a:lnTo>
                  <a:pt x="522608" y="103922"/>
                </a:lnTo>
                <a:lnTo>
                  <a:pt x="522979" y="104792"/>
                </a:lnTo>
                <a:lnTo>
                  <a:pt x="523363" y="105643"/>
                </a:lnTo>
                <a:lnTo>
                  <a:pt x="523758" y="106476"/>
                </a:lnTo>
                <a:lnTo>
                  <a:pt x="524165" y="107290"/>
                </a:lnTo>
                <a:lnTo>
                  <a:pt x="524584" y="108085"/>
                </a:lnTo>
                <a:lnTo>
                  <a:pt x="525014" y="108862"/>
                </a:lnTo>
                <a:lnTo>
                  <a:pt x="525456" y="109621"/>
                </a:lnTo>
                <a:lnTo>
                  <a:pt x="525909" y="110361"/>
                </a:lnTo>
                <a:lnTo>
                  <a:pt x="526374" y="111083"/>
                </a:lnTo>
                <a:lnTo>
                  <a:pt x="526851" y="111786"/>
                </a:lnTo>
                <a:lnTo>
                  <a:pt x="527339" y="112471"/>
                </a:lnTo>
                <a:lnTo>
                  <a:pt x="527838" y="113137"/>
                </a:lnTo>
                <a:lnTo>
                  <a:pt x="528349" y="113785"/>
                </a:lnTo>
                <a:lnTo>
                  <a:pt x="528872" y="114414"/>
                </a:lnTo>
                <a:lnTo>
                  <a:pt x="529406" y="115025"/>
                </a:lnTo>
                <a:lnTo>
                  <a:pt x="529952" y="115617"/>
                </a:lnTo>
                <a:lnTo>
                  <a:pt x="530509" y="116191"/>
                </a:lnTo>
                <a:lnTo>
                  <a:pt x="531078" y="116747"/>
                </a:lnTo>
                <a:lnTo>
                  <a:pt x="531658" y="117284"/>
                </a:lnTo>
                <a:lnTo>
                  <a:pt x="532250" y="117802"/>
                </a:lnTo>
                <a:lnTo>
                  <a:pt x="532854" y="118302"/>
                </a:lnTo>
                <a:lnTo>
                  <a:pt x="533469" y="118784"/>
                </a:lnTo>
                <a:lnTo>
                  <a:pt x="534095" y="119247"/>
                </a:lnTo>
                <a:lnTo>
                  <a:pt x="534733" y="119691"/>
                </a:lnTo>
                <a:lnTo>
                  <a:pt x="535383" y="120118"/>
                </a:lnTo>
                <a:lnTo>
                  <a:pt x="536042" y="120526"/>
                </a:lnTo>
                <a:lnTo>
                  <a:pt x="536708" y="120917"/>
                </a:lnTo>
                <a:lnTo>
                  <a:pt x="537381" y="121290"/>
                </a:lnTo>
                <a:lnTo>
                  <a:pt x="538061" y="121646"/>
                </a:lnTo>
                <a:lnTo>
                  <a:pt x="538748" y="121985"/>
                </a:lnTo>
                <a:lnTo>
                  <a:pt x="539442" y="122306"/>
                </a:lnTo>
                <a:lnTo>
                  <a:pt x="540143" y="122610"/>
                </a:lnTo>
                <a:lnTo>
                  <a:pt x="540851" y="122897"/>
                </a:lnTo>
                <a:lnTo>
                  <a:pt x="541566" y="123166"/>
                </a:lnTo>
                <a:lnTo>
                  <a:pt x="542288" y="123418"/>
                </a:lnTo>
                <a:lnTo>
                  <a:pt x="543017" y="123652"/>
                </a:lnTo>
                <a:lnTo>
                  <a:pt x="543753" y="123870"/>
                </a:lnTo>
                <a:lnTo>
                  <a:pt x="544497" y="124069"/>
                </a:lnTo>
                <a:lnTo>
                  <a:pt x="545247" y="124252"/>
                </a:lnTo>
                <a:lnTo>
                  <a:pt x="546004" y="124417"/>
                </a:lnTo>
                <a:lnTo>
                  <a:pt x="546768" y="124564"/>
                </a:lnTo>
                <a:lnTo>
                  <a:pt x="547540" y="124695"/>
                </a:lnTo>
                <a:lnTo>
                  <a:pt x="548318" y="124808"/>
                </a:lnTo>
                <a:lnTo>
                  <a:pt x="549103" y="124903"/>
                </a:lnTo>
                <a:lnTo>
                  <a:pt x="549896" y="124981"/>
                </a:lnTo>
                <a:lnTo>
                  <a:pt x="550695" y="125042"/>
                </a:lnTo>
                <a:lnTo>
                  <a:pt x="551501" y="125085"/>
                </a:lnTo>
                <a:lnTo>
                  <a:pt x="552315" y="125112"/>
                </a:lnTo>
                <a:lnTo>
                  <a:pt x="553135" y="125120"/>
                </a:lnTo>
                <a:lnTo>
                  <a:pt x="553954" y="125114"/>
                </a:lnTo>
                <a:lnTo>
                  <a:pt x="554762" y="125094"/>
                </a:lnTo>
                <a:lnTo>
                  <a:pt x="555561" y="125061"/>
                </a:lnTo>
                <a:lnTo>
                  <a:pt x="556349" y="125015"/>
                </a:lnTo>
                <a:close/>
                <a:moveTo>
                  <a:pt x="557546" y="106770"/>
                </a:moveTo>
                <a:lnTo>
                  <a:pt x="556926" y="106661"/>
                </a:lnTo>
                <a:lnTo>
                  <a:pt x="556318" y="106528"/>
                </a:lnTo>
                <a:lnTo>
                  <a:pt x="555722" y="106371"/>
                </a:lnTo>
                <a:lnTo>
                  <a:pt x="555138" y="106189"/>
                </a:lnTo>
                <a:lnTo>
                  <a:pt x="554566" y="105984"/>
                </a:lnTo>
                <a:lnTo>
                  <a:pt x="554006" y="105754"/>
                </a:lnTo>
                <a:lnTo>
                  <a:pt x="553458" y="105500"/>
                </a:lnTo>
                <a:lnTo>
                  <a:pt x="552922" y="105222"/>
                </a:lnTo>
                <a:lnTo>
                  <a:pt x="552398" y="104920"/>
                </a:lnTo>
                <a:lnTo>
                  <a:pt x="551886" y="104593"/>
                </a:lnTo>
                <a:lnTo>
                  <a:pt x="551386" y="104242"/>
                </a:lnTo>
                <a:lnTo>
                  <a:pt x="550898" y="103867"/>
                </a:lnTo>
                <a:lnTo>
                  <a:pt x="550422" y="103468"/>
                </a:lnTo>
                <a:lnTo>
                  <a:pt x="549958" y="103045"/>
                </a:lnTo>
                <a:lnTo>
                  <a:pt x="549506" y="102597"/>
                </a:lnTo>
                <a:lnTo>
                  <a:pt x="549067" y="102126"/>
                </a:lnTo>
                <a:lnTo>
                  <a:pt x="548639" y="101630"/>
                </a:lnTo>
                <a:lnTo>
                  <a:pt x="548223" y="101110"/>
                </a:lnTo>
                <a:lnTo>
                  <a:pt x="547819" y="100566"/>
                </a:lnTo>
                <a:lnTo>
                  <a:pt x="547427" y="99997"/>
                </a:lnTo>
                <a:lnTo>
                  <a:pt x="547050" y="99404"/>
                </a:lnTo>
                <a:lnTo>
                  <a:pt x="546688" y="98784"/>
                </a:lnTo>
                <a:lnTo>
                  <a:pt x="546343" y="98138"/>
                </a:lnTo>
                <a:lnTo>
                  <a:pt x="546013" y="97466"/>
                </a:lnTo>
                <a:lnTo>
                  <a:pt x="545700" y="96769"/>
                </a:lnTo>
                <a:lnTo>
                  <a:pt x="545402" y="96044"/>
                </a:lnTo>
                <a:lnTo>
                  <a:pt x="545121" y="95294"/>
                </a:lnTo>
                <a:lnTo>
                  <a:pt x="544856" y="94518"/>
                </a:lnTo>
                <a:lnTo>
                  <a:pt x="544607" y="93716"/>
                </a:lnTo>
                <a:lnTo>
                  <a:pt x="544374" y="92887"/>
                </a:lnTo>
                <a:lnTo>
                  <a:pt x="544157" y="92033"/>
                </a:lnTo>
                <a:lnTo>
                  <a:pt x="543956" y="91152"/>
                </a:lnTo>
                <a:lnTo>
                  <a:pt x="543771" y="90245"/>
                </a:lnTo>
                <a:lnTo>
                  <a:pt x="543602" y="89312"/>
                </a:lnTo>
                <a:lnTo>
                  <a:pt x="543449" y="88353"/>
                </a:lnTo>
                <a:lnTo>
                  <a:pt x="543313" y="87368"/>
                </a:lnTo>
                <a:lnTo>
                  <a:pt x="543192" y="86357"/>
                </a:lnTo>
                <a:lnTo>
                  <a:pt x="543088" y="85320"/>
                </a:lnTo>
                <a:lnTo>
                  <a:pt x="542999" y="84257"/>
                </a:lnTo>
                <a:lnTo>
                  <a:pt x="542927" y="83167"/>
                </a:lnTo>
                <a:lnTo>
                  <a:pt x="542871" y="82052"/>
                </a:lnTo>
                <a:lnTo>
                  <a:pt x="542831" y="80910"/>
                </a:lnTo>
                <a:lnTo>
                  <a:pt x="542806" y="79742"/>
                </a:lnTo>
                <a:lnTo>
                  <a:pt x="542798" y="78548"/>
                </a:lnTo>
                <a:lnTo>
                  <a:pt x="542807" y="77459"/>
                </a:lnTo>
                <a:lnTo>
                  <a:pt x="542832" y="76391"/>
                </a:lnTo>
                <a:lnTo>
                  <a:pt x="542874" y="75345"/>
                </a:lnTo>
                <a:lnTo>
                  <a:pt x="542933" y="74321"/>
                </a:lnTo>
                <a:lnTo>
                  <a:pt x="543009" y="73318"/>
                </a:lnTo>
                <a:lnTo>
                  <a:pt x="543102" y="72337"/>
                </a:lnTo>
                <a:lnTo>
                  <a:pt x="543211" y="71378"/>
                </a:lnTo>
                <a:lnTo>
                  <a:pt x="543338" y="70440"/>
                </a:lnTo>
                <a:lnTo>
                  <a:pt x="543481" y="69524"/>
                </a:lnTo>
                <a:lnTo>
                  <a:pt x="543641" y="68629"/>
                </a:lnTo>
                <a:lnTo>
                  <a:pt x="543818" y="67757"/>
                </a:lnTo>
                <a:lnTo>
                  <a:pt x="544012" y="66905"/>
                </a:lnTo>
                <a:lnTo>
                  <a:pt x="544223" y="66076"/>
                </a:lnTo>
                <a:lnTo>
                  <a:pt x="544450" y="65268"/>
                </a:lnTo>
                <a:lnTo>
                  <a:pt x="544694" y="64482"/>
                </a:lnTo>
                <a:lnTo>
                  <a:pt x="544956" y="63717"/>
                </a:lnTo>
                <a:lnTo>
                  <a:pt x="545234" y="62974"/>
                </a:lnTo>
                <a:lnTo>
                  <a:pt x="545529" y="62253"/>
                </a:lnTo>
                <a:lnTo>
                  <a:pt x="545840" y="61554"/>
                </a:lnTo>
                <a:lnTo>
                  <a:pt x="546169" y="60876"/>
                </a:lnTo>
                <a:lnTo>
                  <a:pt x="546515" y="60219"/>
                </a:lnTo>
                <a:lnTo>
                  <a:pt x="546877" y="59585"/>
                </a:lnTo>
                <a:lnTo>
                  <a:pt x="547256" y="58972"/>
                </a:lnTo>
                <a:lnTo>
                  <a:pt x="547652" y="58380"/>
                </a:lnTo>
                <a:lnTo>
                  <a:pt x="548064" y="57812"/>
                </a:lnTo>
                <a:lnTo>
                  <a:pt x="548489" y="57268"/>
                </a:lnTo>
                <a:lnTo>
                  <a:pt x="548927" y="56748"/>
                </a:lnTo>
                <a:lnTo>
                  <a:pt x="549380" y="56252"/>
                </a:lnTo>
                <a:lnTo>
                  <a:pt x="549846" y="55780"/>
                </a:lnTo>
                <a:lnTo>
                  <a:pt x="550326" y="55333"/>
                </a:lnTo>
                <a:lnTo>
                  <a:pt x="550820" y="54909"/>
                </a:lnTo>
                <a:lnTo>
                  <a:pt x="551327" y="54510"/>
                </a:lnTo>
                <a:lnTo>
                  <a:pt x="551849" y="54135"/>
                </a:lnTo>
                <a:lnTo>
                  <a:pt x="552384" y="53785"/>
                </a:lnTo>
                <a:lnTo>
                  <a:pt x="552932" y="53458"/>
                </a:lnTo>
                <a:lnTo>
                  <a:pt x="553495" y="53156"/>
                </a:lnTo>
                <a:lnTo>
                  <a:pt x="554071" y="52878"/>
                </a:lnTo>
                <a:lnTo>
                  <a:pt x="554661" y="52624"/>
                </a:lnTo>
                <a:lnTo>
                  <a:pt x="555264" y="52394"/>
                </a:lnTo>
                <a:lnTo>
                  <a:pt x="555882" y="52188"/>
                </a:lnTo>
                <a:lnTo>
                  <a:pt x="556513" y="52007"/>
                </a:lnTo>
                <a:lnTo>
                  <a:pt x="557158" y="51850"/>
                </a:lnTo>
                <a:lnTo>
                  <a:pt x="557816" y="51717"/>
                </a:lnTo>
                <a:lnTo>
                  <a:pt x="558488" y="51608"/>
                </a:lnTo>
                <a:lnTo>
                  <a:pt x="559174" y="51523"/>
                </a:lnTo>
                <a:lnTo>
                  <a:pt x="559874" y="51463"/>
                </a:lnTo>
                <a:lnTo>
                  <a:pt x="560588" y="51426"/>
                </a:lnTo>
                <a:lnTo>
                  <a:pt x="561315" y="51414"/>
                </a:lnTo>
                <a:lnTo>
                  <a:pt x="561925" y="51422"/>
                </a:lnTo>
                <a:lnTo>
                  <a:pt x="562527" y="51446"/>
                </a:lnTo>
                <a:lnTo>
                  <a:pt x="563121" y="51485"/>
                </a:lnTo>
                <a:lnTo>
                  <a:pt x="563707" y="51539"/>
                </a:lnTo>
                <a:lnTo>
                  <a:pt x="564284" y="51609"/>
                </a:lnTo>
                <a:lnTo>
                  <a:pt x="564854" y="51695"/>
                </a:lnTo>
                <a:lnTo>
                  <a:pt x="565415" y="51796"/>
                </a:lnTo>
                <a:lnTo>
                  <a:pt x="565969" y="51913"/>
                </a:lnTo>
                <a:lnTo>
                  <a:pt x="566514" y="52046"/>
                </a:lnTo>
                <a:lnTo>
                  <a:pt x="567051" y="52194"/>
                </a:lnTo>
                <a:lnTo>
                  <a:pt x="567580" y="52358"/>
                </a:lnTo>
                <a:lnTo>
                  <a:pt x="568101" y="52537"/>
                </a:lnTo>
                <a:lnTo>
                  <a:pt x="568614" y="52732"/>
                </a:lnTo>
                <a:lnTo>
                  <a:pt x="569119" y="52943"/>
                </a:lnTo>
                <a:lnTo>
                  <a:pt x="569615" y="53169"/>
                </a:lnTo>
                <a:lnTo>
                  <a:pt x="570104" y="53411"/>
                </a:lnTo>
                <a:lnTo>
                  <a:pt x="570584" y="53668"/>
                </a:lnTo>
                <a:lnTo>
                  <a:pt x="571056" y="53941"/>
                </a:lnTo>
                <a:lnTo>
                  <a:pt x="571520" y="54229"/>
                </a:lnTo>
                <a:lnTo>
                  <a:pt x="571976" y="54533"/>
                </a:lnTo>
                <a:lnTo>
                  <a:pt x="572424" y="54853"/>
                </a:lnTo>
                <a:lnTo>
                  <a:pt x="572864" y="55188"/>
                </a:lnTo>
                <a:lnTo>
                  <a:pt x="573295" y="55539"/>
                </a:lnTo>
                <a:lnTo>
                  <a:pt x="573719" y="55906"/>
                </a:lnTo>
                <a:lnTo>
                  <a:pt x="574134" y="56283"/>
                </a:lnTo>
                <a:lnTo>
                  <a:pt x="574542" y="56665"/>
                </a:lnTo>
                <a:lnTo>
                  <a:pt x="574942" y="57053"/>
                </a:lnTo>
                <a:lnTo>
                  <a:pt x="575334" y="57446"/>
                </a:lnTo>
                <a:lnTo>
                  <a:pt x="575719" y="57845"/>
                </a:lnTo>
                <a:lnTo>
                  <a:pt x="576095" y="58249"/>
                </a:lnTo>
                <a:lnTo>
                  <a:pt x="576464" y="58658"/>
                </a:lnTo>
                <a:lnTo>
                  <a:pt x="576825" y="59073"/>
                </a:lnTo>
                <a:lnTo>
                  <a:pt x="577178" y="59494"/>
                </a:lnTo>
                <a:lnTo>
                  <a:pt x="577523" y="59919"/>
                </a:lnTo>
                <a:lnTo>
                  <a:pt x="577861" y="60350"/>
                </a:lnTo>
                <a:lnTo>
                  <a:pt x="578191" y="60787"/>
                </a:lnTo>
                <a:lnTo>
                  <a:pt x="578513" y="61229"/>
                </a:lnTo>
                <a:lnTo>
                  <a:pt x="578827" y="61676"/>
                </a:lnTo>
                <a:lnTo>
                  <a:pt x="579133" y="62129"/>
                </a:lnTo>
                <a:lnTo>
                  <a:pt x="579432" y="62587"/>
                </a:lnTo>
                <a:lnTo>
                  <a:pt x="579722" y="63051"/>
                </a:lnTo>
                <a:lnTo>
                  <a:pt x="580005" y="63520"/>
                </a:lnTo>
                <a:lnTo>
                  <a:pt x="580280" y="63994"/>
                </a:lnTo>
                <a:lnTo>
                  <a:pt x="580548" y="64474"/>
                </a:lnTo>
                <a:lnTo>
                  <a:pt x="580807" y="64959"/>
                </a:lnTo>
                <a:lnTo>
                  <a:pt x="581059" y="65450"/>
                </a:lnTo>
                <a:lnTo>
                  <a:pt x="581303" y="65946"/>
                </a:lnTo>
                <a:lnTo>
                  <a:pt x="581539" y="66448"/>
                </a:lnTo>
                <a:lnTo>
                  <a:pt x="581539" y="92573"/>
                </a:lnTo>
                <a:lnTo>
                  <a:pt x="581295" y="93052"/>
                </a:lnTo>
                <a:lnTo>
                  <a:pt x="581041" y="93525"/>
                </a:lnTo>
                <a:lnTo>
                  <a:pt x="580779" y="93994"/>
                </a:lnTo>
                <a:lnTo>
                  <a:pt x="580508" y="94457"/>
                </a:lnTo>
                <a:lnTo>
                  <a:pt x="580227" y="94915"/>
                </a:lnTo>
                <a:lnTo>
                  <a:pt x="579938" y="95368"/>
                </a:lnTo>
                <a:lnTo>
                  <a:pt x="579639" y="95816"/>
                </a:lnTo>
                <a:lnTo>
                  <a:pt x="579332" y="96259"/>
                </a:lnTo>
                <a:lnTo>
                  <a:pt x="579015" y="96697"/>
                </a:lnTo>
                <a:lnTo>
                  <a:pt x="578689" y="97130"/>
                </a:lnTo>
                <a:lnTo>
                  <a:pt x="578355" y="97557"/>
                </a:lnTo>
                <a:lnTo>
                  <a:pt x="578011" y="97980"/>
                </a:lnTo>
                <a:lnTo>
                  <a:pt x="577658" y="98397"/>
                </a:lnTo>
                <a:lnTo>
                  <a:pt x="577296" y="98810"/>
                </a:lnTo>
                <a:lnTo>
                  <a:pt x="576925" y="99217"/>
                </a:lnTo>
                <a:lnTo>
                  <a:pt x="576545" y="99619"/>
                </a:lnTo>
                <a:lnTo>
                  <a:pt x="576156" y="100017"/>
                </a:lnTo>
                <a:lnTo>
                  <a:pt x="575758" y="100409"/>
                </a:lnTo>
                <a:lnTo>
                  <a:pt x="575351" y="100796"/>
                </a:lnTo>
                <a:lnTo>
                  <a:pt x="574935" y="101178"/>
                </a:lnTo>
                <a:lnTo>
                  <a:pt x="574510" y="101554"/>
                </a:lnTo>
                <a:lnTo>
                  <a:pt x="574075" y="101926"/>
                </a:lnTo>
                <a:lnTo>
                  <a:pt x="573632" y="102293"/>
                </a:lnTo>
                <a:lnTo>
                  <a:pt x="573180" y="102655"/>
                </a:lnTo>
                <a:lnTo>
                  <a:pt x="572719" y="103006"/>
                </a:lnTo>
                <a:lnTo>
                  <a:pt x="572251" y="103343"/>
                </a:lnTo>
                <a:lnTo>
                  <a:pt x="571777" y="103664"/>
                </a:lnTo>
                <a:lnTo>
                  <a:pt x="571294" y="103971"/>
                </a:lnTo>
                <a:lnTo>
                  <a:pt x="570805" y="104263"/>
                </a:lnTo>
                <a:lnTo>
                  <a:pt x="570309" y="104540"/>
                </a:lnTo>
                <a:lnTo>
                  <a:pt x="569805" y="104801"/>
                </a:lnTo>
                <a:lnTo>
                  <a:pt x="569295" y="105048"/>
                </a:lnTo>
                <a:lnTo>
                  <a:pt x="568777" y="105280"/>
                </a:lnTo>
                <a:lnTo>
                  <a:pt x="568252" y="105497"/>
                </a:lnTo>
                <a:lnTo>
                  <a:pt x="567719" y="105699"/>
                </a:lnTo>
                <a:lnTo>
                  <a:pt x="567180" y="105886"/>
                </a:lnTo>
                <a:lnTo>
                  <a:pt x="566633" y="106058"/>
                </a:lnTo>
                <a:lnTo>
                  <a:pt x="566079" y="106215"/>
                </a:lnTo>
                <a:lnTo>
                  <a:pt x="565518" y="106357"/>
                </a:lnTo>
                <a:lnTo>
                  <a:pt x="564950" y="106485"/>
                </a:lnTo>
                <a:lnTo>
                  <a:pt x="564375" y="106597"/>
                </a:lnTo>
                <a:lnTo>
                  <a:pt x="563792" y="106694"/>
                </a:lnTo>
                <a:lnTo>
                  <a:pt x="563202" y="106776"/>
                </a:lnTo>
                <a:lnTo>
                  <a:pt x="562606" y="106844"/>
                </a:lnTo>
                <a:lnTo>
                  <a:pt x="562002" y="106896"/>
                </a:lnTo>
                <a:lnTo>
                  <a:pt x="561390" y="106933"/>
                </a:lnTo>
                <a:lnTo>
                  <a:pt x="560772" y="106956"/>
                </a:lnTo>
                <a:lnTo>
                  <a:pt x="560146" y="106963"/>
                </a:lnTo>
                <a:lnTo>
                  <a:pt x="559478" y="106951"/>
                </a:lnTo>
                <a:lnTo>
                  <a:pt x="558822" y="106915"/>
                </a:lnTo>
                <a:lnTo>
                  <a:pt x="558178" y="106855"/>
                </a:lnTo>
                <a:lnTo>
                  <a:pt x="557546" y="106770"/>
                </a:lnTo>
                <a:close/>
                <a:moveTo>
                  <a:pt x="989582" y="105070"/>
                </a:moveTo>
                <a:lnTo>
                  <a:pt x="989038" y="105052"/>
                </a:lnTo>
                <a:lnTo>
                  <a:pt x="988511" y="105023"/>
                </a:lnTo>
                <a:lnTo>
                  <a:pt x="988002" y="104981"/>
                </a:lnTo>
                <a:lnTo>
                  <a:pt x="987509" y="104928"/>
                </a:lnTo>
                <a:lnTo>
                  <a:pt x="987033" y="104864"/>
                </a:lnTo>
                <a:lnTo>
                  <a:pt x="986575" y="104787"/>
                </a:lnTo>
                <a:lnTo>
                  <a:pt x="986133" y="104698"/>
                </a:lnTo>
                <a:lnTo>
                  <a:pt x="985708" y="104598"/>
                </a:lnTo>
                <a:lnTo>
                  <a:pt x="985300" y="104486"/>
                </a:lnTo>
                <a:lnTo>
                  <a:pt x="984910" y="104362"/>
                </a:lnTo>
                <a:lnTo>
                  <a:pt x="984536" y="104227"/>
                </a:lnTo>
                <a:lnTo>
                  <a:pt x="984180" y="104079"/>
                </a:lnTo>
                <a:lnTo>
                  <a:pt x="983840" y="103920"/>
                </a:lnTo>
                <a:lnTo>
                  <a:pt x="983517" y="103749"/>
                </a:lnTo>
                <a:lnTo>
                  <a:pt x="983212" y="103566"/>
                </a:lnTo>
                <a:lnTo>
                  <a:pt x="982923" y="103372"/>
                </a:lnTo>
                <a:lnTo>
                  <a:pt x="982651" y="103166"/>
                </a:lnTo>
                <a:lnTo>
                  <a:pt x="982397" y="102947"/>
                </a:lnTo>
                <a:lnTo>
                  <a:pt x="982159" y="102717"/>
                </a:lnTo>
                <a:lnTo>
                  <a:pt x="981939" y="102476"/>
                </a:lnTo>
                <a:lnTo>
                  <a:pt x="981735" y="102222"/>
                </a:lnTo>
                <a:lnTo>
                  <a:pt x="981548" y="101957"/>
                </a:lnTo>
                <a:lnTo>
                  <a:pt x="981379" y="101680"/>
                </a:lnTo>
                <a:lnTo>
                  <a:pt x="981221" y="101390"/>
                </a:lnTo>
                <a:lnTo>
                  <a:pt x="981070" y="101088"/>
                </a:lnTo>
                <a:lnTo>
                  <a:pt x="980926" y="100773"/>
                </a:lnTo>
                <a:lnTo>
                  <a:pt x="980788" y="100446"/>
                </a:lnTo>
                <a:lnTo>
                  <a:pt x="980658" y="100105"/>
                </a:lnTo>
                <a:lnTo>
                  <a:pt x="980533" y="99752"/>
                </a:lnTo>
                <a:lnTo>
                  <a:pt x="980416" y="99387"/>
                </a:lnTo>
                <a:lnTo>
                  <a:pt x="980305" y="99008"/>
                </a:lnTo>
                <a:lnTo>
                  <a:pt x="980201" y="98617"/>
                </a:lnTo>
                <a:lnTo>
                  <a:pt x="980104" y="98212"/>
                </a:lnTo>
                <a:lnTo>
                  <a:pt x="980013" y="97796"/>
                </a:lnTo>
                <a:lnTo>
                  <a:pt x="979930" y="97366"/>
                </a:lnTo>
                <a:lnTo>
                  <a:pt x="979852" y="96924"/>
                </a:lnTo>
                <a:lnTo>
                  <a:pt x="979782" y="96469"/>
                </a:lnTo>
                <a:lnTo>
                  <a:pt x="979718" y="96001"/>
                </a:lnTo>
                <a:lnTo>
                  <a:pt x="979661" y="95520"/>
                </a:lnTo>
                <a:lnTo>
                  <a:pt x="979611" y="95027"/>
                </a:lnTo>
                <a:lnTo>
                  <a:pt x="979567" y="94521"/>
                </a:lnTo>
                <a:lnTo>
                  <a:pt x="979530" y="94002"/>
                </a:lnTo>
                <a:lnTo>
                  <a:pt x="979500" y="93470"/>
                </a:lnTo>
                <a:lnTo>
                  <a:pt x="979477" y="92926"/>
                </a:lnTo>
                <a:lnTo>
                  <a:pt x="979460" y="92369"/>
                </a:lnTo>
                <a:lnTo>
                  <a:pt x="979450" y="91799"/>
                </a:lnTo>
                <a:lnTo>
                  <a:pt x="979446" y="91217"/>
                </a:lnTo>
                <a:lnTo>
                  <a:pt x="979446" y="53032"/>
                </a:lnTo>
                <a:lnTo>
                  <a:pt x="998592" y="53032"/>
                </a:lnTo>
                <a:lnTo>
                  <a:pt x="998592" y="34696"/>
                </a:lnTo>
                <a:lnTo>
                  <a:pt x="979446" y="34696"/>
                </a:lnTo>
                <a:lnTo>
                  <a:pt x="979446" y="14022"/>
                </a:lnTo>
                <a:lnTo>
                  <a:pt x="955627" y="14022"/>
                </a:lnTo>
                <a:lnTo>
                  <a:pt x="955627" y="34696"/>
                </a:lnTo>
                <a:lnTo>
                  <a:pt x="941065" y="34696"/>
                </a:lnTo>
                <a:lnTo>
                  <a:pt x="941065" y="53032"/>
                </a:lnTo>
                <a:lnTo>
                  <a:pt x="955627" y="53032"/>
                </a:lnTo>
                <a:lnTo>
                  <a:pt x="955627" y="92467"/>
                </a:lnTo>
                <a:lnTo>
                  <a:pt x="955632" y="93372"/>
                </a:lnTo>
                <a:lnTo>
                  <a:pt x="955647" y="94264"/>
                </a:lnTo>
                <a:lnTo>
                  <a:pt x="955672" y="95140"/>
                </a:lnTo>
                <a:lnTo>
                  <a:pt x="955707" y="96003"/>
                </a:lnTo>
                <a:lnTo>
                  <a:pt x="955752" y="96851"/>
                </a:lnTo>
                <a:lnTo>
                  <a:pt x="955807" y="97684"/>
                </a:lnTo>
                <a:lnTo>
                  <a:pt x="955872" y="98503"/>
                </a:lnTo>
                <a:lnTo>
                  <a:pt x="955946" y="99308"/>
                </a:lnTo>
                <a:lnTo>
                  <a:pt x="956031" y="100098"/>
                </a:lnTo>
                <a:lnTo>
                  <a:pt x="956126" y="100874"/>
                </a:lnTo>
                <a:lnTo>
                  <a:pt x="956231" y="101636"/>
                </a:lnTo>
                <a:lnTo>
                  <a:pt x="956346" y="102383"/>
                </a:lnTo>
                <a:lnTo>
                  <a:pt x="956471" y="103115"/>
                </a:lnTo>
                <a:lnTo>
                  <a:pt x="956606" y="103834"/>
                </a:lnTo>
                <a:lnTo>
                  <a:pt x="956750" y="104537"/>
                </a:lnTo>
                <a:lnTo>
                  <a:pt x="956905" y="105227"/>
                </a:lnTo>
                <a:lnTo>
                  <a:pt x="957070" y="105901"/>
                </a:lnTo>
                <a:lnTo>
                  <a:pt x="957245" y="106562"/>
                </a:lnTo>
                <a:lnTo>
                  <a:pt x="957430" y="107208"/>
                </a:lnTo>
                <a:lnTo>
                  <a:pt x="957624" y="107840"/>
                </a:lnTo>
                <a:lnTo>
                  <a:pt x="957829" y="108457"/>
                </a:lnTo>
                <a:lnTo>
                  <a:pt x="958044" y="109059"/>
                </a:lnTo>
                <a:lnTo>
                  <a:pt x="958268" y="109648"/>
                </a:lnTo>
                <a:lnTo>
                  <a:pt x="958503" y="110222"/>
                </a:lnTo>
                <a:lnTo>
                  <a:pt x="958751" y="110782"/>
                </a:lnTo>
                <a:lnTo>
                  <a:pt x="959013" y="111330"/>
                </a:lnTo>
                <a:lnTo>
                  <a:pt x="959292" y="111866"/>
                </a:lnTo>
                <a:lnTo>
                  <a:pt x="959586" y="112390"/>
                </a:lnTo>
                <a:lnTo>
                  <a:pt x="959895" y="112901"/>
                </a:lnTo>
                <a:lnTo>
                  <a:pt x="960219" y="113399"/>
                </a:lnTo>
                <a:lnTo>
                  <a:pt x="960560" y="113886"/>
                </a:lnTo>
                <a:lnTo>
                  <a:pt x="960915" y="114360"/>
                </a:lnTo>
                <a:lnTo>
                  <a:pt x="961286" y="114822"/>
                </a:lnTo>
                <a:lnTo>
                  <a:pt x="961673" y="115271"/>
                </a:lnTo>
                <a:lnTo>
                  <a:pt x="962074" y="115708"/>
                </a:lnTo>
                <a:lnTo>
                  <a:pt x="962492" y="116132"/>
                </a:lnTo>
                <a:lnTo>
                  <a:pt x="962925" y="116545"/>
                </a:lnTo>
                <a:lnTo>
                  <a:pt x="963373" y="116944"/>
                </a:lnTo>
                <a:lnTo>
                  <a:pt x="963837" y="117332"/>
                </a:lnTo>
                <a:lnTo>
                  <a:pt x="964316" y="117707"/>
                </a:lnTo>
                <a:lnTo>
                  <a:pt x="964810" y="118070"/>
                </a:lnTo>
                <a:lnTo>
                  <a:pt x="965320" y="118420"/>
                </a:lnTo>
                <a:lnTo>
                  <a:pt x="965846" y="118759"/>
                </a:lnTo>
                <a:lnTo>
                  <a:pt x="966387" y="119084"/>
                </a:lnTo>
                <a:lnTo>
                  <a:pt x="966943" y="119398"/>
                </a:lnTo>
                <a:lnTo>
                  <a:pt x="967515" y="119699"/>
                </a:lnTo>
                <a:lnTo>
                  <a:pt x="968102" y="119987"/>
                </a:lnTo>
                <a:lnTo>
                  <a:pt x="968705" y="120264"/>
                </a:lnTo>
                <a:lnTo>
                  <a:pt x="969326" y="120528"/>
                </a:lnTo>
                <a:lnTo>
                  <a:pt x="969968" y="120781"/>
                </a:lnTo>
                <a:lnTo>
                  <a:pt x="970630" y="121023"/>
                </a:lnTo>
                <a:lnTo>
                  <a:pt x="971313" y="121253"/>
                </a:lnTo>
                <a:lnTo>
                  <a:pt x="972017" y="121472"/>
                </a:lnTo>
                <a:lnTo>
                  <a:pt x="972742" y="121681"/>
                </a:lnTo>
                <a:lnTo>
                  <a:pt x="973487" y="121877"/>
                </a:lnTo>
                <a:lnTo>
                  <a:pt x="974253" y="122063"/>
                </a:lnTo>
                <a:lnTo>
                  <a:pt x="975040" y="122237"/>
                </a:lnTo>
                <a:lnTo>
                  <a:pt x="975848" y="122400"/>
                </a:lnTo>
                <a:lnTo>
                  <a:pt x="976676" y="122552"/>
                </a:lnTo>
                <a:lnTo>
                  <a:pt x="977525" y="122693"/>
                </a:lnTo>
                <a:lnTo>
                  <a:pt x="978395" y="122822"/>
                </a:lnTo>
                <a:lnTo>
                  <a:pt x="979286" y="122940"/>
                </a:lnTo>
                <a:lnTo>
                  <a:pt x="980197" y="123047"/>
                </a:lnTo>
                <a:lnTo>
                  <a:pt x="981129" y="123142"/>
                </a:lnTo>
                <a:lnTo>
                  <a:pt x="982082" y="123227"/>
                </a:lnTo>
                <a:lnTo>
                  <a:pt x="983056" y="123300"/>
                </a:lnTo>
                <a:lnTo>
                  <a:pt x="984050" y="123362"/>
                </a:lnTo>
                <a:lnTo>
                  <a:pt x="985065" y="123412"/>
                </a:lnTo>
                <a:lnTo>
                  <a:pt x="986101" y="123452"/>
                </a:lnTo>
                <a:lnTo>
                  <a:pt x="987158" y="123480"/>
                </a:lnTo>
                <a:lnTo>
                  <a:pt x="988236" y="123497"/>
                </a:lnTo>
                <a:lnTo>
                  <a:pt x="989334" y="123502"/>
                </a:lnTo>
                <a:lnTo>
                  <a:pt x="998592" y="123502"/>
                </a:lnTo>
                <a:lnTo>
                  <a:pt x="998592" y="105076"/>
                </a:lnTo>
                <a:lnTo>
                  <a:pt x="990143" y="105076"/>
                </a:lnTo>
                <a:lnTo>
                  <a:pt x="989582" y="105070"/>
                </a:lnTo>
                <a:close/>
                <a:moveTo>
                  <a:pt x="860185" y="63425"/>
                </a:moveTo>
                <a:lnTo>
                  <a:pt x="860434" y="63098"/>
                </a:lnTo>
                <a:lnTo>
                  <a:pt x="860687" y="62776"/>
                </a:lnTo>
                <a:lnTo>
                  <a:pt x="860943" y="62461"/>
                </a:lnTo>
                <a:lnTo>
                  <a:pt x="861203" y="62152"/>
                </a:lnTo>
                <a:lnTo>
                  <a:pt x="861467" y="61849"/>
                </a:lnTo>
                <a:lnTo>
                  <a:pt x="861735" y="61552"/>
                </a:lnTo>
                <a:lnTo>
                  <a:pt x="862007" y="61262"/>
                </a:lnTo>
                <a:lnTo>
                  <a:pt x="862282" y="60977"/>
                </a:lnTo>
                <a:lnTo>
                  <a:pt x="862561" y="60699"/>
                </a:lnTo>
                <a:lnTo>
                  <a:pt x="862844" y="60427"/>
                </a:lnTo>
                <a:lnTo>
                  <a:pt x="863130" y="60162"/>
                </a:lnTo>
                <a:lnTo>
                  <a:pt x="863421" y="59902"/>
                </a:lnTo>
                <a:lnTo>
                  <a:pt x="863715" y="59649"/>
                </a:lnTo>
                <a:lnTo>
                  <a:pt x="864012" y="59402"/>
                </a:lnTo>
                <a:lnTo>
                  <a:pt x="864314" y="59161"/>
                </a:lnTo>
                <a:lnTo>
                  <a:pt x="864619" y="58926"/>
                </a:lnTo>
                <a:lnTo>
                  <a:pt x="864928" y="58697"/>
                </a:lnTo>
                <a:lnTo>
                  <a:pt x="865241" y="58475"/>
                </a:lnTo>
                <a:lnTo>
                  <a:pt x="865557" y="58259"/>
                </a:lnTo>
                <a:lnTo>
                  <a:pt x="865877" y="58049"/>
                </a:lnTo>
                <a:lnTo>
                  <a:pt x="866201" y="57845"/>
                </a:lnTo>
                <a:lnTo>
                  <a:pt x="866529" y="57647"/>
                </a:lnTo>
                <a:lnTo>
                  <a:pt x="866860" y="57455"/>
                </a:lnTo>
                <a:lnTo>
                  <a:pt x="867195" y="57268"/>
                </a:lnTo>
                <a:lnTo>
                  <a:pt x="867532" y="57085"/>
                </a:lnTo>
                <a:lnTo>
                  <a:pt x="867872" y="56907"/>
                </a:lnTo>
                <a:lnTo>
                  <a:pt x="868216" y="56734"/>
                </a:lnTo>
                <a:lnTo>
                  <a:pt x="868563" y="56566"/>
                </a:lnTo>
                <a:lnTo>
                  <a:pt x="868913" y="56403"/>
                </a:lnTo>
                <a:lnTo>
                  <a:pt x="869266" y="56244"/>
                </a:lnTo>
                <a:lnTo>
                  <a:pt x="869622" y="56090"/>
                </a:lnTo>
                <a:lnTo>
                  <a:pt x="869981" y="55941"/>
                </a:lnTo>
                <a:lnTo>
                  <a:pt x="870343" y="55796"/>
                </a:lnTo>
                <a:lnTo>
                  <a:pt x="870709" y="55656"/>
                </a:lnTo>
                <a:lnTo>
                  <a:pt x="871077" y="55522"/>
                </a:lnTo>
                <a:lnTo>
                  <a:pt x="871449" y="55391"/>
                </a:lnTo>
                <a:lnTo>
                  <a:pt x="871824" y="55266"/>
                </a:lnTo>
                <a:lnTo>
                  <a:pt x="872202" y="55146"/>
                </a:lnTo>
                <a:lnTo>
                  <a:pt x="872583" y="55030"/>
                </a:lnTo>
                <a:lnTo>
                  <a:pt x="872967" y="54919"/>
                </a:lnTo>
                <a:lnTo>
                  <a:pt x="873354" y="54812"/>
                </a:lnTo>
                <a:lnTo>
                  <a:pt x="873745" y="54711"/>
                </a:lnTo>
                <a:lnTo>
                  <a:pt x="874138" y="54614"/>
                </a:lnTo>
                <a:lnTo>
                  <a:pt x="874535" y="54522"/>
                </a:lnTo>
                <a:lnTo>
                  <a:pt x="874935" y="54435"/>
                </a:lnTo>
                <a:lnTo>
                  <a:pt x="875338" y="54352"/>
                </a:lnTo>
                <a:lnTo>
                  <a:pt x="875743" y="54274"/>
                </a:lnTo>
                <a:lnTo>
                  <a:pt x="876150" y="54199"/>
                </a:lnTo>
                <a:lnTo>
                  <a:pt x="876558" y="54127"/>
                </a:lnTo>
                <a:lnTo>
                  <a:pt x="876968" y="54059"/>
                </a:lnTo>
                <a:lnTo>
                  <a:pt x="877380" y="53994"/>
                </a:lnTo>
                <a:lnTo>
                  <a:pt x="877793" y="53932"/>
                </a:lnTo>
                <a:lnTo>
                  <a:pt x="878208" y="53874"/>
                </a:lnTo>
                <a:lnTo>
                  <a:pt x="878624" y="53819"/>
                </a:lnTo>
                <a:lnTo>
                  <a:pt x="879041" y="53767"/>
                </a:lnTo>
                <a:lnTo>
                  <a:pt x="879461" y="53719"/>
                </a:lnTo>
                <a:lnTo>
                  <a:pt x="879882" y="53674"/>
                </a:lnTo>
                <a:lnTo>
                  <a:pt x="880304" y="53632"/>
                </a:lnTo>
                <a:lnTo>
                  <a:pt x="880728" y="53594"/>
                </a:lnTo>
                <a:lnTo>
                  <a:pt x="881154" y="53559"/>
                </a:lnTo>
                <a:lnTo>
                  <a:pt x="881581" y="53527"/>
                </a:lnTo>
                <a:lnTo>
                  <a:pt x="882009" y="53499"/>
                </a:lnTo>
                <a:lnTo>
                  <a:pt x="882440" y="53474"/>
                </a:lnTo>
                <a:lnTo>
                  <a:pt x="882871" y="53452"/>
                </a:lnTo>
                <a:lnTo>
                  <a:pt x="883305" y="53434"/>
                </a:lnTo>
                <a:lnTo>
                  <a:pt x="883740" y="53418"/>
                </a:lnTo>
                <a:lnTo>
                  <a:pt x="884176" y="53407"/>
                </a:lnTo>
                <a:lnTo>
                  <a:pt x="884614" y="53398"/>
                </a:lnTo>
                <a:lnTo>
                  <a:pt x="885054" y="53393"/>
                </a:lnTo>
                <a:lnTo>
                  <a:pt x="885495" y="53392"/>
                </a:lnTo>
                <a:lnTo>
                  <a:pt x="887742" y="53392"/>
                </a:lnTo>
                <a:lnTo>
                  <a:pt x="887742" y="33347"/>
                </a:lnTo>
                <a:lnTo>
                  <a:pt x="885944" y="33347"/>
                </a:lnTo>
                <a:lnTo>
                  <a:pt x="885140" y="33355"/>
                </a:lnTo>
                <a:lnTo>
                  <a:pt x="884346" y="33377"/>
                </a:lnTo>
                <a:lnTo>
                  <a:pt x="883562" y="33413"/>
                </a:lnTo>
                <a:lnTo>
                  <a:pt x="882788" y="33465"/>
                </a:lnTo>
                <a:lnTo>
                  <a:pt x="882024" y="33531"/>
                </a:lnTo>
                <a:lnTo>
                  <a:pt x="881270" y="33611"/>
                </a:lnTo>
                <a:lnTo>
                  <a:pt x="880526" y="33707"/>
                </a:lnTo>
                <a:lnTo>
                  <a:pt x="879792" y="33817"/>
                </a:lnTo>
                <a:lnTo>
                  <a:pt x="879068" y="33941"/>
                </a:lnTo>
                <a:lnTo>
                  <a:pt x="878354" y="34081"/>
                </a:lnTo>
                <a:lnTo>
                  <a:pt x="877650" y="34235"/>
                </a:lnTo>
                <a:lnTo>
                  <a:pt x="876956" y="34404"/>
                </a:lnTo>
                <a:lnTo>
                  <a:pt x="876272" y="34587"/>
                </a:lnTo>
                <a:lnTo>
                  <a:pt x="875598" y="34785"/>
                </a:lnTo>
                <a:lnTo>
                  <a:pt x="874933" y="34998"/>
                </a:lnTo>
                <a:lnTo>
                  <a:pt x="874279" y="35225"/>
                </a:lnTo>
                <a:lnTo>
                  <a:pt x="873635" y="35467"/>
                </a:lnTo>
                <a:lnTo>
                  <a:pt x="873001" y="35724"/>
                </a:lnTo>
                <a:lnTo>
                  <a:pt x="872377" y="35995"/>
                </a:lnTo>
                <a:lnTo>
                  <a:pt x="871762" y="36281"/>
                </a:lnTo>
                <a:lnTo>
                  <a:pt x="871158" y="36582"/>
                </a:lnTo>
                <a:lnTo>
                  <a:pt x="870564" y="36897"/>
                </a:lnTo>
                <a:lnTo>
                  <a:pt x="869980" y="37227"/>
                </a:lnTo>
                <a:lnTo>
                  <a:pt x="869405" y="37572"/>
                </a:lnTo>
                <a:lnTo>
                  <a:pt x="868842" y="37930"/>
                </a:lnTo>
                <a:lnTo>
                  <a:pt x="868291" y="38302"/>
                </a:lnTo>
                <a:lnTo>
                  <a:pt x="867751" y="38686"/>
                </a:lnTo>
                <a:lnTo>
                  <a:pt x="867223" y="39083"/>
                </a:lnTo>
                <a:lnTo>
                  <a:pt x="866707" y="39492"/>
                </a:lnTo>
                <a:lnTo>
                  <a:pt x="866203" y="39915"/>
                </a:lnTo>
                <a:lnTo>
                  <a:pt x="865711" y="40350"/>
                </a:lnTo>
                <a:lnTo>
                  <a:pt x="865231" y="40798"/>
                </a:lnTo>
                <a:lnTo>
                  <a:pt x="864762" y="41259"/>
                </a:lnTo>
                <a:lnTo>
                  <a:pt x="864306" y="41732"/>
                </a:lnTo>
                <a:lnTo>
                  <a:pt x="863861" y="42219"/>
                </a:lnTo>
                <a:lnTo>
                  <a:pt x="863428" y="42718"/>
                </a:lnTo>
                <a:lnTo>
                  <a:pt x="863007" y="43230"/>
                </a:lnTo>
                <a:lnTo>
                  <a:pt x="862598" y="43755"/>
                </a:lnTo>
                <a:lnTo>
                  <a:pt x="862201" y="44292"/>
                </a:lnTo>
                <a:lnTo>
                  <a:pt x="861815" y="44843"/>
                </a:lnTo>
                <a:lnTo>
                  <a:pt x="861442" y="45406"/>
                </a:lnTo>
                <a:lnTo>
                  <a:pt x="861080" y="45982"/>
                </a:lnTo>
                <a:lnTo>
                  <a:pt x="860730" y="46571"/>
                </a:lnTo>
                <a:lnTo>
                  <a:pt x="860392" y="47172"/>
                </a:lnTo>
                <a:lnTo>
                  <a:pt x="860066" y="47787"/>
                </a:lnTo>
                <a:lnTo>
                  <a:pt x="859752" y="48414"/>
                </a:lnTo>
                <a:lnTo>
                  <a:pt x="859449" y="49054"/>
                </a:lnTo>
                <a:lnTo>
                  <a:pt x="859159" y="49707"/>
                </a:lnTo>
                <a:lnTo>
                  <a:pt x="858709" y="34696"/>
                </a:lnTo>
                <a:lnTo>
                  <a:pt x="835878" y="34696"/>
                </a:lnTo>
                <a:lnTo>
                  <a:pt x="835878" y="123502"/>
                </a:lnTo>
                <a:lnTo>
                  <a:pt x="859698" y="123502"/>
                </a:lnTo>
                <a:lnTo>
                  <a:pt x="859698" y="64099"/>
                </a:lnTo>
                <a:lnTo>
                  <a:pt x="859939" y="63759"/>
                </a:lnTo>
                <a:lnTo>
                  <a:pt x="860185" y="63425"/>
                </a:lnTo>
                <a:close/>
                <a:moveTo>
                  <a:pt x="902149" y="123502"/>
                </a:moveTo>
                <a:lnTo>
                  <a:pt x="925968" y="123502"/>
                </a:lnTo>
                <a:lnTo>
                  <a:pt x="925968" y="34696"/>
                </a:lnTo>
                <a:lnTo>
                  <a:pt x="902149" y="34696"/>
                </a:lnTo>
                <a:lnTo>
                  <a:pt x="902149" y="123502"/>
                </a:lnTo>
                <a:close/>
                <a:moveTo>
                  <a:pt x="466896" y="124972"/>
                </a:moveTo>
                <a:lnTo>
                  <a:pt x="467835" y="124907"/>
                </a:lnTo>
                <a:lnTo>
                  <a:pt x="468763" y="124830"/>
                </a:lnTo>
                <a:lnTo>
                  <a:pt x="469681" y="124741"/>
                </a:lnTo>
                <a:lnTo>
                  <a:pt x="470588" y="124640"/>
                </a:lnTo>
                <a:lnTo>
                  <a:pt x="471485" y="124527"/>
                </a:lnTo>
                <a:lnTo>
                  <a:pt x="472372" y="124403"/>
                </a:lnTo>
                <a:lnTo>
                  <a:pt x="473248" y="124266"/>
                </a:lnTo>
                <a:lnTo>
                  <a:pt x="474113" y="124118"/>
                </a:lnTo>
                <a:lnTo>
                  <a:pt x="474968" y="123958"/>
                </a:lnTo>
                <a:lnTo>
                  <a:pt x="475813" y="123786"/>
                </a:lnTo>
                <a:lnTo>
                  <a:pt x="476647" y="123602"/>
                </a:lnTo>
                <a:lnTo>
                  <a:pt x="477471" y="123406"/>
                </a:lnTo>
                <a:lnTo>
                  <a:pt x="478284" y="123199"/>
                </a:lnTo>
                <a:lnTo>
                  <a:pt x="479087" y="122980"/>
                </a:lnTo>
                <a:lnTo>
                  <a:pt x="479879" y="122748"/>
                </a:lnTo>
                <a:lnTo>
                  <a:pt x="480661" y="122505"/>
                </a:lnTo>
                <a:lnTo>
                  <a:pt x="481433" y="122250"/>
                </a:lnTo>
                <a:lnTo>
                  <a:pt x="482194" y="121983"/>
                </a:lnTo>
                <a:lnTo>
                  <a:pt x="482944" y="121705"/>
                </a:lnTo>
                <a:lnTo>
                  <a:pt x="483683" y="121414"/>
                </a:lnTo>
                <a:lnTo>
                  <a:pt x="484408" y="121111"/>
                </a:lnTo>
                <a:lnTo>
                  <a:pt x="485121" y="120796"/>
                </a:lnTo>
                <a:lnTo>
                  <a:pt x="485820" y="120469"/>
                </a:lnTo>
                <a:lnTo>
                  <a:pt x="486507" y="120129"/>
                </a:lnTo>
                <a:lnTo>
                  <a:pt x="487180" y="119778"/>
                </a:lnTo>
                <a:lnTo>
                  <a:pt x="487840" y="119414"/>
                </a:lnTo>
                <a:lnTo>
                  <a:pt x="488487" y="119038"/>
                </a:lnTo>
                <a:lnTo>
                  <a:pt x="489121" y="118650"/>
                </a:lnTo>
                <a:lnTo>
                  <a:pt x="489742" y="118250"/>
                </a:lnTo>
                <a:lnTo>
                  <a:pt x="490349" y="117837"/>
                </a:lnTo>
                <a:lnTo>
                  <a:pt x="490944" y="117413"/>
                </a:lnTo>
                <a:lnTo>
                  <a:pt x="491525" y="116976"/>
                </a:lnTo>
                <a:lnTo>
                  <a:pt x="492094" y="116527"/>
                </a:lnTo>
                <a:lnTo>
                  <a:pt x="492649" y="116066"/>
                </a:lnTo>
                <a:lnTo>
                  <a:pt x="493191" y="115592"/>
                </a:lnTo>
                <a:lnTo>
                  <a:pt x="493720" y="115107"/>
                </a:lnTo>
                <a:lnTo>
                  <a:pt x="494236" y="114609"/>
                </a:lnTo>
                <a:lnTo>
                  <a:pt x="494739" y="114099"/>
                </a:lnTo>
                <a:lnTo>
                  <a:pt x="495228" y="113577"/>
                </a:lnTo>
                <a:lnTo>
                  <a:pt x="495705" y="113043"/>
                </a:lnTo>
                <a:lnTo>
                  <a:pt x="496168" y="112497"/>
                </a:lnTo>
                <a:lnTo>
                  <a:pt x="496619" y="111938"/>
                </a:lnTo>
                <a:lnTo>
                  <a:pt x="497056" y="111368"/>
                </a:lnTo>
                <a:lnTo>
                  <a:pt x="497479" y="110785"/>
                </a:lnTo>
                <a:lnTo>
                  <a:pt x="497885" y="110190"/>
                </a:lnTo>
                <a:lnTo>
                  <a:pt x="498274" y="109583"/>
                </a:lnTo>
                <a:lnTo>
                  <a:pt x="498648" y="108965"/>
                </a:lnTo>
                <a:lnTo>
                  <a:pt x="499005" y="108334"/>
                </a:lnTo>
                <a:lnTo>
                  <a:pt x="499345" y="107691"/>
                </a:lnTo>
                <a:lnTo>
                  <a:pt x="499670" y="107036"/>
                </a:lnTo>
                <a:lnTo>
                  <a:pt x="499977" y="106369"/>
                </a:lnTo>
                <a:lnTo>
                  <a:pt x="500269" y="105690"/>
                </a:lnTo>
                <a:lnTo>
                  <a:pt x="500544" y="104999"/>
                </a:lnTo>
                <a:lnTo>
                  <a:pt x="500802" y="104296"/>
                </a:lnTo>
                <a:lnTo>
                  <a:pt x="501045" y="103581"/>
                </a:lnTo>
                <a:lnTo>
                  <a:pt x="501271" y="102855"/>
                </a:lnTo>
                <a:lnTo>
                  <a:pt x="501480" y="102116"/>
                </a:lnTo>
                <a:lnTo>
                  <a:pt x="501673" y="101365"/>
                </a:lnTo>
                <a:lnTo>
                  <a:pt x="501850" y="100602"/>
                </a:lnTo>
                <a:lnTo>
                  <a:pt x="502010" y="99826"/>
                </a:lnTo>
                <a:lnTo>
                  <a:pt x="502154" y="99039"/>
                </a:lnTo>
                <a:lnTo>
                  <a:pt x="502282" y="98240"/>
                </a:lnTo>
                <a:lnTo>
                  <a:pt x="502393" y="97429"/>
                </a:lnTo>
                <a:lnTo>
                  <a:pt x="502488" y="96606"/>
                </a:lnTo>
                <a:lnTo>
                  <a:pt x="502566" y="95771"/>
                </a:lnTo>
                <a:lnTo>
                  <a:pt x="502628" y="94924"/>
                </a:lnTo>
                <a:lnTo>
                  <a:pt x="502674" y="94065"/>
                </a:lnTo>
                <a:lnTo>
                  <a:pt x="479214" y="94065"/>
                </a:lnTo>
                <a:lnTo>
                  <a:pt x="479198" y="94630"/>
                </a:lnTo>
                <a:lnTo>
                  <a:pt x="479167" y="95184"/>
                </a:lnTo>
                <a:lnTo>
                  <a:pt x="479120" y="95725"/>
                </a:lnTo>
                <a:lnTo>
                  <a:pt x="479057" y="96256"/>
                </a:lnTo>
                <a:lnTo>
                  <a:pt x="478977" y="96774"/>
                </a:lnTo>
                <a:lnTo>
                  <a:pt x="478882" y="97280"/>
                </a:lnTo>
                <a:lnTo>
                  <a:pt x="478771" y="97775"/>
                </a:lnTo>
                <a:lnTo>
                  <a:pt x="478645" y="98258"/>
                </a:lnTo>
                <a:lnTo>
                  <a:pt x="478502" y="98730"/>
                </a:lnTo>
                <a:lnTo>
                  <a:pt x="478343" y="99189"/>
                </a:lnTo>
                <a:lnTo>
                  <a:pt x="478168" y="99637"/>
                </a:lnTo>
                <a:lnTo>
                  <a:pt x="477978" y="100073"/>
                </a:lnTo>
                <a:lnTo>
                  <a:pt x="477771" y="100497"/>
                </a:lnTo>
                <a:lnTo>
                  <a:pt x="477549" y="100910"/>
                </a:lnTo>
                <a:lnTo>
                  <a:pt x="477311" y="101311"/>
                </a:lnTo>
                <a:lnTo>
                  <a:pt x="477057" y="101700"/>
                </a:lnTo>
                <a:lnTo>
                  <a:pt x="476786" y="102078"/>
                </a:lnTo>
                <a:lnTo>
                  <a:pt x="476500" y="102443"/>
                </a:lnTo>
                <a:lnTo>
                  <a:pt x="476198" y="102797"/>
                </a:lnTo>
                <a:lnTo>
                  <a:pt x="475881" y="103139"/>
                </a:lnTo>
                <a:lnTo>
                  <a:pt x="475547" y="103470"/>
                </a:lnTo>
                <a:lnTo>
                  <a:pt x="475197" y="103788"/>
                </a:lnTo>
                <a:lnTo>
                  <a:pt x="474831" y="104095"/>
                </a:lnTo>
                <a:lnTo>
                  <a:pt x="474450" y="104390"/>
                </a:lnTo>
                <a:lnTo>
                  <a:pt x="474055" y="104674"/>
                </a:lnTo>
                <a:lnTo>
                  <a:pt x="473650" y="104945"/>
                </a:lnTo>
                <a:lnTo>
                  <a:pt x="473234" y="105204"/>
                </a:lnTo>
                <a:lnTo>
                  <a:pt x="472807" y="105451"/>
                </a:lnTo>
                <a:lnTo>
                  <a:pt x="472370" y="105686"/>
                </a:lnTo>
                <a:lnTo>
                  <a:pt x="471922" y="105909"/>
                </a:lnTo>
                <a:lnTo>
                  <a:pt x="471463" y="106120"/>
                </a:lnTo>
                <a:lnTo>
                  <a:pt x="470994" y="106319"/>
                </a:lnTo>
                <a:lnTo>
                  <a:pt x="470515" y="106506"/>
                </a:lnTo>
                <a:lnTo>
                  <a:pt x="470024" y="106681"/>
                </a:lnTo>
                <a:lnTo>
                  <a:pt x="469523" y="106844"/>
                </a:lnTo>
                <a:lnTo>
                  <a:pt x="469012" y="106994"/>
                </a:lnTo>
                <a:lnTo>
                  <a:pt x="468490" y="107133"/>
                </a:lnTo>
                <a:lnTo>
                  <a:pt x="467957" y="107260"/>
                </a:lnTo>
                <a:lnTo>
                  <a:pt x="467414" y="107374"/>
                </a:lnTo>
                <a:lnTo>
                  <a:pt x="466860" y="107476"/>
                </a:lnTo>
                <a:lnTo>
                  <a:pt x="466295" y="107567"/>
                </a:lnTo>
                <a:lnTo>
                  <a:pt x="465720" y="107645"/>
                </a:lnTo>
                <a:lnTo>
                  <a:pt x="465134" y="107712"/>
                </a:lnTo>
                <a:lnTo>
                  <a:pt x="464538" y="107766"/>
                </a:lnTo>
                <a:lnTo>
                  <a:pt x="463931" y="107808"/>
                </a:lnTo>
                <a:lnTo>
                  <a:pt x="463313" y="107838"/>
                </a:lnTo>
                <a:lnTo>
                  <a:pt x="462685" y="107856"/>
                </a:lnTo>
                <a:lnTo>
                  <a:pt x="462046" y="107862"/>
                </a:lnTo>
                <a:lnTo>
                  <a:pt x="461429" y="107856"/>
                </a:lnTo>
                <a:lnTo>
                  <a:pt x="460822" y="107839"/>
                </a:lnTo>
                <a:lnTo>
                  <a:pt x="460226" y="107810"/>
                </a:lnTo>
                <a:lnTo>
                  <a:pt x="459639" y="107769"/>
                </a:lnTo>
                <a:lnTo>
                  <a:pt x="459062" y="107717"/>
                </a:lnTo>
                <a:lnTo>
                  <a:pt x="458495" y="107653"/>
                </a:lnTo>
                <a:lnTo>
                  <a:pt x="457939" y="107577"/>
                </a:lnTo>
                <a:lnTo>
                  <a:pt x="457392" y="107490"/>
                </a:lnTo>
                <a:lnTo>
                  <a:pt x="456855" y="107391"/>
                </a:lnTo>
                <a:lnTo>
                  <a:pt x="456328" y="107280"/>
                </a:lnTo>
                <a:lnTo>
                  <a:pt x="455811" y="107158"/>
                </a:lnTo>
                <a:lnTo>
                  <a:pt x="455304" y="107024"/>
                </a:lnTo>
                <a:lnTo>
                  <a:pt x="454808" y="106878"/>
                </a:lnTo>
                <a:lnTo>
                  <a:pt x="454321" y="106721"/>
                </a:lnTo>
                <a:lnTo>
                  <a:pt x="453844" y="106552"/>
                </a:lnTo>
                <a:lnTo>
                  <a:pt x="453377" y="106372"/>
                </a:lnTo>
                <a:lnTo>
                  <a:pt x="452920" y="106180"/>
                </a:lnTo>
                <a:lnTo>
                  <a:pt x="452473" y="105976"/>
                </a:lnTo>
                <a:lnTo>
                  <a:pt x="452036" y="105760"/>
                </a:lnTo>
                <a:lnTo>
                  <a:pt x="451609" y="105533"/>
                </a:lnTo>
                <a:lnTo>
                  <a:pt x="451192" y="105294"/>
                </a:lnTo>
                <a:lnTo>
                  <a:pt x="450785" y="105044"/>
                </a:lnTo>
                <a:lnTo>
                  <a:pt x="450388" y="104782"/>
                </a:lnTo>
                <a:lnTo>
                  <a:pt x="450001" y="104508"/>
                </a:lnTo>
                <a:lnTo>
                  <a:pt x="449623" y="104225"/>
                </a:lnTo>
                <a:lnTo>
                  <a:pt x="449254" y="103934"/>
                </a:lnTo>
                <a:lnTo>
                  <a:pt x="448894" y="103635"/>
                </a:lnTo>
                <a:lnTo>
                  <a:pt x="448542" y="103330"/>
                </a:lnTo>
                <a:lnTo>
                  <a:pt x="448198" y="103016"/>
                </a:lnTo>
                <a:lnTo>
                  <a:pt x="447864" y="102695"/>
                </a:lnTo>
                <a:lnTo>
                  <a:pt x="447537" y="102367"/>
                </a:lnTo>
                <a:lnTo>
                  <a:pt x="447220" y="102031"/>
                </a:lnTo>
                <a:lnTo>
                  <a:pt x="446911" y="101687"/>
                </a:lnTo>
                <a:lnTo>
                  <a:pt x="446610" y="101336"/>
                </a:lnTo>
                <a:lnTo>
                  <a:pt x="446318" y="100978"/>
                </a:lnTo>
                <a:lnTo>
                  <a:pt x="446035" y="100612"/>
                </a:lnTo>
                <a:lnTo>
                  <a:pt x="445760" y="100238"/>
                </a:lnTo>
                <a:lnTo>
                  <a:pt x="445494" y="99857"/>
                </a:lnTo>
                <a:lnTo>
                  <a:pt x="445237" y="99469"/>
                </a:lnTo>
                <a:lnTo>
                  <a:pt x="444988" y="99073"/>
                </a:lnTo>
                <a:lnTo>
                  <a:pt x="444747" y="98669"/>
                </a:lnTo>
                <a:lnTo>
                  <a:pt x="444515" y="98258"/>
                </a:lnTo>
                <a:lnTo>
                  <a:pt x="444292" y="97840"/>
                </a:lnTo>
                <a:lnTo>
                  <a:pt x="444077" y="97414"/>
                </a:lnTo>
                <a:lnTo>
                  <a:pt x="443871" y="96980"/>
                </a:lnTo>
                <a:lnTo>
                  <a:pt x="443674" y="96539"/>
                </a:lnTo>
                <a:lnTo>
                  <a:pt x="443485" y="96091"/>
                </a:lnTo>
                <a:lnTo>
                  <a:pt x="443305" y="95635"/>
                </a:lnTo>
                <a:lnTo>
                  <a:pt x="443132" y="95174"/>
                </a:lnTo>
                <a:lnTo>
                  <a:pt x="442966" y="94710"/>
                </a:lnTo>
                <a:lnTo>
                  <a:pt x="442807" y="94243"/>
                </a:lnTo>
                <a:lnTo>
                  <a:pt x="442654" y="93773"/>
                </a:lnTo>
                <a:lnTo>
                  <a:pt x="442508" y="93300"/>
                </a:lnTo>
                <a:lnTo>
                  <a:pt x="442369" y="92825"/>
                </a:lnTo>
                <a:lnTo>
                  <a:pt x="442237" y="92346"/>
                </a:lnTo>
                <a:lnTo>
                  <a:pt x="442111" y="91865"/>
                </a:lnTo>
                <a:lnTo>
                  <a:pt x="441992" y="91381"/>
                </a:lnTo>
                <a:lnTo>
                  <a:pt x="441880" y="90894"/>
                </a:lnTo>
                <a:lnTo>
                  <a:pt x="441774" y="90404"/>
                </a:lnTo>
                <a:lnTo>
                  <a:pt x="441676" y="89911"/>
                </a:lnTo>
                <a:lnTo>
                  <a:pt x="441583" y="89415"/>
                </a:lnTo>
                <a:lnTo>
                  <a:pt x="441498" y="88917"/>
                </a:lnTo>
                <a:lnTo>
                  <a:pt x="441419" y="88415"/>
                </a:lnTo>
                <a:lnTo>
                  <a:pt x="441347" y="87911"/>
                </a:lnTo>
                <a:lnTo>
                  <a:pt x="441282" y="87404"/>
                </a:lnTo>
                <a:lnTo>
                  <a:pt x="441223" y="86894"/>
                </a:lnTo>
                <a:lnTo>
                  <a:pt x="441171" y="86381"/>
                </a:lnTo>
                <a:lnTo>
                  <a:pt x="441126" y="85865"/>
                </a:lnTo>
                <a:lnTo>
                  <a:pt x="441088" y="85346"/>
                </a:lnTo>
                <a:lnTo>
                  <a:pt x="441056" y="84825"/>
                </a:lnTo>
                <a:lnTo>
                  <a:pt x="441031" y="84300"/>
                </a:lnTo>
                <a:lnTo>
                  <a:pt x="441013" y="83773"/>
                </a:lnTo>
                <a:lnTo>
                  <a:pt x="502584" y="83773"/>
                </a:lnTo>
                <a:lnTo>
                  <a:pt x="502599" y="83688"/>
                </a:lnTo>
                <a:lnTo>
                  <a:pt x="502613" y="83600"/>
                </a:lnTo>
                <a:lnTo>
                  <a:pt x="502628" y="83510"/>
                </a:lnTo>
                <a:lnTo>
                  <a:pt x="502641" y="83416"/>
                </a:lnTo>
                <a:lnTo>
                  <a:pt x="502655" y="83319"/>
                </a:lnTo>
                <a:lnTo>
                  <a:pt x="502668" y="83219"/>
                </a:lnTo>
                <a:lnTo>
                  <a:pt x="502681" y="83116"/>
                </a:lnTo>
                <a:lnTo>
                  <a:pt x="502694" y="83011"/>
                </a:lnTo>
                <a:lnTo>
                  <a:pt x="502706" y="82902"/>
                </a:lnTo>
                <a:lnTo>
                  <a:pt x="502718" y="82790"/>
                </a:lnTo>
                <a:lnTo>
                  <a:pt x="502730" y="82675"/>
                </a:lnTo>
                <a:lnTo>
                  <a:pt x="502741" y="82557"/>
                </a:lnTo>
                <a:lnTo>
                  <a:pt x="502752" y="82437"/>
                </a:lnTo>
                <a:lnTo>
                  <a:pt x="502763" y="82313"/>
                </a:lnTo>
                <a:lnTo>
                  <a:pt x="502774" y="82186"/>
                </a:lnTo>
                <a:lnTo>
                  <a:pt x="502784" y="82056"/>
                </a:lnTo>
                <a:lnTo>
                  <a:pt x="502794" y="81924"/>
                </a:lnTo>
                <a:lnTo>
                  <a:pt x="502803" y="81788"/>
                </a:lnTo>
                <a:lnTo>
                  <a:pt x="502812" y="81649"/>
                </a:lnTo>
                <a:lnTo>
                  <a:pt x="502821" y="81508"/>
                </a:lnTo>
                <a:lnTo>
                  <a:pt x="502830" y="81363"/>
                </a:lnTo>
                <a:lnTo>
                  <a:pt x="502838" y="81215"/>
                </a:lnTo>
                <a:lnTo>
                  <a:pt x="502846" y="81064"/>
                </a:lnTo>
                <a:lnTo>
                  <a:pt x="502854" y="80911"/>
                </a:lnTo>
                <a:lnTo>
                  <a:pt x="502861" y="80757"/>
                </a:lnTo>
                <a:lnTo>
                  <a:pt x="502868" y="80606"/>
                </a:lnTo>
                <a:lnTo>
                  <a:pt x="502875" y="80457"/>
                </a:lnTo>
                <a:lnTo>
                  <a:pt x="502881" y="80311"/>
                </a:lnTo>
                <a:lnTo>
                  <a:pt x="502887" y="80168"/>
                </a:lnTo>
                <a:lnTo>
                  <a:pt x="502893" y="80028"/>
                </a:lnTo>
                <a:lnTo>
                  <a:pt x="502898" y="79890"/>
                </a:lnTo>
                <a:lnTo>
                  <a:pt x="502904" y="79755"/>
                </a:lnTo>
                <a:lnTo>
                  <a:pt x="502908" y="79623"/>
                </a:lnTo>
                <a:lnTo>
                  <a:pt x="502913" y="79493"/>
                </a:lnTo>
                <a:lnTo>
                  <a:pt x="502917" y="79366"/>
                </a:lnTo>
                <a:lnTo>
                  <a:pt x="502921" y="79242"/>
                </a:lnTo>
                <a:lnTo>
                  <a:pt x="502925" y="79120"/>
                </a:lnTo>
                <a:lnTo>
                  <a:pt x="502928" y="79001"/>
                </a:lnTo>
                <a:lnTo>
                  <a:pt x="502931" y="78885"/>
                </a:lnTo>
                <a:lnTo>
                  <a:pt x="502934" y="78771"/>
                </a:lnTo>
                <a:lnTo>
                  <a:pt x="502936" y="78660"/>
                </a:lnTo>
                <a:lnTo>
                  <a:pt x="502938" y="78552"/>
                </a:lnTo>
                <a:lnTo>
                  <a:pt x="502940" y="78446"/>
                </a:lnTo>
                <a:lnTo>
                  <a:pt x="502941" y="78343"/>
                </a:lnTo>
                <a:lnTo>
                  <a:pt x="502942" y="78243"/>
                </a:lnTo>
                <a:lnTo>
                  <a:pt x="502943" y="78146"/>
                </a:lnTo>
                <a:lnTo>
                  <a:pt x="502943" y="78051"/>
                </a:lnTo>
                <a:lnTo>
                  <a:pt x="502944" y="77959"/>
                </a:lnTo>
                <a:lnTo>
                  <a:pt x="502924" y="76189"/>
                </a:lnTo>
                <a:lnTo>
                  <a:pt x="502865" y="74453"/>
                </a:lnTo>
                <a:lnTo>
                  <a:pt x="502766" y="72752"/>
                </a:lnTo>
                <a:lnTo>
                  <a:pt x="502628" y="71085"/>
                </a:lnTo>
                <a:lnTo>
                  <a:pt x="502450" y="69452"/>
                </a:lnTo>
                <a:lnTo>
                  <a:pt x="502233" y="67853"/>
                </a:lnTo>
                <a:lnTo>
                  <a:pt x="501976" y="66289"/>
                </a:lnTo>
                <a:lnTo>
                  <a:pt x="501680" y="64759"/>
                </a:lnTo>
                <a:lnTo>
                  <a:pt x="501345" y="63263"/>
                </a:lnTo>
                <a:lnTo>
                  <a:pt x="500970" y="61801"/>
                </a:lnTo>
                <a:lnTo>
                  <a:pt x="500555" y="60373"/>
                </a:lnTo>
                <a:lnTo>
                  <a:pt x="500101" y="58980"/>
                </a:lnTo>
                <a:lnTo>
                  <a:pt x="499607" y="57621"/>
                </a:lnTo>
                <a:lnTo>
                  <a:pt x="499074" y="56296"/>
                </a:lnTo>
                <a:lnTo>
                  <a:pt x="498502" y="55006"/>
                </a:lnTo>
                <a:lnTo>
                  <a:pt x="497890" y="53749"/>
                </a:lnTo>
                <a:lnTo>
                  <a:pt x="497239" y="52527"/>
                </a:lnTo>
                <a:lnTo>
                  <a:pt x="496548" y="51340"/>
                </a:lnTo>
                <a:lnTo>
                  <a:pt x="495817" y="50186"/>
                </a:lnTo>
                <a:lnTo>
                  <a:pt x="495047" y="49067"/>
                </a:lnTo>
                <a:lnTo>
                  <a:pt x="494238" y="47981"/>
                </a:lnTo>
                <a:lnTo>
                  <a:pt x="493389" y="46930"/>
                </a:lnTo>
                <a:lnTo>
                  <a:pt x="492501" y="45914"/>
                </a:lnTo>
                <a:lnTo>
                  <a:pt x="491573" y="44931"/>
                </a:lnTo>
                <a:lnTo>
                  <a:pt x="490611" y="43986"/>
                </a:lnTo>
                <a:lnTo>
                  <a:pt x="489621" y="43081"/>
                </a:lnTo>
                <a:lnTo>
                  <a:pt x="488602" y="42216"/>
                </a:lnTo>
                <a:lnTo>
                  <a:pt x="487554" y="41392"/>
                </a:lnTo>
                <a:lnTo>
                  <a:pt x="486478" y="40607"/>
                </a:lnTo>
                <a:lnTo>
                  <a:pt x="485374" y="39863"/>
                </a:lnTo>
                <a:lnTo>
                  <a:pt x="484241" y="39160"/>
                </a:lnTo>
                <a:lnTo>
                  <a:pt x="483079" y="38496"/>
                </a:lnTo>
                <a:lnTo>
                  <a:pt x="481889" y="37872"/>
                </a:lnTo>
                <a:lnTo>
                  <a:pt x="480670" y="37289"/>
                </a:lnTo>
                <a:lnTo>
                  <a:pt x="479422" y="36746"/>
                </a:lnTo>
                <a:lnTo>
                  <a:pt x="478146" y="36243"/>
                </a:lnTo>
                <a:lnTo>
                  <a:pt x="476842" y="35781"/>
                </a:lnTo>
                <a:lnTo>
                  <a:pt x="475509" y="35359"/>
                </a:lnTo>
                <a:lnTo>
                  <a:pt x="474147" y="34976"/>
                </a:lnTo>
                <a:lnTo>
                  <a:pt x="472757" y="34635"/>
                </a:lnTo>
                <a:lnTo>
                  <a:pt x="471338" y="34333"/>
                </a:lnTo>
                <a:lnTo>
                  <a:pt x="469891" y="34071"/>
                </a:lnTo>
                <a:lnTo>
                  <a:pt x="468415" y="33850"/>
                </a:lnTo>
                <a:lnTo>
                  <a:pt x="466911" y="33669"/>
                </a:lnTo>
                <a:lnTo>
                  <a:pt x="465378" y="33528"/>
                </a:lnTo>
                <a:lnTo>
                  <a:pt x="463816" y="33428"/>
                </a:lnTo>
                <a:lnTo>
                  <a:pt x="462226" y="33368"/>
                </a:lnTo>
                <a:lnTo>
                  <a:pt x="460608" y="33347"/>
                </a:lnTo>
                <a:lnTo>
                  <a:pt x="459439" y="33357"/>
                </a:lnTo>
                <a:lnTo>
                  <a:pt x="458287" y="33386"/>
                </a:lnTo>
                <a:lnTo>
                  <a:pt x="457149" y="33433"/>
                </a:lnTo>
                <a:lnTo>
                  <a:pt x="456027" y="33500"/>
                </a:lnTo>
                <a:lnTo>
                  <a:pt x="454921" y="33586"/>
                </a:lnTo>
                <a:lnTo>
                  <a:pt x="453830" y="33691"/>
                </a:lnTo>
                <a:lnTo>
                  <a:pt x="452754" y="33816"/>
                </a:lnTo>
                <a:lnTo>
                  <a:pt x="451694" y="33959"/>
                </a:lnTo>
                <a:lnTo>
                  <a:pt x="450649" y="34121"/>
                </a:lnTo>
                <a:lnTo>
                  <a:pt x="449620" y="34303"/>
                </a:lnTo>
                <a:lnTo>
                  <a:pt x="448606" y="34503"/>
                </a:lnTo>
                <a:lnTo>
                  <a:pt x="447608" y="34723"/>
                </a:lnTo>
                <a:lnTo>
                  <a:pt x="446625" y="34962"/>
                </a:lnTo>
                <a:lnTo>
                  <a:pt x="445658" y="35220"/>
                </a:lnTo>
                <a:lnTo>
                  <a:pt x="444706" y="35497"/>
                </a:lnTo>
                <a:lnTo>
                  <a:pt x="443769" y="35793"/>
                </a:lnTo>
                <a:lnTo>
                  <a:pt x="442848" y="36108"/>
                </a:lnTo>
                <a:lnTo>
                  <a:pt x="441942" y="36443"/>
                </a:lnTo>
                <a:lnTo>
                  <a:pt x="441052" y="36796"/>
                </a:lnTo>
                <a:lnTo>
                  <a:pt x="440177" y="37169"/>
                </a:lnTo>
                <a:lnTo>
                  <a:pt x="439318" y="37560"/>
                </a:lnTo>
                <a:lnTo>
                  <a:pt x="438474" y="37971"/>
                </a:lnTo>
                <a:lnTo>
                  <a:pt x="437646" y="38401"/>
                </a:lnTo>
                <a:lnTo>
                  <a:pt x="436833" y="38850"/>
                </a:lnTo>
                <a:lnTo>
                  <a:pt x="436036" y="39317"/>
                </a:lnTo>
                <a:lnTo>
                  <a:pt x="435255" y="39800"/>
                </a:lnTo>
                <a:lnTo>
                  <a:pt x="434490" y="40299"/>
                </a:lnTo>
                <a:lnTo>
                  <a:pt x="433742" y="40814"/>
                </a:lnTo>
                <a:lnTo>
                  <a:pt x="433010" y="41346"/>
                </a:lnTo>
                <a:lnTo>
                  <a:pt x="432294" y="41894"/>
                </a:lnTo>
                <a:lnTo>
                  <a:pt x="431594" y="42459"/>
                </a:lnTo>
                <a:lnTo>
                  <a:pt x="430911" y="43039"/>
                </a:lnTo>
                <a:lnTo>
                  <a:pt x="430243" y="43636"/>
                </a:lnTo>
                <a:lnTo>
                  <a:pt x="429592" y="44249"/>
                </a:lnTo>
                <a:lnTo>
                  <a:pt x="428957" y="44878"/>
                </a:lnTo>
                <a:lnTo>
                  <a:pt x="428339" y="45524"/>
                </a:lnTo>
                <a:lnTo>
                  <a:pt x="427736" y="46186"/>
                </a:lnTo>
                <a:lnTo>
                  <a:pt x="427150" y="46864"/>
                </a:lnTo>
                <a:lnTo>
                  <a:pt x="426580" y="47559"/>
                </a:lnTo>
                <a:lnTo>
                  <a:pt x="426027" y="48269"/>
                </a:lnTo>
                <a:lnTo>
                  <a:pt x="425489" y="48996"/>
                </a:lnTo>
                <a:lnTo>
                  <a:pt x="424968" y="49740"/>
                </a:lnTo>
                <a:lnTo>
                  <a:pt x="424463" y="50499"/>
                </a:lnTo>
                <a:lnTo>
                  <a:pt x="423974" y="51275"/>
                </a:lnTo>
                <a:lnTo>
                  <a:pt x="423502" y="52067"/>
                </a:lnTo>
                <a:lnTo>
                  <a:pt x="423046" y="52875"/>
                </a:lnTo>
                <a:lnTo>
                  <a:pt x="422606" y="53700"/>
                </a:lnTo>
                <a:lnTo>
                  <a:pt x="422182" y="54541"/>
                </a:lnTo>
                <a:lnTo>
                  <a:pt x="421775" y="55396"/>
                </a:lnTo>
                <a:lnTo>
                  <a:pt x="421385" y="56265"/>
                </a:lnTo>
                <a:lnTo>
                  <a:pt x="421012" y="57148"/>
                </a:lnTo>
                <a:lnTo>
                  <a:pt x="420657" y="58044"/>
                </a:lnTo>
                <a:lnTo>
                  <a:pt x="420320" y="58954"/>
                </a:lnTo>
                <a:lnTo>
                  <a:pt x="419999" y="59878"/>
                </a:lnTo>
                <a:lnTo>
                  <a:pt x="419696" y="60815"/>
                </a:lnTo>
                <a:lnTo>
                  <a:pt x="419410" y="61765"/>
                </a:lnTo>
                <a:lnTo>
                  <a:pt x="419142" y="62730"/>
                </a:lnTo>
                <a:lnTo>
                  <a:pt x="418891" y="63708"/>
                </a:lnTo>
                <a:lnTo>
                  <a:pt x="418657" y="64699"/>
                </a:lnTo>
                <a:lnTo>
                  <a:pt x="418440" y="65704"/>
                </a:lnTo>
                <a:lnTo>
                  <a:pt x="418241" y="66723"/>
                </a:lnTo>
                <a:lnTo>
                  <a:pt x="418059" y="67755"/>
                </a:lnTo>
                <a:lnTo>
                  <a:pt x="417895" y="68800"/>
                </a:lnTo>
                <a:lnTo>
                  <a:pt x="417747" y="69860"/>
                </a:lnTo>
                <a:lnTo>
                  <a:pt x="417617" y="70933"/>
                </a:lnTo>
                <a:lnTo>
                  <a:pt x="417505" y="72019"/>
                </a:lnTo>
                <a:lnTo>
                  <a:pt x="417410" y="73119"/>
                </a:lnTo>
                <a:lnTo>
                  <a:pt x="417332" y="74233"/>
                </a:lnTo>
                <a:lnTo>
                  <a:pt x="417271" y="75360"/>
                </a:lnTo>
                <a:lnTo>
                  <a:pt x="417228" y="76501"/>
                </a:lnTo>
                <a:lnTo>
                  <a:pt x="417202" y="77656"/>
                </a:lnTo>
                <a:lnTo>
                  <a:pt x="417193" y="78824"/>
                </a:lnTo>
                <a:lnTo>
                  <a:pt x="417202" y="80029"/>
                </a:lnTo>
                <a:lnTo>
                  <a:pt x="417229" y="81220"/>
                </a:lnTo>
                <a:lnTo>
                  <a:pt x="417273" y="82397"/>
                </a:lnTo>
                <a:lnTo>
                  <a:pt x="417335" y="83559"/>
                </a:lnTo>
                <a:lnTo>
                  <a:pt x="417415" y="84706"/>
                </a:lnTo>
                <a:lnTo>
                  <a:pt x="417513" y="85839"/>
                </a:lnTo>
                <a:lnTo>
                  <a:pt x="417629" y="86957"/>
                </a:lnTo>
                <a:lnTo>
                  <a:pt x="417762" y="88061"/>
                </a:lnTo>
                <a:lnTo>
                  <a:pt x="417914" y="89150"/>
                </a:lnTo>
                <a:lnTo>
                  <a:pt x="418083" y="90225"/>
                </a:lnTo>
                <a:lnTo>
                  <a:pt x="418269" y="91285"/>
                </a:lnTo>
                <a:lnTo>
                  <a:pt x="418474" y="92331"/>
                </a:lnTo>
                <a:lnTo>
                  <a:pt x="418696" y="93362"/>
                </a:lnTo>
                <a:lnTo>
                  <a:pt x="418936" y="94379"/>
                </a:lnTo>
                <a:lnTo>
                  <a:pt x="419194" y="95381"/>
                </a:lnTo>
                <a:lnTo>
                  <a:pt x="419470" y="96369"/>
                </a:lnTo>
                <a:lnTo>
                  <a:pt x="419764" y="97342"/>
                </a:lnTo>
                <a:lnTo>
                  <a:pt x="420075" y="98301"/>
                </a:lnTo>
                <a:lnTo>
                  <a:pt x="420404" y="99245"/>
                </a:lnTo>
                <a:lnTo>
                  <a:pt x="420751" y="100174"/>
                </a:lnTo>
                <a:lnTo>
                  <a:pt x="421116" y="101089"/>
                </a:lnTo>
                <a:lnTo>
                  <a:pt x="421498" y="101990"/>
                </a:lnTo>
                <a:lnTo>
                  <a:pt x="421898" y="102876"/>
                </a:lnTo>
                <a:lnTo>
                  <a:pt x="422317" y="103747"/>
                </a:lnTo>
                <a:lnTo>
                  <a:pt x="422752" y="104603"/>
                </a:lnTo>
                <a:lnTo>
                  <a:pt x="423204" y="105441"/>
                </a:lnTo>
                <a:lnTo>
                  <a:pt x="423673" y="106263"/>
                </a:lnTo>
                <a:lnTo>
                  <a:pt x="424159" y="107068"/>
                </a:lnTo>
                <a:lnTo>
                  <a:pt x="424662" y="107856"/>
                </a:lnTo>
                <a:lnTo>
                  <a:pt x="425182" y="108627"/>
                </a:lnTo>
                <a:lnTo>
                  <a:pt x="425718" y="109381"/>
                </a:lnTo>
                <a:lnTo>
                  <a:pt x="426271" y="110118"/>
                </a:lnTo>
                <a:lnTo>
                  <a:pt x="426842" y="110839"/>
                </a:lnTo>
                <a:lnTo>
                  <a:pt x="427429" y="111542"/>
                </a:lnTo>
                <a:lnTo>
                  <a:pt x="428033" y="112229"/>
                </a:lnTo>
                <a:lnTo>
                  <a:pt x="428653" y="112899"/>
                </a:lnTo>
                <a:lnTo>
                  <a:pt x="429291" y="113551"/>
                </a:lnTo>
                <a:lnTo>
                  <a:pt x="429946" y="114187"/>
                </a:lnTo>
                <a:lnTo>
                  <a:pt x="430617" y="114806"/>
                </a:lnTo>
                <a:lnTo>
                  <a:pt x="431305" y="115409"/>
                </a:lnTo>
                <a:lnTo>
                  <a:pt x="432010" y="115994"/>
                </a:lnTo>
                <a:lnTo>
                  <a:pt x="432732" y="116562"/>
                </a:lnTo>
                <a:lnTo>
                  <a:pt x="433471" y="117114"/>
                </a:lnTo>
                <a:lnTo>
                  <a:pt x="434226" y="117648"/>
                </a:lnTo>
                <a:lnTo>
                  <a:pt x="434999" y="118166"/>
                </a:lnTo>
                <a:lnTo>
                  <a:pt x="435788" y="118667"/>
                </a:lnTo>
                <a:lnTo>
                  <a:pt x="436594" y="119151"/>
                </a:lnTo>
                <a:lnTo>
                  <a:pt x="437417" y="119618"/>
                </a:lnTo>
                <a:lnTo>
                  <a:pt x="438257" y="120067"/>
                </a:lnTo>
                <a:lnTo>
                  <a:pt x="439113" y="120496"/>
                </a:lnTo>
                <a:lnTo>
                  <a:pt x="439985" y="120907"/>
                </a:lnTo>
                <a:lnTo>
                  <a:pt x="440873" y="121299"/>
                </a:lnTo>
                <a:lnTo>
                  <a:pt x="441777" y="121671"/>
                </a:lnTo>
                <a:lnTo>
                  <a:pt x="442698" y="122025"/>
                </a:lnTo>
                <a:lnTo>
                  <a:pt x="443635" y="122359"/>
                </a:lnTo>
                <a:lnTo>
                  <a:pt x="444588" y="122675"/>
                </a:lnTo>
                <a:lnTo>
                  <a:pt x="445557" y="122971"/>
                </a:lnTo>
                <a:lnTo>
                  <a:pt x="446543" y="123248"/>
                </a:lnTo>
                <a:lnTo>
                  <a:pt x="447545" y="123506"/>
                </a:lnTo>
                <a:lnTo>
                  <a:pt x="448563" y="123745"/>
                </a:lnTo>
                <a:lnTo>
                  <a:pt x="449597" y="123964"/>
                </a:lnTo>
                <a:lnTo>
                  <a:pt x="450648" y="124165"/>
                </a:lnTo>
                <a:lnTo>
                  <a:pt x="451715" y="124346"/>
                </a:lnTo>
                <a:lnTo>
                  <a:pt x="452798" y="124509"/>
                </a:lnTo>
                <a:lnTo>
                  <a:pt x="453897" y="124652"/>
                </a:lnTo>
                <a:lnTo>
                  <a:pt x="455012" y="124776"/>
                </a:lnTo>
                <a:lnTo>
                  <a:pt x="456144" y="124881"/>
                </a:lnTo>
                <a:lnTo>
                  <a:pt x="457292" y="124967"/>
                </a:lnTo>
                <a:lnTo>
                  <a:pt x="458456" y="125034"/>
                </a:lnTo>
                <a:lnTo>
                  <a:pt x="459636" y="125082"/>
                </a:lnTo>
                <a:lnTo>
                  <a:pt x="460833" y="125111"/>
                </a:lnTo>
                <a:lnTo>
                  <a:pt x="462046" y="125120"/>
                </a:lnTo>
                <a:lnTo>
                  <a:pt x="463037" y="125114"/>
                </a:lnTo>
                <a:lnTo>
                  <a:pt x="464017" y="125096"/>
                </a:lnTo>
                <a:lnTo>
                  <a:pt x="464987" y="125067"/>
                </a:lnTo>
                <a:lnTo>
                  <a:pt x="465947" y="125025"/>
                </a:lnTo>
                <a:lnTo>
                  <a:pt x="466896" y="124972"/>
                </a:lnTo>
                <a:close/>
                <a:moveTo>
                  <a:pt x="441712" y="65043"/>
                </a:moveTo>
                <a:lnTo>
                  <a:pt x="441847" y="64363"/>
                </a:lnTo>
                <a:lnTo>
                  <a:pt x="441998" y="63698"/>
                </a:lnTo>
                <a:lnTo>
                  <a:pt x="442166" y="63047"/>
                </a:lnTo>
                <a:lnTo>
                  <a:pt x="442350" y="62412"/>
                </a:lnTo>
                <a:lnTo>
                  <a:pt x="442551" y="61792"/>
                </a:lnTo>
                <a:lnTo>
                  <a:pt x="442768" y="61187"/>
                </a:lnTo>
                <a:lnTo>
                  <a:pt x="443001" y="60597"/>
                </a:lnTo>
                <a:lnTo>
                  <a:pt x="443251" y="60023"/>
                </a:lnTo>
                <a:lnTo>
                  <a:pt x="443517" y="59463"/>
                </a:lnTo>
                <a:lnTo>
                  <a:pt x="443800" y="58919"/>
                </a:lnTo>
                <a:lnTo>
                  <a:pt x="444099" y="58389"/>
                </a:lnTo>
                <a:lnTo>
                  <a:pt x="444414" y="57875"/>
                </a:lnTo>
                <a:lnTo>
                  <a:pt x="444746" y="57376"/>
                </a:lnTo>
                <a:lnTo>
                  <a:pt x="445094" y="56892"/>
                </a:lnTo>
                <a:lnTo>
                  <a:pt x="445458" y="56423"/>
                </a:lnTo>
                <a:lnTo>
                  <a:pt x="445839" y="55969"/>
                </a:lnTo>
                <a:lnTo>
                  <a:pt x="446236" y="55530"/>
                </a:lnTo>
                <a:lnTo>
                  <a:pt x="446650" y="55106"/>
                </a:lnTo>
                <a:lnTo>
                  <a:pt x="447080" y="54698"/>
                </a:lnTo>
                <a:lnTo>
                  <a:pt x="447523" y="54305"/>
                </a:lnTo>
                <a:lnTo>
                  <a:pt x="447977" y="53929"/>
                </a:lnTo>
                <a:lnTo>
                  <a:pt x="448442" y="53570"/>
                </a:lnTo>
                <a:lnTo>
                  <a:pt x="448916" y="53228"/>
                </a:lnTo>
                <a:lnTo>
                  <a:pt x="449402" y="52902"/>
                </a:lnTo>
                <a:lnTo>
                  <a:pt x="449897" y="52593"/>
                </a:lnTo>
                <a:lnTo>
                  <a:pt x="450403" y="52300"/>
                </a:lnTo>
                <a:lnTo>
                  <a:pt x="450920" y="52025"/>
                </a:lnTo>
                <a:lnTo>
                  <a:pt x="451447" y="51766"/>
                </a:lnTo>
                <a:lnTo>
                  <a:pt x="451985" y="51524"/>
                </a:lnTo>
                <a:lnTo>
                  <a:pt x="452533" y="51298"/>
                </a:lnTo>
                <a:lnTo>
                  <a:pt x="453091" y="51089"/>
                </a:lnTo>
                <a:lnTo>
                  <a:pt x="453660" y="50897"/>
                </a:lnTo>
                <a:lnTo>
                  <a:pt x="454239" y="50722"/>
                </a:lnTo>
                <a:lnTo>
                  <a:pt x="454829" y="50563"/>
                </a:lnTo>
                <a:lnTo>
                  <a:pt x="455429" y="50421"/>
                </a:lnTo>
                <a:lnTo>
                  <a:pt x="456040" y="50296"/>
                </a:lnTo>
                <a:lnTo>
                  <a:pt x="456661" y="50187"/>
                </a:lnTo>
                <a:lnTo>
                  <a:pt x="457293" y="50095"/>
                </a:lnTo>
                <a:lnTo>
                  <a:pt x="457935" y="50020"/>
                </a:lnTo>
                <a:lnTo>
                  <a:pt x="458587" y="49961"/>
                </a:lnTo>
                <a:lnTo>
                  <a:pt x="459250" y="49920"/>
                </a:lnTo>
                <a:lnTo>
                  <a:pt x="459924" y="49895"/>
                </a:lnTo>
                <a:lnTo>
                  <a:pt x="460608" y="49886"/>
                </a:lnTo>
                <a:lnTo>
                  <a:pt x="461277" y="49894"/>
                </a:lnTo>
                <a:lnTo>
                  <a:pt x="461936" y="49919"/>
                </a:lnTo>
                <a:lnTo>
                  <a:pt x="462584" y="49959"/>
                </a:lnTo>
                <a:lnTo>
                  <a:pt x="463223" y="50016"/>
                </a:lnTo>
                <a:lnTo>
                  <a:pt x="463852" y="50089"/>
                </a:lnTo>
                <a:lnTo>
                  <a:pt x="464470" y="50178"/>
                </a:lnTo>
                <a:lnTo>
                  <a:pt x="465078" y="50284"/>
                </a:lnTo>
                <a:lnTo>
                  <a:pt x="465676" y="50406"/>
                </a:lnTo>
                <a:lnTo>
                  <a:pt x="466264" y="50544"/>
                </a:lnTo>
                <a:lnTo>
                  <a:pt x="466842" y="50698"/>
                </a:lnTo>
                <a:lnTo>
                  <a:pt x="467409" y="50868"/>
                </a:lnTo>
                <a:lnTo>
                  <a:pt x="467967" y="51055"/>
                </a:lnTo>
                <a:lnTo>
                  <a:pt x="468514" y="51258"/>
                </a:lnTo>
                <a:lnTo>
                  <a:pt x="469052" y="51477"/>
                </a:lnTo>
                <a:lnTo>
                  <a:pt x="469579" y="51712"/>
                </a:lnTo>
                <a:lnTo>
                  <a:pt x="470096" y="51964"/>
                </a:lnTo>
                <a:lnTo>
                  <a:pt x="470602" y="52231"/>
                </a:lnTo>
                <a:lnTo>
                  <a:pt x="471099" y="52515"/>
                </a:lnTo>
                <a:lnTo>
                  <a:pt x="471585" y="52816"/>
                </a:lnTo>
                <a:lnTo>
                  <a:pt x="472062" y="53132"/>
                </a:lnTo>
                <a:lnTo>
                  <a:pt x="472528" y="53465"/>
                </a:lnTo>
                <a:lnTo>
                  <a:pt x="472984" y="53814"/>
                </a:lnTo>
                <a:lnTo>
                  <a:pt x="473430" y="54179"/>
                </a:lnTo>
                <a:lnTo>
                  <a:pt x="473866" y="54560"/>
                </a:lnTo>
                <a:lnTo>
                  <a:pt x="474288" y="54958"/>
                </a:lnTo>
                <a:lnTo>
                  <a:pt x="474693" y="55372"/>
                </a:lnTo>
                <a:lnTo>
                  <a:pt x="475081" y="55803"/>
                </a:lnTo>
                <a:lnTo>
                  <a:pt x="475452" y="56251"/>
                </a:lnTo>
                <a:lnTo>
                  <a:pt x="475807" y="56715"/>
                </a:lnTo>
                <a:lnTo>
                  <a:pt x="476144" y="57195"/>
                </a:lnTo>
                <a:lnTo>
                  <a:pt x="476464" y="57692"/>
                </a:lnTo>
                <a:lnTo>
                  <a:pt x="476767" y="58206"/>
                </a:lnTo>
                <a:lnTo>
                  <a:pt x="477053" y="58736"/>
                </a:lnTo>
                <a:lnTo>
                  <a:pt x="477322" y="59282"/>
                </a:lnTo>
                <a:lnTo>
                  <a:pt x="477574" y="59846"/>
                </a:lnTo>
                <a:lnTo>
                  <a:pt x="477809" y="60425"/>
                </a:lnTo>
                <a:lnTo>
                  <a:pt x="478027" y="61022"/>
                </a:lnTo>
                <a:lnTo>
                  <a:pt x="478229" y="61634"/>
                </a:lnTo>
                <a:lnTo>
                  <a:pt x="478413" y="62264"/>
                </a:lnTo>
                <a:lnTo>
                  <a:pt x="478580" y="62910"/>
                </a:lnTo>
                <a:lnTo>
                  <a:pt x="478730" y="63572"/>
                </a:lnTo>
                <a:lnTo>
                  <a:pt x="478863" y="64251"/>
                </a:lnTo>
                <a:lnTo>
                  <a:pt x="478979" y="64947"/>
                </a:lnTo>
                <a:lnTo>
                  <a:pt x="479078" y="65659"/>
                </a:lnTo>
                <a:lnTo>
                  <a:pt x="479160" y="66387"/>
                </a:lnTo>
                <a:lnTo>
                  <a:pt x="479225" y="67132"/>
                </a:lnTo>
                <a:lnTo>
                  <a:pt x="479273" y="67894"/>
                </a:lnTo>
                <a:lnTo>
                  <a:pt x="479304" y="68672"/>
                </a:lnTo>
                <a:lnTo>
                  <a:pt x="441282" y="68672"/>
                </a:lnTo>
                <a:lnTo>
                  <a:pt x="441335" y="67916"/>
                </a:lnTo>
                <a:lnTo>
                  <a:pt x="441405" y="67175"/>
                </a:lnTo>
                <a:lnTo>
                  <a:pt x="441491" y="66450"/>
                </a:lnTo>
                <a:lnTo>
                  <a:pt x="441593" y="65739"/>
                </a:lnTo>
                <a:lnTo>
                  <a:pt x="441712" y="65043"/>
                </a:lnTo>
                <a:close/>
                <a:moveTo>
                  <a:pt x="1061490" y="124972"/>
                </a:moveTo>
                <a:lnTo>
                  <a:pt x="1062429" y="124907"/>
                </a:lnTo>
                <a:lnTo>
                  <a:pt x="1063357" y="124830"/>
                </a:lnTo>
                <a:lnTo>
                  <a:pt x="1064275" y="124741"/>
                </a:lnTo>
                <a:lnTo>
                  <a:pt x="1065182" y="124640"/>
                </a:lnTo>
                <a:lnTo>
                  <a:pt x="1066079" y="124527"/>
                </a:lnTo>
                <a:lnTo>
                  <a:pt x="1066966" y="124403"/>
                </a:lnTo>
                <a:lnTo>
                  <a:pt x="1067842" y="124266"/>
                </a:lnTo>
                <a:lnTo>
                  <a:pt x="1068707" y="124118"/>
                </a:lnTo>
                <a:lnTo>
                  <a:pt x="1069562" y="123958"/>
                </a:lnTo>
                <a:lnTo>
                  <a:pt x="1070407" y="123786"/>
                </a:lnTo>
                <a:lnTo>
                  <a:pt x="1071241" y="123602"/>
                </a:lnTo>
                <a:lnTo>
                  <a:pt x="1072065" y="123406"/>
                </a:lnTo>
                <a:lnTo>
                  <a:pt x="1072878" y="123199"/>
                </a:lnTo>
                <a:lnTo>
                  <a:pt x="1073681" y="122980"/>
                </a:lnTo>
                <a:lnTo>
                  <a:pt x="1074473" y="122748"/>
                </a:lnTo>
                <a:lnTo>
                  <a:pt x="1075255" y="122505"/>
                </a:lnTo>
                <a:lnTo>
                  <a:pt x="1076027" y="122250"/>
                </a:lnTo>
                <a:lnTo>
                  <a:pt x="1076788" y="121983"/>
                </a:lnTo>
                <a:lnTo>
                  <a:pt x="1077538" y="121705"/>
                </a:lnTo>
                <a:lnTo>
                  <a:pt x="1078277" y="121414"/>
                </a:lnTo>
                <a:lnTo>
                  <a:pt x="1079003" y="121111"/>
                </a:lnTo>
                <a:lnTo>
                  <a:pt x="1079715" y="120796"/>
                </a:lnTo>
                <a:lnTo>
                  <a:pt x="1080415" y="120469"/>
                </a:lnTo>
                <a:lnTo>
                  <a:pt x="1081101" y="120129"/>
                </a:lnTo>
                <a:lnTo>
                  <a:pt x="1081774" y="119778"/>
                </a:lnTo>
                <a:lnTo>
                  <a:pt x="1082434" y="119414"/>
                </a:lnTo>
                <a:lnTo>
                  <a:pt x="1083081" y="119038"/>
                </a:lnTo>
                <a:lnTo>
                  <a:pt x="1083715" y="118650"/>
                </a:lnTo>
                <a:lnTo>
                  <a:pt x="1084336" y="118250"/>
                </a:lnTo>
                <a:lnTo>
                  <a:pt x="1084943" y="117837"/>
                </a:lnTo>
                <a:lnTo>
                  <a:pt x="1085538" y="117413"/>
                </a:lnTo>
                <a:lnTo>
                  <a:pt x="1086119" y="116976"/>
                </a:lnTo>
                <a:lnTo>
                  <a:pt x="1086688" y="116527"/>
                </a:lnTo>
                <a:lnTo>
                  <a:pt x="1087243" y="116066"/>
                </a:lnTo>
                <a:lnTo>
                  <a:pt x="1087785" y="115592"/>
                </a:lnTo>
                <a:lnTo>
                  <a:pt x="1088314" y="115107"/>
                </a:lnTo>
                <a:lnTo>
                  <a:pt x="1088830" y="114609"/>
                </a:lnTo>
                <a:lnTo>
                  <a:pt x="1089333" y="114099"/>
                </a:lnTo>
                <a:lnTo>
                  <a:pt x="1089822" y="113577"/>
                </a:lnTo>
                <a:lnTo>
                  <a:pt x="1090299" y="113043"/>
                </a:lnTo>
                <a:lnTo>
                  <a:pt x="1090763" y="112497"/>
                </a:lnTo>
                <a:lnTo>
                  <a:pt x="1091213" y="111938"/>
                </a:lnTo>
                <a:lnTo>
                  <a:pt x="1091650" y="111368"/>
                </a:lnTo>
                <a:lnTo>
                  <a:pt x="1092073" y="110785"/>
                </a:lnTo>
                <a:lnTo>
                  <a:pt x="1092479" y="110190"/>
                </a:lnTo>
                <a:lnTo>
                  <a:pt x="1092869" y="109583"/>
                </a:lnTo>
                <a:lnTo>
                  <a:pt x="1093242" y="108965"/>
                </a:lnTo>
                <a:lnTo>
                  <a:pt x="1093599" y="108334"/>
                </a:lnTo>
                <a:lnTo>
                  <a:pt x="1093939" y="107691"/>
                </a:lnTo>
                <a:lnTo>
                  <a:pt x="1094264" y="107036"/>
                </a:lnTo>
                <a:lnTo>
                  <a:pt x="1094571" y="106369"/>
                </a:lnTo>
                <a:lnTo>
                  <a:pt x="1094863" y="105690"/>
                </a:lnTo>
                <a:lnTo>
                  <a:pt x="1095138" y="104999"/>
                </a:lnTo>
                <a:lnTo>
                  <a:pt x="1095397" y="104296"/>
                </a:lnTo>
                <a:lnTo>
                  <a:pt x="1095639" y="103581"/>
                </a:lnTo>
                <a:lnTo>
                  <a:pt x="1095865" y="102855"/>
                </a:lnTo>
                <a:lnTo>
                  <a:pt x="1096074" y="102116"/>
                </a:lnTo>
                <a:lnTo>
                  <a:pt x="1096267" y="101365"/>
                </a:lnTo>
                <a:lnTo>
                  <a:pt x="1096444" y="100602"/>
                </a:lnTo>
                <a:lnTo>
                  <a:pt x="1096604" y="99826"/>
                </a:lnTo>
                <a:lnTo>
                  <a:pt x="1096748" y="99039"/>
                </a:lnTo>
                <a:lnTo>
                  <a:pt x="1096876" y="98240"/>
                </a:lnTo>
                <a:lnTo>
                  <a:pt x="1096987" y="97429"/>
                </a:lnTo>
                <a:lnTo>
                  <a:pt x="1097082" y="96606"/>
                </a:lnTo>
                <a:lnTo>
                  <a:pt x="1097160" y="95771"/>
                </a:lnTo>
                <a:lnTo>
                  <a:pt x="1097222" y="94924"/>
                </a:lnTo>
                <a:lnTo>
                  <a:pt x="1097268" y="94065"/>
                </a:lnTo>
                <a:lnTo>
                  <a:pt x="1073808" y="94065"/>
                </a:lnTo>
                <a:lnTo>
                  <a:pt x="1073792" y="94630"/>
                </a:lnTo>
                <a:lnTo>
                  <a:pt x="1073761" y="95184"/>
                </a:lnTo>
                <a:lnTo>
                  <a:pt x="1073714" y="95725"/>
                </a:lnTo>
                <a:lnTo>
                  <a:pt x="1073651" y="96256"/>
                </a:lnTo>
                <a:lnTo>
                  <a:pt x="1073572" y="96774"/>
                </a:lnTo>
                <a:lnTo>
                  <a:pt x="1073476" y="97280"/>
                </a:lnTo>
                <a:lnTo>
                  <a:pt x="1073366" y="97775"/>
                </a:lnTo>
                <a:lnTo>
                  <a:pt x="1073239" y="98258"/>
                </a:lnTo>
                <a:lnTo>
                  <a:pt x="1073096" y="98730"/>
                </a:lnTo>
                <a:lnTo>
                  <a:pt x="1072937" y="99189"/>
                </a:lnTo>
                <a:lnTo>
                  <a:pt x="1072763" y="99637"/>
                </a:lnTo>
                <a:lnTo>
                  <a:pt x="1072572" y="100073"/>
                </a:lnTo>
                <a:lnTo>
                  <a:pt x="1072366" y="100497"/>
                </a:lnTo>
                <a:lnTo>
                  <a:pt x="1072143" y="100910"/>
                </a:lnTo>
                <a:lnTo>
                  <a:pt x="1071905" y="101311"/>
                </a:lnTo>
                <a:lnTo>
                  <a:pt x="1071651" y="101700"/>
                </a:lnTo>
                <a:lnTo>
                  <a:pt x="1071381" y="102078"/>
                </a:lnTo>
                <a:lnTo>
                  <a:pt x="1071095" y="102443"/>
                </a:lnTo>
                <a:lnTo>
                  <a:pt x="1070793" y="102797"/>
                </a:lnTo>
                <a:lnTo>
                  <a:pt x="1070475" y="103139"/>
                </a:lnTo>
                <a:lnTo>
                  <a:pt x="1070141" y="103470"/>
                </a:lnTo>
                <a:lnTo>
                  <a:pt x="1069791" y="103788"/>
                </a:lnTo>
                <a:lnTo>
                  <a:pt x="1069426" y="104095"/>
                </a:lnTo>
                <a:lnTo>
                  <a:pt x="1069044" y="104390"/>
                </a:lnTo>
                <a:lnTo>
                  <a:pt x="1068649" y="104674"/>
                </a:lnTo>
                <a:lnTo>
                  <a:pt x="1068244" y="104945"/>
                </a:lnTo>
                <a:lnTo>
                  <a:pt x="1067828" y="105204"/>
                </a:lnTo>
                <a:lnTo>
                  <a:pt x="1067401" y="105451"/>
                </a:lnTo>
                <a:lnTo>
                  <a:pt x="1066964" y="105686"/>
                </a:lnTo>
                <a:lnTo>
                  <a:pt x="1066516" y="105909"/>
                </a:lnTo>
                <a:lnTo>
                  <a:pt x="1066058" y="106120"/>
                </a:lnTo>
                <a:lnTo>
                  <a:pt x="1065588" y="106319"/>
                </a:lnTo>
                <a:lnTo>
                  <a:pt x="1065109" y="106506"/>
                </a:lnTo>
                <a:lnTo>
                  <a:pt x="1064618" y="106681"/>
                </a:lnTo>
                <a:lnTo>
                  <a:pt x="1064118" y="106844"/>
                </a:lnTo>
                <a:lnTo>
                  <a:pt x="1063606" y="106994"/>
                </a:lnTo>
                <a:lnTo>
                  <a:pt x="1063084" y="107133"/>
                </a:lnTo>
                <a:lnTo>
                  <a:pt x="1062551" y="107260"/>
                </a:lnTo>
                <a:lnTo>
                  <a:pt x="1062008" y="107374"/>
                </a:lnTo>
                <a:lnTo>
                  <a:pt x="1061454" y="107476"/>
                </a:lnTo>
                <a:lnTo>
                  <a:pt x="1060889" y="107567"/>
                </a:lnTo>
                <a:lnTo>
                  <a:pt x="1060314" y="107645"/>
                </a:lnTo>
                <a:lnTo>
                  <a:pt x="1059728" y="107712"/>
                </a:lnTo>
                <a:lnTo>
                  <a:pt x="1059132" y="107766"/>
                </a:lnTo>
                <a:lnTo>
                  <a:pt x="1058525" y="107808"/>
                </a:lnTo>
                <a:lnTo>
                  <a:pt x="1057907" y="107838"/>
                </a:lnTo>
                <a:lnTo>
                  <a:pt x="1057279" y="107856"/>
                </a:lnTo>
                <a:lnTo>
                  <a:pt x="1056640" y="107862"/>
                </a:lnTo>
                <a:lnTo>
                  <a:pt x="1056023" y="107856"/>
                </a:lnTo>
                <a:lnTo>
                  <a:pt x="1055416" y="107839"/>
                </a:lnTo>
                <a:lnTo>
                  <a:pt x="1054820" y="107810"/>
                </a:lnTo>
                <a:lnTo>
                  <a:pt x="1054233" y="107769"/>
                </a:lnTo>
                <a:lnTo>
                  <a:pt x="1053656" y="107717"/>
                </a:lnTo>
                <a:lnTo>
                  <a:pt x="1053089" y="107653"/>
                </a:lnTo>
                <a:lnTo>
                  <a:pt x="1052533" y="107577"/>
                </a:lnTo>
                <a:lnTo>
                  <a:pt x="1051986" y="107490"/>
                </a:lnTo>
                <a:lnTo>
                  <a:pt x="1051449" y="107391"/>
                </a:lnTo>
                <a:lnTo>
                  <a:pt x="1050922" y="107280"/>
                </a:lnTo>
                <a:lnTo>
                  <a:pt x="1050405" y="107158"/>
                </a:lnTo>
                <a:lnTo>
                  <a:pt x="1049898" y="107024"/>
                </a:lnTo>
                <a:lnTo>
                  <a:pt x="1049402" y="106878"/>
                </a:lnTo>
                <a:lnTo>
                  <a:pt x="1048915" y="106721"/>
                </a:lnTo>
                <a:lnTo>
                  <a:pt x="1048438" y="106552"/>
                </a:lnTo>
                <a:lnTo>
                  <a:pt x="1047971" y="106372"/>
                </a:lnTo>
                <a:lnTo>
                  <a:pt x="1047514" y="106180"/>
                </a:lnTo>
                <a:lnTo>
                  <a:pt x="1047067" y="105976"/>
                </a:lnTo>
                <a:lnTo>
                  <a:pt x="1046630" y="105760"/>
                </a:lnTo>
                <a:lnTo>
                  <a:pt x="1046203" y="105533"/>
                </a:lnTo>
                <a:lnTo>
                  <a:pt x="1045786" y="105294"/>
                </a:lnTo>
                <a:lnTo>
                  <a:pt x="1045379" y="105044"/>
                </a:lnTo>
                <a:lnTo>
                  <a:pt x="1044982" y="104782"/>
                </a:lnTo>
                <a:lnTo>
                  <a:pt x="1044595" y="104508"/>
                </a:lnTo>
                <a:lnTo>
                  <a:pt x="1044218" y="104225"/>
                </a:lnTo>
                <a:lnTo>
                  <a:pt x="1043848" y="103934"/>
                </a:lnTo>
                <a:lnTo>
                  <a:pt x="1043488" y="103635"/>
                </a:lnTo>
                <a:lnTo>
                  <a:pt x="1043136" y="103330"/>
                </a:lnTo>
                <a:lnTo>
                  <a:pt x="1042792" y="103016"/>
                </a:lnTo>
                <a:lnTo>
                  <a:pt x="1042458" y="102695"/>
                </a:lnTo>
                <a:lnTo>
                  <a:pt x="1042131" y="102367"/>
                </a:lnTo>
                <a:lnTo>
                  <a:pt x="1041814" y="102031"/>
                </a:lnTo>
                <a:lnTo>
                  <a:pt x="1041505" y="101687"/>
                </a:lnTo>
                <a:lnTo>
                  <a:pt x="1041204" y="101336"/>
                </a:lnTo>
                <a:lnTo>
                  <a:pt x="1040912" y="100978"/>
                </a:lnTo>
                <a:lnTo>
                  <a:pt x="1040629" y="100612"/>
                </a:lnTo>
                <a:lnTo>
                  <a:pt x="1040354" y="100238"/>
                </a:lnTo>
                <a:lnTo>
                  <a:pt x="1040088" y="99857"/>
                </a:lnTo>
                <a:lnTo>
                  <a:pt x="1039831" y="99469"/>
                </a:lnTo>
                <a:lnTo>
                  <a:pt x="1039582" y="99073"/>
                </a:lnTo>
                <a:lnTo>
                  <a:pt x="1039341" y="98669"/>
                </a:lnTo>
                <a:lnTo>
                  <a:pt x="1039109" y="98258"/>
                </a:lnTo>
                <a:lnTo>
                  <a:pt x="1038886" y="97840"/>
                </a:lnTo>
                <a:lnTo>
                  <a:pt x="1038672" y="97414"/>
                </a:lnTo>
                <a:lnTo>
                  <a:pt x="1038466" y="96980"/>
                </a:lnTo>
                <a:lnTo>
                  <a:pt x="1038268" y="96539"/>
                </a:lnTo>
                <a:lnTo>
                  <a:pt x="1038079" y="96091"/>
                </a:lnTo>
                <a:lnTo>
                  <a:pt x="1037899" y="95635"/>
                </a:lnTo>
                <a:lnTo>
                  <a:pt x="1037726" y="95174"/>
                </a:lnTo>
                <a:lnTo>
                  <a:pt x="1037560" y="94710"/>
                </a:lnTo>
                <a:lnTo>
                  <a:pt x="1037401" y="94243"/>
                </a:lnTo>
                <a:lnTo>
                  <a:pt x="1037248" y="93773"/>
                </a:lnTo>
                <a:lnTo>
                  <a:pt x="1037103" y="93300"/>
                </a:lnTo>
                <a:lnTo>
                  <a:pt x="1036963" y="92825"/>
                </a:lnTo>
                <a:lnTo>
                  <a:pt x="1036831" y="92346"/>
                </a:lnTo>
                <a:lnTo>
                  <a:pt x="1036705" y="91865"/>
                </a:lnTo>
                <a:lnTo>
                  <a:pt x="1036586" y="91381"/>
                </a:lnTo>
                <a:lnTo>
                  <a:pt x="1036474" y="90894"/>
                </a:lnTo>
                <a:lnTo>
                  <a:pt x="1036368" y="90404"/>
                </a:lnTo>
                <a:lnTo>
                  <a:pt x="1036270" y="89911"/>
                </a:lnTo>
                <a:lnTo>
                  <a:pt x="1036177" y="89415"/>
                </a:lnTo>
                <a:lnTo>
                  <a:pt x="1036092" y="88917"/>
                </a:lnTo>
                <a:lnTo>
                  <a:pt x="1036013" y="88415"/>
                </a:lnTo>
                <a:lnTo>
                  <a:pt x="1035941" y="87911"/>
                </a:lnTo>
                <a:lnTo>
                  <a:pt x="1035876" y="87404"/>
                </a:lnTo>
                <a:lnTo>
                  <a:pt x="1035817" y="86894"/>
                </a:lnTo>
                <a:lnTo>
                  <a:pt x="1035766" y="86381"/>
                </a:lnTo>
                <a:lnTo>
                  <a:pt x="1035720" y="85865"/>
                </a:lnTo>
                <a:lnTo>
                  <a:pt x="1035682" y="85346"/>
                </a:lnTo>
                <a:lnTo>
                  <a:pt x="1035650" y="84825"/>
                </a:lnTo>
                <a:lnTo>
                  <a:pt x="1035625" y="84300"/>
                </a:lnTo>
                <a:lnTo>
                  <a:pt x="1035607" y="83773"/>
                </a:lnTo>
                <a:lnTo>
                  <a:pt x="1097178" y="83773"/>
                </a:lnTo>
                <a:lnTo>
                  <a:pt x="1097193" y="83688"/>
                </a:lnTo>
                <a:lnTo>
                  <a:pt x="1097207" y="83600"/>
                </a:lnTo>
                <a:lnTo>
                  <a:pt x="1097222" y="83510"/>
                </a:lnTo>
                <a:lnTo>
                  <a:pt x="1097236" y="83416"/>
                </a:lnTo>
                <a:lnTo>
                  <a:pt x="1097249" y="83319"/>
                </a:lnTo>
                <a:lnTo>
                  <a:pt x="1097262" y="83219"/>
                </a:lnTo>
                <a:lnTo>
                  <a:pt x="1097275" y="83116"/>
                </a:lnTo>
                <a:lnTo>
                  <a:pt x="1097288" y="83011"/>
                </a:lnTo>
                <a:lnTo>
                  <a:pt x="1097300" y="82902"/>
                </a:lnTo>
                <a:lnTo>
                  <a:pt x="1097312" y="82790"/>
                </a:lnTo>
                <a:lnTo>
                  <a:pt x="1097324" y="82675"/>
                </a:lnTo>
                <a:lnTo>
                  <a:pt x="1097335" y="82557"/>
                </a:lnTo>
                <a:lnTo>
                  <a:pt x="1097346" y="82437"/>
                </a:lnTo>
                <a:lnTo>
                  <a:pt x="1097357" y="82313"/>
                </a:lnTo>
                <a:lnTo>
                  <a:pt x="1097368" y="82186"/>
                </a:lnTo>
                <a:lnTo>
                  <a:pt x="1097378" y="82056"/>
                </a:lnTo>
                <a:lnTo>
                  <a:pt x="1097388" y="81924"/>
                </a:lnTo>
                <a:lnTo>
                  <a:pt x="1097397" y="81788"/>
                </a:lnTo>
                <a:lnTo>
                  <a:pt x="1097406" y="81649"/>
                </a:lnTo>
                <a:lnTo>
                  <a:pt x="1097415" y="81508"/>
                </a:lnTo>
                <a:lnTo>
                  <a:pt x="1097424" y="81363"/>
                </a:lnTo>
                <a:lnTo>
                  <a:pt x="1097432" y="81215"/>
                </a:lnTo>
                <a:lnTo>
                  <a:pt x="1097440" y="81064"/>
                </a:lnTo>
                <a:lnTo>
                  <a:pt x="1097448" y="80911"/>
                </a:lnTo>
                <a:lnTo>
                  <a:pt x="1097455" y="80757"/>
                </a:lnTo>
                <a:lnTo>
                  <a:pt x="1097462" y="80606"/>
                </a:lnTo>
                <a:lnTo>
                  <a:pt x="1097469" y="80457"/>
                </a:lnTo>
                <a:lnTo>
                  <a:pt x="1097475" y="80311"/>
                </a:lnTo>
                <a:lnTo>
                  <a:pt x="1097481" y="80168"/>
                </a:lnTo>
                <a:lnTo>
                  <a:pt x="1097487" y="80028"/>
                </a:lnTo>
                <a:lnTo>
                  <a:pt x="1097493" y="79890"/>
                </a:lnTo>
                <a:lnTo>
                  <a:pt x="1097498" y="79755"/>
                </a:lnTo>
                <a:lnTo>
                  <a:pt x="1097503" y="79623"/>
                </a:lnTo>
                <a:lnTo>
                  <a:pt x="1097507" y="79493"/>
                </a:lnTo>
                <a:lnTo>
                  <a:pt x="1097511" y="79366"/>
                </a:lnTo>
                <a:lnTo>
                  <a:pt x="1097515" y="79242"/>
                </a:lnTo>
                <a:lnTo>
                  <a:pt x="1097519" y="79120"/>
                </a:lnTo>
                <a:lnTo>
                  <a:pt x="1097522" y="79001"/>
                </a:lnTo>
                <a:lnTo>
                  <a:pt x="1097525" y="78885"/>
                </a:lnTo>
                <a:lnTo>
                  <a:pt x="1097528" y="78771"/>
                </a:lnTo>
                <a:lnTo>
                  <a:pt x="1097530" y="78660"/>
                </a:lnTo>
                <a:lnTo>
                  <a:pt x="1097532" y="78552"/>
                </a:lnTo>
                <a:lnTo>
                  <a:pt x="1097534" y="78446"/>
                </a:lnTo>
                <a:lnTo>
                  <a:pt x="1097535" y="78343"/>
                </a:lnTo>
                <a:lnTo>
                  <a:pt x="1097536" y="78243"/>
                </a:lnTo>
                <a:lnTo>
                  <a:pt x="1097537" y="78146"/>
                </a:lnTo>
                <a:lnTo>
                  <a:pt x="1097537" y="78051"/>
                </a:lnTo>
                <a:lnTo>
                  <a:pt x="1097538" y="77959"/>
                </a:lnTo>
                <a:lnTo>
                  <a:pt x="1097518" y="76189"/>
                </a:lnTo>
                <a:lnTo>
                  <a:pt x="1097459" y="74453"/>
                </a:lnTo>
                <a:lnTo>
                  <a:pt x="1097360" y="72752"/>
                </a:lnTo>
                <a:lnTo>
                  <a:pt x="1097222" y="71085"/>
                </a:lnTo>
                <a:lnTo>
                  <a:pt x="1097044" y="69452"/>
                </a:lnTo>
                <a:lnTo>
                  <a:pt x="1096827" y="67853"/>
                </a:lnTo>
                <a:lnTo>
                  <a:pt x="1096570" y="66289"/>
                </a:lnTo>
                <a:lnTo>
                  <a:pt x="1096274" y="64759"/>
                </a:lnTo>
                <a:lnTo>
                  <a:pt x="1095939" y="63263"/>
                </a:lnTo>
                <a:lnTo>
                  <a:pt x="1095564" y="61801"/>
                </a:lnTo>
                <a:lnTo>
                  <a:pt x="1095149" y="60373"/>
                </a:lnTo>
                <a:lnTo>
                  <a:pt x="1094695" y="58980"/>
                </a:lnTo>
                <a:lnTo>
                  <a:pt x="1094202" y="57621"/>
                </a:lnTo>
                <a:lnTo>
                  <a:pt x="1093669" y="56296"/>
                </a:lnTo>
                <a:lnTo>
                  <a:pt x="1093096" y="55006"/>
                </a:lnTo>
                <a:lnTo>
                  <a:pt x="1092484" y="53749"/>
                </a:lnTo>
                <a:lnTo>
                  <a:pt x="1091833" y="52527"/>
                </a:lnTo>
                <a:lnTo>
                  <a:pt x="1091142" y="51340"/>
                </a:lnTo>
                <a:lnTo>
                  <a:pt x="1090411" y="50186"/>
                </a:lnTo>
                <a:lnTo>
                  <a:pt x="1089641" y="49067"/>
                </a:lnTo>
                <a:lnTo>
                  <a:pt x="1088832" y="47981"/>
                </a:lnTo>
                <a:lnTo>
                  <a:pt x="1087983" y="46930"/>
                </a:lnTo>
                <a:lnTo>
                  <a:pt x="1087095" y="45914"/>
                </a:lnTo>
                <a:lnTo>
                  <a:pt x="1086167" y="44931"/>
                </a:lnTo>
                <a:lnTo>
                  <a:pt x="1085205" y="43986"/>
                </a:lnTo>
                <a:lnTo>
                  <a:pt x="1084215" y="43081"/>
                </a:lnTo>
                <a:lnTo>
                  <a:pt x="1083196" y="42216"/>
                </a:lnTo>
                <a:lnTo>
                  <a:pt x="1082149" y="41392"/>
                </a:lnTo>
                <a:lnTo>
                  <a:pt x="1081072" y="40607"/>
                </a:lnTo>
                <a:lnTo>
                  <a:pt x="1079968" y="39863"/>
                </a:lnTo>
                <a:lnTo>
                  <a:pt x="1078835" y="39160"/>
                </a:lnTo>
                <a:lnTo>
                  <a:pt x="1077673" y="38496"/>
                </a:lnTo>
                <a:lnTo>
                  <a:pt x="1076483" y="37872"/>
                </a:lnTo>
                <a:lnTo>
                  <a:pt x="1075264" y="37289"/>
                </a:lnTo>
                <a:lnTo>
                  <a:pt x="1074017" y="36746"/>
                </a:lnTo>
                <a:lnTo>
                  <a:pt x="1072741" y="36243"/>
                </a:lnTo>
                <a:lnTo>
                  <a:pt x="1071436" y="35781"/>
                </a:lnTo>
                <a:lnTo>
                  <a:pt x="1070103" y="35359"/>
                </a:lnTo>
                <a:lnTo>
                  <a:pt x="1068741" y="34976"/>
                </a:lnTo>
                <a:lnTo>
                  <a:pt x="1067351" y="34635"/>
                </a:lnTo>
                <a:lnTo>
                  <a:pt x="1065932" y="34333"/>
                </a:lnTo>
                <a:lnTo>
                  <a:pt x="1064485" y="34071"/>
                </a:lnTo>
                <a:lnTo>
                  <a:pt x="1063009" y="33850"/>
                </a:lnTo>
                <a:lnTo>
                  <a:pt x="1061505" y="33669"/>
                </a:lnTo>
                <a:lnTo>
                  <a:pt x="1059972" y="33528"/>
                </a:lnTo>
                <a:lnTo>
                  <a:pt x="1058410" y="33428"/>
                </a:lnTo>
                <a:lnTo>
                  <a:pt x="1056820" y="33368"/>
                </a:lnTo>
                <a:lnTo>
                  <a:pt x="1055202" y="33347"/>
                </a:lnTo>
                <a:lnTo>
                  <a:pt x="1054033" y="33357"/>
                </a:lnTo>
                <a:lnTo>
                  <a:pt x="1052881" y="33386"/>
                </a:lnTo>
                <a:lnTo>
                  <a:pt x="1051743" y="33433"/>
                </a:lnTo>
                <a:lnTo>
                  <a:pt x="1050621" y="33500"/>
                </a:lnTo>
                <a:lnTo>
                  <a:pt x="1049515" y="33586"/>
                </a:lnTo>
                <a:lnTo>
                  <a:pt x="1048424" y="33691"/>
                </a:lnTo>
                <a:lnTo>
                  <a:pt x="1047348" y="33816"/>
                </a:lnTo>
                <a:lnTo>
                  <a:pt x="1046288" y="33959"/>
                </a:lnTo>
                <a:lnTo>
                  <a:pt x="1045243" y="34121"/>
                </a:lnTo>
                <a:lnTo>
                  <a:pt x="1044214" y="34303"/>
                </a:lnTo>
                <a:lnTo>
                  <a:pt x="1043200" y="34503"/>
                </a:lnTo>
                <a:lnTo>
                  <a:pt x="1042202" y="34723"/>
                </a:lnTo>
                <a:lnTo>
                  <a:pt x="1041219" y="34962"/>
                </a:lnTo>
                <a:lnTo>
                  <a:pt x="1040252" y="35220"/>
                </a:lnTo>
                <a:lnTo>
                  <a:pt x="1039300" y="35497"/>
                </a:lnTo>
                <a:lnTo>
                  <a:pt x="1038363" y="35793"/>
                </a:lnTo>
                <a:lnTo>
                  <a:pt x="1037442" y="36108"/>
                </a:lnTo>
                <a:lnTo>
                  <a:pt x="1036536" y="36443"/>
                </a:lnTo>
                <a:lnTo>
                  <a:pt x="1035646" y="36796"/>
                </a:lnTo>
                <a:lnTo>
                  <a:pt x="1034772" y="37169"/>
                </a:lnTo>
                <a:lnTo>
                  <a:pt x="1033912" y="37560"/>
                </a:lnTo>
                <a:lnTo>
                  <a:pt x="1033068" y="37971"/>
                </a:lnTo>
                <a:lnTo>
                  <a:pt x="1032240" y="38401"/>
                </a:lnTo>
                <a:lnTo>
                  <a:pt x="1031427" y="38850"/>
                </a:lnTo>
                <a:lnTo>
                  <a:pt x="1030630" y="39317"/>
                </a:lnTo>
                <a:lnTo>
                  <a:pt x="1029849" y="39800"/>
                </a:lnTo>
                <a:lnTo>
                  <a:pt x="1029084" y="40299"/>
                </a:lnTo>
                <a:lnTo>
                  <a:pt x="1028336" y="40814"/>
                </a:lnTo>
                <a:lnTo>
                  <a:pt x="1027604" y="41346"/>
                </a:lnTo>
                <a:lnTo>
                  <a:pt x="1026888" y="41894"/>
                </a:lnTo>
                <a:lnTo>
                  <a:pt x="1026188" y="42459"/>
                </a:lnTo>
                <a:lnTo>
                  <a:pt x="1025505" y="43039"/>
                </a:lnTo>
                <a:lnTo>
                  <a:pt x="1024837" y="43636"/>
                </a:lnTo>
                <a:lnTo>
                  <a:pt x="1024186" y="44249"/>
                </a:lnTo>
                <a:lnTo>
                  <a:pt x="1023552" y="44878"/>
                </a:lnTo>
                <a:lnTo>
                  <a:pt x="1022933" y="45524"/>
                </a:lnTo>
                <a:lnTo>
                  <a:pt x="1022331" y="46186"/>
                </a:lnTo>
                <a:lnTo>
                  <a:pt x="1021744" y="46864"/>
                </a:lnTo>
                <a:lnTo>
                  <a:pt x="1021175" y="47559"/>
                </a:lnTo>
                <a:lnTo>
                  <a:pt x="1020621" y="48269"/>
                </a:lnTo>
                <a:lnTo>
                  <a:pt x="1020083" y="48996"/>
                </a:lnTo>
                <a:lnTo>
                  <a:pt x="1019562" y="49740"/>
                </a:lnTo>
                <a:lnTo>
                  <a:pt x="1019057" y="50499"/>
                </a:lnTo>
                <a:lnTo>
                  <a:pt x="1018568" y="51275"/>
                </a:lnTo>
                <a:lnTo>
                  <a:pt x="1018096" y="52067"/>
                </a:lnTo>
                <a:lnTo>
                  <a:pt x="1017640" y="52875"/>
                </a:lnTo>
                <a:lnTo>
                  <a:pt x="1017200" y="53700"/>
                </a:lnTo>
                <a:lnTo>
                  <a:pt x="1016776" y="54541"/>
                </a:lnTo>
                <a:lnTo>
                  <a:pt x="1016369" y="55396"/>
                </a:lnTo>
                <a:lnTo>
                  <a:pt x="1015979" y="56265"/>
                </a:lnTo>
                <a:lnTo>
                  <a:pt x="1015607" y="57148"/>
                </a:lnTo>
                <a:lnTo>
                  <a:pt x="1015251" y="58044"/>
                </a:lnTo>
                <a:lnTo>
                  <a:pt x="1014914" y="58954"/>
                </a:lnTo>
                <a:lnTo>
                  <a:pt x="1014593" y="59878"/>
                </a:lnTo>
                <a:lnTo>
                  <a:pt x="1014290" y="60815"/>
                </a:lnTo>
                <a:lnTo>
                  <a:pt x="1014004" y="61765"/>
                </a:lnTo>
                <a:lnTo>
                  <a:pt x="1013736" y="62730"/>
                </a:lnTo>
                <a:lnTo>
                  <a:pt x="1013485" y="63708"/>
                </a:lnTo>
                <a:lnTo>
                  <a:pt x="1013251" y="64699"/>
                </a:lnTo>
                <a:lnTo>
                  <a:pt x="1013034" y="65704"/>
                </a:lnTo>
                <a:lnTo>
                  <a:pt x="1012835" y="66723"/>
                </a:lnTo>
                <a:lnTo>
                  <a:pt x="1012653" y="67755"/>
                </a:lnTo>
                <a:lnTo>
                  <a:pt x="1012489" y="68800"/>
                </a:lnTo>
                <a:lnTo>
                  <a:pt x="1012341" y="69860"/>
                </a:lnTo>
                <a:lnTo>
                  <a:pt x="1012212" y="70933"/>
                </a:lnTo>
                <a:lnTo>
                  <a:pt x="1012099" y="72019"/>
                </a:lnTo>
                <a:lnTo>
                  <a:pt x="1012004" y="73119"/>
                </a:lnTo>
                <a:lnTo>
                  <a:pt x="1011926" y="74233"/>
                </a:lnTo>
                <a:lnTo>
                  <a:pt x="1011865" y="75360"/>
                </a:lnTo>
                <a:lnTo>
                  <a:pt x="1011822" y="76501"/>
                </a:lnTo>
                <a:lnTo>
                  <a:pt x="1011796" y="77656"/>
                </a:lnTo>
                <a:lnTo>
                  <a:pt x="1011787" y="78824"/>
                </a:lnTo>
                <a:lnTo>
                  <a:pt x="1011796" y="80029"/>
                </a:lnTo>
                <a:lnTo>
                  <a:pt x="1011823" y="81220"/>
                </a:lnTo>
                <a:lnTo>
                  <a:pt x="1011867" y="82397"/>
                </a:lnTo>
                <a:lnTo>
                  <a:pt x="1011929" y="83559"/>
                </a:lnTo>
                <a:lnTo>
                  <a:pt x="1012010" y="84706"/>
                </a:lnTo>
                <a:lnTo>
                  <a:pt x="1012107" y="85839"/>
                </a:lnTo>
                <a:lnTo>
                  <a:pt x="1012223" y="86957"/>
                </a:lnTo>
                <a:lnTo>
                  <a:pt x="1012356" y="88061"/>
                </a:lnTo>
                <a:lnTo>
                  <a:pt x="1012508" y="89150"/>
                </a:lnTo>
                <a:lnTo>
                  <a:pt x="1012677" y="90225"/>
                </a:lnTo>
                <a:lnTo>
                  <a:pt x="1012863" y="91285"/>
                </a:lnTo>
                <a:lnTo>
                  <a:pt x="1013068" y="92331"/>
                </a:lnTo>
                <a:lnTo>
                  <a:pt x="1013290" y="93362"/>
                </a:lnTo>
                <a:lnTo>
                  <a:pt x="1013531" y="94379"/>
                </a:lnTo>
                <a:lnTo>
                  <a:pt x="1013789" y="95381"/>
                </a:lnTo>
                <a:lnTo>
                  <a:pt x="1014064" y="96369"/>
                </a:lnTo>
                <a:lnTo>
                  <a:pt x="1014358" y="97342"/>
                </a:lnTo>
                <a:lnTo>
                  <a:pt x="1014669" y="98301"/>
                </a:lnTo>
                <a:lnTo>
                  <a:pt x="1014998" y="99245"/>
                </a:lnTo>
                <a:lnTo>
                  <a:pt x="1015345" y="100174"/>
                </a:lnTo>
                <a:lnTo>
                  <a:pt x="1015710" y="101089"/>
                </a:lnTo>
                <a:lnTo>
                  <a:pt x="1016092" y="101990"/>
                </a:lnTo>
                <a:lnTo>
                  <a:pt x="1016493" y="102876"/>
                </a:lnTo>
                <a:lnTo>
                  <a:pt x="1016911" y="103747"/>
                </a:lnTo>
                <a:lnTo>
                  <a:pt x="1017346" y="104603"/>
                </a:lnTo>
                <a:lnTo>
                  <a:pt x="1017798" y="105441"/>
                </a:lnTo>
                <a:lnTo>
                  <a:pt x="1018267" y="106263"/>
                </a:lnTo>
                <a:lnTo>
                  <a:pt x="1018753" y="107068"/>
                </a:lnTo>
                <a:lnTo>
                  <a:pt x="1019256" y="107856"/>
                </a:lnTo>
                <a:lnTo>
                  <a:pt x="1019776" y="108627"/>
                </a:lnTo>
                <a:lnTo>
                  <a:pt x="1020312" y="109381"/>
                </a:lnTo>
                <a:lnTo>
                  <a:pt x="1020866" y="110118"/>
                </a:lnTo>
                <a:lnTo>
                  <a:pt x="1021436" y="110839"/>
                </a:lnTo>
                <a:lnTo>
                  <a:pt x="1022023" y="111542"/>
                </a:lnTo>
                <a:lnTo>
                  <a:pt x="1022627" y="112229"/>
                </a:lnTo>
                <a:lnTo>
                  <a:pt x="1023248" y="112899"/>
                </a:lnTo>
                <a:lnTo>
                  <a:pt x="1023885" y="113551"/>
                </a:lnTo>
                <a:lnTo>
                  <a:pt x="1024540" y="114187"/>
                </a:lnTo>
                <a:lnTo>
                  <a:pt x="1025211" y="114806"/>
                </a:lnTo>
                <a:lnTo>
                  <a:pt x="1025899" y="115409"/>
                </a:lnTo>
                <a:lnTo>
                  <a:pt x="1026604" y="115994"/>
                </a:lnTo>
                <a:lnTo>
                  <a:pt x="1027326" y="116562"/>
                </a:lnTo>
                <a:lnTo>
                  <a:pt x="1028065" y="117114"/>
                </a:lnTo>
                <a:lnTo>
                  <a:pt x="1028820" y="117648"/>
                </a:lnTo>
                <a:lnTo>
                  <a:pt x="1029593" y="118166"/>
                </a:lnTo>
                <a:lnTo>
                  <a:pt x="1030382" y="118667"/>
                </a:lnTo>
                <a:lnTo>
                  <a:pt x="1031188" y="119151"/>
                </a:lnTo>
                <a:lnTo>
                  <a:pt x="1032011" y="119618"/>
                </a:lnTo>
                <a:lnTo>
                  <a:pt x="1032851" y="120067"/>
                </a:lnTo>
                <a:lnTo>
                  <a:pt x="1033707" y="120496"/>
                </a:lnTo>
                <a:lnTo>
                  <a:pt x="1034579" y="120907"/>
                </a:lnTo>
                <a:lnTo>
                  <a:pt x="1035467" y="121299"/>
                </a:lnTo>
                <a:lnTo>
                  <a:pt x="1036371" y="121671"/>
                </a:lnTo>
                <a:lnTo>
                  <a:pt x="1037292" y="122025"/>
                </a:lnTo>
                <a:lnTo>
                  <a:pt x="1038229" y="122359"/>
                </a:lnTo>
                <a:lnTo>
                  <a:pt x="1039182" y="122675"/>
                </a:lnTo>
                <a:lnTo>
                  <a:pt x="1040152" y="122971"/>
                </a:lnTo>
                <a:lnTo>
                  <a:pt x="1041137" y="123248"/>
                </a:lnTo>
                <a:lnTo>
                  <a:pt x="1042139" y="123506"/>
                </a:lnTo>
                <a:lnTo>
                  <a:pt x="1043157" y="123745"/>
                </a:lnTo>
                <a:lnTo>
                  <a:pt x="1044191" y="123964"/>
                </a:lnTo>
                <a:lnTo>
                  <a:pt x="1045242" y="124165"/>
                </a:lnTo>
                <a:lnTo>
                  <a:pt x="1046309" y="124346"/>
                </a:lnTo>
                <a:lnTo>
                  <a:pt x="1047392" y="124509"/>
                </a:lnTo>
                <a:lnTo>
                  <a:pt x="1048491" y="124652"/>
                </a:lnTo>
                <a:lnTo>
                  <a:pt x="1049606" y="124776"/>
                </a:lnTo>
                <a:lnTo>
                  <a:pt x="1050738" y="124881"/>
                </a:lnTo>
                <a:lnTo>
                  <a:pt x="1051886" y="124967"/>
                </a:lnTo>
                <a:lnTo>
                  <a:pt x="1053050" y="125034"/>
                </a:lnTo>
                <a:lnTo>
                  <a:pt x="1054230" y="125082"/>
                </a:lnTo>
                <a:lnTo>
                  <a:pt x="1055427" y="125111"/>
                </a:lnTo>
                <a:lnTo>
                  <a:pt x="1056640" y="125120"/>
                </a:lnTo>
                <a:lnTo>
                  <a:pt x="1057631" y="125114"/>
                </a:lnTo>
                <a:lnTo>
                  <a:pt x="1058611" y="125096"/>
                </a:lnTo>
                <a:lnTo>
                  <a:pt x="1059582" y="125067"/>
                </a:lnTo>
                <a:lnTo>
                  <a:pt x="1060541" y="125025"/>
                </a:lnTo>
                <a:lnTo>
                  <a:pt x="1061490" y="124972"/>
                </a:lnTo>
                <a:close/>
                <a:moveTo>
                  <a:pt x="1036306" y="65043"/>
                </a:moveTo>
                <a:lnTo>
                  <a:pt x="1036441" y="64363"/>
                </a:lnTo>
                <a:lnTo>
                  <a:pt x="1036592" y="63698"/>
                </a:lnTo>
                <a:lnTo>
                  <a:pt x="1036760" y="63047"/>
                </a:lnTo>
                <a:lnTo>
                  <a:pt x="1036944" y="62412"/>
                </a:lnTo>
                <a:lnTo>
                  <a:pt x="1037145" y="61792"/>
                </a:lnTo>
                <a:lnTo>
                  <a:pt x="1037362" y="61187"/>
                </a:lnTo>
                <a:lnTo>
                  <a:pt x="1037595" y="60597"/>
                </a:lnTo>
                <a:lnTo>
                  <a:pt x="1037845" y="60023"/>
                </a:lnTo>
                <a:lnTo>
                  <a:pt x="1038111" y="59463"/>
                </a:lnTo>
                <a:lnTo>
                  <a:pt x="1038394" y="58919"/>
                </a:lnTo>
                <a:lnTo>
                  <a:pt x="1038693" y="58389"/>
                </a:lnTo>
                <a:lnTo>
                  <a:pt x="1039008" y="57875"/>
                </a:lnTo>
                <a:lnTo>
                  <a:pt x="1039340" y="57376"/>
                </a:lnTo>
                <a:lnTo>
                  <a:pt x="1039688" y="56892"/>
                </a:lnTo>
                <a:lnTo>
                  <a:pt x="1040052" y="56423"/>
                </a:lnTo>
                <a:lnTo>
                  <a:pt x="1040433" y="55969"/>
                </a:lnTo>
                <a:lnTo>
                  <a:pt x="1040830" y="55530"/>
                </a:lnTo>
                <a:lnTo>
                  <a:pt x="1041244" y="55106"/>
                </a:lnTo>
                <a:lnTo>
                  <a:pt x="1041674" y="54698"/>
                </a:lnTo>
                <a:lnTo>
                  <a:pt x="1042117" y="54305"/>
                </a:lnTo>
                <a:lnTo>
                  <a:pt x="1042571" y="53929"/>
                </a:lnTo>
                <a:lnTo>
                  <a:pt x="1043036" y="53570"/>
                </a:lnTo>
                <a:lnTo>
                  <a:pt x="1043510" y="53228"/>
                </a:lnTo>
                <a:lnTo>
                  <a:pt x="1043996" y="52902"/>
                </a:lnTo>
                <a:lnTo>
                  <a:pt x="1044491" y="52593"/>
                </a:lnTo>
                <a:lnTo>
                  <a:pt x="1044997" y="52300"/>
                </a:lnTo>
                <a:lnTo>
                  <a:pt x="1045514" y="52025"/>
                </a:lnTo>
                <a:lnTo>
                  <a:pt x="1046041" y="51766"/>
                </a:lnTo>
                <a:lnTo>
                  <a:pt x="1046579" y="51524"/>
                </a:lnTo>
                <a:lnTo>
                  <a:pt x="1047127" y="51298"/>
                </a:lnTo>
                <a:lnTo>
                  <a:pt x="1047685" y="51089"/>
                </a:lnTo>
                <a:lnTo>
                  <a:pt x="1048254" y="50897"/>
                </a:lnTo>
                <a:lnTo>
                  <a:pt x="1048833" y="50722"/>
                </a:lnTo>
                <a:lnTo>
                  <a:pt x="1049423" y="50563"/>
                </a:lnTo>
                <a:lnTo>
                  <a:pt x="1050023" y="50421"/>
                </a:lnTo>
                <a:lnTo>
                  <a:pt x="1050634" y="50296"/>
                </a:lnTo>
                <a:lnTo>
                  <a:pt x="1051255" y="50187"/>
                </a:lnTo>
                <a:lnTo>
                  <a:pt x="1051887" y="50095"/>
                </a:lnTo>
                <a:lnTo>
                  <a:pt x="1052529" y="50020"/>
                </a:lnTo>
                <a:lnTo>
                  <a:pt x="1053181" y="49961"/>
                </a:lnTo>
                <a:lnTo>
                  <a:pt x="1053844" y="49920"/>
                </a:lnTo>
                <a:lnTo>
                  <a:pt x="1054518" y="49895"/>
                </a:lnTo>
                <a:lnTo>
                  <a:pt x="1055202" y="49886"/>
                </a:lnTo>
                <a:lnTo>
                  <a:pt x="1055871" y="49894"/>
                </a:lnTo>
                <a:lnTo>
                  <a:pt x="1056530" y="49919"/>
                </a:lnTo>
                <a:lnTo>
                  <a:pt x="1057178" y="49959"/>
                </a:lnTo>
                <a:lnTo>
                  <a:pt x="1057817" y="50016"/>
                </a:lnTo>
                <a:lnTo>
                  <a:pt x="1058446" y="50089"/>
                </a:lnTo>
                <a:lnTo>
                  <a:pt x="1059064" y="50178"/>
                </a:lnTo>
                <a:lnTo>
                  <a:pt x="1059672" y="50284"/>
                </a:lnTo>
                <a:lnTo>
                  <a:pt x="1060270" y="50406"/>
                </a:lnTo>
                <a:lnTo>
                  <a:pt x="1060858" y="50544"/>
                </a:lnTo>
                <a:lnTo>
                  <a:pt x="1061436" y="50698"/>
                </a:lnTo>
                <a:lnTo>
                  <a:pt x="1062004" y="50868"/>
                </a:lnTo>
                <a:lnTo>
                  <a:pt x="1062561" y="51055"/>
                </a:lnTo>
                <a:lnTo>
                  <a:pt x="1063108" y="51258"/>
                </a:lnTo>
                <a:lnTo>
                  <a:pt x="1063646" y="51477"/>
                </a:lnTo>
                <a:lnTo>
                  <a:pt x="1064173" y="51712"/>
                </a:lnTo>
                <a:lnTo>
                  <a:pt x="1064690" y="51964"/>
                </a:lnTo>
                <a:lnTo>
                  <a:pt x="1065196" y="52231"/>
                </a:lnTo>
                <a:lnTo>
                  <a:pt x="1065693" y="52515"/>
                </a:lnTo>
                <a:lnTo>
                  <a:pt x="1066179" y="52816"/>
                </a:lnTo>
                <a:lnTo>
                  <a:pt x="1066656" y="53132"/>
                </a:lnTo>
                <a:lnTo>
                  <a:pt x="1067122" y="53465"/>
                </a:lnTo>
                <a:lnTo>
                  <a:pt x="1067578" y="53814"/>
                </a:lnTo>
                <a:lnTo>
                  <a:pt x="1068024" y="54179"/>
                </a:lnTo>
                <a:lnTo>
                  <a:pt x="1068460" y="54560"/>
                </a:lnTo>
                <a:lnTo>
                  <a:pt x="1068882" y="54958"/>
                </a:lnTo>
                <a:lnTo>
                  <a:pt x="1069287" y="55372"/>
                </a:lnTo>
                <a:lnTo>
                  <a:pt x="1069675" y="55803"/>
                </a:lnTo>
                <a:lnTo>
                  <a:pt x="1070046" y="56251"/>
                </a:lnTo>
                <a:lnTo>
                  <a:pt x="1070401" y="56715"/>
                </a:lnTo>
                <a:lnTo>
                  <a:pt x="1070738" y="57195"/>
                </a:lnTo>
                <a:lnTo>
                  <a:pt x="1071058" y="57692"/>
                </a:lnTo>
                <a:lnTo>
                  <a:pt x="1071361" y="58206"/>
                </a:lnTo>
                <a:lnTo>
                  <a:pt x="1071647" y="58736"/>
                </a:lnTo>
                <a:lnTo>
                  <a:pt x="1071916" y="59282"/>
                </a:lnTo>
                <a:lnTo>
                  <a:pt x="1072168" y="59846"/>
                </a:lnTo>
                <a:lnTo>
                  <a:pt x="1072403" y="60425"/>
                </a:lnTo>
                <a:lnTo>
                  <a:pt x="1072622" y="61022"/>
                </a:lnTo>
                <a:lnTo>
                  <a:pt x="1072823" y="61634"/>
                </a:lnTo>
                <a:lnTo>
                  <a:pt x="1073007" y="62264"/>
                </a:lnTo>
                <a:lnTo>
                  <a:pt x="1073174" y="62910"/>
                </a:lnTo>
                <a:lnTo>
                  <a:pt x="1073324" y="63572"/>
                </a:lnTo>
                <a:lnTo>
                  <a:pt x="1073457" y="64251"/>
                </a:lnTo>
                <a:lnTo>
                  <a:pt x="1073573" y="64947"/>
                </a:lnTo>
                <a:lnTo>
                  <a:pt x="1073672" y="65659"/>
                </a:lnTo>
                <a:lnTo>
                  <a:pt x="1073754" y="66387"/>
                </a:lnTo>
                <a:lnTo>
                  <a:pt x="1073819" y="67132"/>
                </a:lnTo>
                <a:lnTo>
                  <a:pt x="1073867" y="67894"/>
                </a:lnTo>
                <a:lnTo>
                  <a:pt x="1073898" y="68672"/>
                </a:lnTo>
                <a:lnTo>
                  <a:pt x="1035876" y="68672"/>
                </a:lnTo>
                <a:lnTo>
                  <a:pt x="1035930" y="67916"/>
                </a:lnTo>
                <a:lnTo>
                  <a:pt x="1035999" y="67175"/>
                </a:lnTo>
                <a:lnTo>
                  <a:pt x="1036085" y="66450"/>
                </a:lnTo>
                <a:lnTo>
                  <a:pt x="1036187" y="65739"/>
                </a:lnTo>
                <a:lnTo>
                  <a:pt x="1036306" y="65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Primitive">
            <a:extLst xmlns:a="http://schemas.openxmlformats.org/drawingml/2006/main">
              <a:ext uri="{FF2B5EF4-FFF2-40B4-BE49-F238E27FC236}">
                <a16:creationId xmlns:a16="http://schemas.microsoft.com/office/drawing/2014/main" id="{E5B7648C-286D-4E87-A407-03395A53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753" y="6092793"/>
            <a:ext cx="722005" cy="125120"/>
          </a:xfrm>
          <a:custGeom xmlns:a="http://schemas.openxmlformats.org/drawingml/2006/main">
            <a:pathLst>
              <a:path w="722005" h="125120">
                <a:moveTo>
                  <a:pt x="186720" y="23138"/>
                </a:moveTo>
                <a:lnTo>
                  <a:pt x="187229" y="23098"/>
                </a:lnTo>
                <a:lnTo>
                  <a:pt x="187727" y="23046"/>
                </a:lnTo>
                <a:lnTo>
                  <a:pt x="188215" y="22983"/>
                </a:lnTo>
                <a:lnTo>
                  <a:pt x="188691" y="22907"/>
                </a:lnTo>
                <a:lnTo>
                  <a:pt x="189157" y="22821"/>
                </a:lnTo>
                <a:lnTo>
                  <a:pt x="189613" y="22723"/>
                </a:lnTo>
                <a:lnTo>
                  <a:pt x="190057" y="22613"/>
                </a:lnTo>
                <a:lnTo>
                  <a:pt x="190491" y="22492"/>
                </a:lnTo>
                <a:lnTo>
                  <a:pt x="190914" y="22359"/>
                </a:lnTo>
                <a:lnTo>
                  <a:pt x="191326" y="22215"/>
                </a:lnTo>
                <a:lnTo>
                  <a:pt x="191728" y="22059"/>
                </a:lnTo>
                <a:lnTo>
                  <a:pt x="192118" y="21891"/>
                </a:lnTo>
                <a:lnTo>
                  <a:pt x="192498" y="21712"/>
                </a:lnTo>
                <a:lnTo>
                  <a:pt x="192867" y="21522"/>
                </a:lnTo>
                <a:lnTo>
                  <a:pt x="193226" y="21320"/>
                </a:lnTo>
                <a:lnTo>
                  <a:pt x="193573" y="21106"/>
                </a:lnTo>
                <a:lnTo>
                  <a:pt x="193910" y="20881"/>
                </a:lnTo>
                <a:lnTo>
                  <a:pt x="194236" y="20644"/>
                </a:lnTo>
                <a:lnTo>
                  <a:pt x="194552" y="20396"/>
                </a:lnTo>
                <a:lnTo>
                  <a:pt x="194856" y="20136"/>
                </a:lnTo>
                <a:lnTo>
                  <a:pt x="195150" y="19865"/>
                </a:lnTo>
                <a:lnTo>
                  <a:pt x="195432" y="19585"/>
                </a:lnTo>
                <a:lnTo>
                  <a:pt x="195703" y="19299"/>
                </a:lnTo>
                <a:lnTo>
                  <a:pt x="195961" y="19008"/>
                </a:lnTo>
                <a:lnTo>
                  <a:pt x="196207" y="18711"/>
                </a:lnTo>
                <a:lnTo>
                  <a:pt x="196442" y="18409"/>
                </a:lnTo>
                <a:lnTo>
                  <a:pt x="196664" y="18101"/>
                </a:lnTo>
                <a:lnTo>
                  <a:pt x="196874" y="17787"/>
                </a:lnTo>
                <a:lnTo>
                  <a:pt x="197072" y="17468"/>
                </a:lnTo>
                <a:lnTo>
                  <a:pt x="197259" y="17143"/>
                </a:lnTo>
                <a:lnTo>
                  <a:pt x="197433" y="16812"/>
                </a:lnTo>
                <a:lnTo>
                  <a:pt x="197595" y="16476"/>
                </a:lnTo>
                <a:lnTo>
                  <a:pt x="197745" y="16134"/>
                </a:lnTo>
                <a:lnTo>
                  <a:pt x="197883" y="15787"/>
                </a:lnTo>
                <a:lnTo>
                  <a:pt x="198010" y="15434"/>
                </a:lnTo>
                <a:lnTo>
                  <a:pt x="198124" y="15075"/>
                </a:lnTo>
                <a:lnTo>
                  <a:pt x="198226" y="14711"/>
                </a:lnTo>
                <a:lnTo>
                  <a:pt x="198316" y="14341"/>
                </a:lnTo>
                <a:lnTo>
                  <a:pt x="198394" y="13966"/>
                </a:lnTo>
                <a:lnTo>
                  <a:pt x="198460" y="13585"/>
                </a:lnTo>
                <a:lnTo>
                  <a:pt x="198514" y="13198"/>
                </a:lnTo>
                <a:lnTo>
                  <a:pt x="198556" y="12806"/>
                </a:lnTo>
                <a:lnTo>
                  <a:pt x="198586" y="12408"/>
                </a:lnTo>
                <a:lnTo>
                  <a:pt x="198604" y="12004"/>
                </a:lnTo>
                <a:lnTo>
                  <a:pt x="198610" y="11595"/>
                </a:lnTo>
                <a:lnTo>
                  <a:pt x="198604" y="11179"/>
                </a:lnTo>
                <a:lnTo>
                  <a:pt x="198586" y="10768"/>
                </a:lnTo>
                <a:lnTo>
                  <a:pt x="198556" y="10364"/>
                </a:lnTo>
                <a:lnTo>
                  <a:pt x="198514" y="9966"/>
                </a:lnTo>
                <a:lnTo>
                  <a:pt x="198460" y="9574"/>
                </a:lnTo>
                <a:lnTo>
                  <a:pt x="198394" y="9188"/>
                </a:lnTo>
                <a:lnTo>
                  <a:pt x="198316" y="8808"/>
                </a:lnTo>
                <a:lnTo>
                  <a:pt x="198226" y="8434"/>
                </a:lnTo>
                <a:lnTo>
                  <a:pt x="198124" y="8066"/>
                </a:lnTo>
                <a:lnTo>
                  <a:pt x="198010" y="7705"/>
                </a:lnTo>
                <a:lnTo>
                  <a:pt x="197883" y="7349"/>
                </a:lnTo>
                <a:lnTo>
                  <a:pt x="197745" y="7000"/>
                </a:lnTo>
                <a:lnTo>
                  <a:pt x="197595" y="6656"/>
                </a:lnTo>
                <a:lnTo>
                  <a:pt x="197433" y="6319"/>
                </a:lnTo>
                <a:lnTo>
                  <a:pt x="197259" y="5988"/>
                </a:lnTo>
                <a:lnTo>
                  <a:pt x="197072" y="5663"/>
                </a:lnTo>
                <a:lnTo>
                  <a:pt x="196874" y="5344"/>
                </a:lnTo>
                <a:lnTo>
                  <a:pt x="196664" y="5031"/>
                </a:lnTo>
                <a:lnTo>
                  <a:pt x="196442" y="4724"/>
                </a:lnTo>
                <a:lnTo>
                  <a:pt x="196207" y="4423"/>
                </a:lnTo>
                <a:lnTo>
                  <a:pt x="195961" y="4128"/>
                </a:lnTo>
                <a:lnTo>
                  <a:pt x="195703" y="3840"/>
                </a:lnTo>
                <a:lnTo>
                  <a:pt x="195432" y="3557"/>
                </a:lnTo>
                <a:lnTo>
                  <a:pt x="195150" y="3281"/>
                </a:lnTo>
                <a:lnTo>
                  <a:pt x="194856" y="3013"/>
                </a:lnTo>
                <a:lnTo>
                  <a:pt x="194552" y="2757"/>
                </a:lnTo>
                <a:lnTo>
                  <a:pt x="194236" y="2512"/>
                </a:lnTo>
                <a:lnTo>
                  <a:pt x="193910" y="2278"/>
                </a:lnTo>
                <a:lnTo>
                  <a:pt x="193573" y="2056"/>
                </a:lnTo>
                <a:lnTo>
                  <a:pt x="193226" y="1845"/>
                </a:lnTo>
                <a:lnTo>
                  <a:pt x="192867" y="1646"/>
                </a:lnTo>
                <a:lnTo>
                  <a:pt x="192498" y="1458"/>
                </a:lnTo>
                <a:lnTo>
                  <a:pt x="192118" y="1282"/>
                </a:lnTo>
                <a:lnTo>
                  <a:pt x="191728" y="1116"/>
                </a:lnTo>
                <a:lnTo>
                  <a:pt x="191326" y="963"/>
                </a:lnTo>
                <a:lnTo>
                  <a:pt x="190914" y="820"/>
                </a:lnTo>
                <a:lnTo>
                  <a:pt x="190491" y="689"/>
                </a:lnTo>
                <a:lnTo>
                  <a:pt x="190057" y="570"/>
                </a:lnTo>
                <a:lnTo>
                  <a:pt x="189613" y="461"/>
                </a:lnTo>
                <a:lnTo>
                  <a:pt x="189157" y="365"/>
                </a:lnTo>
                <a:lnTo>
                  <a:pt x="188691" y="279"/>
                </a:lnTo>
                <a:lnTo>
                  <a:pt x="188215" y="205"/>
                </a:lnTo>
                <a:lnTo>
                  <a:pt x="187727" y="142"/>
                </a:lnTo>
                <a:lnTo>
                  <a:pt x="187229" y="91"/>
                </a:lnTo>
                <a:lnTo>
                  <a:pt x="186720" y="51"/>
                </a:lnTo>
                <a:lnTo>
                  <a:pt x="186200" y="23"/>
                </a:lnTo>
                <a:lnTo>
                  <a:pt x="185669" y="6"/>
                </a:lnTo>
                <a:lnTo>
                  <a:pt x="185128" y="0"/>
                </a:lnTo>
                <a:lnTo>
                  <a:pt x="184586" y="6"/>
                </a:lnTo>
                <a:lnTo>
                  <a:pt x="184056" y="23"/>
                </a:lnTo>
                <a:lnTo>
                  <a:pt x="183536" y="51"/>
                </a:lnTo>
                <a:lnTo>
                  <a:pt x="183027" y="91"/>
                </a:lnTo>
                <a:lnTo>
                  <a:pt x="182528" y="142"/>
                </a:lnTo>
                <a:lnTo>
                  <a:pt x="182041" y="205"/>
                </a:lnTo>
                <a:lnTo>
                  <a:pt x="181564" y="279"/>
                </a:lnTo>
                <a:lnTo>
                  <a:pt x="181098" y="365"/>
                </a:lnTo>
                <a:lnTo>
                  <a:pt x="180642" y="461"/>
                </a:lnTo>
                <a:lnTo>
                  <a:pt x="180198" y="570"/>
                </a:lnTo>
                <a:lnTo>
                  <a:pt x="179764" y="689"/>
                </a:lnTo>
                <a:lnTo>
                  <a:pt x="179341" y="820"/>
                </a:lnTo>
                <a:lnTo>
                  <a:pt x="178929" y="963"/>
                </a:lnTo>
                <a:lnTo>
                  <a:pt x="178528" y="1116"/>
                </a:lnTo>
                <a:lnTo>
                  <a:pt x="178137" y="1282"/>
                </a:lnTo>
                <a:lnTo>
                  <a:pt x="177757" y="1458"/>
                </a:lnTo>
                <a:lnTo>
                  <a:pt x="177388" y="1646"/>
                </a:lnTo>
                <a:lnTo>
                  <a:pt x="177030" y="1845"/>
                </a:lnTo>
                <a:lnTo>
                  <a:pt x="176682" y="2056"/>
                </a:lnTo>
                <a:lnTo>
                  <a:pt x="176345" y="2278"/>
                </a:lnTo>
                <a:lnTo>
                  <a:pt x="176019" y="2512"/>
                </a:lnTo>
                <a:lnTo>
                  <a:pt x="175704" y="2757"/>
                </a:lnTo>
                <a:lnTo>
                  <a:pt x="175399" y="3013"/>
                </a:lnTo>
                <a:lnTo>
                  <a:pt x="175105" y="3281"/>
                </a:lnTo>
                <a:lnTo>
                  <a:pt x="174823" y="3557"/>
                </a:lnTo>
                <a:lnTo>
                  <a:pt x="174553" y="3840"/>
                </a:lnTo>
                <a:lnTo>
                  <a:pt x="174294" y="4128"/>
                </a:lnTo>
                <a:lnTo>
                  <a:pt x="174048" y="4423"/>
                </a:lnTo>
                <a:lnTo>
                  <a:pt x="173814" y="4724"/>
                </a:lnTo>
                <a:lnTo>
                  <a:pt x="173591" y="5031"/>
                </a:lnTo>
                <a:lnTo>
                  <a:pt x="173381" y="5344"/>
                </a:lnTo>
                <a:lnTo>
                  <a:pt x="173183" y="5663"/>
                </a:lnTo>
                <a:lnTo>
                  <a:pt x="172997" y="5988"/>
                </a:lnTo>
                <a:lnTo>
                  <a:pt x="172822" y="6319"/>
                </a:lnTo>
                <a:lnTo>
                  <a:pt x="172660" y="6656"/>
                </a:lnTo>
                <a:lnTo>
                  <a:pt x="172510" y="7000"/>
                </a:lnTo>
                <a:lnTo>
                  <a:pt x="172372" y="7349"/>
                </a:lnTo>
                <a:lnTo>
                  <a:pt x="172246" y="7705"/>
                </a:lnTo>
                <a:lnTo>
                  <a:pt x="172131" y="8066"/>
                </a:lnTo>
                <a:lnTo>
                  <a:pt x="172029" y="8434"/>
                </a:lnTo>
                <a:lnTo>
                  <a:pt x="171939" y="8808"/>
                </a:lnTo>
                <a:lnTo>
                  <a:pt x="171861" y="9188"/>
                </a:lnTo>
                <a:lnTo>
                  <a:pt x="171795" y="9574"/>
                </a:lnTo>
                <a:lnTo>
                  <a:pt x="171741" y="9966"/>
                </a:lnTo>
                <a:lnTo>
                  <a:pt x="171699" y="10364"/>
                </a:lnTo>
                <a:lnTo>
                  <a:pt x="171669" y="10768"/>
                </a:lnTo>
                <a:lnTo>
                  <a:pt x="171651" y="11179"/>
                </a:lnTo>
                <a:lnTo>
                  <a:pt x="171645" y="11595"/>
                </a:lnTo>
                <a:lnTo>
                  <a:pt x="171651" y="12004"/>
                </a:lnTo>
                <a:lnTo>
                  <a:pt x="171669" y="12408"/>
                </a:lnTo>
                <a:lnTo>
                  <a:pt x="171699" y="12806"/>
                </a:lnTo>
                <a:lnTo>
                  <a:pt x="171741" y="13198"/>
                </a:lnTo>
                <a:lnTo>
                  <a:pt x="171795" y="13585"/>
                </a:lnTo>
                <a:lnTo>
                  <a:pt x="171861" y="13966"/>
                </a:lnTo>
                <a:lnTo>
                  <a:pt x="171939" y="14341"/>
                </a:lnTo>
                <a:lnTo>
                  <a:pt x="172029" y="14711"/>
                </a:lnTo>
                <a:lnTo>
                  <a:pt x="172131" y="15075"/>
                </a:lnTo>
                <a:lnTo>
                  <a:pt x="172246" y="15434"/>
                </a:lnTo>
                <a:lnTo>
                  <a:pt x="172372" y="15787"/>
                </a:lnTo>
                <a:lnTo>
                  <a:pt x="172510" y="16134"/>
                </a:lnTo>
                <a:lnTo>
                  <a:pt x="172660" y="16476"/>
                </a:lnTo>
                <a:lnTo>
                  <a:pt x="172822" y="16812"/>
                </a:lnTo>
                <a:lnTo>
                  <a:pt x="172997" y="17143"/>
                </a:lnTo>
                <a:lnTo>
                  <a:pt x="173183" y="17468"/>
                </a:lnTo>
                <a:lnTo>
                  <a:pt x="173381" y="17787"/>
                </a:lnTo>
                <a:lnTo>
                  <a:pt x="173591" y="18101"/>
                </a:lnTo>
                <a:lnTo>
                  <a:pt x="173814" y="18409"/>
                </a:lnTo>
                <a:lnTo>
                  <a:pt x="174048" y="18711"/>
                </a:lnTo>
                <a:lnTo>
                  <a:pt x="174294" y="19008"/>
                </a:lnTo>
                <a:lnTo>
                  <a:pt x="174553" y="19299"/>
                </a:lnTo>
                <a:lnTo>
                  <a:pt x="174823" y="19585"/>
                </a:lnTo>
                <a:lnTo>
                  <a:pt x="175105" y="19865"/>
                </a:lnTo>
                <a:lnTo>
                  <a:pt x="175399" y="20136"/>
                </a:lnTo>
                <a:lnTo>
                  <a:pt x="175704" y="20396"/>
                </a:lnTo>
                <a:lnTo>
                  <a:pt x="176019" y="20644"/>
                </a:lnTo>
                <a:lnTo>
                  <a:pt x="176345" y="20881"/>
                </a:lnTo>
                <a:lnTo>
                  <a:pt x="176682" y="21106"/>
                </a:lnTo>
                <a:lnTo>
                  <a:pt x="177030" y="21320"/>
                </a:lnTo>
                <a:lnTo>
                  <a:pt x="177388" y="21522"/>
                </a:lnTo>
                <a:lnTo>
                  <a:pt x="177757" y="21712"/>
                </a:lnTo>
                <a:lnTo>
                  <a:pt x="178137" y="21891"/>
                </a:lnTo>
                <a:lnTo>
                  <a:pt x="178528" y="22059"/>
                </a:lnTo>
                <a:lnTo>
                  <a:pt x="178929" y="22215"/>
                </a:lnTo>
                <a:lnTo>
                  <a:pt x="179341" y="22359"/>
                </a:lnTo>
                <a:lnTo>
                  <a:pt x="179764" y="22492"/>
                </a:lnTo>
                <a:lnTo>
                  <a:pt x="180198" y="22613"/>
                </a:lnTo>
                <a:lnTo>
                  <a:pt x="180642" y="22723"/>
                </a:lnTo>
                <a:lnTo>
                  <a:pt x="181098" y="22821"/>
                </a:lnTo>
                <a:lnTo>
                  <a:pt x="181564" y="22907"/>
                </a:lnTo>
                <a:lnTo>
                  <a:pt x="182041" y="22983"/>
                </a:lnTo>
                <a:lnTo>
                  <a:pt x="182528" y="23046"/>
                </a:lnTo>
                <a:lnTo>
                  <a:pt x="183027" y="23098"/>
                </a:lnTo>
                <a:lnTo>
                  <a:pt x="183536" y="23138"/>
                </a:lnTo>
                <a:lnTo>
                  <a:pt x="184056" y="23167"/>
                </a:lnTo>
                <a:lnTo>
                  <a:pt x="184586" y="23185"/>
                </a:lnTo>
                <a:lnTo>
                  <a:pt x="185128" y="23190"/>
                </a:lnTo>
                <a:lnTo>
                  <a:pt x="185669" y="23185"/>
                </a:lnTo>
                <a:lnTo>
                  <a:pt x="186200" y="23167"/>
                </a:lnTo>
                <a:lnTo>
                  <a:pt x="186720" y="23138"/>
                </a:lnTo>
                <a:close/>
                <a:moveTo>
                  <a:pt x="48452" y="80350"/>
                </a:moveTo>
                <a:lnTo>
                  <a:pt x="49437" y="80328"/>
                </a:lnTo>
                <a:lnTo>
                  <a:pt x="50415" y="80292"/>
                </a:lnTo>
                <a:lnTo>
                  <a:pt x="51386" y="80241"/>
                </a:lnTo>
                <a:lnTo>
                  <a:pt x="52349" y="80176"/>
                </a:lnTo>
                <a:lnTo>
                  <a:pt x="53305" y="80096"/>
                </a:lnTo>
                <a:lnTo>
                  <a:pt x="54253" y="80002"/>
                </a:lnTo>
                <a:lnTo>
                  <a:pt x="55195" y="79894"/>
                </a:lnTo>
                <a:lnTo>
                  <a:pt x="56128" y="79770"/>
                </a:lnTo>
                <a:lnTo>
                  <a:pt x="57055" y="79633"/>
                </a:lnTo>
                <a:lnTo>
                  <a:pt x="57974" y="79481"/>
                </a:lnTo>
                <a:lnTo>
                  <a:pt x="58886" y="79314"/>
                </a:lnTo>
                <a:lnTo>
                  <a:pt x="59791" y="79133"/>
                </a:lnTo>
                <a:lnTo>
                  <a:pt x="60688" y="78937"/>
                </a:lnTo>
                <a:lnTo>
                  <a:pt x="61578" y="78727"/>
                </a:lnTo>
                <a:lnTo>
                  <a:pt x="62460" y="78502"/>
                </a:lnTo>
                <a:lnTo>
                  <a:pt x="63335" y="78263"/>
                </a:lnTo>
                <a:lnTo>
                  <a:pt x="64203" y="78009"/>
                </a:lnTo>
                <a:lnTo>
                  <a:pt x="65064" y="77741"/>
                </a:lnTo>
                <a:lnTo>
                  <a:pt x="65917" y="77459"/>
                </a:lnTo>
                <a:lnTo>
                  <a:pt x="66763" y="77162"/>
                </a:lnTo>
                <a:lnTo>
                  <a:pt x="67601" y="76850"/>
                </a:lnTo>
                <a:lnTo>
                  <a:pt x="68433" y="76524"/>
                </a:lnTo>
                <a:lnTo>
                  <a:pt x="69257" y="76183"/>
                </a:lnTo>
                <a:lnTo>
                  <a:pt x="70070" y="75828"/>
                </a:lnTo>
                <a:lnTo>
                  <a:pt x="70869" y="75456"/>
                </a:lnTo>
                <a:lnTo>
                  <a:pt x="71655" y="75070"/>
                </a:lnTo>
                <a:lnTo>
                  <a:pt x="72426" y="74668"/>
                </a:lnTo>
                <a:lnTo>
                  <a:pt x="73184" y="74250"/>
                </a:lnTo>
                <a:lnTo>
                  <a:pt x="73928" y="73817"/>
                </a:lnTo>
                <a:lnTo>
                  <a:pt x="74658" y="73369"/>
                </a:lnTo>
                <a:lnTo>
                  <a:pt x="75374" y="72905"/>
                </a:lnTo>
                <a:lnTo>
                  <a:pt x="76076" y="72426"/>
                </a:lnTo>
                <a:lnTo>
                  <a:pt x="76764" y="71932"/>
                </a:lnTo>
                <a:lnTo>
                  <a:pt x="77439" y="71422"/>
                </a:lnTo>
                <a:lnTo>
                  <a:pt x="78099" y="70896"/>
                </a:lnTo>
                <a:lnTo>
                  <a:pt x="78746" y="70355"/>
                </a:lnTo>
                <a:lnTo>
                  <a:pt x="79378" y="69799"/>
                </a:lnTo>
                <a:lnTo>
                  <a:pt x="79997" y="69228"/>
                </a:lnTo>
                <a:lnTo>
                  <a:pt x="80602" y="68640"/>
                </a:lnTo>
                <a:lnTo>
                  <a:pt x="81193" y="68038"/>
                </a:lnTo>
                <a:lnTo>
                  <a:pt x="81770" y="67420"/>
                </a:lnTo>
                <a:lnTo>
                  <a:pt x="82334" y="66787"/>
                </a:lnTo>
                <a:lnTo>
                  <a:pt x="82883" y="66138"/>
                </a:lnTo>
                <a:lnTo>
                  <a:pt x="83418" y="65474"/>
                </a:lnTo>
                <a:lnTo>
                  <a:pt x="83940" y="64794"/>
                </a:lnTo>
                <a:lnTo>
                  <a:pt x="84448" y="64099"/>
                </a:lnTo>
                <a:lnTo>
                  <a:pt x="84942" y="63389"/>
                </a:lnTo>
                <a:lnTo>
                  <a:pt x="85418" y="62663"/>
                </a:lnTo>
                <a:lnTo>
                  <a:pt x="85875" y="61921"/>
                </a:lnTo>
                <a:lnTo>
                  <a:pt x="86311" y="61163"/>
                </a:lnTo>
                <a:lnTo>
                  <a:pt x="86727" y="60389"/>
                </a:lnTo>
                <a:lnTo>
                  <a:pt x="87122" y="59599"/>
                </a:lnTo>
                <a:lnTo>
                  <a:pt x="87498" y="58794"/>
                </a:lnTo>
                <a:lnTo>
                  <a:pt x="87853" y="57972"/>
                </a:lnTo>
                <a:lnTo>
                  <a:pt x="88187" y="57135"/>
                </a:lnTo>
                <a:lnTo>
                  <a:pt x="88502" y="56281"/>
                </a:lnTo>
                <a:lnTo>
                  <a:pt x="88796" y="55412"/>
                </a:lnTo>
                <a:lnTo>
                  <a:pt x="89070" y="54527"/>
                </a:lnTo>
                <a:lnTo>
                  <a:pt x="89323" y="53626"/>
                </a:lnTo>
                <a:lnTo>
                  <a:pt x="89557" y="52709"/>
                </a:lnTo>
                <a:lnTo>
                  <a:pt x="89770" y="51776"/>
                </a:lnTo>
                <a:lnTo>
                  <a:pt x="89962" y="50827"/>
                </a:lnTo>
                <a:lnTo>
                  <a:pt x="90135" y="49862"/>
                </a:lnTo>
                <a:lnTo>
                  <a:pt x="90287" y="48882"/>
                </a:lnTo>
                <a:lnTo>
                  <a:pt x="90419" y="47885"/>
                </a:lnTo>
                <a:lnTo>
                  <a:pt x="90530" y="46873"/>
                </a:lnTo>
                <a:lnTo>
                  <a:pt x="90622" y="45844"/>
                </a:lnTo>
                <a:lnTo>
                  <a:pt x="90693" y="44800"/>
                </a:lnTo>
                <a:lnTo>
                  <a:pt x="90743" y="43740"/>
                </a:lnTo>
                <a:lnTo>
                  <a:pt x="90774" y="42664"/>
                </a:lnTo>
                <a:lnTo>
                  <a:pt x="90784" y="41572"/>
                </a:lnTo>
                <a:lnTo>
                  <a:pt x="90774" y="40465"/>
                </a:lnTo>
                <a:lnTo>
                  <a:pt x="90743" y="39375"/>
                </a:lnTo>
                <a:lnTo>
                  <a:pt x="90693" y="38302"/>
                </a:lnTo>
                <a:lnTo>
                  <a:pt x="90622" y="37245"/>
                </a:lnTo>
                <a:lnTo>
                  <a:pt x="90530" y="36204"/>
                </a:lnTo>
                <a:lnTo>
                  <a:pt x="90419" y="35180"/>
                </a:lnTo>
                <a:lnTo>
                  <a:pt x="90287" y="34173"/>
                </a:lnTo>
                <a:lnTo>
                  <a:pt x="90135" y="33182"/>
                </a:lnTo>
                <a:lnTo>
                  <a:pt x="89962" y="32207"/>
                </a:lnTo>
                <a:lnTo>
                  <a:pt x="89770" y="31249"/>
                </a:lnTo>
                <a:lnTo>
                  <a:pt x="89557" y="30308"/>
                </a:lnTo>
                <a:lnTo>
                  <a:pt x="89323" y="29383"/>
                </a:lnTo>
                <a:lnTo>
                  <a:pt x="89070" y="28475"/>
                </a:lnTo>
                <a:lnTo>
                  <a:pt x="88796" y="27583"/>
                </a:lnTo>
                <a:lnTo>
                  <a:pt x="88502" y="26708"/>
                </a:lnTo>
                <a:lnTo>
                  <a:pt x="88187" y="25849"/>
                </a:lnTo>
                <a:lnTo>
                  <a:pt x="87853" y="25007"/>
                </a:lnTo>
                <a:lnTo>
                  <a:pt x="87498" y="24182"/>
                </a:lnTo>
                <a:lnTo>
                  <a:pt x="87122" y="23373"/>
                </a:lnTo>
                <a:lnTo>
                  <a:pt x="86727" y="22580"/>
                </a:lnTo>
                <a:lnTo>
                  <a:pt x="86311" y="21804"/>
                </a:lnTo>
                <a:lnTo>
                  <a:pt x="85875" y="21045"/>
                </a:lnTo>
                <a:lnTo>
                  <a:pt x="85418" y="20302"/>
                </a:lnTo>
                <a:lnTo>
                  <a:pt x="84942" y="19575"/>
                </a:lnTo>
                <a:lnTo>
                  <a:pt x="84448" y="18865"/>
                </a:lnTo>
                <a:lnTo>
                  <a:pt x="83940" y="18170"/>
                </a:lnTo>
                <a:lnTo>
                  <a:pt x="83418" y="17490"/>
                </a:lnTo>
                <a:lnTo>
                  <a:pt x="82883" y="16825"/>
                </a:lnTo>
                <a:lnTo>
                  <a:pt x="82334" y="16176"/>
                </a:lnTo>
                <a:lnTo>
                  <a:pt x="81770" y="15541"/>
                </a:lnTo>
                <a:lnTo>
                  <a:pt x="81193" y="14922"/>
                </a:lnTo>
                <a:lnTo>
                  <a:pt x="80602" y="14319"/>
                </a:lnTo>
                <a:lnTo>
                  <a:pt x="79997" y="13731"/>
                </a:lnTo>
                <a:lnTo>
                  <a:pt x="79378" y="13158"/>
                </a:lnTo>
                <a:lnTo>
                  <a:pt x="78746" y="12600"/>
                </a:lnTo>
                <a:lnTo>
                  <a:pt x="78099" y="12057"/>
                </a:lnTo>
                <a:lnTo>
                  <a:pt x="77439" y="11530"/>
                </a:lnTo>
                <a:lnTo>
                  <a:pt x="76764" y="11018"/>
                </a:lnTo>
                <a:lnTo>
                  <a:pt x="76076" y="10521"/>
                </a:lnTo>
                <a:lnTo>
                  <a:pt x="75374" y="10040"/>
                </a:lnTo>
                <a:lnTo>
                  <a:pt x="74658" y="9574"/>
                </a:lnTo>
                <a:lnTo>
                  <a:pt x="73928" y="9123"/>
                </a:lnTo>
                <a:lnTo>
                  <a:pt x="73184" y="8687"/>
                </a:lnTo>
                <a:lnTo>
                  <a:pt x="72426" y="8267"/>
                </a:lnTo>
                <a:lnTo>
                  <a:pt x="71655" y="7862"/>
                </a:lnTo>
                <a:lnTo>
                  <a:pt x="70869" y="7472"/>
                </a:lnTo>
                <a:lnTo>
                  <a:pt x="70070" y="7098"/>
                </a:lnTo>
                <a:lnTo>
                  <a:pt x="69257" y="6739"/>
                </a:lnTo>
                <a:lnTo>
                  <a:pt x="68433" y="6394"/>
                </a:lnTo>
                <a:lnTo>
                  <a:pt x="67601" y="6064"/>
                </a:lnTo>
                <a:lnTo>
                  <a:pt x="66763" y="5749"/>
                </a:lnTo>
                <a:lnTo>
                  <a:pt x="65917" y="5449"/>
                </a:lnTo>
                <a:lnTo>
                  <a:pt x="65064" y="5163"/>
                </a:lnTo>
                <a:lnTo>
                  <a:pt x="64203" y="4892"/>
                </a:lnTo>
                <a:lnTo>
                  <a:pt x="63335" y="4635"/>
                </a:lnTo>
                <a:lnTo>
                  <a:pt x="62460" y="4393"/>
                </a:lnTo>
                <a:lnTo>
                  <a:pt x="61578" y="4166"/>
                </a:lnTo>
                <a:lnTo>
                  <a:pt x="60688" y="3953"/>
                </a:lnTo>
                <a:lnTo>
                  <a:pt x="59791" y="3755"/>
                </a:lnTo>
                <a:lnTo>
                  <a:pt x="58886" y="3572"/>
                </a:lnTo>
                <a:lnTo>
                  <a:pt x="57974" y="3404"/>
                </a:lnTo>
                <a:lnTo>
                  <a:pt x="57055" y="3250"/>
                </a:lnTo>
                <a:lnTo>
                  <a:pt x="56128" y="3110"/>
                </a:lnTo>
                <a:lnTo>
                  <a:pt x="55195" y="2986"/>
                </a:lnTo>
                <a:lnTo>
                  <a:pt x="54253" y="2876"/>
                </a:lnTo>
                <a:lnTo>
                  <a:pt x="53305" y="2781"/>
                </a:lnTo>
                <a:lnTo>
                  <a:pt x="52349" y="2700"/>
                </a:lnTo>
                <a:lnTo>
                  <a:pt x="51386" y="2634"/>
                </a:lnTo>
                <a:lnTo>
                  <a:pt x="50415" y="2583"/>
                </a:lnTo>
                <a:lnTo>
                  <a:pt x="49437" y="2546"/>
                </a:lnTo>
                <a:lnTo>
                  <a:pt x="48452" y="2524"/>
                </a:lnTo>
                <a:lnTo>
                  <a:pt x="47459" y="2517"/>
                </a:lnTo>
                <a:lnTo>
                  <a:pt x="0" y="2517"/>
                </a:lnTo>
                <a:lnTo>
                  <a:pt x="0" y="123502"/>
                </a:lnTo>
                <a:lnTo>
                  <a:pt x="25258" y="123502"/>
                </a:lnTo>
                <a:lnTo>
                  <a:pt x="25258" y="80357"/>
                </a:lnTo>
                <a:lnTo>
                  <a:pt x="47459" y="80357"/>
                </a:lnTo>
                <a:lnTo>
                  <a:pt x="48452" y="80350"/>
                </a:lnTo>
                <a:close/>
                <a:moveTo>
                  <a:pt x="46525" y="22952"/>
                </a:moveTo>
                <a:lnTo>
                  <a:pt x="47211" y="22992"/>
                </a:lnTo>
                <a:lnTo>
                  <a:pt x="47886" y="23048"/>
                </a:lnTo>
                <a:lnTo>
                  <a:pt x="48552" y="23119"/>
                </a:lnTo>
                <a:lnTo>
                  <a:pt x="49207" y="23207"/>
                </a:lnTo>
                <a:lnTo>
                  <a:pt x="49851" y="23310"/>
                </a:lnTo>
                <a:lnTo>
                  <a:pt x="50486" y="23429"/>
                </a:lnTo>
                <a:lnTo>
                  <a:pt x="51110" y="23564"/>
                </a:lnTo>
                <a:lnTo>
                  <a:pt x="51723" y="23715"/>
                </a:lnTo>
                <a:lnTo>
                  <a:pt x="52327" y="23881"/>
                </a:lnTo>
                <a:lnTo>
                  <a:pt x="52920" y="24064"/>
                </a:lnTo>
                <a:lnTo>
                  <a:pt x="53503" y="24262"/>
                </a:lnTo>
                <a:lnTo>
                  <a:pt x="54075" y="24477"/>
                </a:lnTo>
                <a:lnTo>
                  <a:pt x="54638" y="24707"/>
                </a:lnTo>
                <a:lnTo>
                  <a:pt x="55190" y="24953"/>
                </a:lnTo>
                <a:lnTo>
                  <a:pt x="55731" y="25215"/>
                </a:lnTo>
                <a:lnTo>
                  <a:pt x="56263" y="25493"/>
                </a:lnTo>
                <a:lnTo>
                  <a:pt x="56784" y="25787"/>
                </a:lnTo>
                <a:lnTo>
                  <a:pt x="57294" y="26096"/>
                </a:lnTo>
                <a:lnTo>
                  <a:pt x="57795" y="26422"/>
                </a:lnTo>
                <a:lnTo>
                  <a:pt x="58285" y="26763"/>
                </a:lnTo>
                <a:lnTo>
                  <a:pt x="58765" y="27121"/>
                </a:lnTo>
                <a:lnTo>
                  <a:pt x="59234" y="27494"/>
                </a:lnTo>
                <a:lnTo>
                  <a:pt x="59689" y="27883"/>
                </a:lnTo>
                <a:lnTo>
                  <a:pt x="60124" y="28290"/>
                </a:lnTo>
                <a:lnTo>
                  <a:pt x="60540" y="28714"/>
                </a:lnTo>
                <a:lnTo>
                  <a:pt x="60937" y="29155"/>
                </a:lnTo>
                <a:lnTo>
                  <a:pt x="61315" y="29613"/>
                </a:lnTo>
                <a:lnTo>
                  <a:pt x="61672" y="30088"/>
                </a:lnTo>
                <a:lnTo>
                  <a:pt x="62011" y="30581"/>
                </a:lnTo>
                <a:lnTo>
                  <a:pt x="62330" y="31090"/>
                </a:lnTo>
                <a:lnTo>
                  <a:pt x="62630" y="31617"/>
                </a:lnTo>
                <a:lnTo>
                  <a:pt x="62911" y="32161"/>
                </a:lnTo>
                <a:lnTo>
                  <a:pt x="63172" y="32722"/>
                </a:lnTo>
                <a:lnTo>
                  <a:pt x="63414" y="33300"/>
                </a:lnTo>
                <a:lnTo>
                  <a:pt x="63637" y="33895"/>
                </a:lnTo>
                <a:lnTo>
                  <a:pt x="63840" y="34507"/>
                </a:lnTo>
                <a:lnTo>
                  <a:pt x="64024" y="35137"/>
                </a:lnTo>
                <a:lnTo>
                  <a:pt x="64188" y="35783"/>
                </a:lnTo>
                <a:lnTo>
                  <a:pt x="64333" y="36447"/>
                </a:lnTo>
                <a:lnTo>
                  <a:pt x="64459" y="37128"/>
                </a:lnTo>
                <a:lnTo>
                  <a:pt x="64565" y="37825"/>
                </a:lnTo>
                <a:lnTo>
                  <a:pt x="64652" y="38540"/>
                </a:lnTo>
                <a:lnTo>
                  <a:pt x="64720" y="39273"/>
                </a:lnTo>
                <a:lnTo>
                  <a:pt x="64769" y="40022"/>
                </a:lnTo>
                <a:lnTo>
                  <a:pt x="64798" y="40788"/>
                </a:lnTo>
                <a:lnTo>
                  <a:pt x="64807" y="41572"/>
                </a:lnTo>
                <a:lnTo>
                  <a:pt x="64798" y="42326"/>
                </a:lnTo>
                <a:lnTo>
                  <a:pt x="64769" y="43065"/>
                </a:lnTo>
                <a:lnTo>
                  <a:pt x="64722" y="43788"/>
                </a:lnTo>
                <a:lnTo>
                  <a:pt x="64656" y="44496"/>
                </a:lnTo>
                <a:lnTo>
                  <a:pt x="64571" y="45188"/>
                </a:lnTo>
                <a:lnTo>
                  <a:pt x="64467" y="45865"/>
                </a:lnTo>
                <a:lnTo>
                  <a:pt x="64345" y="46526"/>
                </a:lnTo>
                <a:lnTo>
                  <a:pt x="64203" y="47171"/>
                </a:lnTo>
                <a:lnTo>
                  <a:pt x="64043" y="47801"/>
                </a:lnTo>
                <a:lnTo>
                  <a:pt x="63863" y="48415"/>
                </a:lnTo>
                <a:lnTo>
                  <a:pt x="63665" y="49014"/>
                </a:lnTo>
                <a:lnTo>
                  <a:pt x="63448" y="49597"/>
                </a:lnTo>
                <a:lnTo>
                  <a:pt x="63212" y="50165"/>
                </a:lnTo>
                <a:lnTo>
                  <a:pt x="62957" y="50717"/>
                </a:lnTo>
                <a:lnTo>
                  <a:pt x="62683" y="51253"/>
                </a:lnTo>
                <a:lnTo>
                  <a:pt x="62390" y="51774"/>
                </a:lnTo>
                <a:lnTo>
                  <a:pt x="62079" y="52279"/>
                </a:lnTo>
                <a:lnTo>
                  <a:pt x="61748" y="52769"/>
                </a:lnTo>
                <a:lnTo>
                  <a:pt x="61399" y="53243"/>
                </a:lnTo>
                <a:lnTo>
                  <a:pt x="61031" y="53702"/>
                </a:lnTo>
                <a:lnTo>
                  <a:pt x="60644" y="54145"/>
                </a:lnTo>
                <a:lnTo>
                  <a:pt x="60238" y="54572"/>
                </a:lnTo>
                <a:lnTo>
                  <a:pt x="59813" y="54984"/>
                </a:lnTo>
                <a:lnTo>
                  <a:pt x="59369" y="55381"/>
                </a:lnTo>
                <a:lnTo>
                  <a:pt x="58910" y="55761"/>
                </a:lnTo>
                <a:lnTo>
                  <a:pt x="58439" y="56125"/>
                </a:lnTo>
                <a:lnTo>
                  <a:pt x="57957" y="56473"/>
                </a:lnTo>
                <a:lnTo>
                  <a:pt x="57463" y="56805"/>
                </a:lnTo>
                <a:lnTo>
                  <a:pt x="56957" y="57121"/>
                </a:lnTo>
                <a:lnTo>
                  <a:pt x="56439" y="57420"/>
                </a:lnTo>
                <a:lnTo>
                  <a:pt x="55910" y="57704"/>
                </a:lnTo>
                <a:lnTo>
                  <a:pt x="55369" y="57971"/>
                </a:lnTo>
                <a:lnTo>
                  <a:pt x="54817" y="58222"/>
                </a:lnTo>
                <a:lnTo>
                  <a:pt x="54252" y="58457"/>
                </a:lnTo>
                <a:lnTo>
                  <a:pt x="53676" y="58675"/>
                </a:lnTo>
                <a:lnTo>
                  <a:pt x="53088" y="58878"/>
                </a:lnTo>
                <a:lnTo>
                  <a:pt x="52489" y="59064"/>
                </a:lnTo>
                <a:lnTo>
                  <a:pt x="51878" y="59234"/>
                </a:lnTo>
                <a:lnTo>
                  <a:pt x="51255" y="59388"/>
                </a:lnTo>
                <a:lnTo>
                  <a:pt x="50620" y="59525"/>
                </a:lnTo>
                <a:lnTo>
                  <a:pt x="49974" y="59647"/>
                </a:lnTo>
                <a:lnTo>
                  <a:pt x="49316" y="59752"/>
                </a:lnTo>
                <a:lnTo>
                  <a:pt x="48646" y="59841"/>
                </a:lnTo>
                <a:lnTo>
                  <a:pt x="47965" y="59914"/>
                </a:lnTo>
                <a:lnTo>
                  <a:pt x="47272" y="59970"/>
                </a:lnTo>
                <a:lnTo>
                  <a:pt x="46567" y="60011"/>
                </a:lnTo>
                <a:lnTo>
                  <a:pt x="45851" y="60035"/>
                </a:lnTo>
                <a:lnTo>
                  <a:pt x="45122" y="60043"/>
                </a:lnTo>
                <a:lnTo>
                  <a:pt x="25258" y="60043"/>
                </a:lnTo>
                <a:lnTo>
                  <a:pt x="25258" y="22921"/>
                </a:lnTo>
                <a:lnTo>
                  <a:pt x="45122" y="22921"/>
                </a:lnTo>
                <a:lnTo>
                  <a:pt x="45829" y="22929"/>
                </a:lnTo>
                <a:lnTo>
                  <a:pt x="46525" y="22952"/>
                </a:lnTo>
                <a:close/>
                <a:moveTo>
                  <a:pt x="131209" y="63425"/>
                </a:moveTo>
                <a:lnTo>
                  <a:pt x="131458" y="63098"/>
                </a:lnTo>
                <a:lnTo>
                  <a:pt x="131711" y="62776"/>
                </a:lnTo>
                <a:lnTo>
                  <a:pt x="131967" y="62461"/>
                </a:lnTo>
                <a:lnTo>
                  <a:pt x="132227" y="62152"/>
                </a:lnTo>
                <a:lnTo>
                  <a:pt x="132492" y="61849"/>
                </a:lnTo>
                <a:lnTo>
                  <a:pt x="132759" y="61552"/>
                </a:lnTo>
                <a:lnTo>
                  <a:pt x="133031" y="61262"/>
                </a:lnTo>
                <a:lnTo>
                  <a:pt x="133306" y="60977"/>
                </a:lnTo>
                <a:lnTo>
                  <a:pt x="133585" y="60699"/>
                </a:lnTo>
                <a:lnTo>
                  <a:pt x="133868" y="60427"/>
                </a:lnTo>
                <a:lnTo>
                  <a:pt x="134154" y="60162"/>
                </a:lnTo>
                <a:lnTo>
                  <a:pt x="134445" y="59902"/>
                </a:lnTo>
                <a:lnTo>
                  <a:pt x="134739" y="59649"/>
                </a:lnTo>
                <a:lnTo>
                  <a:pt x="135036" y="59402"/>
                </a:lnTo>
                <a:lnTo>
                  <a:pt x="135338" y="59161"/>
                </a:lnTo>
                <a:lnTo>
                  <a:pt x="135643" y="58926"/>
                </a:lnTo>
                <a:lnTo>
                  <a:pt x="135952" y="58697"/>
                </a:lnTo>
                <a:lnTo>
                  <a:pt x="136265" y="58475"/>
                </a:lnTo>
                <a:lnTo>
                  <a:pt x="136581" y="58259"/>
                </a:lnTo>
                <a:lnTo>
                  <a:pt x="136902" y="58049"/>
                </a:lnTo>
                <a:lnTo>
                  <a:pt x="137225" y="57845"/>
                </a:lnTo>
                <a:lnTo>
                  <a:pt x="137553" y="57647"/>
                </a:lnTo>
                <a:lnTo>
                  <a:pt x="137884" y="57455"/>
                </a:lnTo>
                <a:lnTo>
                  <a:pt x="138219" y="57268"/>
                </a:lnTo>
                <a:lnTo>
                  <a:pt x="138556" y="57085"/>
                </a:lnTo>
                <a:lnTo>
                  <a:pt x="138896" y="56907"/>
                </a:lnTo>
                <a:lnTo>
                  <a:pt x="139240" y="56734"/>
                </a:lnTo>
                <a:lnTo>
                  <a:pt x="139587" y="56566"/>
                </a:lnTo>
                <a:lnTo>
                  <a:pt x="139937" y="56403"/>
                </a:lnTo>
                <a:lnTo>
                  <a:pt x="140290" y="56244"/>
                </a:lnTo>
                <a:lnTo>
                  <a:pt x="140646" y="56090"/>
                </a:lnTo>
                <a:lnTo>
                  <a:pt x="141005" y="55941"/>
                </a:lnTo>
                <a:lnTo>
                  <a:pt x="141367" y="55796"/>
                </a:lnTo>
                <a:lnTo>
                  <a:pt x="141733" y="55656"/>
                </a:lnTo>
                <a:lnTo>
                  <a:pt x="142101" y="55522"/>
                </a:lnTo>
                <a:lnTo>
                  <a:pt x="142473" y="55391"/>
                </a:lnTo>
                <a:lnTo>
                  <a:pt x="142848" y="55266"/>
                </a:lnTo>
                <a:lnTo>
                  <a:pt x="143226" y="55146"/>
                </a:lnTo>
                <a:lnTo>
                  <a:pt x="143607" y="55030"/>
                </a:lnTo>
                <a:lnTo>
                  <a:pt x="143991" y="54919"/>
                </a:lnTo>
                <a:lnTo>
                  <a:pt x="144379" y="54812"/>
                </a:lnTo>
                <a:lnTo>
                  <a:pt x="144769" y="54711"/>
                </a:lnTo>
                <a:lnTo>
                  <a:pt x="145163" y="54614"/>
                </a:lnTo>
                <a:lnTo>
                  <a:pt x="145559" y="54522"/>
                </a:lnTo>
                <a:lnTo>
                  <a:pt x="145959" y="54435"/>
                </a:lnTo>
                <a:lnTo>
                  <a:pt x="146362" y="54352"/>
                </a:lnTo>
                <a:lnTo>
                  <a:pt x="146767" y="54274"/>
                </a:lnTo>
                <a:lnTo>
                  <a:pt x="147174" y="54199"/>
                </a:lnTo>
                <a:lnTo>
                  <a:pt x="147582" y="54127"/>
                </a:lnTo>
                <a:lnTo>
                  <a:pt x="147992" y="54059"/>
                </a:lnTo>
                <a:lnTo>
                  <a:pt x="148404" y="53994"/>
                </a:lnTo>
                <a:lnTo>
                  <a:pt x="148817" y="53932"/>
                </a:lnTo>
                <a:lnTo>
                  <a:pt x="149232" y="53874"/>
                </a:lnTo>
                <a:lnTo>
                  <a:pt x="149648" y="53819"/>
                </a:lnTo>
                <a:lnTo>
                  <a:pt x="150065" y="53767"/>
                </a:lnTo>
                <a:lnTo>
                  <a:pt x="150485" y="53719"/>
                </a:lnTo>
                <a:lnTo>
                  <a:pt x="150906" y="53674"/>
                </a:lnTo>
                <a:lnTo>
                  <a:pt x="151328" y="53632"/>
                </a:lnTo>
                <a:lnTo>
                  <a:pt x="151752" y="53594"/>
                </a:lnTo>
                <a:lnTo>
                  <a:pt x="152178" y="53559"/>
                </a:lnTo>
                <a:lnTo>
                  <a:pt x="152605" y="53527"/>
                </a:lnTo>
                <a:lnTo>
                  <a:pt x="153033" y="53499"/>
                </a:lnTo>
                <a:lnTo>
                  <a:pt x="153464" y="53474"/>
                </a:lnTo>
                <a:lnTo>
                  <a:pt x="153895" y="53452"/>
                </a:lnTo>
                <a:lnTo>
                  <a:pt x="154329" y="53434"/>
                </a:lnTo>
                <a:lnTo>
                  <a:pt x="154764" y="53418"/>
                </a:lnTo>
                <a:lnTo>
                  <a:pt x="155200" y="53407"/>
                </a:lnTo>
                <a:lnTo>
                  <a:pt x="155638" y="53398"/>
                </a:lnTo>
                <a:lnTo>
                  <a:pt x="156078" y="53393"/>
                </a:lnTo>
                <a:lnTo>
                  <a:pt x="156519" y="53392"/>
                </a:lnTo>
                <a:lnTo>
                  <a:pt x="158766" y="53392"/>
                </a:lnTo>
                <a:lnTo>
                  <a:pt x="158766" y="33347"/>
                </a:lnTo>
                <a:lnTo>
                  <a:pt x="156968" y="33347"/>
                </a:lnTo>
                <a:lnTo>
                  <a:pt x="156164" y="33355"/>
                </a:lnTo>
                <a:lnTo>
                  <a:pt x="155370" y="33377"/>
                </a:lnTo>
                <a:lnTo>
                  <a:pt x="154586" y="33413"/>
                </a:lnTo>
                <a:lnTo>
                  <a:pt x="153812" y="33465"/>
                </a:lnTo>
                <a:lnTo>
                  <a:pt x="153048" y="33531"/>
                </a:lnTo>
                <a:lnTo>
                  <a:pt x="152294" y="33611"/>
                </a:lnTo>
                <a:lnTo>
                  <a:pt x="151550" y="33707"/>
                </a:lnTo>
                <a:lnTo>
                  <a:pt x="150816" y="33817"/>
                </a:lnTo>
                <a:lnTo>
                  <a:pt x="150092" y="33941"/>
                </a:lnTo>
                <a:lnTo>
                  <a:pt x="149378" y="34081"/>
                </a:lnTo>
                <a:lnTo>
                  <a:pt x="148674" y="34235"/>
                </a:lnTo>
                <a:lnTo>
                  <a:pt x="147980" y="34404"/>
                </a:lnTo>
                <a:lnTo>
                  <a:pt x="147296" y="34587"/>
                </a:lnTo>
                <a:lnTo>
                  <a:pt x="146622" y="34785"/>
                </a:lnTo>
                <a:lnTo>
                  <a:pt x="145957" y="34998"/>
                </a:lnTo>
                <a:lnTo>
                  <a:pt x="145303" y="35225"/>
                </a:lnTo>
                <a:lnTo>
                  <a:pt x="144659" y="35467"/>
                </a:lnTo>
                <a:lnTo>
                  <a:pt x="144025" y="35724"/>
                </a:lnTo>
                <a:lnTo>
                  <a:pt x="143401" y="35995"/>
                </a:lnTo>
                <a:lnTo>
                  <a:pt x="142786" y="36281"/>
                </a:lnTo>
                <a:lnTo>
                  <a:pt x="142182" y="36582"/>
                </a:lnTo>
                <a:lnTo>
                  <a:pt x="141588" y="36897"/>
                </a:lnTo>
                <a:lnTo>
                  <a:pt x="141004" y="37227"/>
                </a:lnTo>
                <a:lnTo>
                  <a:pt x="140430" y="37572"/>
                </a:lnTo>
                <a:lnTo>
                  <a:pt x="139866" y="37930"/>
                </a:lnTo>
                <a:lnTo>
                  <a:pt x="139315" y="38302"/>
                </a:lnTo>
                <a:lnTo>
                  <a:pt x="138775" y="38686"/>
                </a:lnTo>
                <a:lnTo>
                  <a:pt x="138247" y="39083"/>
                </a:lnTo>
                <a:lnTo>
                  <a:pt x="137731" y="39492"/>
                </a:lnTo>
                <a:lnTo>
                  <a:pt x="137227" y="39915"/>
                </a:lnTo>
                <a:lnTo>
                  <a:pt x="136735" y="40350"/>
                </a:lnTo>
                <a:lnTo>
                  <a:pt x="136255" y="40798"/>
                </a:lnTo>
                <a:lnTo>
                  <a:pt x="135786" y="41259"/>
                </a:lnTo>
                <a:lnTo>
                  <a:pt x="135330" y="41732"/>
                </a:lnTo>
                <a:lnTo>
                  <a:pt x="134885" y="42219"/>
                </a:lnTo>
                <a:lnTo>
                  <a:pt x="134452" y="42718"/>
                </a:lnTo>
                <a:lnTo>
                  <a:pt x="134031" y="43230"/>
                </a:lnTo>
                <a:lnTo>
                  <a:pt x="133622" y="43755"/>
                </a:lnTo>
                <a:lnTo>
                  <a:pt x="133225" y="44292"/>
                </a:lnTo>
                <a:lnTo>
                  <a:pt x="132839" y="44843"/>
                </a:lnTo>
                <a:lnTo>
                  <a:pt x="132466" y="45406"/>
                </a:lnTo>
                <a:lnTo>
                  <a:pt x="132104" y="45982"/>
                </a:lnTo>
                <a:lnTo>
                  <a:pt x="131754" y="46571"/>
                </a:lnTo>
                <a:lnTo>
                  <a:pt x="131416" y="47172"/>
                </a:lnTo>
                <a:lnTo>
                  <a:pt x="131090" y="47787"/>
                </a:lnTo>
                <a:lnTo>
                  <a:pt x="130776" y="48414"/>
                </a:lnTo>
                <a:lnTo>
                  <a:pt x="130473" y="49054"/>
                </a:lnTo>
                <a:lnTo>
                  <a:pt x="130183" y="49707"/>
                </a:lnTo>
                <a:lnTo>
                  <a:pt x="129733" y="34696"/>
                </a:lnTo>
                <a:lnTo>
                  <a:pt x="106902" y="34696"/>
                </a:lnTo>
                <a:lnTo>
                  <a:pt x="106902" y="123502"/>
                </a:lnTo>
                <a:lnTo>
                  <a:pt x="130722" y="123502"/>
                </a:lnTo>
                <a:lnTo>
                  <a:pt x="130722" y="64099"/>
                </a:lnTo>
                <a:lnTo>
                  <a:pt x="130963" y="63759"/>
                </a:lnTo>
                <a:lnTo>
                  <a:pt x="131209" y="63425"/>
                </a:lnTo>
                <a:close/>
                <a:moveTo>
                  <a:pt x="301641" y="45588"/>
                </a:moveTo>
                <a:lnTo>
                  <a:pt x="301163" y="44775"/>
                </a:lnTo>
                <a:lnTo>
                  <a:pt x="300661" y="43988"/>
                </a:lnTo>
                <a:lnTo>
                  <a:pt x="300134" y="43224"/>
                </a:lnTo>
                <a:lnTo>
                  <a:pt x="299583" y="42486"/>
                </a:lnTo>
                <a:lnTo>
                  <a:pt x="299007" y="41771"/>
                </a:lnTo>
                <a:lnTo>
                  <a:pt x="298408" y="41084"/>
                </a:lnTo>
                <a:lnTo>
                  <a:pt x="297788" y="40426"/>
                </a:lnTo>
                <a:lnTo>
                  <a:pt x="297147" y="39797"/>
                </a:lnTo>
                <a:lnTo>
                  <a:pt x="296484" y="39197"/>
                </a:lnTo>
                <a:lnTo>
                  <a:pt x="295800" y="38627"/>
                </a:lnTo>
                <a:lnTo>
                  <a:pt x="295094" y="38086"/>
                </a:lnTo>
                <a:lnTo>
                  <a:pt x="294367" y="37574"/>
                </a:lnTo>
                <a:lnTo>
                  <a:pt x="293619" y="37091"/>
                </a:lnTo>
                <a:lnTo>
                  <a:pt x="292849" y="36638"/>
                </a:lnTo>
                <a:lnTo>
                  <a:pt x="292058" y="36214"/>
                </a:lnTo>
                <a:lnTo>
                  <a:pt x="291245" y="35819"/>
                </a:lnTo>
                <a:lnTo>
                  <a:pt x="290412" y="35453"/>
                </a:lnTo>
                <a:lnTo>
                  <a:pt x="289556" y="35117"/>
                </a:lnTo>
                <a:lnTo>
                  <a:pt x="288680" y="34810"/>
                </a:lnTo>
                <a:lnTo>
                  <a:pt x="287782" y="34532"/>
                </a:lnTo>
                <a:lnTo>
                  <a:pt x="286862" y="34283"/>
                </a:lnTo>
                <a:lnTo>
                  <a:pt x="285922" y="34064"/>
                </a:lnTo>
                <a:lnTo>
                  <a:pt x="284960" y="33874"/>
                </a:lnTo>
                <a:lnTo>
                  <a:pt x="283976" y="33713"/>
                </a:lnTo>
                <a:lnTo>
                  <a:pt x="282971" y="33581"/>
                </a:lnTo>
                <a:lnTo>
                  <a:pt x="281945" y="33479"/>
                </a:lnTo>
                <a:lnTo>
                  <a:pt x="280897" y="33406"/>
                </a:lnTo>
                <a:lnTo>
                  <a:pt x="279828" y="33362"/>
                </a:lnTo>
                <a:lnTo>
                  <a:pt x="278738" y="33347"/>
                </a:lnTo>
                <a:lnTo>
                  <a:pt x="277815" y="33355"/>
                </a:lnTo>
                <a:lnTo>
                  <a:pt x="276905" y="33378"/>
                </a:lnTo>
                <a:lnTo>
                  <a:pt x="276007" y="33416"/>
                </a:lnTo>
                <a:lnTo>
                  <a:pt x="275121" y="33469"/>
                </a:lnTo>
                <a:lnTo>
                  <a:pt x="274248" y="33537"/>
                </a:lnTo>
                <a:lnTo>
                  <a:pt x="273387" y="33620"/>
                </a:lnTo>
                <a:lnTo>
                  <a:pt x="272538" y="33718"/>
                </a:lnTo>
                <a:lnTo>
                  <a:pt x="271702" y="33832"/>
                </a:lnTo>
                <a:lnTo>
                  <a:pt x="270878" y="33960"/>
                </a:lnTo>
                <a:lnTo>
                  <a:pt x="270066" y="34104"/>
                </a:lnTo>
                <a:lnTo>
                  <a:pt x="269267" y="34263"/>
                </a:lnTo>
                <a:lnTo>
                  <a:pt x="268480" y="34437"/>
                </a:lnTo>
                <a:lnTo>
                  <a:pt x="267705" y="34626"/>
                </a:lnTo>
                <a:lnTo>
                  <a:pt x="266943" y="34831"/>
                </a:lnTo>
                <a:lnTo>
                  <a:pt x="266192" y="35050"/>
                </a:lnTo>
                <a:lnTo>
                  <a:pt x="265455" y="35285"/>
                </a:lnTo>
                <a:lnTo>
                  <a:pt x="264729" y="35535"/>
                </a:lnTo>
                <a:lnTo>
                  <a:pt x="264016" y="35800"/>
                </a:lnTo>
                <a:lnTo>
                  <a:pt x="263316" y="36080"/>
                </a:lnTo>
                <a:lnTo>
                  <a:pt x="262627" y="36375"/>
                </a:lnTo>
                <a:lnTo>
                  <a:pt x="261951" y="36685"/>
                </a:lnTo>
                <a:lnTo>
                  <a:pt x="261287" y="37011"/>
                </a:lnTo>
                <a:lnTo>
                  <a:pt x="260636" y="37351"/>
                </a:lnTo>
                <a:lnTo>
                  <a:pt x="259997" y="37707"/>
                </a:lnTo>
                <a:lnTo>
                  <a:pt x="259369" y="38072"/>
                </a:lnTo>
                <a:lnTo>
                  <a:pt x="258754" y="38442"/>
                </a:lnTo>
                <a:lnTo>
                  <a:pt x="258149" y="38817"/>
                </a:lnTo>
                <a:lnTo>
                  <a:pt x="257556" y="39196"/>
                </a:lnTo>
                <a:lnTo>
                  <a:pt x="256974" y="39580"/>
                </a:lnTo>
                <a:lnTo>
                  <a:pt x="256404" y="39968"/>
                </a:lnTo>
                <a:lnTo>
                  <a:pt x="255845" y="40361"/>
                </a:lnTo>
                <a:lnTo>
                  <a:pt x="255298" y="40758"/>
                </a:lnTo>
                <a:lnTo>
                  <a:pt x="254762" y="41160"/>
                </a:lnTo>
                <a:lnTo>
                  <a:pt x="254237" y="41566"/>
                </a:lnTo>
                <a:lnTo>
                  <a:pt x="253724" y="41977"/>
                </a:lnTo>
                <a:lnTo>
                  <a:pt x="253222" y="42392"/>
                </a:lnTo>
                <a:lnTo>
                  <a:pt x="252731" y="42812"/>
                </a:lnTo>
                <a:lnTo>
                  <a:pt x="252252" y="43236"/>
                </a:lnTo>
                <a:lnTo>
                  <a:pt x="251784" y="43665"/>
                </a:lnTo>
                <a:lnTo>
                  <a:pt x="251328" y="44099"/>
                </a:lnTo>
                <a:lnTo>
                  <a:pt x="250883" y="44537"/>
                </a:lnTo>
                <a:lnTo>
                  <a:pt x="250449" y="44979"/>
                </a:lnTo>
                <a:lnTo>
                  <a:pt x="250027" y="45426"/>
                </a:lnTo>
                <a:lnTo>
                  <a:pt x="249616" y="45878"/>
                </a:lnTo>
                <a:lnTo>
                  <a:pt x="249217" y="46334"/>
                </a:lnTo>
                <a:lnTo>
                  <a:pt x="248829" y="46794"/>
                </a:lnTo>
                <a:lnTo>
                  <a:pt x="248452" y="47259"/>
                </a:lnTo>
                <a:lnTo>
                  <a:pt x="248087" y="47729"/>
                </a:lnTo>
                <a:lnTo>
                  <a:pt x="247637" y="34696"/>
                </a:lnTo>
                <a:lnTo>
                  <a:pt x="224717" y="34696"/>
                </a:lnTo>
                <a:lnTo>
                  <a:pt x="224717" y="123502"/>
                </a:lnTo>
                <a:lnTo>
                  <a:pt x="248536" y="123502"/>
                </a:lnTo>
                <a:lnTo>
                  <a:pt x="248536" y="64010"/>
                </a:lnTo>
                <a:lnTo>
                  <a:pt x="248853" y="63608"/>
                </a:lnTo>
                <a:lnTo>
                  <a:pt x="249174" y="63213"/>
                </a:lnTo>
                <a:lnTo>
                  <a:pt x="249498" y="62822"/>
                </a:lnTo>
                <a:lnTo>
                  <a:pt x="249827" y="62436"/>
                </a:lnTo>
                <a:lnTo>
                  <a:pt x="250160" y="62055"/>
                </a:lnTo>
                <a:lnTo>
                  <a:pt x="250497" y="61680"/>
                </a:lnTo>
                <a:lnTo>
                  <a:pt x="250838" y="61309"/>
                </a:lnTo>
                <a:lnTo>
                  <a:pt x="251183" y="60943"/>
                </a:lnTo>
                <a:lnTo>
                  <a:pt x="251532" y="60583"/>
                </a:lnTo>
                <a:lnTo>
                  <a:pt x="251885" y="60228"/>
                </a:lnTo>
                <a:lnTo>
                  <a:pt x="252242" y="59877"/>
                </a:lnTo>
                <a:lnTo>
                  <a:pt x="252604" y="59532"/>
                </a:lnTo>
                <a:lnTo>
                  <a:pt x="252969" y="59192"/>
                </a:lnTo>
                <a:lnTo>
                  <a:pt x="253338" y="58857"/>
                </a:lnTo>
                <a:lnTo>
                  <a:pt x="253712" y="58527"/>
                </a:lnTo>
                <a:lnTo>
                  <a:pt x="254089" y="58202"/>
                </a:lnTo>
                <a:lnTo>
                  <a:pt x="254471" y="57882"/>
                </a:lnTo>
                <a:lnTo>
                  <a:pt x="254856" y="57567"/>
                </a:lnTo>
                <a:lnTo>
                  <a:pt x="255246" y="57258"/>
                </a:lnTo>
                <a:lnTo>
                  <a:pt x="255640" y="56953"/>
                </a:lnTo>
                <a:lnTo>
                  <a:pt x="256038" y="56653"/>
                </a:lnTo>
                <a:lnTo>
                  <a:pt x="256439" y="56359"/>
                </a:lnTo>
                <a:lnTo>
                  <a:pt x="256845" y="56069"/>
                </a:lnTo>
                <a:lnTo>
                  <a:pt x="257255" y="55785"/>
                </a:lnTo>
                <a:lnTo>
                  <a:pt x="257671" y="55509"/>
                </a:lnTo>
                <a:lnTo>
                  <a:pt x="258093" y="55245"/>
                </a:lnTo>
                <a:lnTo>
                  <a:pt x="258522" y="54992"/>
                </a:lnTo>
                <a:lnTo>
                  <a:pt x="258958" y="54752"/>
                </a:lnTo>
                <a:lnTo>
                  <a:pt x="259401" y="54523"/>
                </a:lnTo>
                <a:lnTo>
                  <a:pt x="259851" y="54305"/>
                </a:lnTo>
                <a:lnTo>
                  <a:pt x="260307" y="54100"/>
                </a:lnTo>
                <a:lnTo>
                  <a:pt x="260771" y="53906"/>
                </a:lnTo>
                <a:lnTo>
                  <a:pt x="261241" y="53724"/>
                </a:lnTo>
                <a:lnTo>
                  <a:pt x="261718" y="53554"/>
                </a:lnTo>
                <a:lnTo>
                  <a:pt x="262202" y="53395"/>
                </a:lnTo>
                <a:lnTo>
                  <a:pt x="262693" y="53249"/>
                </a:lnTo>
                <a:lnTo>
                  <a:pt x="263191" y="53114"/>
                </a:lnTo>
                <a:lnTo>
                  <a:pt x="263696" y="52990"/>
                </a:lnTo>
                <a:lnTo>
                  <a:pt x="264207" y="52879"/>
                </a:lnTo>
                <a:lnTo>
                  <a:pt x="264726" y="52779"/>
                </a:lnTo>
                <a:lnTo>
                  <a:pt x="265251" y="52691"/>
                </a:lnTo>
                <a:lnTo>
                  <a:pt x="265783" y="52614"/>
                </a:lnTo>
                <a:lnTo>
                  <a:pt x="266322" y="52550"/>
                </a:lnTo>
                <a:lnTo>
                  <a:pt x="266868" y="52497"/>
                </a:lnTo>
                <a:lnTo>
                  <a:pt x="267421" y="52456"/>
                </a:lnTo>
                <a:lnTo>
                  <a:pt x="267980" y="52427"/>
                </a:lnTo>
                <a:lnTo>
                  <a:pt x="268547" y="52409"/>
                </a:lnTo>
                <a:lnTo>
                  <a:pt x="269120" y="52403"/>
                </a:lnTo>
                <a:lnTo>
                  <a:pt x="269507" y="52407"/>
                </a:lnTo>
                <a:lnTo>
                  <a:pt x="269887" y="52417"/>
                </a:lnTo>
                <a:lnTo>
                  <a:pt x="270261" y="52434"/>
                </a:lnTo>
                <a:lnTo>
                  <a:pt x="270629" y="52459"/>
                </a:lnTo>
                <a:lnTo>
                  <a:pt x="270991" y="52490"/>
                </a:lnTo>
                <a:lnTo>
                  <a:pt x="271348" y="52529"/>
                </a:lnTo>
                <a:lnTo>
                  <a:pt x="271697" y="52574"/>
                </a:lnTo>
                <a:lnTo>
                  <a:pt x="272041" y="52627"/>
                </a:lnTo>
                <a:lnTo>
                  <a:pt x="272379" y="52686"/>
                </a:lnTo>
                <a:lnTo>
                  <a:pt x="272711" y="52752"/>
                </a:lnTo>
                <a:lnTo>
                  <a:pt x="273036" y="52826"/>
                </a:lnTo>
                <a:lnTo>
                  <a:pt x="273356" y="52906"/>
                </a:lnTo>
                <a:lnTo>
                  <a:pt x="273669" y="52993"/>
                </a:lnTo>
                <a:lnTo>
                  <a:pt x="273977" y="53087"/>
                </a:lnTo>
                <a:lnTo>
                  <a:pt x="274278" y="53189"/>
                </a:lnTo>
                <a:lnTo>
                  <a:pt x="274573" y="53297"/>
                </a:lnTo>
                <a:lnTo>
                  <a:pt x="274862" y="53412"/>
                </a:lnTo>
                <a:lnTo>
                  <a:pt x="275145" y="53534"/>
                </a:lnTo>
                <a:lnTo>
                  <a:pt x="275422" y="53664"/>
                </a:lnTo>
                <a:lnTo>
                  <a:pt x="275693" y="53800"/>
                </a:lnTo>
                <a:lnTo>
                  <a:pt x="275958" y="53943"/>
                </a:lnTo>
                <a:lnTo>
                  <a:pt x="276216" y="54093"/>
                </a:lnTo>
                <a:lnTo>
                  <a:pt x="276469" y="54250"/>
                </a:lnTo>
                <a:lnTo>
                  <a:pt x="276715" y="54414"/>
                </a:lnTo>
                <a:lnTo>
                  <a:pt x="276956" y="54585"/>
                </a:lnTo>
                <a:lnTo>
                  <a:pt x="277191" y="54761"/>
                </a:lnTo>
                <a:lnTo>
                  <a:pt x="277420" y="54943"/>
                </a:lnTo>
                <a:lnTo>
                  <a:pt x="277644" y="55130"/>
                </a:lnTo>
                <a:lnTo>
                  <a:pt x="277862" y="55324"/>
                </a:lnTo>
                <a:lnTo>
                  <a:pt x="278075" y="55523"/>
                </a:lnTo>
                <a:lnTo>
                  <a:pt x="278282" y="55727"/>
                </a:lnTo>
                <a:lnTo>
                  <a:pt x="278483" y="55938"/>
                </a:lnTo>
                <a:lnTo>
                  <a:pt x="278679" y="56154"/>
                </a:lnTo>
                <a:lnTo>
                  <a:pt x="278869" y="56376"/>
                </a:lnTo>
                <a:lnTo>
                  <a:pt x="279053" y="56603"/>
                </a:lnTo>
                <a:lnTo>
                  <a:pt x="279232" y="56836"/>
                </a:lnTo>
                <a:lnTo>
                  <a:pt x="279405" y="57075"/>
                </a:lnTo>
                <a:lnTo>
                  <a:pt x="279573" y="57320"/>
                </a:lnTo>
                <a:lnTo>
                  <a:pt x="279735" y="57570"/>
                </a:lnTo>
                <a:lnTo>
                  <a:pt x="279891" y="57826"/>
                </a:lnTo>
                <a:lnTo>
                  <a:pt x="280042" y="58088"/>
                </a:lnTo>
                <a:lnTo>
                  <a:pt x="280187" y="58355"/>
                </a:lnTo>
                <a:lnTo>
                  <a:pt x="280327" y="58628"/>
                </a:lnTo>
                <a:lnTo>
                  <a:pt x="280461" y="58907"/>
                </a:lnTo>
                <a:lnTo>
                  <a:pt x="280589" y="59192"/>
                </a:lnTo>
                <a:lnTo>
                  <a:pt x="280712" y="59482"/>
                </a:lnTo>
                <a:lnTo>
                  <a:pt x="280829" y="59778"/>
                </a:lnTo>
                <a:lnTo>
                  <a:pt x="280940" y="60080"/>
                </a:lnTo>
                <a:lnTo>
                  <a:pt x="281046" y="60386"/>
                </a:lnTo>
                <a:lnTo>
                  <a:pt x="281148" y="60697"/>
                </a:lnTo>
                <a:lnTo>
                  <a:pt x="281245" y="61012"/>
                </a:lnTo>
                <a:lnTo>
                  <a:pt x="281338" y="61331"/>
                </a:lnTo>
                <a:lnTo>
                  <a:pt x="281426" y="61654"/>
                </a:lnTo>
                <a:lnTo>
                  <a:pt x="281510" y="61981"/>
                </a:lnTo>
                <a:lnTo>
                  <a:pt x="281589" y="62313"/>
                </a:lnTo>
                <a:lnTo>
                  <a:pt x="281664" y="62648"/>
                </a:lnTo>
                <a:lnTo>
                  <a:pt x="281734" y="62988"/>
                </a:lnTo>
                <a:lnTo>
                  <a:pt x="281800" y="63332"/>
                </a:lnTo>
                <a:lnTo>
                  <a:pt x="281861" y="63680"/>
                </a:lnTo>
                <a:lnTo>
                  <a:pt x="281917" y="64032"/>
                </a:lnTo>
                <a:lnTo>
                  <a:pt x="281970" y="64388"/>
                </a:lnTo>
                <a:lnTo>
                  <a:pt x="282017" y="64749"/>
                </a:lnTo>
                <a:lnTo>
                  <a:pt x="282060" y="65113"/>
                </a:lnTo>
                <a:lnTo>
                  <a:pt x="282098" y="65482"/>
                </a:lnTo>
                <a:lnTo>
                  <a:pt x="282132" y="65854"/>
                </a:lnTo>
                <a:lnTo>
                  <a:pt x="282162" y="66231"/>
                </a:lnTo>
                <a:lnTo>
                  <a:pt x="282187" y="66612"/>
                </a:lnTo>
                <a:lnTo>
                  <a:pt x="282207" y="66998"/>
                </a:lnTo>
                <a:lnTo>
                  <a:pt x="282223" y="67387"/>
                </a:lnTo>
                <a:lnTo>
                  <a:pt x="282234" y="67780"/>
                </a:lnTo>
                <a:lnTo>
                  <a:pt x="282241" y="68178"/>
                </a:lnTo>
                <a:lnTo>
                  <a:pt x="282243" y="68580"/>
                </a:lnTo>
                <a:lnTo>
                  <a:pt x="282243" y="123502"/>
                </a:lnTo>
                <a:lnTo>
                  <a:pt x="306063" y="123502"/>
                </a:lnTo>
                <a:lnTo>
                  <a:pt x="306063" y="65675"/>
                </a:lnTo>
                <a:lnTo>
                  <a:pt x="306051" y="64397"/>
                </a:lnTo>
                <a:lnTo>
                  <a:pt x="306014" y="63144"/>
                </a:lnTo>
                <a:lnTo>
                  <a:pt x="306005" y="62960"/>
                </a:lnTo>
                <a:lnTo>
                  <a:pt x="306214" y="62720"/>
                </a:lnTo>
                <a:lnTo>
                  <a:pt x="306549" y="62346"/>
                </a:lnTo>
                <a:lnTo>
                  <a:pt x="306888" y="61977"/>
                </a:lnTo>
                <a:lnTo>
                  <a:pt x="307230" y="61614"/>
                </a:lnTo>
                <a:lnTo>
                  <a:pt x="307576" y="61256"/>
                </a:lnTo>
                <a:lnTo>
                  <a:pt x="307925" y="60903"/>
                </a:lnTo>
                <a:lnTo>
                  <a:pt x="308278" y="60555"/>
                </a:lnTo>
                <a:lnTo>
                  <a:pt x="308635" y="60213"/>
                </a:lnTo>
                <a:lnTo>
                  <a:pt x="308995" y="59876"/>
                </a:lnTo>
                <a:lnTo>
                  <a:pt x="309358" y="59545"/>
                </a:lnTo>
                <a:lnTo>
                  <a:pt x="309726" y="59218"/>
                </a:lnTo>
                <a:lnTo>
                  <a:pt x="310096" y="58897"/>
                </a:lnTo>
                <a:lnTo>
                  <a:pt x="310471" y="58582"/>
                </a:lnTo>
                <a:lnTo>
                  <a:pt x="310849" y="58271"/>
                </a:lnTo>
                <a:lnTo>
                  <a:pt x="311231" y="57966"/>
                </a:lnTo>
                <a:lnTo>
                  <a:pt x="311616" y="57666"/>
                </a:lnTo>
                <a:lnTo>
                  <a:pt x="312005" y="57372"/>
                </a:lnTo>
                <a:lnTo>
                  <a:pt x="312397" y="57083"/>
                </a:lnTo>
                <a:lnTo>
                  <a:pt x="312793" y="56799"/>
                </a:lnTo>
                <a:lnTo>
                  <a:pt x="313193" y="56520"/>
                </a:lnTo>
                <a:lnTo>
                  <a:pt x="313596" y="56247"/>
                </a:lnTo>
                <a:lnTo>
                  <a:pt x="314002" y="55979"/>
                </a:lnTo>
                <a:lnTo>
                  <a:pt x="314413" y="55717"/>
                </a:lnTo>
                <a:lnTo>
                  <a:pt x="314827" y="55459"/>
                </a:lnTo>
                <a:lnTo>
                  <a:pt x="315246" y="55210"/>
                </a:lnTo>
                <a:lnTo>
                  <a:pt x="315672" y="54971"/>
                </a:lnTo>
                <a:lnTo>
                  <a:pt x="316104" y="54743"/>
                </a:lnTo>
                <a:lnTo>
                  <a:pt x="316543" y="54525"/>
                </a:lnTo>
                <a:lnTo>
                  <a:pt x="316989" y="54318"/>
                </a:lnTo>
                <a:lnTo>
                  <a:pt x="317442" y="54122"/>
                </a:lnTo>
                <a:lnTo>
                  <a:pt x="317901" y="53936"/>
                </a:lnTo>
                <a:lnTo>
                  <a:pt x="318367" y="53761"/>
                </a:lnTo>
                <a:lnTo>
                  <a:pt x="318840" y="53597"/>
                </a:lnTo>
                <a:lnTo>
                  <a:pt x="319319" y="53443"/>
                </a:lnTo>
                <a:lnTo>
                  <a:pt x="319806" y="53300"/>
                </a:lnTo>
                <a:lnTo>
                  <a:pt x="320298" y="53167"/>
                </a:lnTo>
                <a:lnTo>
                  <a:pt x="320798" y="53045"/>
                </a:lnTo>
                <a:lnTo>
                  <a:pt x="321304" y="52934"/>
                </a:lnTo>
                <a:lnTo>
                  <a:pt x="321817" y="52833"/>
                </a:lnTo>
                <a:lnTo>
                  <a:pt x="322337" y="52743"/>
                </a:lnTo>
                <a:lnTo>
                  <a:pt x="322864" y="52663"/>
                </a:lnTo>
                <a:lnTo>
                  <a:pt x="323397" y="52594"/>
                </a:lnTo>
                <a:lnTo>
                  <a:pt x="323937" y="52536"/>
                </a:lnTo>
                <a:lnTo>
                  <a:pt x="324483" y="52488"/>
                </a:lnTo>
                <a:lnTo>
                  <a:pt x="325036" y="52451"/>
                </a:lnTo>
                <a:lnTo>
                  <a:pt x="325596" y="52424"/>
                </a:lnTo>
                <a:lnTo>
                  <a:pt x="326163" y="52408"/>
                </a:lnTo>
                <a:lnTo>
                  <a:pt x="326736" y="52403"/>
                </a:lnTo>
                <a:lnTo>
                  <a:pt x="327123" y="52407"/>
                </a:lnTo>
                <a:lnTo>
                  <a:pt x="327503" y="52417"/>
                </a:lnTo>
                <a:lnTo>
                  <a:pt x="327878" y="52434"/>
                </a:lnTo>
                <a:lnTo>
                  <a:pt x="328246" y="52459"/>
                </a:lnTo>
                <a:lnTo>
                  <a:pt x="328608" y="52490"/>
                </a:lnTo>
                <a:lnTo>
                  <a:pt x="328964" y="52529"/>
                </a:lnTo>
                <a:lnTo>
                  <a:pt x="329314" y="52574"/>
                </a:lnTo>
                <a:lnTo>
                  <a:pt x="329658" y="52627"/>
                </a:lnTo>
                <a:lnTo>
                  <a:pt x="329996" y="52686"/>
                </a:lnTo>
                <a:lnTo>
                  <a:pt x="330327" y="52752"/>
                </a:lnTo>
                <a:lnTo>
                  <a:pt x="330653" y="52826"/>
                </a:lnTo>
                <a:lnTo>
                  <a:pt x="330972" y="52906"/>
                </a:lnTo>
                <a:lnTo>
                  <a:pt x="331286" y="52993"/>
                </a:lnTo>
                <a:lnTo>
                  <a:pt x="331593" y="53087"/>
                </a:lnTo>
                <a:lnTo>
                  <a:pt x="331894" y="53189"/>
                </a:lnTo>
                <a:lnTo>
                  <a:pt x="332190" y="53297"/>
                </a:lnTo>
                <a:lnTo>
                  <a:pt x="332479" y="53412"/>
                </a:lnTo>
                <a:lnTo>
                  <a:pt x="332762" y="53534"/>
                </a:lnTo>
                <a:lnTo>
                  <a:pt x="333038" y="53664"/>
                </a:lnTo>
                <a:lnTo>
                  <a:pt x="333309" y="53800"/>
                </a:lnTo>
                <a:lnTo>
                  <a:pt x="333574" y="53943"/>
                </a:lnTo>
                <a:lnTo>
                  <a:pt x="333833" y="54093"/>
                </a:lnTo>
                <a:lnTo>
                  <a:pt x="334085" y="54250"/>
                </a:lnTo>
                <a:lnTo>
                  <a:pt x="334332" y="54414"/>
                </a:lnTo>
                <a:lnTo>
                  <a:pt x="334572" y="54585"/>
                </a:lnTo>
                <a:lnTo>
                  <a:pt x="334807" y="54761"/>
                </a:lnTo>
                <a:lnTo>
                  <a:pt x="335037" y="54943"/>
                </a:lnTo>
                <a:lnTo>
                  <a:pt x="335261" y="55130"/>
                </a:lnTo>
                <a:lnTo>
                  <a:pt x="335479" y="55324"/>
                </a:lnTo>
                <a:lnTo>
                  <a:pt x="335691" y="55523"/>
                </a:lnTo>
                <a:lnTo>
                  <a:pt x="335898" y="55727"/>
                </a:lnTo>
                <a:lnTo>
                  <a:pt x="336100" y="55938"/>
                </a:lnTo>
                <a:lnTo>
                  <a:pt x="336295" y="56154"/>
                </a:lnTo>
                <a:lnTo>
                  <a:pt x="336485" y="56376"/>
                </a:lnTo>
                <a:lnTo>
                  <a:pt x="336670" y="56603"/>
                </a:lnTo>
                <a:lnTo>
                  <a:pt x="336849" y="56836"/>
                </a:lnTo>
                <a:lnTo>
                  <a:pt x="337022" y="57075"/>
                </a:lnTo>
                <a:lnTo>
                  <a:pt x="337189" y="57320"/>
                </a:lnTo>
                <a:lnTo>
                  <a:pt x="337351" y="57570"/>
                </a:lnTo>
                <a:lnTo>
                  <a:pt x="337508" y="57826"/>
                </a:lnTo>
                <a:lnTo>
                  <a:pt x="337658" y="58088"/>
                </a:lnTo>
                <a:lnTo>
                  <a:pt x="337804" y="58355"/>
                </a:lnTo>
                <a:lnTo>
                  <a:pt x="337943" y="58628"/>
                </a:lnTo>
                <a:lnTo>
                  <a:pt x="338077" y="58907"/>
                </a:lnTo>
                <a:lnTo>
                  <a:pt x="338205" y="59192"/>
                </a:lnTo>
                <a:lnTo>
                  <a:pt x="338328" y="59482"/>
                </a:lnTo>
                <a:lnTo>
                  <a:pt x="338445" y="59778"/>
                </a:lnTo>
                <a:lnTo>
                  <a:pt x="338556" y="60080"/>
                </a:lnTo>
                <a:lnTo>
                  <a:pt x="338663" y="60386"/>
                </a:lnTo>
                <a:lnTo>
                  <a:pt x="338765" y="60697"/>
                </a:lnTo>
                <a:lnTo>
                  <a:pt x="338862" y="61012"/>
                </a:lnTo>
                <a:lnTo>
                  <a:pt x="338955" y="61331"/>
                </a:lnTo>
                <a:lnTo>
                  <a:pt x="339043" y="61654"/>
                </a:lnTo>
                <a:lnTo>
                  <a:pt x="339127" y="61981"/>
                </a:lnTo>
                <a:lnTo>
                  <a:pt x="339206" y="62313"/>
                </a:lnTo>
                <a:lnTo>
                  <a:pt x="339280" y="62648"/>
                </a:lnTo>
                <a:lnTo>
                  <a:pt x="339351" y="62988"/>
                </a:lnTo>
                <a:lnTo>
                  <a:pt x="339416" y="63332"/>
                </a:lnTo>
                <a:lnTo>
                  <a:pt x="339477" y="63680"/>
                </a:lnTo>
                <a:lnTo>
                  <a:pt x="339534" y="64032"/>
                </a:lnTo>
                <a:lnTo>
                  <a:pt x="339586" y="64388"/>
                </a:lnTo>
                <a:lnTo>
                  <a:pt x="339633" y="64749"/>
                </a:lnTo>
                <a:lnTo>
                  <a:pt x="339676" y="65113"/>
                </a:lnTo>
                <a:lnTo>
                  <a:pt x="339715" y="65482"/>
                </a:lnTo>
                <a:lnTo>
                  <a:pt x="339749" y="65854"/>
                </a:lnTo>
                <a:lnTo>
                  <a:pt x="339778" y="66231"/>
                </a:lnTo>
                <a:lnTo>
                  <a:pt x="339803" y="66612"/>
                </a:lnTo>
                <a:lnTo>
                  <a:pt x="339824" y="66998"/>
                </a:lnTo>
                <a:lnTo>
                  <a:pt x="339839" y="67387"/>
                </a:lnTo>
                <a:lnTo>
                  <a:pt x="339851" y="67780"/>
                </a:lnTo>
                <a:lnTo>
                  <a:pt x="339857" y="68178"/>
                </a:lnTo>
                <a:lnTo>
                  <a:pt x="339860" y="68580"/>
                </a:lnTo>
                <a:lnTo>
                  <a:pt x="339860" y="123502"/>
                </a:lnTo>
                <a:lnTo>
                  <a:pt x="363679" y="123502"/>
                </a:lnTo>
                <a:lnTo>
                  <a:pt x="363679" y="65675"/>
                </a:lnTo>
                <a:lnTo>
                  <a:pt x="363667" y="64397"/>
                </a:lnTo>
                <a:lnTo>
                  <a:pt x="363630" y="63144"/>
                </a:lnTo>
                <a:lnTo>
                  <a:pt x="363568" y="61915"/>
                </a:lnTo>
                <a:lnTo>
                  <a:pt x="363481" y="60711"/>
                </a:lnTo>
                <a:lnTo>
                  <a:pt x="363369" y="59531"/>
                </a:lnTo>
                <a:lnTo>
                  <a:pt x="363233" y="58376"/>
                </a:lnTo>
                <a:lnTo>
                  <a:pt x="363071" y="57245"/>
                </a:lnTo>
                <a:lnTo>
                  <a:pt x="362885" y="56139"/>
                </a:lnTo>
                <a:lnTo>
                  <a:pt x="362674" y="55057"/>
                </a:lnTo>
                <a:lnTo>
                  <a:pt x="362439" y="54000"/>
                </a:lnTo>
                <a:lnTo>
                  <a:pt x="362178" y="52968"/>
                </a:lnTo>
                <a:lnTo>
                  <a:pt x="361893" y="51959"/>
                </a:lnTo>
                <a:lnTo>
                  <a:pt x="361583" y="50976"/>
                </a:lnTo>
                <a:lnTo>
                  <a:pt x="361248" y="50016"/>
                </a:lnTo>
                <a:lnTo>
                  <a:pt x="360888" y="49082"/>
                </a:lnTo>
                <a:lnTo>
                  <a:pt x="360503" y="48171"/>
                </a:lnTo>
                <a:lnTo>
                  <a:pt x="360094" y="47286"/>
                </a:lnTo>
                <a:lnTo>
                  <a:pt x="359660" y="46424"/>
                </a:lnTo>
                <a:lnTo>
                  <a:pt x="359201" y="45588"/>
                </a:lnTo>
                <a:lnTo>
                  <a:pt x="358717" y="44775"/>
                </a:lnTo>
                <a:lnTo>
                  <a:pt x="358208" y="43988"/>
                </a:lnTo>
                <a:lnTo>
                  <a:pt x="357675" y="43224"/>
                </a:lnTo>
                <a:lnTo>
                  <a:pt x="357117" y="42486"/>
                </a:lnTo>
                <a:lnTo>
                  <a:pt x="356533" y="41771"/>
                </a:lnTo>
                <a:lnTo>
                  <a:pt x="355928" y="41084"/>
                </a:lnTo>
                <a:lnTo>
                  <a:pt x="355301" y="40426"/>
                </a:lnTo>
                <a:lnTo>
                  <a:pt x="354654" y="39797"/>
                </a:lnTo>
                <a:lnTo>
                  <a:pt x="353985" y="39197"/>
                </a:lnTo>
                <a:lnTo>
                  <a:pt x="353297" y="38627"/>
                </a:lnTo>
                <a:lnTo>
                  <a:pt x="352587" y="38086"/>
                </a:lnTo>
                <a:lnTo>
                  <a:pt x="351857" y="37574"/>
                </a:lnTo>
                <a:lnTo>
                  <a:pt x="351105" y="37091"/>
                </a:lnTo>
                <a:lnTo>
                  <a:pt x="350333" y="36638"/>
                </a:lnTo>
                <a:lnTo>
                  <a:pt x="349541" y="36214"/>
                </a:lnTo>
                <a:lnTo>
                  <a:pt x="348727" y="35819"/>
                </a:lnTo>
                <a:lnTo>
                  <a:pt x="347893" y="35453"/>
                </a:lnTo>
                <a:lnTo>
                  <a:pt x="347038" y="35117"/>
                </a:lnTo>
                <a:lnTo>
                  <a:pt x="346163" y="34810"/>
                </a:lnTo>
                <a:lnTo>
                  <a:pt x="345266" y="34532"/>
                </a:lnTo>
                <a:lnTo>
                  <a:pt x="344349" y="34283"/>
                </a:lnTo>
                <a:lnTo>
                  <a:pt x="343411" y="34064"/>
                </a:lnTo>
                <a:lnTo>
                  <a:pt x="342452" y="33874"/>
                </a:lnTo>
                <a:lnTo>
                  <a:pt x="341473" y="33713"/>
                </a:lnTo>
                <a:lnTo>
                  <a:pt x="340473" y="33581"/>
                </a:lnTo>
                <a:lnTo>
                  <a:pt x="339452" y="33479"/>
                </a:lnTo>
                <a:lnTo>
                  <a:pt x="338410" y="33406"/>
                </a:lnTo>
                <a:lnTo>
                  <a:pt x="337348" y="33362"/>
                </a:lnTo>
                <a:lnTo>
                  <a:pt x="336264" y="33347"/>
                </a:lnTo>
                <a:lnTo>
                  <a:pt x="335341" y="33355"/>
                </a:lnTo>
                <a:lnTo>
                  <a:pt x="334427" y="33379"/>
                </a:lnTo>
                <a:lnTo>
                  <a:pt x="333524" y="33418"/>
                </a:lnTo>
                <a:lnTo>
                  <a:pt x="332630" y="33472"/>
                </a:lnTo>
                <a:lnTo>
                  <a:pt x="331747" y="33542"/>
                </a:lnTo>
                <a:lnTo>
                  <a:pt x="330874" y="33628"/>
                </a:lnTo>
                <a:lnTo>
                  <a:pt x="330011" y="33730"/>
                </a:lnTo>
                <a:lnTo>
                  <a:pt x="329158" y="33847"/>
                </a:lnTo>
                <a:lnTo>
                  <a:pt x="328316" y="33979"/>
                </a:lnTo>
                <a:lnTo>
                  <a:pt x="327483" y="34128"/>
                </a:lnTo>
                <a:lnTo>
                  <a:pt x="326661" y="34292"/>
                </a:lnTo>
                <a:lnTo>
                  <a:pt x="325849" y="34471"/>
                </a:lnTo>
                <a:lnTo>
                  <a:pt x="325047" y="34666"/>
                </a:lnTo>
                <a:lnTo>
                  <a:pt x="324255" y="34877"/>
                </a:lnTo>
                <a:lnTo>
                  <a:pt x="323473" y="35103"/>
                </a:lnTo>
                <a:lnTo>
                  <a:pt x="322702" y="35345"/>
                </a:lnTo>
                <a:lnTo>
                  <a:pt x="321940" y="35602"/>
                </a:lnTo>
                <a:lnTo>
                  <a:pt x="321189" y="35875"/>
                </a:lnTo>
                <a:lnTo>
                  <a:pt x="320448" y="36164"/>
                </a:lnTo>
                <a:lnTo>
                  <a:pt x="319717" y="36468"/>
                </a:lnTo>
                <a:lnTo>
                  <a:pt x="318996" y="36788"/>
                </a:lnTo>
                <a:lnTo>
                  <a:pt x="318285" y="37124"/>
                </a:lnTo>
                <a:lnTo>
                  <a:pt x="317584" y="37475"/>
                </a:lnTo>
                <a:lnTo>
                  <a:pt x="316894" y="37842"/>
                </a:lnTo>
                <a:lnTo>
                  <a:pt x="316213" y="38219"/>
                </a:lnTo>
                <a:lnTo>
                  <a:pt x="315541" y="38601"/>
                </a:lnTo>
                <a:lnTo>
                  <a:pt x="314878" y="38989"/>
                </a:lnTo>
                <a:lnTo>
                  <a:pt x="314224" y="39382"/>
                </a:lnTo>
                <a:lnTo>
                  <a:pt x="313578" y="39781"/>
                </a:lnTo>
                <a:lnTo>
                  <a:pt x="312942" y="40184"/>
                </a:lnTo>
                <a:lnTo>
                  <a:pt x="312314" y="40593"/>
                </a:lnTo>
                <a:lnTo>
                  <a:pt x="311696" y="41008"/>
                </a:lnTo>
                <a:lnTo>
                  <a:pt x="311086" y="41427"/>
                </a:lnTo>
                <a:lnTo>
                  <a:pt x="310485" y="41852"/>
                </a:lnTo>
                <a:lnTo>
                  <a:pt x="309893" y="42282"/>
                </a:lnTo>
                <a:lnTo>
                  <a:pt x="309310" y="42718"/>
                </a:lnTo>
                <a:lnTo>
                  <a:pt x="308736" y="43159"/>
                </a:lnTo>
                <a:lnTo>
                  <a:pt x="308170" y="43605"/>
                </a:lnTo>
                <a:lnTo>
                  <a:pt x="307614" y="44056"/>
                </a:lnTo>
                <a:lnTo>
                  <a:pt x="307067" y="44513"/>
                </a:lnTo>
                <a:lnTo>
                  <a:pt x="306528" y="44975"/>
                </a:lnTo>
                <a:lnTo>
                  <a:pt x="305998" y="45443"/>
                </a:lnTo>
                <a:lnTo>
                  <a:pt x="305477" y="45915"/>
                </a:lnTo>
                <a:lnTo>
                  <a:pt x="304966" y="46393"/>
                </a:lnTo>
                <a:lnTo>
                  <a:pt x="304462" y="46877"/>
                </a:lnTo>
                <a:lnTo>
                  <a:pt x="303968" y="47365"/>
                </a:lnTo>
                <a:lnTo>
                  <a:pt x="303483" y="47859"/>
                </a:lnTo>
                <a:lnTo>
                  <a:pt x="303007" y="48358"/>
                </a:lnTo>
                <a:lnTo>
                  <a:pt x="303008" y="48367"/>
                </a:lnTo>
                <a:lnTo>
                  <a:pt x="302927" y="48171"/>
                </a:lnTo>
                <a:lnTo>
                  <a:pt x="302523" y="47286"/>
                </a:lnTo>
                <a:lnTo>
                  <a:pt x="302094" y="46424"/>
                </a:lnTo>
                <a:lnTo>
                  <a:pt x="301641" y="45588"/>
                </a:lnTo>
                <a:close/>
                <a:moveTo>
                  <a:pt x="173173" y="123502"/>
                </a:moveTo>
                <a:lnTo>
                  <a:pt x="196992" y="123502"/>
                </a:lnTo>
                <a:lnTo>
                  <a:pt x="196992" y="34696"/>
                </a:lnTo>
                <a:lnTo>
                  <a:pt x="173173" y="34696"/>
                </a:lnTo>
                <a:lnTo>
                  <a:pt x="173173" y="123502"/>
                </a:lnTo>
                <a:close/>
                <a:moveTo>
                  <a:pt x="400258" y="23138"/>
                </a:moveTo>
                <a:lnTo>
                  <a:pt x="400767" y="23098"/>
                </a:lnTo>
                <a:lnTo>
                  <a:pt x="401266" y="23046"/>
                </a:lnTo>
                <a:lnTo>
                  <a:pt x="401753" y="22983"/>
                </a:lnTo>
                <a:lnTo>
                  <a:pt x="402230" y="22907"/>
                </a:lnTo>
                <a:lnTo>
                  <a:pt x="402696" y="22821"/>
                </a:lnTo>
                <a:lnTo>
                  <a:pt x="403151" y="22723"/>
                </a:lnTo>
                <a:lnTo>
                  <a:pt x="403596" y="22613"/>
                </a:lnTo>
                <a:lnTo>
                  <a:pt x="404030" y="22492"/>
                </a:lnTo>
                <a:lnTo>
                  <a:pt x="404453" y="22359"/>
                </a:lnTo>
                <a:lnTo>
                  <a:pt x="404865" y="22215"/>
                </a:lnTo>
                <a:lnTo>
                  <a:pt x="405266" y="22059"/>
                </a:lnTo>
                <a:lnTo>
                  <a:pt x="405657" y="21891"/>
                </a:lnTo>
                <a:lnTo>
                  <a:pt x="406037" y="21712"/>
                </a:lnTo>
                <a:lnTo>
                  <a:pt x="406406" y="21522"/>
                </a:lnTo>
                <a:lnTo>
                  <a:pt x="406764" y="21320"/>
                </a:lnTo>
                <a:lnTo>
                  <a:pt x="407112" y="21106"/>
                </a:lnTo>
                <a:lnTo>
                  <a:pt x="407449" y="20881"/>
                </a:lnTo>
                <a:lnTo>
                  <a:pt x="407775" y="20644"/>
                </a:lnTo>
                <a:lnTo>
                  <a:pt x="408090" y="20396"/>
                </a:lnTo>
                <a:lnTo>
                  <a:pt x="408395" y="20136"/>
                </a:lnTo>
                <a:lnTo>
                  <a:pt x="408689" y="19865"/>
                </a:lnTo>
                <a:lnTo>
                  <a:pt x="408971" y="19585"/>
                </a:lnTo>
                <a:lnTo>
                  <a:pt x="409241" y="19299"/>
                </a:lnTo>
                <a:lnTo>
                  <a:pt x="409500" y="19008"/>
                </a:lnTo>
                <a:lnTo>
                  <a:pt x="409746" y="18711"/>
                </a:lnTo>
                <a:lnTo>
                  <a:pt x="409980" y="18409"/>
                </a:lnTo>
                <a:lnTo>
                  <a:pt x="410203" y="18101"/>
                </a:lnTo>
                <a:lnTo>
                  <a:pt x="410413" y="17787"/>
                </a:lnTo>
                <a:lnTo>
                  <a:pt x="410611" y="17468"/>
                </a:lnTo>
                <a:lnTo>
                  <a:pt x="410797" y="17143"/>
                </a:lnTo>
                <a:lnTo>
                  <a:pt x="410972" y="16812"/>
                </a:lnTo>
                <a:lnTo>
                  <a:pt x="411134" y="16476"/>
                </a:lnTo>
                <a:lnTo>
                  <a:pt x="411284" y="16134"/>
                </a:lnTo>
                <a:lnTo>
                  <a:pt x="411422" y="15787"/>
                </a:lnTo>
                <a:lnTo>
                  <a:pt x="411548" y="15434"/>
                </a:lnTo>
                <a:lnTo>
                  <a:pt x="411662" y="15075"/>
                </a:lnTo>
                <a:lnTo>
                  <a:pt x="411765" y="14711"/>
                </a:lnTo>
                <a:lnTo>
                  <a:pt x="411855" y="14341"/>
                </a:lnTo>
                <a:lnTo>
                  <a:pt x="411933" y="13966"/>
                </a:lnTo>
                <a:lnTo>
                  <a:pt x="411999" y="13585"/>
                </a:lnTo>
                <a:lnTo>
                  <a:pt x="412053" y="13198"/>
                </a:lnTo>
                <a:lnTo>
                  <a:pt x="412095" y="12806"/>
                </a:lnTo>
                <a:lnTo>
                  <a:pt x="412125" y="12408"/>
                </a:lnTo>
                <a:lnTo>
                  <a:pt x="412143" y="12004"/>
                </a:lnTo>
                <a:lnTo>
                  <a:pt x="412149" y="11595"/>
                </a:lnTo>
                <a:lnTo>
                  <a:pt x="412143" y="11179"/>
                </a:lnTo>
                <a:lnTo>
                  <a:pt x="412125" y="10768"/>
                </a:lnTo>
                <a:lnTo>
                  <a:pt x="412095" y="10364"/>
                </a:lnTo>
                <a:lnTo>
                  <a:pt x="412053" y="9966"/>
                </a:lnTo>
                <a:lnTo>
                  <a:pt x="411999" y="9574"/>
                </a:lnTo>
                <a:lnTo>
                  <a:pt x="411933" y="9188"/>
                </a:lnTo>
                <a:lnTo>
                  <a:pt x="411855" y="8808"/>
                </a:lnTo>
                <a:lnTo>
                  <a:pt x="411765" y="8434"/>
                </a:lnTo>
                <a:lnTo>
                  <a:pt x="411662" y="8066"/>
                </a:lnTo>
                <a:lnTo>
                  <a:pt x="411548" y="7705"/>
                </a:lnTo>
                <a:lnTo>
                  <a:pt x="411422" y="7349"/>
                </a:lnTo>
                <a:lnTo>
                  <a:pt x="411284" y="7000"/>
                </a:lnTo>
                <a:lnTo>
                  <a:pt x="411134" y="6656"/>
                </a:lnTo>
                <a:lnTo>
                  <a:pt x="410972" y="6319"/>
                </a:lnTo>
                <a:lnTo>
                  <a:pt x="410797" y="5988"/>
                </a:lnTo>
                <a:lnTo>
                  <a:pt x="410611" y="5663"/>
                </a:lnTo>
                <a:lnTo>
                  <a:pt x="410413" y="5344"/>
                </a:lnTo>
                <a:lnTo>
                  <a:pt x="410203" y="5031"/>
                </a:lnTo>
                <a:lnTo>
                  <a:pt x="409980" y="4724"/>
                </a:lnTo>
                <a:lnTo>
                  <a:pt x="409746" y="4423"/>
                </a:lnTo>
                <a:lnTo>
                  <a:pt x="409500" y="4128"/>
                </a:lnTo>
                <a:lnTo>
                  <a:pt x="409241" y="3840"/>
                </a:lnTo>
                <a:lnTo>
                  <a:pt x="408971" y="3557"/>
                </a:lnTo>
                <a:lnTo>
                  <a:pt x="408689" y="3281"/>
                </a:lnTo>
                <a:lnTo>
                  <a:pt x="408395" y="3013"/>
                </a:lnTo>
                <a:lnTo>
                  <a:pt x="408090" y="2757"/>
                </a:lnTo>
                <a:lnTo>
                  <a:pt x="407775" y="2512"/>
                </a:lnTo>
                <a:lnTo>
                  <a:pt x="407449" y="2278"/>
                </a:lnTo>
                <a:lnTo>
                  <a:pt x="407112" y="2056"/>
                </a:lnTo>
                <a:lnTo>
                  <a:pt x="406764" y="1845"/>
                </a:lnTo>
                <a:lnTo>
                  <a:pt x="406406" y="1646"/>
                </a:lnTo>
                <a:lnTo>
                  <a:pt x="406037" y="1458"/>
                </a:lnTo>
                <a:lnTo>
                  <a:pt x="405657" y="1282"/>
                </a:lnTo>
                <a:lnTo>
                  <a:pt x="405266" y="1116"/>
                </a:lnTo>
                <a:lnTo>
                  <a:pt x="404865" y="963"/>
                </a:lnTo>
                <a:lnTo>
                  <a:pt x="404453" y="820"/>
                </a:lnTo>
                <a:lnTo>
                  <a:pt x="404030" y="689"/>
                </a:lnTo>
                <a:lnTo>
                  <a:pt x="403596" y="570"/>
                </a:lnTo>
                <a:lnTo>
                  <a:pt x="403151" y="461"/>
                </a:lnTo>
                <a:lnTo>
                  <a:pt x="402696" y="365"/>
                </a:lnTo>
                <a:lnTo>
                  <a:pt x="402230" y="279"/>
                </a:lnTo>
                <a:lnTo>
                  <a:pt x="401753" y="205"/>
                </a:lnTo>
                <a:lnTo>
                  <a:pt x="401266" y="142"/>
                </a:lnTo>
                <a:lnTo>
                  <a:pt x="400767" y="91"/>
                </a:lnTo>
                <a:lnTo>
                  <a:pt x="400258" y="51"/>
                </a:lnTo>
                <a:lnTo>
                  <a:pt x="399738" y="23"/>
                </a:lnTo>
                <a:lnTo>
                  <a:pt x="399208" y="6"/>
                </a:lnTo>
                <a:lnTo>
                  <a:pt x="398666" y="0"/>
                </a:lnTo>
                <a:lnTo>
                  <a:pt x="398125" y="6"/>
                </a:lnTo>
                <a:lnTo>
                  <a:pt x="397594" y="23"/>
                </a:lnTo>
                <a:lnTo>
                  <a:pt x="397074" y="51"/>
                </a:lnTo>
                <a:lnTo>
                  <a:pt x="396565" y="91"/>
                </a:lnTo>
                <a:lnTo>
                  <a:pt x="396067" y="142"/>
                </a:lnTo>
                <a:lnTo>
                  <a:pt x="395579" y="205"/>
                </a:lnTo>
                <a:lnTo>
                  <a:pt x="395103" y="279"/>
                </a:lnTo>
                <a:lnTo>
                  <a:pt x="394636" y="365"/>
                </a:lnTo>
                <a:lnTo>
                  <a:pt x="394181" y="461"/>
                </a:lnTo>
                <a:lnTo>
                  <a:pt x="393737" y="570"/>
                </a:lnTo>
                <a:lnTo>
                  <a:pt x="393303" y="689"/>
                </a:lnTo>
                <a:lnTo>
                  <a:pt x="392880" y="820"/>
                </a:lnTo>
                <a:lnTo>
                  <a:pt x="392468" y="963"/>
                </a:lnTo>
                <a:lnTo>
                  <a:pt x="392066" y="1116"/>
                </a:lnTo>
                <a:lnTo>
                  <a:pt x="391676" y="1282"/>
                </a:lnTo>
                <a:lnTo>
                  <a:pt x="391296" y="1458"/>
                </a:lnTo>
                <a:lnTo>
                  <a:pt x="390927" y="1646"/>
                </a:lnTo>
                <a:lnTo>
                  <a:pt x="390568" y="1845"/>
                </a:lnTo>
                <a:lnTo>
                  <a:pt x="390221" y="2056"/>
                </a:lnTo>
                <a:lnTo>
                  <a:pt x="389884" y="2278"/>
                </a:lnTo>
                <a:lnTo>
                  <a:pt x="389558" y="2512"/>
                </a:lnTo>
                <a:lnTo>
                  <a:pt x="389242" y="2757"/>
                </a:lnTo>
                <a:lnTo>
                  <a:pt x="388938" y="3013"/>
                </a:lnTo>
                <a:lnTo>
                  <a:pt x="388644" y="3281"/>
                </a:lnTo>
                <a:lnTo>
                  <a:pt x="388362" y="3557"/>
                </a:lnTo>
                <a:lnTo>
                  <a:pt x="388091" y="3840"/>
                </a:lnTo>
                <a:lnTo>
                  <a:pt x="387833" y="4128"/>
                </a:lnTo>
                <a:lnTo>
                  <a:pt x="387587" y="4423"/>
                </a:lnTo>
                <a:lnTo>
                  <a:pt x="387352" y="4724"/>
                </a:lnTo>
                <a:lnTo>
                  <a:pt x="387130" y="5031"/>
                </a:lnTo>
                <a:lnTo>
                  <a:pt x="386920" y="5344"/>
                </a:lnTo>
                <a:lnTo>
                  <a:pt x="386722" y="5663"/>
                </a:lnTo>
                <a:lnTo>
                  <a:pt x="386535" y="5988"/>
                </a:lnTo>
                <a:lnTo>
                  <a:pt x="386361" y="6319"/>
                </a:lnTo>
                <a:lnTo>
                  <a:pt x="386199" y="6656"/>
                </a:lnTo>
                <a:lnTo>
                  <a:pt x="386049" y="7000"/>
                </a:lnTo>
                <a:lnTo>
                  <a:pt x="385910" y="7349"/>
                </a:lnTo>
                <a:lnTo>
                  <a:pt x="385784" y="7705"/>
                </a:lnTo>
                <a:lnTo>
                  <a:pt x="385670" y="8066"/>
                </a:lnTo>
                <a:lnTo>
                  <a:pt x="385568" y="8434"/>
                </a:lnTo>
                <a:lnTo>
                  <a:pt x="385478" y="8808"/>
                </a:lnTo>
                <a:lnTo>
                  <a:pt x="385400" y="9188"/>
                </a:lnTo>
                <a:lnTo>
                  <a:pt x="385334" y="9574"/>
                </a:lnTo>
                <a:lnTo>
                  <a:pt x="385280" y="9966"/>
                </a:lnTo>
                <a:lnTo>
                  <a:pt x="385238" y="10364"/>
                </a:lnTo>
                <a:lnTo>
                  <a:pt x="385208" y="10768"/>
                </a:lnTo>
                <a:lnTo>
                  <a:pt x="385190" y="11179"/>
                </a:lnTo>
                <a:lnTo>
                  <a:pt x="385184" y="11595"/>
                </a:lnTo>
                <a:lnTo>
                  <a:pt x="385190" y="12004"/>
                </a:lnTo>
                <a:lnTo>
                  <a:pt x="385208" y="12408"/>
                </a:lnTo>
                <a:lnTo>
                  <a:pt x="385238" y="12806"/>
                </a:lnTo>
                <a:lnTo>
                  <a:pt x="385280" y="13198"/>
                </a:lnTo>
                <a:lnTo>
                  <a:pt x="385334" y="13585"/>
                </a:lnTo>
                <a:lnTo>
                  <a:pt x="385400" y="13966"/>
                </a:lnTo>
                <a:lnTo>
                  <a:pt x="385478" y="14341"/>
                </a:lnTo>
                <a:lnTo>
                  <a:pt x="385568" y="14711"/>
                </a:lnTo>
                <a:lnTo>
                  <a:pt x="385670" y="15075"/>
                </a:lnTo>
                <a:lnTo>
                  <a:pt x="385784" y="15434"/>
                </a:lnTo>
                <a:lnTo>
                  <a:pt x="385910" y="15787"/>
                </a:lnTo>
                <a:lnTo>
                  <a:pt x="386049" y="16134"/>
                </a:lnTo>
                <a:lnTo>
                  <a:pt x="386199" y="16476"/>
                </a:lnTo>
                <a:lnTo>
                  <a:pt x="386361" y="16812"/>
                </a:lnTo>
                <a:lnTo>
                  <a:pt x="386535" y="17143"/>
                </a:lnTo>
                <a:lnTo>
                  <a:pt x="386722" y="17468"/>
                </a:lnTo>
                <a:lnTo>
                  <a:pt x="386920" y="17787"/>
                </a:lnTo>
                <a:lnTo>
                  <a:pt x="387130" y="18101"/>
                </a:lnTo>
                <a:lnTo>
                  <a:pt x="387352" y="18409"/>
                </a:lnTo>
                <a:lnTo>
                  <a:pt x="387587" y="18711"/>
                </a:lnTo>
                <a:lnTo>
                  <a:pt x="387833" y="19008"/>
                </a:lnTo>
                <a:lnTo>
                  <a:pt x="388091" y="19299"/>
                </a:lnTo>
                <a:lnTo>
                  <a:pt x="388362" y="19585"/>
                </a:lnTo>
                <a:lnTo>
                  <a:pt x="388644" y="19865"/>
                </a:lnTo>
                <a:lnTo>
                  <a:pt x="388938" y="20136"/>
                </a:lnTo>
                <a:lnTo>
                  <a:pt x="389242" y="20396"/>
                </a:lnTo>
                <a:lnTo>
                  <a:pt x="389558" y="20644"/>
                </a:lnTo>
                <a:lnTo>
                  <a:pt x="389884" y="20881"/>
                </a:lnTo>
                <a:lnTo>
                  <a:pt x="390221" y="21106"/>
                </a:lnTo>
                <a:lnTo>
                  <a:pt x="390568" y="21320"/>
                </a:lnTo>
                <a:lnTo>
                  <a:pt x="390927" y="21522"/>
                </a:lnTo>
                <a:lnTo>
                  <a:pt x="391296" y="21712"/>
                </a:lnTo>
                <a:lnTo>
                  <a:pt x="391676" y="21891"/>
                </a:lnTo>
                <a:lnTo>
                  <a:pt x="392066" y="22059"/>
                </a:lnTo>
                <a:lnTo>
                  <a:pt x="392468" y="22215"/>
                </a:lnTo>
                <a:lnTo>
                  <a:pt x="392880" y="22359"/>
                </a:lnTo>
                <a:lnTo>
                  <a:pt x="393303" y="22492"/>
                </a:lnTo>
                <a:lnTo>
                  <a:pt x="393737" y="22613"/>
                </a:lnTo>
                <a:lnTo>
                  <a:pt x="394181" y="22723"/>
                </a:lnTo>
                <a:lnTo>
                  <a:pt x="394636" y="22821"/>
                </a:lnTo>
                <a:lnTo>
                  <a:pt x="395103" y="22907"/>
                </a:lnTo>
                <a:lnTo>
                  <a:pt x="395579" y="22983"/>
                </a:lnTo>
                <a:lnTo>
                  <a:pt x="396067" y="23046"/>
                </a:lnTo>
                <a:lnTo>
                  <a:pt x="396565" y="23098"/>
                </a:lnTo>
                <a:lnTo>
                  <a:pt x="397074" y="23138"/>
                </a:lnTo>
                <a:lnTo>
                  <a:pt x="397594" y="23167"/>
                </a:lnTo>
                <a:lnTo>
                  <a:pt x="398125" y="23185"/>
                </a:lnTo>
                <a:lnTo>
                  <a:pt x="398666" y="23190"/>
                </a:lnTo>
                <a:lnTo>
                  <a:pt x="399208" y="23185"/>
                </a:lnTo>
                <a:lnTo>
                  <a:pt x="399738" y="23167"/>
                </a:lnTo>
                <a:lnTo>
                  <a:pt x="400258" y="23138"/>
                </a:lnTo>
                <a:close/>
                <a:moveTo>
                  <a:pt x="516741" y="23098"/>
                </a:moveTo>
                <a:lnTo>
                  <a:pt x="517239" y="23046"/>
                </a:lnTo>
                <a:lnTo>
                  <a:pt x="517727" y="22983"/>
                </a:lnTo>
                <a:lnTo>
                  <a:pt x="518203" y="22907"/>
                </a:lnTo>
                <a:lnTo>
                  <a:pt x="518670" y="22821"/>
                </a:lnTo>
                <a:lnTo>
                  <a:pt x="519125" y="22723"/>
                </a:lnTo>
                <a:lnTo>
                  <a:pt x="519569" y="22613"/>
                </a:lnTo>
                <a:lnTo>
                  <a:pt x="520003" y="22492"/>
                </a:lnTo>
                <a:lnTo>
                  <a:pt x="520426" y="22359"/>
                </a:lnTo>
                <a:lnTo>
                  <a:pt x="520838" y="22215"/>
                </a:lnTo>
                <a:lnTo>
                  <a:pt x="521240" y="22059"/>
                </a:lnTo>
                <a:lnTo>
                  <a:pt x="521630" y="21891"/>
                </a:lnTo>
                <a:lnTo>
                  <a:pt x="522010" y="21712"/>
                </a:lnTo>
                <a:lnTo>
                  <a:pt x="522379" y="21522"/>
                </a:lnTo>
                <a:lnTo>
                  <a:pt x="522738" y="21320"/>
                </a:lnTo>
                <a:lnTo>
                  <a:pt x="523085" y="21106"/>
                </a:lnTo>
                <a:lnTo>
                  <a:pt x="523422" y="20881"/>
                </a:lnTo>
                <a:lnTo>
                  <a:pt x="523748" y="20644"/>
                </a:lnTo>
                <a:lnTo>
                  <a:pt x="524064" y="20396"/>
                </a:lnTo>
                <a:lnTo>
                  <a:pt x="524368" y="20136"/>
                </a:lnTo>
                <a:lnTo>
                  <a:pt x="524662" y="19865"/>
                </a:lnTo>
                <a:lnTo>
                  <a:pt x="524944" y="19585"/>
                </a:lnTo>
                <a:lnTo>
                  <a:pt x="525215" y="19299"/>
                </a:lnTo>
                <a:lnTo>
                  <a:pt x="525473" y="19008"/>
                </a:lnTo>
                <a:lnTo>
                  <a:pt x="525719" y="18711"/>
                </a:lnTo>
                <a:lnTo>
                  <a:pt x="525954" y="18409"/>
                </a:lnTo>
                <a:lnTo>
                  <a:pt x="526176" y="18101"/>
                </a:lnTo>
                <a:lnTo>
                  <a:pt x="526386" y="17787"/>
                </a:lnTo>
                <a:lnTo>
                  <a:pt x="526584" y="17468"/>
                </a:lnTo>
                <a:lnTo>
                  <a:pt x="526771" y="17143"/>
                </a:lnTo>
                <a:lnTo>
                  <a:pt x="526945" y="16812"/>
                </a:lnTo>
                <a:lnTo>
                  <a:pt x="527107" y="16476"/>
                </a:lnTo>
                <a:lnTo>
                  <a:pt x="527257" y="16134"/>
                </a:lnTo>
                <a:lnTo>
                  <a:pt x="527395" y="15787"/>
                </a:lnTo>
                <a:lnTo>
                  <a:pt x="527522" y="15434"/>
                </a:lnTo>
                <a:lnTo>
                  <a:pt x="527636" y="15075"/>
                </a:lnTo>
                <a:lnTo>
                  <a:pt x="527738" y="14711"/>
                </a:lnTo>
                <a:lnTo>
                  <a:pt x="527828" y="14341"/>
                </a:lnTo>
                <a:lnTo>
                  <a:pt x="527906" y="13966"/>
                </a:lnTo>
                <a:lnTo>
                  <a:pt x="527972" y="13585"/>
                </a:lnTo>
                <a:lnTo>
                  <a:pt x="528026" y="13198"/>
                </a:lnTo>
                <a:lnTo>
                  <a:pt x="528068" y="12806"/>
                </a:lnTo>
                <a:lnTo>
                  <a:pt x="528098" y="12408"/>
                </a:lnTo>
                <a:lnTo>
                  <a:pt x="528116" y="12004"/>
                </a:lnTo>
                <a:lnTo>
                  <a:pt x="528122" y="11595"/>
                </a:lnTo>
                <a:lnTo>
                  <a:pt x="528116" y="11179"/>
                </a:lnTo>
                <a:lnTo>
                  <a:pt x="528098" y="10768"/>
                </a:lnTo>
                <a:lnTo>
                  <a:pt x="528068" y="10364"/>
                </a:lnTo>
                <a:lnTo>
                  <a:pt x="528026" y="9966"/>
                </a:lnTo>
                <a:lnTo>
                  <a:pt x="527972" y="9574"/>
                </a:lnTo>
                <a:lnTo>
                  <a:pt x="527906" y="9188"/>
                </a:lnTo>
                <a:lnTo>
                  <a:pt x="527828" y="8808"/>
                </a:lnTo>
                <a:lnTo>
                  <a:pt x="527738" y="8434"/>
                </a:lnTo>
                <a:lnTo>
                  <a:pt x="527636" y="8066"/>
                </a:lnTo>
                <a:lnTo>
                  <a:pt x="527522" y="7705"/>
                </a:lnTo>
                <a:lnTo>
                  <a:pt x="527395" y="7349"/>
                </a:lnTo>
                <a:lnTo>
                  <a:pt x="527257" y="7000"/>
                </a:lnTo>
                <a:lnTo>
                  <a:pt x="527107" y="6656"/>
                </a:lnTo>
                <a:lnTo>
                  <a:pt x="526945" y="6319"/>
                </a:lnTo>
                <a:lnTo>
                  <a:pt x="526771" y="5988"/>
                </a:lnTo>
                <a:lnTo>
                  <a:pt x="526584" y="5663"/>
                </a:lnTo>
                <a:lnTo>
                  <a:pt x="526386" y="5344"/>
                </a:lnTo>
                <a:lnTo>
                  <a:pt x="526176" y="5031"/>
                </a:lnTo>
                <a:lnTo>
                  <a:pt x="525954" y="4724"/>
                </a:lnTo>
                <a:lnTo>
                  <a:pt x="525719" y="4423"/>
                </a:lnTo>
                <a:lnTo>
                  <a:pt x="525473" y="4128"/>
                </a:lnTo>
                <a:lnTo>
                  <a:pt x="525215" y="3840"/>
                </a:lnTo>
                <a:lnTo>
                  <a:pt x="524944" y="3557"/>
                </a:lnTo>
                <a:lnTo>
                  <a:pt x="524662" y="3281"/>
                </a:lnTo>
                <a:lnTo>
                  <a:pt x="524368" y="3013"/>
                </a:lnTo>
                <a:lnTo>
                  <a:pt x="524064" y="2757"/>
                </a:lnTo>
                <a:lnTo>
                  <a:pt x="523748" y="2512"/>
                </a:lnTo>
                <a:lnTo>
                  <a:pt x="523422" y="2278"/>
                </a:lnTo>
                <a:lnTo>
                  <a:pt x="523085" y="2056"/>
                </a:lnTo>
                <a:lnTo>
                  <a:pt x="522738" y="1845"/>
                </a:lnTo>
                <a:lnTo>
                  <a:pt x="522379" y="1646"/>
                </a:lnTo>
                <a:lnTo>
                  <a:pt x="522010" y="1458"/>
                </a:lnTo>
                <a:lnTo>
                  <a:pt x="521630" y="1282"/>
                </a:lnTo>
                <a:lnTo>
                  <a:pt x="521240" y="1116"/>
                </a:lnTo>
                <a:lnTo>
                  <a:pt x="520838" y="963"/>
                </a:lnTo>
                <a:lnTo>
                  <a:pt x="520426" y="820"/>
                </a:lnTo>
                <a:lnTo>
                  <a:pt x="520003" y="689"/>
                </a:lnTo>
                <a:lnTo>
                  <a:pt x="519569" y="570"/>
                </a:lnTo>
                <a:lnTo>
                  <a:pt x="519125" y="461"/>
                </a:lnTo>
                <a:lnTo>
                  <a:pt x="518670" y="365"/>
                </a:lnTo>
                <a:lnTo>
                  <a:pt x="518203" y="279"/>
                </a:lnTo>
                <a:lnTo>
                  <a:pt x="517727" y="205"/>
                </a:lnTo>
                <a:lnTo>
                  <a:pt x="517239" y="142"/>
                </a:lnTo>
                <a:lnTo>
                  <a:pt x="516741" y="91"/>
                </a:lnTo>
                <a:lnTo>
                  <a:pt x="516232" y="51"/>
                </a:lnTo>
                <a:lnTo>
                  <a:pt x="515712" y="23"/>
                </a:lnTo>
                <a:lnTo>
                  <a:pt x="515181" y="6"/>
                </a:lnTo>
                <a:lnTo>
                  <a:pt x="514640" y="0"/>
                </a:lnTo>
                <a:lnTo>
                  <a:pt x="514098" y="6"/>
                </a:lnTo>
                <a:lnTo>
                  <a:pt x="513568" y="23"/>
                </a:lnTo>
                <a:lnTo>
                  <a:pt x="513048" y="51"/>
                </a:lnTo>
                <a:lnTo>
                  <a:pt x="512539" y="91"/>
                </a:lnTo>
                <a:lnTo>
                  <a:pt x="512040" y="142"/>
                </a:lnTo>
                <a:lnTo>
                  <a:pt x="511553" y="205"/>
                </a:lnTo>
                <a:lnTo>
                  <a:pt x="511076" y="279"/>
                </a:lnTo>
                <a:lnTo>
                  <a:pt x="510610" y="365"/>
                </a:lnTo>
                <a:lnTo>
                  <a:pt x="510155" y="461"/>
                </a:lnTo>
                <a:lnTo>
                  <a:pt x="509710" y="570"/>
                </a:lnTo>
                <a:lnTo>
                  <a:pt x="509276" y="689"/>
                </a:lnTo>
                <a:lnTo>
                  <a:pt x="508853" y="820"/>
                </a:lnTo>
                <a:lnTo>
                  <a:pt x="508441" y="963"/>
                </a:lnTo>
                <a:lnTo>
                  <a:pt x="508040" y="1116"/>
                </a:lnTo>
                <a:lnTo>
                  <a:pt x="507649" y="1282"/>
                </a:lnTo>
                <a:lnTo>
                  <a:pt x="507269" y="1458"/>
                </a:lnTo>
                <a:lnTo>
                  <a:pt x="506900" y="1646"/>
                </a:lnTo>
                <a:lnTo>
                  <a:pt x="506542" y="1845"/>
                </a:lnTo>
                <a:lnTo>
                  <a:pt x="506194" y="2056"/>
                </a:lnTo>
                <a:lnTo>
                  <a:pt x="505857" y="2278"/>
                </a:lnTo>
                <a:lnTo>
                  <a:pt x="505531" y="2512"/>
                </a:lnTo>
                <a:lnTo>
                  <a:pt x="505216" y="2757"/>
                </a:lnTo>
                <a:lnTo>
                  <a:pt x="504911" y="3013"/>
                </a:lnTo>
                <a:lnTo>
                  <a:pt x="504617" y="3281"/>
                </a:lnTo>
                <a:lnTo>
                  <a:pt x="504335" y="3557"/>
                </a:lnTo>
                <a:lnTo>
                  <a:pt x="504065" y="3840"/>
                </a:lnTo>
                <a:lnTo>
                  <a:pt x="503806" y="4128"/>
                </a:lnTo>
                <a:lnTo>
                  <a:pt x="503560" y="4423"/>
                </a:lnTo>
                <a:lnTo>
                  <a:pt x="503326" y="4724"/>
                </a:lnTo>
                <a:lnTo>
                  <a:pt x="503103" y="5031"/>
                </a:lnTo>
                <a:lnTo>
                  <a:pt x="502893" y="5344"/>
                </a:lnTo>
                <a:lnTo>
                  <a:pt x="502695" y="5663"/>
                </a:lnTo>
                <a:lnTo>
                  <a:pt x="502509" y="5988"/>
                </a:lnTo>
                <a:lnTo>
                  <a:pt x="502334" y="6319"/>
                </a:lnTo>
                <a:lnTo>
                  <a:pt x="502172" y="6656"/>
                </a:lnTo>
                <a:lnTo>
                  <a:pt x="502022" y="7000"/>
                </a:lnTo>
                <a:lnTo>
                  <a:pt x="501884" y="7349"/>
                </a:lnTo>
                <a:lnTo>
                  <a:pt x="501758" y="7705"/>
                </a:lnTo>
                <a:lnTo>
                  <a:pt x="501644" y="8066"/>
                </a:lnTo>
                <a:lnTo>
                  <a:pt x="501541" y="8434"/>
                </a:lnTo>
                <a:lnTo>
                  <a:pt x="501451" y="8808"/>
                </a:lnTo>
                <a:lnTo>
                  <a:pt x="501373" y="9188"/>
                </a:lnTo>
                <a:lnTo>
                  <a:pt x="501307" y="9574"/>
                </a:lnTo>
                <a:lnTo>
                  <a:pt x="501253" y="9966"/>
                </a:lnTo>
                <a:lnTo>
                  <a:pt x="501211" y="10364"/>
                </a:lnTo>
                <a:lnTo>
                  <a:pt x="501181" y="10768"/>
                </a:lnTo>
                <a:lnTo>
                  <a:pt x="501163" y="11179"/>
                </a:lnTo>
                <a:lnTo>
                  <a:pt x="501157" y="11595"/>
                </a:lnTo>
                <a:lnTo>
                  <a:pt x="501163" y="12004"/>
                </a:lnTo>
                <a:lnTo>
                  <a:pt x="501181" y="12408"/>
                </a:lnTo>
                <a:lnTo>
                  <a:pt x="501211" y="12806"/>
                </a:lnTo>
                <a:lnTo>
                  <a:pt x="501253" y="13198"/>
                </a:lnTo>
                <a:lnTo>
                  <a:pt x="501307" y="13585"/>
                </a:lnTo>
                <a:lnTo>
                  <a:pt x="501373" y="13966"/>
                </a:lnTo>
                <a:lnTo>
                  <a:pt x="501451" y="14341"/>
                </a:lnTo>
                <a:lnTo>
                  <a:pt x="501541" y="14711"/>
                </a:lnTo>
                <a:lnTo>
                  <a:pt x="501644" y="15075"/>
                </a:lnTo>
                <a:lnTo>
                  <a:pt x="501758" y="15434"/>
                </a:lnTo>
                <a:lnTo>
                  <a:pt x="501884" y="15787"/>
                </a:lnTo>
                <a:lnTo>
                  <a:pt x="502022" y="16134"/>
                </a:lnTo>
                <a:lnTo>
                  <a:pt x="502172" y="16476"/>
                </a:lnTo>
                <a:lnTo>
                  <a:pt x="502334" y="16812"/>
                </a:lnTo>
                <a:lnTo>
                  <a:pt x="502509" y="17143"/>
                </a:lnTo>
                <a:lnTo>
                  <a:pt x="502695" y="17468"/>
                </a:lnTo>
                <a:lnTo>
                  <a:pt x="502893" y="17787"/>
                </a:lnTo>
                <a:lnTo>
                  <a:pt x="503103" y="18101"/>
                </a:lnTo>
                <a:lnTo>
                  <a:pt x="503326" y="18409"/>
                </a:lnTo>
                <a:lnTo>
                  <a:pt x="503560" y="18711"/>
                </a:lnTo>
                <a:lnTo>
                  <a:pt x="503806" y="19008"/>
                </a:lnTo>
                <a:lnTo>
                  <a:pt x="504065" y="19299"/>
                </a:lnTo>
                <a:lnTo>
                  <a:pt x="504335" y="19585"/>
                </a:lnTo>
                <a:lnTo>
                  <a:pt x="504617" y="19865"/>
                </a:lnTo>
                <a:lnTo>
                  <a:pt x="504911" y="20136"/>
                </a:lnTo>
                <a:lnTo>
                  <a:pt x="505216" y="20396"/>
                </a:lnTo>
                <a:lnTo>
                  <a:pt x="505531" y="20644"/>
                </a:lnTo>
                <a:lnTo>
                  <a:pt x="505857" y="20881"/>
                </a:lnTo>
                <a:lnTo>
                  <a:pt x="506194" y="21106"/>
                </a:lnTo>
                <a:lnTo>
                  <a:pt x="506542" y="21320"/>
                </a:lnTo>
                <a:lnTo>
                  <a:pt x="506900" y="21522"/>
                </a:lnTo>
                <a:lnTo>
                  <a:pt x="507269" y="21712"/>
                </a:lnTo>
                <a:lnTo>
                  <a:pt x="507649" y="21891"/>
                </a:lnTo>
                <a:lnTo>
                  <a:pt x="508040" y="22059"/>
                </a:lnTo>
                <a:lnTo>
                  <a:pt x="508441" y="22215"/>
                </a:lnTo>
                <a:lnTo>
                  <a:pt x="508853" y="22359"/>
                </a:lnTo>
                <a:lnTo>
                  <a:pt x="509276" y="22492"/>
                </a:lnTo>
                <a:lnTo>
                  <a:pt x="509710" y="22613"/>
                </a:lnTo>
                <a:lnTo>
                  <a:pt x="510155" y="22723"/>
                </a:lnTo>
                <a:lnTo>
                  <a:pt x="510610" y="22821"/>
                </a:lnTo>
                <a:lnTo>
                  <a:pt x="511076" y="22907"/>
                </a:lnTo>
                <a:lnTo>
                  <a:pt x="511553" y="22983"/>
                </a:lnTo>
                <a:lnTo>
                  <a:pt x="512040" y="23046"/>
                </a:lnTo>
                <a:lnTo>
                  <a:pt x="512539" y="23098"/>
                </a:lnTo>
                <a:lnTo>
                  <a:pt x="513048" y="23138"/>
                </a:lnTo>
                <a:lnTo>
                  <a:pt x="513568" y="23167"/>
                </a:lnTo>
                <a:lnTo>
                  <a:pt x="514098" y="23185"/>
                </a:lnTo>
                <a:lnTo>
                  <a:pt x="514640" y="23190"/>
                </a:lnTo>
                <a:lnTo>
                  <a:pt x="515181" y="23185"/>
                </a:lnTo>
                <a:lnTo>
                  <a:pt x="515712" y="23167"/>
                </a:lnTo>
                <a:lnTo>
                  <a:pt x="516232" y="23138"/>
                </a:lnTo>
                <a:lnTo>
                  <a:pt x="516741" y="23098"/>
                </a:lnTo>
                <a:close/>
                <a:moveTo>
                  <a:pt x="475986" y="105070"/>
                </a:moveTo>
                <a:lnTo>
                  <a:pt x="475442" y="105052"/>
                </a:lnTo>
                <a:lnTo>
                  <a:pt x="474915" y="105023"/>
                </a:lnTo>
                <a:lnTo>
                  <a:pt x="474406" y="104981"/>
                </a:lnTo>
                <a:lnTo>
                  <a:pt x="473913" y="104928"/>
                </a:lnTo>
                <a:lnTo>
                  <a:pt x="473437" y="104864"/>
                </a:lnTo>
                <a:lnTo>
                  <a:pt x="472978" y="104787"/>
                </a:lnTo>
                <a:lnTo>
                  <a:pt x="472537" y="104698"/>
                </a:lnTo>
                <a:lnTo>
                  <a:pt x="472112" y="104598"/>
                </a:lnTo>
                <a:lnTo>
                  <a:pt x="471704" y="104486"/>
                </a:lnTo>
                <a:lnTo>
                  <a:pt x="471314" y="104362"/>
                </a:lnTo>
                <a:lnTo>
                  <a:pt x="470940" y="104227"/>
                </a:lnTo>
                <a:lnTo>
                  <a:pt x="470583" y="104079"/>
                </a:lnTo>
                <a:lnTo>
                  <a:pt x="470244" y="103920"/>
                </a:lnTo>
                <a:lnTo>
                  <a:pt x="469921" y="103749"/>
                </a:lnTo>
                <a:lnTo>
                  <a:pt x="469615" y="103566"/>
                </a:lnTo>
                <a:lnTo>
                  <a:pt x="469327" y="103372"/>
                </a:lnTo>
                <a:lnTo>
                  <a:pt x="469055" y="103166"/>
                </a:lnTo>
                <a:lnTo>
                  <a:pt x="468801" y="102947"/>
                </a:lnTo>
                <a:lnTo>
                  <a:pt x="468563" y="102717"/>
                </a:lnTo>
                <a:lnTo>
                  <a:pt x="468342" y="102476"/>
                </a:lnTo>
                <a:lnTo>
                  <a:pt x="468139" y="102222"/>
                </a:lnTo>
                <a:lnTo>
                  <a:pt x="467952" y="101957"/>
                </a:lnTo>
                <a:lnTo>
                  <a:pt x="467783" y="101680"/>
                </a:lnTo>
                <a:lnTo>
                  <a:pt x="467625" y="101390"/>
                </a:lnTo>
                <a:lnTo>
                  <a:pt x="467474" y="101088"/>
                </a:lnTo>
                <a:lnTo>
                  <a:pt x="467330" y="100773"/>
                </a:lnTo>
                <a:lnTo>
                  <a:pt x="467192" y="100446"/>
                </a:lnTo>
                <a:lnTo>
                  <a:pt x="467061" y="100105"/>
                </a:lnTo>
                <a:lnTo>
                  <a:pt x="466937" y="99752"/>
                </a:lnTo>
                <a:lnTo>
                  <a:pt x="466820" y="99387"/>
                </a:lnTo>
                <a:lnTo>
                  <a:pt x="466709" y="99008"/>
                </a:lnTo>
                <a:lnTo>
                  <a:pt x="466605" y="98617"/>
                </a:lnTo>
                <a:lnTo>
                  <a:pt x="466508" y="98212"/>
                </a:lnTo>
                <a:lnTo>
                  <a:pt x="466417" y="97796"/>
                </a:lnTo>
                <a:lnTo>
                  <a:pt x="466333" y="97366"/>
                </a:lnTo>
                <a:lnTo>
                  <a:pt x="466256" y="96924"/>
                </a:lnTo>
                <a:lnTo>
                  <a:pt x="466186" y="96469"/>
                </a:lnTo>
                <a:lnTo>
                  <a:pt x="466122" y="96001"/>
                </a:lnTo>
                <a:lnTo>
                  <a:pt x="466065" y="95520"/>
                </a:lnTo>
                <a:lnTo>
                  <a:pt x="466015" y="95027"/>
                </a:lnTo>
                <a:lnTo>
                  <a:pt x="465971" y="94521"/>
                </a:lnTo>
                <a:lnTo>
                  <a:pt x="465934" y="94002"/>
                </a:lnTo>
                <a:lnTo>
                  <a:pt x="465904" y="93470"/>
                </a:lnTo>
                <a:lnTo>
                  <a:pt x="465880" y="92926"/>
                </a:lnTo>
                <a:lnTo>
                  <a:pt x="465864" y="92369"/>
                </a:lnTo>
                <a:lnTo>
                  <a:pt x="465854" y="91799"/>
                </a:lnTo>
                <a:lnTo>
                  <a:pt x="465850" y="91217"/>
                </a:lnTo>
                <a:lnTo>
                  <a:pt x="465850" y="53032"/>
                </a:lnTo>
                <a:lnTo>
                  <a:pt x="484996" y="53032"/>
                </a:lnTo>
                <a:lnTo>
                  <a:pt x="484996" y="34696"/>
                </a:lnTo>
                <a:lnTo>
                  <a:pt x="465850" y="34696"/>
                </a:lnTo>
                <a:lnTo>
                  <a:pt x="465850" y="14022"/>
                </a:lnTo>
                <a:lnTo>
                  <a:pt x="442031" y="14022"/>
                </a:lnTo>
                <a:lnTo>
                  <a:pt x="442031" y="34696"/>
                </a:lnTo>
                <a:lnTo>
                  <a:pt x="427469" y="34696"/>
                </a:lnTo>
                <a:lnTo>
                  <a:pt x="427469" y="53032"/>
                </a:lnTo>
                <a:lnTo>
                  <a:pt x="442031" y="53032"/>
                </a:lnTo>
                <a:lnTo>
                  <a:pt x="442031" y="92467"/>
                </a:lnTo>
                <a:lnTo>
                  <a:pt x="442036" y="93372"/>
                </a:lnTo>
                <a:lnTo>
                  <a:pt x="442051" y="94264"/>
                </a:lnTo>
                <a:lnTo>
                  <a:pt x="442076" y="95140"/>
                </a:lnTo>
                <a:lnTo>
                  <a:pt x="442111" y="96003"/>
                </a:lnTo>
                <a:lnTo>
                  <a:pt x="442155" y="96851"/>
                </a:lnTo>
                <a:lnTo>
                  <a:pt x="442210" y="97684"/>
                </a:lnTo>
                <a:lnTo>
                  <a:pt x="442275" y="98503"/>
                </a:lnTo>
                <a:lnTo>
                  <a:pt x="442350" y="99308"/>
                </a:lnTo>
                <a:lnTo>
                  <a:pt x="442435" y="100098"/>
                </a:lnTo>
                <a:lnTo>
                  <a:pt x="442530" y="100874"/>
                </a:lnTo>
                <a:lnTo>
                  <a:pt x="442635" y="101636"/>
                </a:lnTo>
                <a:lnTo>
                  <a:pt x="442750" y="102383"/>
                </a:lnTo>
                <a:lnTo>
                  <a:pt x="442875" y="103115"/>
                </a:lnTo>
                <a:lnTo>
                  <a:pt x="443009" y="103834"/>
                </a:lnTo>
                <a:lnTo>
                  <a:pt x="443154" y="104537"/>
                </a:lnTo>
                <a:lnTo>
                  <a:pt x="443309" y="105227"/>
                </a:lnTo>
                <a:lnTo>
                  <a:pt x="443474" y="105901"/>
                </a:lnTo>
                <a:lnTo>
                  <a:pt x="443649" y="106562"/>
                </a:lnTo>
                <a:lnTo>
                  <a:pt x="443833" y="107208"/>
                </a:lnTo>
                <a:lnTo>
                  <a:pt x="444028" y="107840"/>
                </a:lnTo>
                <a:lnTo>
                  <a:pt x="444233" y="108457"/>
                </a:lnTo>
                <a:lnTo>
                  <a:pt x="444448" y="109059"/>
                </a:lnTo>
                <a:lnTo>
                  <a:pt x="444672" y="109648"/>
                </a:lnTo>
                <a:lnTo>
                  <a:pt x="444907" y="110222"/>
                </a:lnTo>
                <a:lnTo>
                  <a:pt x="445154" y="110782"/>
                </a:lnTo>
                <a:lnTo>
                  <a:pt x="445417" y="111330"/>
                </a:lnTo>
                <a:lnTo>
                  <a:pt x="445696" y="111866"/>
                </a:lnTo>
                <a:lnTo>
                  <a:pt x="445989" y="112390"/>
                </a:lnTo>
                <a:lnTo>
                  <a:pt x="446299" y="112901"/>
                </a:lnTo>
                <a:lnTo>
                  <a:pt x="446623" y="113399"/>
                </a:lnTo>
                <a:lnTo>
                  <a:pt x="446963" y="113886"/>
                </a:lnTo>
                <a:lnTo>
                  <a:pt x="447319" y="114360"/>
                </a:lnTo>
                <a:lnTo>
                  <a:pt x="447690" y="114822"/>
                </a:lnTo>
                <a:lnTo>
                  <a:pt x="448076" y="115271"/>
                </a:lnTo>
                <a:lnTo>
                  <a:pt x="448478" y="115708"/>
                </a:lnTo>
                <a:lnTo>
                  <a:pt x="448896" y="116132"/>
                </a:lnTo>
                <a:lnTo>
                  <a:pt x="449328" y="116545"/>
                </a:lnTo>
                <a:lnTo>
                  <a:pt x="449777" y="116944"/>
                </a:lnTo>
                <a:lnTo>
                  <a:pt x="450240" y="117332"/>
                </a:lnTo>
                <a:lnTo>
                  <a:pt x="450720" y="117707"/>
                </a:lnTo>
                <a:lnTo>
                  <a:pt x="451214" y="118070"/>
                </a:lnTo>
                <a:lnTo>
                  <a:pt x="451724" y="118420"/>
                </a:lnTo>
                <a:lnTo>
                  <a:pt x="452250" y="118759"/>
                </a:lnTo>
                <a:lnTo>
                  <a:pt x="452791" y="119084"/>
                </a:lnTo>
                <a:lnTo>
                  <a:pt x="453347" y="119398"/>
                </a:lnTo>
                <a:lnTo>
                  <a:pt x="453919" y="119699"/>
                </a:lnTo>
                <a:lnTo>
                  <a:pt x="454506" y="119987"/>
                </a:lnTo>
                <a:lnTo>
                  <a:pt x="455109" y="120264"/>
                </a:lnTo>
                <a:lnTo>
                  <a:pt x="455730" y="120528"/>
                </a:lnTo>
                <a:lnTo>
                  <a:pt x="456371" y="120781"/>
                </a:lnTo>
                <a:lnTo>
                  <a:pt x="457034" y="121023"/>
                </a:lnTo>
                <a:lnTo>
                  <a:pt x="457717" y="121253"/>
                </a:lnTo>
                <a:lnTo>
                  <a:pt x="458421" y="121472"/>
                </a:lnTo>
                <a:lnTo>
                  <a:pt x="459145" y="121681"/>
                </a:lnTo>
                <a:lnTo>
                  <a:pt x="459891" y="121877"/>
                </a:lnTo>
                <a:lnTo>
                  <a:pt x="460657" y="122063"/>
                </a:lnTo>
                <a:lnTo>
                  <a:pt x="461444" y="122237"/>
                </a:lnTo>
                <a:lnTo>
                  <a:pt x="462251" y="122400"/>
                </a:lnTo>
                <a:lnTo>
                  <a:pt x="463080" y="122552"/>
                </a:lnTo>
                <a:lnTo>
                  <a:pt x="463929" y="122693"/>
                </a:lnTo>
                <a:lnTo>
                  <a:pt x="464799" y="122822"/>
                </a:lnTo>
                <a:lnTo>
                  <a:pt x="465689" y="122940"/>
                </a:lnTo>
                <a:lnTo>
                  <a:pt x="466601" y="123047"/>
                </a:lnTo>
                <a:lnTo>
                  <a:pt x="467533" y="123142"/>
                </a:lnTo>
                <a:lnTo>
                  <a:pt x="468486" y="123227"/>
                </a:lnTo>
                <a:lnTo>
                  <a:pt x="469460" y="123300"/>
                </a:lnTo>
                <a:lnTo>
                  <a:pt x="470454" y="123362"/>
                </a:lnTo>
                <a:lnTo>
                  <a:pt x="471469" y="123412"/>
                </a:lnTo>
                <a:lnTo>
                  <a:pt x="472505" y="123452"/>
                </a:lnTo>
                <a:lnTo>
                  <a:pt x="473562" y="123480"/>
                </a:lnTo>
                <a:lnTo>
                  <a:pt x="474639" y="123497"/>
                </a:lnTo>
                <a:lnTo>
                  <a:pt x="475738" y="123502"/>
                </a:lnTo>
                <a:lnTo>
                  <a:pt x="484996" y="123502"/>
                </a:lnTo>
                <a:lnTo>
                  <a:pt x="484996" y="105076"/>
                </a:lnTo>
                <a:lnTo>
                  <a:pt x="476547" y="105076"/>
                </a:lnTo>
                <a:lnTo>
                  <a:pt x="475986" y="105070"/>
                </a:lnTo>
                <a:close/>
                <a:moveTo>
                  <a:pt x="386712" y="123502"/>
                </a:moveTo>
                <a:lnTo>
                  <a:pt x="410531" y="123502"/>
                </a:lnTo>
                <a:lnTo>
                  <a:pt x="410531" y="34696"/>
                </a:lnTo>
                <a:lnTo>
                  <a:pt x="386712" y="34696"/>
                </a:lnTo>
                <a:lnTo>
                  <a:pt x="386712" y="123502"/>
                </a:lnTo>
                <a:close/>
                <a:moveTo>
                  <a:pt x="502685" y="123502"/>
                </a:moveTo>
                <a:lnTo>
                  <a:pt x="526505" y="123502"/>
                </a:lnTo>
                <a:lnTo>
                  <a:pt x="526505" y="34696"/>
                </a:lnTo>
                <a:lnTo>
                  <a:pt x="502685" y="34696"/>
                </a:lnTo>
                <a:lnTo>
                  <a:pt x="502685" y="123502"/>
                </a:lnTo>
                <a:close/>
                <a:moveTo>
                  <a:pt x="585106" y="101028"/>
                </a:moveTo>
                <a:lnTo>
                  <a:pt x="564433" y="34696"/>
                </a:lnTo>
                <a:lnTo>
                  <a:pt x="539624" y="34696"/>
                </a:lnTo>
                <a:lnTo>
                  <a:pt x="571534" y="123502"/>
                </a:lnTo>
                <a:lnTo>
                  <a:pt x="598679" y="123502"/>
                </a:lnTo>
                <a:lnTo>
                  <a:pt x="630498" y="34696"/>
                </a:lnTo>
                <a:lnTo>
                  <a:pt x="606409" y="34696"/>
                </a:lnTo>
                <a:lnTo>
                  <a:pt x="585106" y="101028"/>
                </a:lnTo>
                <a:close/>
                <a:moveTo>
                  <a:pt x="685009" y="125025"/>
                </a:moveTo>
                <a:lnTo>
                  <a:pt x="685958" y="124972"/>
                </a:lnTo>
                <a:lnTo>
                  <a:pt x="686897" y="124907"/>
                </a:lnTo>
                <a:lnTo>
                  <a:pt x="687825" y="124830"/>
                </a:lnTo>
                <a:lnTo>
                  <a:pt x="688743" y="124741"/>
                </a:lnTo>
                <a:lnTo>
                  <a:pt x="689650" y="124640"/>
                </a:lnTo>
                <a:lnTo>
                  <a:pt x="690547" y="124527"/>
                </a:lnTo>
                <a:lnTo>
                  <a:pt x="691433" y="124403"/>
                </a:lnTo>
                <a:lnTo>
                  <a:pt x="692309" y="124266"/>
                </a:lnTo>
                <a:lnTo>
                  <a:pt x="693175" y="124118"/>
                </a:lnTo>
                <a:lnTo>
                  <a:pt x="694030" y="123958"/>
                </a:lnTo>
                <a:lnTo>
                  <a:pt x="694875" y="123786"/>
                </a:lnTo>
                <a:lnTo>
                  <a:pt x="695709" y="123602"/>
                </a:lnTo>
                <a:lnTo>
                  <a:pt x="696533" y="123406"/>
                </a:lnTo>
                <a:lnTo>
                  <a:pt x="697346" y="123199"/>
                </a:lnTo>
                <a:lnTo>
                  <a:pt x="698149" y="122980"/>
                </a:lnTo>
                <a:lnTo>
                  <a:pt x="698941" y="122748"/>
                </a:lnTo>
                <a:lnTo>
                  <a:pt x="699723" y="122505"/>
                </a:lnTo>
                <a:lnTo>
                  <a:pt x="700494" y="122250"/>
                </a:lnTo>
                <a:lnTo>
                  <a:pt x="701255" y="121983"/>
                </a:lnTo>
                <a:lnTo>
                  <a:pt x="702006" y="121705"/>
                </a:lnTo>
                <a:lnTo>
                  <a:pt x="702745" y="121414"/>
                </a:lnTo>
                <a:lnTo>
                  <a:pt x="703470" y="121111"/>
                </a:lnTo>
                <a:lnTo>
                  <a:pt x="704183" y="120796"/>
                </a:lnTo>
                <a:lnTo>
                  <a:pt x="704882" y="120469"/>
                </a:lnTo>
                <a:lnTo>
                  <a:pt x="705568" y="120129"/>
                </a:lnTo>
                <a:lnTo>
                  <a:pt x="706242" y="119778"/>
                </a:lnTo>
                <a:lnTo>
                  <a:pt x="706902" y="119414"/>
                </a:lnTo>
                <a:lnTo>
                  <a:pt x="707549" y="119038"/>
                </a:lnTo>
                <a:lnTo>
                  <a:pt x="708183" y="118650"/>
                </a:lnTo>
                <a:lnTo>
                  <a:pt x="708803" y="118250"/>
                </a:lnTo>
                <a:lnTo>
                  <a:pt x="709411" y="117837"/>
                </a:lnTo>
                <a:lnTo>
                  <a:pt x="710006" y="117413"/>
                </a:lnTo>
                <a:lnTo>
                  <a:pt x="710587" y="116976"/>
                </a:lnTo>
                <a:lnTo>
                  <a:pt x="711155" y="116527"/>
                </a:lnTo>
                <a:lnTo>
                  <a:pt x="711711" y="116066"/>
                </a:lnTo>
                <a:lnTo>
                  <a:pt x="712253" y="115592"/>
                </a:lnTo>
                <a:lnTo>
                  <a:pt x="712782" y="115107"/>
                </a:lnTo>
                <a:lnTo>
                  <a:pt x="713298" y="114609"/>
                </a:lnTo>
                <a:lnTo>
                  <a:pt x="713800" y="114099"/>
                </a:lnTo>
                <a:lnTo>
                  <a:pt x="714290" y="113577"/>
                </a:lnTo>
                <a:lnTo>
                  <a:pt x="714767" y="113043"/>
                </a:lnTo>
                <a:lnTo>
                  <a:pt x="715230" y="112497"/>
                </a:lnTo>
                <a:lnTo>
                  <a:pt x="715680" y="111938"/>
                </a:lnTo>
                <a:lnTo>
                  <a:pt x="716118" y="111368"/>
                </a:lnTo>
                <a:lnTo>
                  <a:pt x="716540" y="110785"/>
                </a:lnTo>
                <a:lnTo>
                  <a:pt x="716946" y="110190"/>
                </a:lnTo>
                <a:lnTo>
                  <a:pt x="717336" y="109583"/>
                </a:lnTo>
                <a:lnTo>
                  <a:pt x="717709" y="108965"/>
                </a:lnTo>
                <a:lnTo>
                  <a:pt x="718066" y="108334"/>
                </a:lnTo>
                <a:lnTo>
                  <a:pt x="718407" y="107691"/>
                </a:lnTo>
                <a:lnTo>
                  <a:pt x="718731" y="107036"/>
                </a:lnTo>
                <a:lnTo>
                  <a:pt x="719039" y="106369"/>
                </a:lnTo>
                <a:lnTo>
                  <a:pt x="719330" y="105690"/>
                </a:lnTo>
                <a:lnTo>
                  <a:pt x="719605" y="104999"/>
                </a:lnTo>
                <a:lnTo>
                  <a:pt x="719864" y="104296"/>
                </a:lnTo>
                <a:lnTo>
                  <a:pt x="720106" y="103581"/>
                </a:lnTo>
                <a:lnTo>
                  <a:pt x="720332" y="102855"/>
                </a:lnTo>
                <a:lnTo>
                  <a:pt x="720542" y="102116"/>
                </a:lnTo>
                <a:lnTo>
                  <a:pt x="720735" y="101365"/>
                </a:lnTo>
                <a:lnTo>
                  <a:pt x="720912" y="100602"/>
                </a:lnTo>
                <a:lnTo>
                  <a:pt x="721072" y="99826"/>
                </a:lnTo>
                <a:lnTo>
                  <a:pt x="721216" y="99039"/>
                </a:lnTo>
                <a:lnTo>
                  <a:pt x="721343" y="98240"/>
                </a:lnTo>
                <a:lnTo>
                  <a:pt x="721455" y="97429"/>
                </a:lnTo>
                <a:lnTo>
                  <a:pt x="721549" y="96606"/>
                </a:lnTo>
                <a:lnTo>
                  <a:pt x="721628" y="95771"/>
                </a:lnTo>
                <a:lnTo>
                  <a:pt x="721690" y="94924"/>
                </a:lnTo>
                <a:lnTo>
                  <a:pt x="721736" y="94065"/>
                </a:lnTo>
                <a:lnTo>
                  <a:pt x="698276" y="94065"/>
                </a:lnTo>
                <a:lnTo>
                  <a:pt x="698260" y="94630"/>
                </a:lnTo>
                <a:lnTo>
                  <a:pt x="698229" y="95184"/>
                </a:lnTo>
                <a:lnTo>
                  <a:pt x="698181" y="95725"/>
                </a:lnTo>
                <a:lnTo>
                  <a:pt x="698118" y="96256"/>
                </a:lnTo>
                <a:lnTo>
                  <a:pt x="698039" y="96774"/>
                </a:lnTo>
                <a:lnTo>
                  <a:pt x="697944" y="97280"/>
                </a:lnTo>
                <a:lnTo>
                  <a:pt x="697833" y="97775"/>
                </a:lnTo>
                <a:lnTo>
                  <a:pt x="697706" y="98258"/>
                </a:lnTo>
                <a:lnTo>
                  <a:pt x="697563" y="98730"/>
                </a:lnTo>
                <a:lnTo>
                  <a:pt x="697405" y="99189"/>
                </a:lnTo>
                <a:lnTo>
                  <a:pt x="697230" y="99637"/>
                </a:lnTo>
                <a:lnTo>
                  <a:pt x="697040" y="100073"/>
                </a:lnTo>
                <a:lnTo>
                  <a:pt x="696833" y="100497"/>
                </a:lnTo>
                <a:lnTo>
                  <a:pt x="696611" y="100910"/>
                </a:lnTo>
                <a:lnTo>
                  <a:pt x="696372" y="101311"/>
                </a:lnTo>
                <a:lnTo>
                  <a:pt x="696118" y="101700"/>
                </a:lnTo>
                <a:lnTo>
                  <a:pt x="695848" y="102078"/>
                </a:lnTo>
                <a:lnTo>
                  <a:pt x="695562" y="102443"/>
                </a:lnTo>
                <a:lnTo>
                  <a:pt x="695260" y="102797"/>
                </a:lnTo>
                <a:lnTo>
                  <a:pt x="694942" y="103139"/>
                </a:lnTo>
                <a:lnTo>
                  <a:pt x="694608" y="103470"/>
                </a:lnTo>
                <a:lnTo>
                  <a:pt x="694259" y="103788"/>
                </a:lnTo>
                <a:lnTo>
                  <a:pt x="693893" y="104095"/>
                </a:lnTo>
                <a:lnTo>
                  <a:pt x="693512" y="104390"/>
                </a:lnTo>
                <a:lnTo>
                  <a:pt x="693117" y="104674"/>
                </a:lnTo>
                <a:lnTo>
                  <a:pt x="692711" y="104945"/>
                </a:lnTo>
                <a:lnTo>
                  <a:pt x="692295" y="105204"/>
                </a:lnTo>
                <a:lnTo>
                  <a:pt x="691869" y="105451"/>
                </a:lnTo>
                <a:lnTo>
                  <a:pt x="691431" y="105686"/>
                </a:lnTo>
                <a:lnTo>
                  <a:pt x="690984" y="105909"/>
                </a:lnTo>
                <a:lnTo>
                  <a:pt x="690525" y="106120"/>
                </a:lnTo>
                <a:lnTo>
                  <a:pt x="690056" y="106319"/>
                </a:lnTo>
                <a:lnTo>
                  <a:pt x="689576" y="106506"/>
                </a:lnTo>
                <a:lnTo>
                  <a:pt x="689086" y="106681"/>
                </a:lnTo>
                <a:lnTo>
                  <a:pt x="688585" y="106844"/>
                </a:lnTo>
                <a:lnTo>
                  <a:pt x="688074" y="106994"/>
                </a:lnTo>
                <a:lnTo>
                  <a:pt x="687551" y="107133"/>
                </a:lnTo>
                <a:lnTo>
                  <a:pt x="687019" y="107260"/>
                </a:lnTo>
                <a:lnTo>
                  <a:pt x="686475" y="107374"/>
                </a:lnTo>
                <a:lnTo>
                  <a:pt x="685921" y="107476"/>
                </a:lnTo>
                <a:lnTo>
                  <a:pt x="685357" y="107567"/>
                </a:lnTo>
                <a:lnTo>
                  <a:pt x="684782" y="107645"/>
                </a:lnTo>
                <a:lnTo>
                  <a:pt x="684196" y="107712"/>
                </a:lnTo>
                <a:lnTo>
                  <a:pt x="683599" y="107766"/>
                </a:lnTo>
                <a:lnTo>
                  <a:pt x="682992" y="107808"/>
                </a:lnTo>
                <a:lnTo>
                  <a:pt x="682375" y="107838"/>
                </a:lnTo>
                <a:lnTo>
                  <a:pt x="681746" y="107856"/>
                </a:lnTo>
                <a:lnTo>
                  <a:pt x="681107" y="107862"/>
                </a:lnTo>
                <a:lnTo>
                  <a:pt x="680491" y="107856"/>
                </a:lnTo>
                <a:lnTo>
                  <a:pt x="679884" y="107839"/>
                </a:lnTo>
                <a:lnTo>
                  <a:pt x="679287" y="107810"/>
                </a:lnTo>
                <a:lnTo>
                  <a:pt x="678701" y="107769"/>
                </a:lnTo>
                <a:lnTo>
                  <a:pt x="678124" y="107717"/>
                </a:lnTo>
                <a:lnTo>
                  <a:pt x="677557" y="107653"/>
                </a:lnTo>
                <a:lnTo>
                  <a:pt x="677000" y="107577"/>
                </a:lnTo>
                <a:lnTo>
                  <a:pt x="676453" y="107490"/>
                </a:lnTo>
                <a:lnTo>
                  <a:pt x="675917" y="107391"/>
                </a:lnTo>
                <a:lnTo>
                  <a:pt x="675390" y="107280"/>
                </a:lnTo>
                <a:lnTo>
                  <a:pt x="674873" y="107158"/>
                </a:lnTo>
                <a:lnTo>
                  <a:pt x="674366" y="107024"/>
                </a:lnTo>
                <a:lnTo>
                  <a:pt x="673869" y="106878"/>
                </a:lnTo>
                <a:lnTo>
                  <a:pt x="673382" y="106721"/>
                </a:lnTo>
                <a:lnTo>
                  <a:pt x="672905" y="106552"/>
                </a:lnTo>
                <a:lnTo>
                  <a:pt x="672439" y="106372"/>
                </a:lnTo>
                <a:lnTo>
                  <a:pt x="671982" y="106180"/>
                </a:lnTo>
                <a:lnTo>
                  <a:pt x="671535" y="105976"/>
                </a:lnTo>
                <a:lnTo>
                  <a:pt x="671098" y="105760"/>
                </a:lnTo>
                <a:lnTo>
                  <a:pt x="670671" y="105533"/>
                </a:lnTo>
                <a:lnTo>
                  <a:pt x="670254" y="105294"/>
                </a:lnTo>
                <a:lnTo>
                  <a:pt x="669847" y="105044"/>
                </a:lnTo>
                <a:lnTo>
                  <a:pt x="669450" y="104782"/>
                </a:lnTo>
                <a:lnTo>
                  <a:pt x="669063" y="104508"/>
                </a:lnTo>
                <a:lnTo>
                  <a:pt x="668685" y="104225"/>
                </a:lnTo>
                <a:lnTo>
                  <a:pt x="668316" y="103934"/>
                </a:lnTo>
                <a:lnTo>
                  <a:pt x="667955" y="103635"/>
                </a:lnTo>
                <a:lnTo>
                  <a:pt x="667603" y="103330"/>
                </a:lnTo>
                <a:lnTo>
                  <a:pt x="667260" y="103016"/>
                </a:lnTo>
                <a:lnTo>
                  <a:pt x="666925" y="102695"/>
                </a:lnTo>
                <a:lnTo>
                  <a:pt x="666599" y="102367"/>
                </a:lnTo>
                <a:lnTo>
                  <a:pt x="666281" y="102031"/>
                </a:lnTo>
                <a:lnTo>
                  <a:pt x="665972" y="101687"/>
                </a:lnTo>
                <a:lnTo>
                  <a:pt x="665672" y="101336"/>
                </a:lnTo>
                <a:lnTo>
                  <a:pt x="665380" y="100978"/>
                </a:lnTo>
                <a:lnTo>
                  <a:pt x="665097" y="100612"/>
                </a:lnTo>
                <a:lnTo>
                  <a:pt x="664822" y="100238"/>
                </a:lnTo>
                <a:lnTo>
                  <a:pt x="664556" y="99857"/>
                </a:lnTo>
                <a:lnTo>
                  <a:pt x="664298" y="99469"/>
                </a:lnTo>
                <a:lnTo>
                  <a:pt x="664049" y="99073"/>
                </a:lnTo>
                <a:lnTo>
                  <a:pt x="663809" y="98669"/>
                </a:lnTo>
                <a:lnTo>
                  <a:pt x="663577" y="98258"/>
                </a:lnTo>
                <a:lnTo>
                  <a:pt x="663354" y="97840"/>
                </a:lnTo>
                <a:lnTo>
                  <a:pt x="663139" y="97414"/>
                </a:lnTo>
                <a:lnTo>
                  <a:pt x="662933" y="96980"/>
                </a:lnTo>
                <a:lnTo>
                  <a:pt x="662736" y="96539"/>
                </a:lnTo>
                <a:lnTo>
                  <a:pt x="662547" y="96091"/>
                </a:lnTo>
                <a:lnTo>
                  <a:pt x="662366" y="95635"/>
                </a:lnTo>
                <a:lnTo>
                  <a:pt x="662194" y="95174"/>
                </a:lnTo>
                <a:lnTo>
                  <a:pt x="662028" y="94710"/>
                </a:lnTo>
                <a:lnTo>
                  <a:pt x="661869" y="94243"/>
                </a:lnTo>
                <a:lnTo>
                  <a:pt x="661716" y="93773"/>
                </a:lnTo>
                <a:lnTo>
                  <a:pt x="661570" y="93300"/>
                </a:lnTo>
                <a:lnTo>
                  <a:pt x="661431" y="92825"/>
                </a:lnTo>
                <a:lnTo>
                  <a:pt x="661299" y="92346"/>
                </a:lnTo>
                <a:lnTo>
                  <a:pt x="661173" y="91865"/>
                </a:lnTo>
                <a:lnTo>
                  <a:pt x="661054" y="91381"/>
                </a:lnTo>
                <a:lnTo>
                  <a:pt x="660942" y="90894"/>
                </a:lnTo>
                <a:lnTo>
                  <a:pt x="660836" y="90404"/>
                </a:lnTo>
                <a:lnTo>
                  <a:pt x="660737" y="89911"/>
                </a:lnTo>
                <a:lnTo>
                  <a:pt x="660645" y="89415"/>
                </a:lnTo>
                <a:lnTo>
                  <a:pt x="660560" y="88917"/>
                </a:lnTo>
                <a:lnTo>
                  <a:pt x="660481" y="88415"/>
                </a:lnTo>
                <a:lnTo>
                  <a:pt x="660409" y="87911"/>
                </a:lnTo>
                <a:lnTo>
                  <a:pt x="660344" y="87404"/>
                </a:lnTo>
                <a:lnTo>
                  <a:pt x="660285" y="86894"/>
                </a:lnTo>
                <a:lnTo>
                  <a:pt x="660233" y="86381"/>
                </a:lnTo>
                <a:lnTo>
                  <a:pt x="660188" y="85865"/>
                </a:lnTo>
                <a:lnTo>
                  <a:pt x="660149" y="85346"/>
                </a:lnTo>
                <a:lnTo>
                  <a:pt x="660118" y="84825"/>
                </a:lnTo>
                <a:lnTo>
                  <a:pt x="660093" y="84300"/>
                </a:lnTo>
                <a:lnTo>
                  <a:pt x="660074" y="83773"/>
                </a:lnTo>
                <a:lnTo>
                  <a:pt x="721646" y="83773"/>
                </a:lnTo>
                <a:lnTo>
                  <a:pt x="721661" y="83688"/>
                </a:lnTo>
                <a:lnTo>
                  <a:pt x="721675" y="83600"/>
                </a:lnTo>
                <a:lnTo>
                  <a:pt x="721689" y="83510"/>
                </a:lnTo>
                <a:lnTo>
                  <a:pt x="721703" y="83416"/>
                </a:lnTo>
                <a:lnTo>
                  <a:pt x="721717" y="83319"/>
                </a:lnTo>
                <a:lnTo>
                  <a:pt x="721730" y="83219"/>
                </a:lnTo>
                <a:lnTo>
                  <a:pt x="721743" y="83116"/>
                </a:lnTo>
                <a:lnTo>
                  <a:pt x="721756" y="83011"/>
                </a:lnTo>
                <a:lnTo>
                  <a:pt x="721768" y="82902"/>
                </a:lnTo>
                <a:lnTo>
                  <a:pt x="721780" y="82790"/>
                </a:lnTo>
                <a:lnTo>
                  <a:pt x="721792" y="82675"/>
                </a:lnTo>
                <a:lnTo>
                  <a:pt x="721803" y="82557"/>
                </a:lnTo>
                <a:lnTo>
                  <a:pt x="721814" y="82437"/>
                </a:lnTo>
                <a:lnTo>
                  <a:pt x="721825" y="82313"/>
                </a:lnTo>
                <a:lnTo>
                  <a:pt x="721835" y="82186"/>
                </a:lnTo>
                <a:lnTo>
                  <a:pt x="721845" y="82056"/>
                </a:lnTo>
                <a:lnTo>
                  <a:pt x="721855" y="81924"/>
                </a:lnTo>
                <a:lnTo>
                  <a:pt x="721865" y="81788"/>
                </a:lnTo>
                <a:lnTo>
                  <a:pt x="721874" y="81649"/>
                </a:lnTo>
                <a:lnTo>
                  <a:pt x="721883" y="81508"/>
                </a:lnTo>
                <a:lnTo>
                  <a:pt x="721891" y="81363"/>
                </a:lnTo>
                <a:lnTo>
                  <a:pt x="721900" y="81215"/>
                </a:lnTo>
                <a:lnTo>
                  <a:pt x="721908" y="81064"/>
                </a:lnTo>
                <a:lnTo>
                  <a:pt x="721915" y="80911"/>
                </a:lnTo>
                <a:lnTo>
                  <a:pt x="721923" y="80757"/>
                </a:lnTo>
                <a:lnTo>
                  <a:pt x="721930" y="80606"/>
                </a:lnTo>
                <a:lnTo>
                  <a:pt x="721936" y="80457"/>
                </a:lnTo>
                <a:lnTo>
                  <a:pt x="721943" y="80311"/>
                </a:lnTo>
                <a:lnTo>
                  <a:pt x="721949" y="80168"/>
                </a:lnTo>
                <a:lnTo>
                  <a:pt x="721955" y="80028"/>
                </a:lnTo>
                <a:lnTo>
                  <a:pt x="721960" y="79890"/>
                </a:lnTo>
                <a:lnTo>
                  <a:pt x="721965" y="79755"/>
                </a:lnTo>
                <a:lnTo>
                  <a:pt x="721970" y="79623"/>
                </a:lnTo>
                <a:lnTo>
                  <a:pt x="721975" y="79493"/>
                </a:lnTo>
                <a:lnTo>
                  <a:pt x="721979" y="79366"/>
                </a:lnTo>
                <a:lnTo>
                  <a:pt x="721983" y="79242"/>
                </a:lnTo>
                <a:lnTo>
                  <a:pt x="721986" y="79120"/>
                </a:lnTo>
                <a:lnTo>
                  <a:pt x="721990" y="79001"/>
                </a:lnTo>
                <a:lnTo>
                  <a:pt x="721993" y="78885"/>
                </a:lnTo>
                <a:lnTo>
                  <a:pt x="721995" y="78771"/>
                </a:lnTo>
                <a:lnTo>
                  <a:pt x="721998" y="78660"/>
                </a:lnTo>
                <a:lnTo>
                  <a:pt x="722000" y="78552"/>
                </a:lnTo>
                <a:lnTo>
                  <a:pt x="722001" y="78446"/>
                </a:lnTo>
                <a:lnTo>
                  <a:pt x="722003" y="78343"/>
                </a:lnTo>
                <a:lnTo>
                  <a:pt x="722004" y="78243"/>
                </a:lnTo>
                <a:lnTo>
                  <a:pt x="722005" y="78146"/>
                </a:lnTo>
                <a:lnTo>
                  <a:pt x="722005" y="78051"/>
                </a:lnTo>
                <a:lnTo>
                  <a:pt x="722005" y="77959"/>
                </a:lnTo>
                <a:lnTo>
                  <a:pt x="721985" y="76189"/>
                </a:lnTo>
                <a:lnTo>
                  <a:pt x="721926" y="74453"/>
                </a:lnTo>
                <a:lnTo>
                  <a:pt x="721828" y="72752"/>
                </a:lnTo>
                <a:lnTo>
                  <a:pt x="721689" y="71085"/>
                </a:lnTo>
                <a:lnTo>
                  <a:pt x="721512" y="69452"/>
                </a:lnTo>
                <a:lnTo>
                  <a:pt x="721295" y="67853"/>
                </a:lnTo>
                <a:lnTo>
                  <a:pt x="721038" y="66289"/>
                </a:lnTo>
                <a:lnTo>
                  <a:pt x="720742" y="64759"/>
                </a:lnTo>
                <a:lnTo>
                  <a:pt x="720406" y="63263"/>
                </a:lnTo>
                <a:lnTo>
                  <a:pt x="720031" y="61801"/>
                </a:lnTo>
                <a:lnTo>
                  <a:pt x="719617" y="60373"/>
                </a:lnTo>
                <a:lnTo>
                  <a:pt x="719163" y="58980"/>
                </a:lnTo>
                <a:lnTo>
                  <a:pt x="718669" y="57621"/>
                </a:lnTo>
                <a:lnTo>
                  <a:pt x="718136" y="56296"/>
                </a:lnTo>
                <a:lnTo>
                  <a:pt x="717564" y="55006"/>
                </a:lnTo>
                <a:lnTo>
                  <a:pt x="716952" y="53749"/>
                </a:lnTo>
                <a:lnTo>
                  <a:pt x="716300" y="52527"/>
                </a:lnTo>
                <a:lnTo>
                  <a:pt x="715609" y="51340"/>
                </a:lnTo>
                <a:lnTo>
                  <a:pt x="714879" y="50186"/>
                </a:lnTo>
                <a:lnTo>
                  <a:pt x="714109" y="49067"/>
                </a:lnTo>
                <a:lnTo>
                  <a:pt x="713300" y="47981"/>
                </a:lnTo>
                <a:lnTo>
                  <a:pt x="712451" y="46930"/>
                </a:lnTo>
                <a:lnTo>
                  <a:pt x="711563" y="45914"/>
                </a:lnTo>
                <a:lnTo>
                  <a:pt x="710635" y="44931"/>
                </a:lnTo>
                <a:lnTo>
                  <a:pt x="709673" y="43986"/>
                </a:lnTo>
                <a:lnTo>
                  <a:pt x="708683" y="43081"/>
                </a:lnTo>
                <a:lnTo>
                  <a:pt x="707664" y="42216"/>
                </a:lnTo>
                <a:lnTo>
                  <a:pt x="706616" y="41392"/>
                </a:lnTo>
                <a:lnTo>
                  <a:pt x="705540" y="40607"/>
                </a:lnTo>
                <a:lnTo>
                  <a:pt x="704435" y="39863"/>
                </a:lnTo>
                <a:lnTo>
                  <a:pt x="703302" y="39160"/>
                </a:lnTo>
                <a:lnTo>
                  <a:pt x="702141" y="38496"/>
                </a:lnTo>
                <a:lnTo>
                  <a:pt x="700950" y="37872"/>
                </a:lnTo>
                <a:lnTo>
                  <a:pt x="699731" y="37289"/>
                </a:lnTo>
                <a:lnTo>
                  <a:pt x="698484" y="36746"/>
                </a:lnTo>
                <a:lnTo>
                  <a:pt x="697208" y="36243"/>
                </a:lnTo>
                <a:lnTo>
                  <a:pt x="695904" y="35781"/>
                </a:lnTo>
                <a:lnTo>
                  <a:pt x="694571" y="35359"/>
                </a:lnTo>
                <a:lnTo>
                  <a:pt x="693209" y="34976"/>
                </a:lnTo>
                <a:lnTo>
                  <a:pt x="691819" y="34635"/>
                </a:lnTo>
                <a:lnTo>
                  <a:pt x="690400" y="34333"/>
                </a:lnTo>
                <a:lnTo>
                  <a:pt x="688953" y="34071"/>
                </a:lnTo>
                <a:lnTo>
                  <a:pt x="687477" y="33850"/>
                </a:lnTo>
                <a:lnTo>
                  <a:pt x="685972" y="33669"/>
                </a:lnTo>
                <a:lnTo>
                  <a:pt x="684440" y="33528"/>
                </a:lnTo>
                <a:lnTo>
                  <a:pt x="682878" y="33428"/>
                </a:lnTo>
                <a:lnTo>
                  <a:pt x="681288" y="33368"/>
                </a:lnTo>
                <a:lnTo>
                  <a:pt x="679669" y="33347"/>
                </a:lnTo>
                <a:lnTo>
                  <a:pt x="678501" y="33357"/>
                </a:lnTo>
                <a:lnTo>
                  <a:pt x="677348" y="33386"/>
                </a:lnTo>
                <a:lnTo>
                  <a:pt x="676211" y="33433"/>
                </a:lnTo>
                <a:lnTo>
                  <a:pt x="675089" y="33500"/>
                </a:lnTo>
                <a:lnTo>
                  <a:pt x="673982" y="33586"/>
                </a:lnTo>
                <a:lnTo>
                  <a:pt x="672891" y="33691"/>
                </a:lnTo>
                <a:lnTo>
                  <a:pt x="671816" y="33816"/>
                </a:lnTo>
                <a:lnTo>
                  <a:pt x="670756" y="33959"/>
                </a:lnTo>
                <a:lnTo>
                  <a:pt x="669711" y="34121"/>
                </a:lnTo>
                <a:lnTo>
                  <a:pt x="668682" y="34303"/>
                </a:lnTo>
                <a:lnTo>
                  <a:pt x="667668" y="34503"/>
                </a:lnTo>
                <a:lnTo>
                  <a:pt x="666670" y="34723"/>
                </a:lnTo>
                <a:lnTo>
                  <a:pt x="665687" y="34962"/>
                </a:lnTo>
                <a:lnTo>
                  <a:pt x="664719" y="35220"/>
                </a:lnTo>
                <a:lnTo>
                  <a:pt x="663767" y="35497"/>
                </a:lnTo>
                <a:lnTo>
                  <a:pt x="662831" y="35793"/>
                </a:lnTo>
                <a:lnTo>
                  <a:pt x="661910" y="36108"/>
                </a:lnTo>
                <a:lnTo>
                  <a:pt x="661004" y="36443"/>
                </a:lnTo>
                <a:lnTo>
                  <a:pt x="660114" y="36796"/>
                </a:lnTo>
                <a:lnTo>
                  <a:pt x="659239" y="37169"/>
                </a:lnTo>
                <a:lnTo>
                  <a:pt x="658380" y="37560"/>
                </a:lnTo>
                <a:lnTo>
                  <a:pt x="657536" y="37971"/>
                </a:lnTo>
                <a:lnTo>
                  <a:pt x="656708" y="38401"/>
                </a:lnTo>
                <a:lnTo>
                  <a:pt x="655895" y="38850"/>
                </a:lnTo>
                <a:lnTo>
                  <a:pt x="655098" y="39317"/>
                </a:lnTo>
                <a:lnTo>
                  <a:pt x="654317" y="39800"/>
                </a:lnTo>
                <a:lnTo>
                  <a:pt x="653552" y="40299"/>
                </a:lnTo>
                <a:lnTo>
                  <a:pt x="652804" y="40814"/>
                </a:lnTo>
                <a:lnTo>
                  <a:pt x="652071" y="41346"/>
                </a:lnTo>
                <a:lnTo>
                  <a:pt x="651355" y="41894"/>
                </a:lnTo>
                <a:lnTo>
                  <a:pt x="650656" y="42459"/>
                </a:lnTo>
                <a:lnTo>
                  <a:pt x="649972" y="43039"/>
                </a:lnTo>
                <a:lnTo>
                  <a:pt x="649305" y="43636"/>
                </a:lnTo>
                <a:lnTo>
                  <a:pt x="648654" y="44249"/>
                </a:lnTo>
                <a:lnTo>
                  <a:pt x="648019" y="44878"/>
                </a:lnTo>
                <a:lnTo>
                  <a:pt x="647400" y="45524"/>
                </a:lnTo>
                <a:lnTo>
                  <a:pt x="646798" y="46186"/>
                </a:lnTo>
                <a:lnTo>
                  <a:pt x="646212" y="46864"/>
                </a:lnTo>
                <a:lnTo>
                  <a:pt x="645642" y="47559"/>
                </a:lnTo>
                <a:lnTo>
                  <a:pt x="645088" y="48269"/>
                </a:lnTo>
                <a:lnTo>
                  <a:pt x="644551" y="48996"/>
                </a:lnTo>
                <a:lnTo>
                  <a:pt x="644030" y="49740"/>
                </a:lnTo>
                <a:lnTo>
                  <a:pt x="643525" y="50499"/>
                </a:lnTo>
                <a:lnTo>
                  <a:pt x="643036" y="51275"/>
                </a:lnTo>
                <a:lnTo>
                  <a:pt x="642564" y="52067"/>
                </a:lnTo>
                <a:lnTo>
                  <a:pt x="642107" y="52875"/>
                </a:lnTo>
                <a:lnTo>
                  <a:pt x="641667" y="53700"/>
                </a:lnTo>
                <a:lnTo>
                  <a:pt x="641243" y="54541"/>
                </a:lnTo>
                <a:lnTo>
                  <a:pt x="640836" y="55396"/>
                </a:lnTo>
                <a:lnTo>
                  <a:pt x="640447" y="56265"/>
                </a:lnTo>
                <a:lnTo>
                  <a:pt x="640074" y="57148"/>
                </a:lnTo>
                <a:lnTo>
                  <a:pt x="639719" y="58044"/>
                </a:lnTo>
                <a:lnTo>
                  <a:pt x="639381" y="58954"/>
                </a:lnTo>
                <a:lnTo>
                  <a:pt x="639061" y="59878"/>
                </a:lnTo>
                <a:lnTo>
                  <a:pt x="638758" y="60815"/>
                </a:lnTo>
                <a:lnTo>
                  <a:pt x="638472" y="61765"/>
                </a:lnTo>
                <a:lnTo>
                  <a:pt x="638203" y="62730"/>
                </a:lnTo>
                <a:lnTo>
                  <a:pt x="637952" y="63708"/>
                </a:lnTo>
                <a:lnTo>
                  <a:pt x="637718" y="64699"/>
                </a:lnTo>
                <a:lnTo>
                  <a:pt x="637502" y="65704"/>
                </a:lnTo>
                <a:lnTo>
                  <a:pt x="637303" y="66723"/>
                </a:lnTo>
                <a:lnTo>
                  <a:pt x="637121" y="67755"/>
                </a:lnTo>
                <a:lnTo>
                  <a:pt x="636956" y="68800"/>
                </a:lnTo>
                <a:lnTo>
                  <a:pt x="636809" y="69860"/>
                </a:lnTo>
                <a:lnTo>
                  <a:pt x="636679" y="70933"/>
                </a:lnTo>
                <a:lnTo>
                  <a:pt x="636567" y="72019"/>
                </a:lnTo>
                <a:lnTo>
                  <a:pt x="636471" y="73119"/>
                </a:lnTo>
                <a:lnTo>
                  <a:pt x="636393" y="74233"/>
                </a:lnTo>
                <a:lnTo>
                  <a:pt x="636333" y="75360"/>
                </a:lnTo>
                <a:lnTo>
                  <a:pt x="636289" y="76501"/>
                </a:lnTo>
                <a:lnTo>
                  <a:pt x="636263" y="77656"/>
                </a:lnTo>
                <a:lnTo>
                  <a:pt x="636255" y="78824"/>
                </a:lnTo>
                <a:lnTo>
                  <a:pt x="636264" y="80029"/>
                </a:lnTo>
                <a:lnTo>
                  <a:pt x="636290" y="81220"/>
                </a:lnTo>
                <a:lnTo>
                  <a:pt x="636335" y="82397"/>
                </a:lnTo>
                <a:lnTo>
                  <a:pt x="636397" y="83559"/>
                </a:lnTo>
                <a:lnTo>
                  <a:pt x="636477" y="84706"/>
                </a:lnTo>
                <a:lnTo>
                  <a:pt x="636575" y="85839"/>
                </a:lnTo>
                <a:lnTo>
                  <a:pt x="636691" y="86957"/>
                </a:lnTo>
                <a:lnTo>
                  <a:pt x="636824" y="88061"/>
                </a:lnTo>
                <a:lnTo>
                  <a:pt x="636975" y="89150"/>
                </a:lnTo>
                <a:lnTo>
                  <a:pt x="637144" y="90225"/>
                </a:lnTo>
                <a:lnTo>
                  <a:pt x="637331" y="91285"/>
                </a:lnTo>
                <a:lnTo>
                  <a:pt x="637536" y="92331"/>
                </a:lnTo>
                <a:lnTo>
                  <a:pt x="637758" y="93362"/>
                </a:lnTo>
                <a:lnTo>
                  <a:pt x="637998" y="94379"/>
                </a:lnTo>
                <a:lnTo>
                  <a:pt x="638256" y="95381"/>
                </a:lnTo>
                <a:lnTo>
                  <a:pt x="638532" y="96369"/>
                </a:lnTo>
                <a:lnTo>
                  <a:pt x="638825" y="97342"/>
                </a:lnTo>
                <a:lnTo>
                  <a:pt x="639137" y="98301"/>
                </a:lnTo>
                <a:lnTo>
                  <a:pt x="639466" y="99245"/>
                </a:lnTo>
                <a:lnTo>
                  <a:pt x="639813" y="100174"/>
                </a:lnTo>
                <a:lnTo>
                  <a:pt x="640177" y="101089"/>
                </a:lnTo>
                <a:lnTo>
                  <a:pt x="640560" y="101990"/>
                </a:lnTo>
                <a:lnTo>
                  <a:pt x="640960" y="102876"/>
                </a:lnTo>
                <a:lnTo>
                  <a:pt x="641378" y="103747"/>
                </a:lnTo>
                <a:lnTo>
                  <a:pt x="641814" y="104603"/>
                </a:lnTo>
                <a:lnTo>
                  <a:pt x="642266" y="105441"/>
                </a:lnTo>
                <a:lnTo>
                  <a:pt x="642735" y="106263"/>
                </a:lnTo>
                <a:lnTo>
                  <a:pt x="643221" y="107068"/>
                </a:lnTo>
                <a:lnTo>
                  <a:pt x="643724" y="107856"/>
                </a:lnTo>
                <a:lnTo>
                  <a:pt x="644243" y="108627"/>
                </a:lnTo>
                <a:lnTo>
                  <a:pt x="644780" y="109381"/>
                </a:lnTo>
                <a:lnTo>
                  <a:pt x="645333" y="110118"/>
                </a:lnTo>
                <a:lnTo>
                  <a:pt x="645903" y="110839"/>
                </a:lnTo>
                <a:lnTo>
                  <a:pt x="646490" y="111542"/>
                </a:lnTo>
                <a:lnTo>
                  <a:pt x="647094" y="112229"/>
                </a:lnTo>
                <a:lnTo>
                  <a:pt x="647715" y="112899"/>
                </a:lnTo>
                <a:lnTo>
                  <a:pt x="648353" y="113551"/>
                </a:lnTo>
                <a:lnTo>
                  <a:pt x="649007" y="114187"/>
                </a:lnTo>
                <a:lnTo>
                  <a:pt x="649679" y="114806"/>
                </a:lnTo>
                <a:lnTo>
                  <a:pt x="650367" y="115409"/>
                </a:lnTo>
                <a:lnTo>
                  <a:pt x="651072" y="115994"/>
                </a:lnTo>
                <a:lnTo>
                  <a:pt x="651794" y="116562"/>
                </a:lnTo>
                <a:lnTo>
                  <a:pt x="652532" y="117114"/>
                </a:lnTo>
                <a:lnTo>
                  <a:pt x="653288" y="117648"/>
                </a:lnTo>
                <a:lnTo>
                  <a:pt x="654060" y="118166"/>
                </a:lnTo>
                <a:lnTo>
                  <a:pt x="654850" y="118667"/>
                </a:lnTo>
                <a:lnTo>
                  <a:pt x="655656" y="119151"/>
                </a:lnTo>
                <a:lnTo>
                  <a:pt x="656479" y="119618"/>
                </a:lnTo>
                <a:lnTo>
                  <a:pt x="657318" y="120067"/>
                </a:lnTo>
                <a:lnTo>
                  <a:pt x="658174" y="120496"/>
                </a:lnTo>
                <a:lnTo>
                  <a:pt x="659046" y="120907"/>
                </a:lnTo>
                <a:lnTo>
                  <a:pt x="659934" y="121299"/>
                </a:lnTo>
                <a:lnTo>
                  <a:pt x="660839" y="121671"/>
                </a:lnTo>
                <a:lnTo>
                  <a:pt x="661760" y="122025"/>
                </a:lnTo>
                <a:lnTo>
                  <a:pt x="662697" y="122359"/>
                </a:lnTo>
                <a:lnTo>
                  <a:pt x="663650" y="122675"/>
                </a:lnTo>
                <a:lnTo>
                  <a:pt x="664619" y="122971"/>
                </a:lnTo>
                <a:lnTo>
                  <a:pt x="665605" y="123248"/>
                </a:lnTo>
                <a:lnTo>
                  <a:pt x="666607" y="123506"/>
                </a:lnTo>
                <a:lnTo>
                  <a:pt x="667625" y="123745"/>
                </a:lnTo>
                <a:lnTo>
                  <a:pt x="668659" y="123964"/>
                </a:lnTo>
                <a:lnTo>
                  <a:pt x="669710" y="124165"/>
                </a:lnTo>
                <a:lnTo>
                  <a:pt x="670776" y="124346"/>
                </a:lnTo>
                <a:lnTo>
                  <a:pt x="671859" y="124509"/>
                </a:lnTo>
                <a:lnTo>
                  <a:pt x="672958" y="124652"/>
                </a:lnTo>
                <a:lnTo>
                  <a:pt x="674074" y="124776"/>
                </a:lnTo>
                <a:lnTo>
                  <a:pt x="675206" y="124881"/>
                </a:lnTo>
                <a:lnTo>
                  <a:pt x="676354" y="124967"/>
                </a:lnTo>
                <a:lnTo>
                  <a:pt x="677518" y="125034"/>
                </a:lnTo>
                <a:lnTo>
                  <a:pt x="678698" y="125082"/>
                </a:lnTo>
                <a:lnTo>
                  <a:pt x="679895" y="125111"/>
                </a:lnTo>
                <a:lnTo>
                  <a:pt x="681107" y="125120"/>
                </a:lnTo>
                <a:lnTo>
                  <a:pt x="682098" y="125114"/>
                </a:lnTo>
                <a:lnTo>
                  <a:pt x="683079" y="125096"/>
                </a:lnTo>
                <a:lnTo>
                  <a:pt x="684049" y="125067"/>
                </a:lnTo>
                <a:lnTo>
                  <a:pt x="685009" y="125025"/>
                </a:lnTo>
                <a:close/>
                <a:moveTo>
                  <a:pt x="660655" y="65739"/>
                </a:moveTo>
                <a:lnTo>
                  <a:pt x="660773" y="65043"/>
                </a:lnTo>
                <a:lnTo>
                  <a:pt x="660909" y="64363"/>
                </a:lnTo>
                <a:lnTo>
                  <a:pt x="661060" y="63698"/>
                </a:lnTo>
                <a:lnTo>
                  <a:pt x="661228" y="63047"/>
                </a:lnTo>
                <a:lnTo>
                  <a:pt x="661412" y="62412"/>
                </a:lnTo>
                <a:lnTo>
                  <a:pt x="661613" y="61792"/>
                </a:lnTo>
                <a:lnTo>
                  <a:pt x="661830" y="61187"/>
                </a:lnTo>
                <a:lnTo>
                  <a:pt x="662063" y="60597"/>
                </a:lnTo>
                <a:lnTo>
                  <a:pt x="662313" y="60023"/>
                </a:lnTo>
                <a:lnTo>
                  <a:pt x="662579" y="59463"/>
                </a:lnTo>
                <a:lnTo>
                  <a:pt x="662861" y="58919"/>
                </a:lnTo>
                <a:lnTo>
                  <a:pt x="663160" y="58389"/>
                </a:lnTo>
                <a:lnTo>
                  <a:pt x="663476" y="57875"/>
                </a:lnTo>
                <a:lnTo>
                  <a:pt x="663807" y="57376"/>
                </a:lnTo>
                <a:lnTo>
                  <a:pt x="664155" y="56892"/>
                </a:lnTo>
                <a:lnTo>
                  <a:pt x="664520" y="56423"/>
                </a:lnTo>
                <a:lnTo>
                  <a:pt x="664901" y="55969"/>
                </a:lnTo>
                <a:lnTo>
                  <a:pt x="665298" y="55530"/>
                </a:lnTo>
                <a:lnTo>
                  <a:pt x="665712" y="55106"/>
                </a:lnTo>
                <a:lnTo>
                  <a:pt x="666142" y="54698"/>
                </a:lnTo>
                <a:lnTo>
                  <a:pt x="666585" y="54305"/>
                </a:lnTo>
                <a:lnTo>
                  <a:pt x="667039" y="53929"/>
                </a:lnTo>
                <a:lnTo>
                  <a:pt x="667503" y="53570"/>
                </a:lnTo>
                <a:lnTo>
                  <a:pt x="667978" y="53228"/>
                </a:lnTo>
                <a:lnTo>
                  <a:pt x="668463" y="52902"/>
                </a:lnTo>
                <a:lnTo>
                  <a:pt x="668959" y="52593"/>
                </a:lnTo>
                <a:lnTo>
                  <a:pt x="669465" y="52300"/>
                </a:lnTo>
                <a:lnTo>
                  <a:pt x="669982" y="52025"/>
                </a:lnTo>
                <a:lnTo>
                  <a:pt x="670509" y="51766"/>
                </a:lnTo>
                <a:lnTo>
                  <a:pt x="671046" y="51524"/>
                </a:lnTo>
                <a:lnTo>
                  <a:pt x="671594" y="51298"/>
                </a:lnTo>
                <a:lnTo>
                  <a:pt x="672153" y="51089"/>
                </a:lnTo>
                <a:lnTo>
                  <a:pt x="672722" y="50897"/>
                </a:lnTo>
                <a:lnTo>
                  <a:pt x="673301" y="50722"/>
                </a:lnTo>
                <a:lnTo>
                  <a:pt x="673891" y="50563"/>
                </a:lnTo>
                <a:lnTo>
                  <a:pt x="674491" y="50421"/>
                </a:lnTo>
                <a:lnTo>
                  <a:pt x="675102" y="50296"/>
                </a:lnTo>
                <a:lnTo>
                  <a:pt x="675723" y="50187"/>
                </a:lnTo>
                <a:lnTo>
                  <a:pt x="676354" y="50095"/>
                </a:lnTo>
                <a:lnTo>
                  <a:pt x="676996" y="50020"/>
                </a:lnTo>
                <a:lnTo>
                  <a:pt x="677649" y="49961"/>
                </a:lnTo>
                <a:lnTo>
                  <a:pt x="678312" y="49920"/>
                </a:lnTo>
                <a:lnTo>
                  <a:pt x="678985" y="49895"/>
                </a:lnTo>
                <a:lnTo>
                  <a:pt x="679669" y="49886"/>
                </a:lnTo>
                <a:lnTo>
                  <a:pt x="680338" y="49894"/>
                </a:lnTo>
                <a:lnTo>
                  <a:pt x="680997" y="49919"/>
                </a:lnTo>
                <a:lnTo>
                  <a:pt x="681646" y="49959"/>
                </a:lnTo>
                <a:lnTo>
                  <a:pt x="682285" y="50016"/>
                </a:lnTo>
                <a:lnTo>
                  <a:pt x="682913" y="50089"/>
                </a:lnTo>
                <a:lnTo>
                  <a:pt x="683532" y="50178"/>
                </a:lnTo>
                <a:lnTo>
                  <a:pt x="684140" y="50284"/>
                </a:lnTo>
                <a:lnTo>
                  <a:pt x="684738" y="50406"/>
                </a:lnTo>
                <a:lnTo>
                  <a:pt x="685326" y="50544"/>
                </a:lnTo>
                <a:lnTo>
                  <a:pt x="685904" y="50698"/>
                </a:lnTo>
                <a:lnTo>
                  <a:pt x="686471" y="50868"/>
                </a:lnTo>
                <a:lnTo>
                  <a:pt x="687029" y="51055"/>
                </a:lnTo>
                <a:lnTo>
                  <a:pt x="687576" y="51258"/>
                </a:lnTo>
                <a:lnTo>
                  <a:pt x="688113" y="51477"/>
                </a:lnTo>
                <a:lnTo>
                  <a:pt x="688640" y="51712"/>
                </a:lnTo>
                <a:lnTo>
                  <a:pt x="689157" y="51964"/>
                </a:lnTo>
                <a:lnTo>
                  <a:pt x="689664" y="52231"/>
                </a:lnTo>
                <a:lnTo>
                  <a:pt x="690161" y="52515"/>
                </a:lnTo>
                <a:lnTo>
                  <a:pt x="690647" y="52816"/>
                </a:lnTo>
                <a:lnTo>
                  <a:pt x="691123" y="53132"/>
                </a:lnTo>
                <a:lnTo>
                  <a:pt x="691590" y="53465"/>
                </a:lnTo>
                <a:lnTo>
                  <a:pt x="692046" y="53814"/>
                </a:lnTo>
                <a:lnTo>
                  <a:pt x="692492" y="54179"/>
                </a:lnTo>
                <a:lnTo>
                  <a:pt x="692927" y="54560"/>
                </a:lnTo>
                <a:lnTo>
                  <a:pt x="693350" y="54958"/>
                </a:lnTo>
                <a:lnTo>
                  <a:pt x="693755" y="55372"/>
                </a:lnTo>
                <a:lnTo>
                  <a:pt x="694143" y="55803"/>
                </a:lnTo>
                <a:lnTo>
                  <a:pt x="694514" y="56251"/>
                </a:lnTo>
                <a:lnTo>
                  <a:pt x="694868" y="56715"/>
                </a:lnTo>
                <a:lnTo>
                  <a:pt x="695205" y="57195"/>
                </a:lnTo>
                <a:lnTo>
                  <a:pt x="695526" y="57692"/>
                </a:lnTo>
                <a:lnTo>
                  <a:pt x="695829" y="58206"/>
                </a:lnTo>
                <a:lnTo>
                  <a:pt x="696115" y="58736"/>
                </a:lnTo>
                <a:lnTo>
                  <a:pt x="696384" y="59282"/>
                </a:lnTo>
                <a:lnTo>
                  <a:pt x="696636" y="59846"/>
                </a:lnTo>
                <a:lnTo>
                  <a:pt x="696871" y="60425"/>
                </a:lnTo>
                <a:lnTo>
                  <a:pt x="697089" y="61022"/>
                </a:lnTo>
                <a:lnTo>
                  <a:pt x="697290" y="61634"/>
                </a:lnTo>
                <a:lnTo>
                  <a:pt x="697474" y="62264"/>
                </a:lnTo>
                <a:lnTo>
                  <a:pt x="697641" y="62910"/>
                </a:lnTo>
                <a:lnTo>
                  <a:pt x="697791" y="63572"/>
                </a:lnTo>
                <a:lnTo>
                  <a:pt x="697924" y="64251"/>
                </a:lnTo>
                <a:lnTo>
                  <a:pt x="698040" y="64947"/>
                </a:lnTo>
                <a:lnTo>
                  <a:pt x="698139" y="65659"/>
                </a:lnTo>
                <a:lnTo>
                  <a:pt x="698221" y="66387"/>
                </a:lnTo>
                <a:lnTo>
                  <a:pt x="698286" y="67132"/>
                </a:lnTo>
                <a:lnTo>
                  <a:pt x="698334" y="67894"/>
                </a:lnTo>
                <a:lnTo>
                  <a:pt x="698365" y="68672"/>
                </a:lnTo>
                <a:lnTo>
                  <a:pt x="660344" y="68672"/>
                </a:lnTo>
                <a:lnTo>
                  <a:pt x="660397" y="67916"/>
                </a:lnTo>
                <a:lnTo>
                  <a:pt x="660467" y="67175"/>
                </a:lnTo>
                <a:lnTo>
                  <a:pt x="660553" y="66450"/>
                </a:lnTo>
                <a:lnTo>
                  <a:pt x="660655" y="657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7BFC1-0031-49EA-9383-30ED6C68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856" y="4676651"/>
            <a:ext cx="1656754" cy="1152616"/>
          </a:xfrm>
          <a:custGeom xmlns:a="http://schemas.openxmlformats.org/drawingml/2006/main">
            <a:pathLst>
              <a:path w="1656754" h="1152616">
                <a:moveTo>
                  <a:pt x="1604458" y="0"/>
                </a:moveTo>
                <a:lnTo>
                  <a:pt x="1552161" y="102501"/>
                </a:lnTo>
                <a:lnTo>
                  <a:pt x="1587723" y="102501"/>
                </a:lnTo>
                <a:lnTo>
                  <a:pt x="1587723" y="1083584"/>
                </a:lnTo>
                <a:lnTo>
                  <a:pt x="102501" y="1083584"/>
                </a:lnTo>
                <a:lnTo>
                  <a:pt x="102501" y="1050115"/>
                </a:lnTo>
                <a:lnTo>
                  <a:pt x="0" y="1100319"/>
                </a:lnTo>
                <a:lnTo>
                  <a:pt x="102501" y="1152616"/>
                </a:lnTo>
                <a:lnTo>
                  <a:pt x="102501" y="1119146"/>
                </a:lnTo>
                <a:lnTo>
                  <a:pt x="1621193" y="1119146"/>
                </a:lnTo>
                <a:lnTo>
                  <a:pt x="1621193" y="102501"/>
                </a:lnTo>
                <a:lnTo>
                  <a:pt x="1656754" y="102501"/>
                </a:lnTo>
                <a:lnTo>
                  <a:pt x="16044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ef958ee8e447e"/>
          <a:stretch xmlns:a="http://schemas.openxmlformats.org/drawingml/2006/main"/>
        </p:blipFill>
        <p:spPr>
          <a:xfrm xmlns:a="http://schemas.openxmlformats.org/drawingml/2006/main">
            <a:off x="895224" y="5219203"/>
            <a:ext cx="792816" cy="1095112"/>
          </a:xfrm>
          <a:prstGeom xmlns:a="http://schemas.openxmlformats.org/drawingml/2006/main" prst="rect">
            <a:avLst/>
          </a:prstGeom>
        </p:spPr>
      </p:pic>
      <p:sp>
        <p:nvSpPr>
          <p:cNvPr id="46" name="Text 4.WritingAliasedMemory">
            <a:extLst xmlns:a="http://schemas.openxmlformats.org/drawingml/2006/main">
              <a:ext uri="{FF2B5EF4-FFF2-40B4-BE49-F238E27FC236}">
                <a16:creationId xmlns:a16="http://schemas.microsoft.com/office/drawing/2014/main" id="{96412FCC-33E2-4632-B4E0-4801B0DB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53" y="3453792"/>
            <a:ext cx="3251671" cy="236082"/>
          </a:xfrm>
          <a:custGeom xmlns:a="http://schemas.openxmlformats.org/drawingml/2006/main">
            <a:pathLst>
              <a:path w="3251671" h="236082">
                <a:moveTo>
                  <a:pt x="679494" y="34569"/>
                </a:moveTo>
                <a:lnTo>
                  <a:pt x="680226" y="34474"/>
                </a:lnTo>
                <a:lnTo>
                  <a:pt x="680941" y="34361"/>
                </a:lnTo>
                <a:lnTo>
                  <a:pt x="681640" y="34231"/>
                </a:lnTo>
                <a:lnTo>
                  <a:pt x="682323" y="34084"/>
                </a:lnTo>
                <a:lnTo>
                  <a:pt x="682990" y="33919"/>
                </a:lnTo>
                <a:lnTo>
                  <a:pt x="683640" y="33737"/>
                </a:lnTo>
                <a:lnTo>
                  <a:pt x="684275" y="33538"/>
                </a:lnTo>
                <a:lnTo>
                  <a:pt x="684893" y="33322"/>
                </a:lnTo>
                <a:lnTo>
                  <a:pt x="685495" y="33088"/>
                </a:lnTo>
                <a:lnTo>
                  <a:pt x="686081" y="32837"/>
                </a:lnTo>
                <a:lnTo>
                  <a:pt x="686651" y="32568"/>
                </a:lnTo>
                <a:lnTo>
                  <a:pt x="687205" y="32282"/>
                </a:lnTo>
                <a:lnTo>
                  <a:pt x="687742" y="31979"/>
                </a:lnTo>
                <a:lnTo>
                  <a:pt x="688264" y="31659"/>
                </a:lnTo>
                <a:lnTo>
                  <a:pt x="688769" y="31321"/>
                </a:lnTo>
                <a:lnTo>
                  <a:pt x="689258" y="30966"/>
                </a:lnTo>
                <a:lnTo>
                  <a:pt x="689731" y="30594"/>
                </a:lnTo>
                <a:lnTo>
                  <a:pt x="690188" y="30204"/>
                </a:lnTo>
                <a:lnTo>
                  <a:pt x="690628" y="29797"/>
                </a:lnTo>
                <a:lnTo>
                  <a:pt x="691052" y="29377"/>
                </a:lnTo>
                <a:lnTo>
                  <a:pt x="691458" y="28948"/>
                </a:lnTo>
                <a:lnTo>
                  <a:pt x="691845" y="28512"/>
                </a:lnTo>
                <a:lnTo>
                  <a:pt x="692215" y="28066"/>
                </a:lnTo>
                <a:lnTo>
                  <a:pt x="692566" y="27613"/>
                </a:lnTo>
                <a:lnTo>
                  <a:pt x="692899" y="27151"/>
                </a:lnTo>
                <a:lnTo>
                  <a:pt x="693215" y="26680"/>
                </a:lnTo>
                <a:lnTo>
                  <a:pt x="693512" y="26201"/>
                </a:lnTo>
                <a:lnTo>
                  <a:pt x="693792" y="25714"/>
                </a:lnTo>
                <a:lnTo>
                  <a:pt x="694053" y="25218"/>
                </a:lnTo>
                <a:lnTo>
                  <a:pt x="694296" y="24714"/>
                </a:lnTo>
                <a:lnTo>
                  <a:pt x="694522" y="24201"/>
                </a:lnTo>
                <a:lnTo>
                  <a:pt x="694729" y="23680"/>
                </a:lnTo>
                <a:lnTo>
                  <a:pt x="694918" y="23151"/>
                </a:lnTo>
                <a:lnTo>
                  <a:pt x="695089" y="22613"/>
                </a:lnTo>
                <a:lnTo>
                  <a:pt x="695242" y="22067"/>
                </a:lnTo>
                <a:lnTo>
                  <a:pt x="695378" y="21512"/>
                </a:lnTo>
                <a:lnTo>
                  <a:pt x="695495" y="20949"/>
                </a:lnTo>
                <a:lnTo>
                  <a:pt x="695594" y="20377"/>
                </a:lnTo>
                <a:lnTo>
                  <a:pt x="695675" y="19797"/>
                </a:lnTo>
                <a:lnTo>
                  <a:pt x="695738" y="19209"/>
                </a:lnTo>
                <a:lnTo>
                  <a:pt x="695783" y="18612"/>
                </a:lnTo>
                <a:lnTo>
                  <a:pt x="695810" y="18006"/>
                </a:lnTo>
                <a:lnTo>
                  <a:pt x="695819" y="17393"/>
                </a:lnTo>
                <a:lnTo>
                  <a:pt x="695810" y="16768"/>
                </a:lnTo>
                <a:lnTo>
                  <a:pt x="695783" y="16153"/>
                </a:lnTo>
                <a:lnTo>
                  <a:pt x="695738" y="15546"/>
                </a:lnTo>
                <a:lnTo>
                  <a:pt x="695675" y="14949"/>
                </a:lnTo>
                <a:lnTo>
                  <a:pt x="695594" y="14361"/>
                </a:lnTo>
                <a:lnTo>
                  <a:pt x="695495" y="13782"/>
                </a:lnTo>
                <a:lnTo>
                  <a:pt x="695378" y="13212"/>
                </a:lnTo>
                <a:lnTo>
                  <a:pt x="695242" y="12651"/>
                </a:lnTo>
                <a:lnTo>
                  <a:pt x="695089" y="12100"/>
                </a:lnTo>
                <a:lnTo>
                  <a:pt x="694918" y="11557"/>
                </a:lnTo>
                <a:lnTo>
                  <a:pt x="694729" y="11024"/>
                </a:lnTo>
                <a:lnTo>
                  <a:pt x="694522" y="10500"/>
                </a:lnTo>
                <a:lnTo>
                  <a:pt x="694296" y="9985"/>
                </a:lnTo>
                <a:lnTo>
                  <a:pt x="694053" y="9479"/>
                </a:lnTo>
                <a:lnTo>
                  <a:pt x="693792" y="8982"/>
                </a:lnTo>
                <a:lnTo>
                  <a:pt x="693512" y="8494"/>
                </a:lnTo>
                <a:lnTo>
                  <a:pt x="693215" y="8016"/>
                </a:lnTo>
                <a:lnTo>
                  <a:pt x="692899" y="7546"/>
                </a:lnTo>
                <a:lnTo>
                  <a:pt x="692566" y="7086"/>
                </a:lnTo>
                <a:lnTo>
                  <a:pt x="692215" y="6635"/>
                </a:lnTo>
                <a:lnTo>
                  <a:pt x="691845" y="6193"/>
                </a:lnTo>
                <a:lnTo>
                  <a:pt x="691458" y="5760"/>
                </a:lnTo>
                <a:lnTo>
                  <a:pt x="691052" y="5336"/>
                </a:lnTo>
                <a:lnTo>
                  <a:pt x="690628" y="4921"/>
                </a:lnTo>
                <a:lnTo>
                  <a:pt x="690188" y="4520"/>
                </a:lnTo>
                <a:lnTo>
                  <a:pt x="689731" y="4135"/>
                </a:lnTo>
                <a:lnTo>
                  <a:pt x="689258" y="3768"/>
                </a:lnTo>
                <a:lnTo>
                  <a:pt x="688769" y="3417"/>
                </a:lnTo>
                <a:lnTo>
                  <a:pt x="688264" y="3084"/>
                </a:lnTo>
                <a:lnTo>
                  <a:pt x="687742" y="2768"/>
                </a:lnTo>
                <a:lnTo>
                  <a:pt x="687205" y="2469"/>
                </a:lnTo>
                <a:lnTo>
                  <a:pt x="686651" y="2187"/>
                </a:lnTo>
                <a:lnTo>
                  <a:pt x="686081" y="1922"/>
                </a:lnTo>
                <a:lnTo>
                  <a:pt x="685495" y="1675"/>
                </a:lnTo>
                <a:lnTo>
                  <a:pt x="684893" y="1444"/>
                </a:lnTo>
                <a:lnTo>
                  <a:pt x="684275" y="1230"/>
                </a:lnTo>
                <a:lnTo>
                  <a:pt x="683640" y="1034"/>
                </a:lnTo>
                <a:lnTo>
                  <a:pt x="682990" y="854"/>
                </a:lnTo>
                <a:lnTo>
                  <a:pt x="682323" y="692"/>
                </a:lnTo>
                <a:lnTo>
                  <a:pt x="681640" y="547"/>
                </a:lnTo>
                <a:lnTo>
                  <a:pt x="680941" y="419"/>
                </a:lnTo>
                <a:lnTo>
                  <a:pt x="680226" y="308"/>
                </a:lnTo>
                <a:lnTo>
                  <a:pt x="679494" y="214"/>
                </a:lnTo>
                <a:lnTo>
                  <a:pt x="678747" y="137"/>
                </a:lnTo>
                <a:lnTo>
                  <a:pt x="677983" y="77"/>
                </a:lnTo>
                <a:lnTo>
                  <a:pt x="677203" y="34"/>
                </a:lnTo>
                <a:lnTo>
                  <a:pt x="676407" y="9"/>
                </a:lnTo>
                <a:lnTo>
                  <a:pt x="675595" y="0"/>
                </a:lnTo>
                <a:lnTo>
                  <a:pt x="674783" y="9"/>
                </a:lnTo>
                <a:lnTo>
                  <a:pt x="673987" y="34"/>
                </a:lnTo>
                <a:lnTo>
                  <a:pt x="673207" y="77"/>
                </a:lnTo>
                <a:lnTo>
                  <a:pt x="672444" y="137"/>
                </a:lnTo>
                <a:lnTo>
                  <a:pt x="671696" y="214"/>
                </a:lnTo>
                <a:lnTo>
                  <a:pt x="670965" y="308"/>
                </a:lnTo>
                <a:lnTo>
                  <a:pt x="670250" y="419"/>
                </a:lnTo>
                <a:lnTo>
                  <a:pt x="669551" y="547"/>
                </a:lnTo>
                <a:lnTo>
                  <a:pt x="668868" y="692"/>
                </a:lnTo>
                <a:lnTo>
                  <a:pt x="668201" y="854"/>
                </a:lnTo>
                <a:lnTo>
                  <a:pt x="667550" y="1034"/>
                </a:lnTo>
                <a:lnTo>
                  <a:pt x="666916" y="1230"/>
                </a:lnTo>
                <a:lnTo>
                  <a:pt x="666297" y="1444"/>
                </a:lnTo>
                <a:lnTo>
                  <a:pt x="665695" y="1675"/>
                </a:lnTo>
                <a:lnTo>
                  <a:pt x="665109" y="1922"/>
                </a:lnTo>
                <a:lnTo>
                  <a:pt x="664539" y="2187"/>
                </a:lnTo>
                <a:lnTo>
                  <a:pt x="663986" y="2469"/>
                </a:lnTo>
                <a:lnTo>
                  <a:pt x="663448" y="2768"/>
                </a:lnTo>
                <a:lnTo>
                  <a:pt x="662927" y="3084"/>
                </a:lnTo>
                <a:lnTo>
                  <a:pt x="662422" y="3417"/>
                </a:lnTo>
                <a:lnTo>
                  <a:pt x="661932" y="3768"/>
                </a:lnTo>
                <a:lnTo>
                  <a:pt x="661459" y="4135"/>
                </a:lnTo>
                <a:lnTo>
                  <a:pt x="661003" y="4520"/>
                </a:lnTo>
                <a:lnTo>
                  <a:pt x="660562" y="4921"/>
                </a:lnTo>
                <a:lnTo>
                  <a:pt x="660138" y="5336"/>
                </a:lnTo>
                <a:lnTo>
                  <a:pt x="659733" y="5760"/>
                </a:lnTo>
                <a:lnTo>
                  <a:pt x="659345" y="6193"/>
                </a:lnTo>
                <a:lnTo>
                  <a:pt x="658976" y="6635"/>
                </a:lnTo>
                <a:lnTo>
                  <a:pt x="658625" y="7086"/>
                </a:lnTo>
                <a:lnTo>
                  <a:pt x="658291" y="7546"/>
                </a:lnTo>
                <a:lnTo>
                  <a:pt x="657976" y="8016"/>
                </a:lnTo>
                <a:lnTo>
                  <a:pt x="657678" y="8494"/>
                </a:lnTo>
                <a:lnTo>
                  <a:pt x="657399" y="8982"/>
                </a:lnTo>
                <a:lnTo>
                  <a:pt x="657138" y="9479"/>
                </a:lnTo>
                <a:lnTo>
                  <a:pt x="656894" y="9985"/>
                </a:lnTo>
                <a:lnTo>
                  <a:pt x="656669" y="10500"/>
                </a:lnTo>
                <a:lnTo>
                  <a:pt x="656462" y="11024"/>
                </a:lnTo>
                <a:lnTo>
                  <a:pt x="656272" y="11557"/>
                </a:lnTo>
                <a:lnTo>
                  <a:pt x="656101" y="12100"/>
                </a:lnTo>
                <a:lnTo>
                  <a:pt x="655948" y="12651"/>
                </a:lnTo>
                <a:lnTo>
                  <a:pt x="655813" y="13212"/>
                </a:lnTo>
                <a:lnTo>
                  <a:pt x="655696" y="13782"/>
                </a:lnTo>
                <a:lnTo>
                  <a:pt x="655597" y="14361"/>
                </a:lnTo>
                <a:lnTo>
                  <a:pt x="655515" y="14949"/>
                </a:lnTo>
                <a:lnTo>
                  <a:pt x="655452" y="15546"/>
                </a:lnTo>
                <a:lnTo>
                  <a:pt x="655407" y="16153"/>
                </a:lnTo>
                <a:lnTo>
                  <a:pt x="655380" y="16768"/>
                </a:lnTo>
                <a:lnTo>
                  <a:pt x="655371" y="17393"/>
                </a:lnTo>
                <a:lnTo>
                  <a:pt x="655380" y="18006"/>
                </a:lnTo>
                <a:lnTo>
                  <a:pt x="655407" y="18612"/>
                </a:lnTo>
                <a:lnTo>
                  <a:pt x="655452" y="19209"/>
                </a:lnTo>
                <a:lnTo>
                  <a:pt x="655515" y="19797"/>
                </a:lnTo>
                <a:lnTo>
                  <a:pt x="655597" y="20377"/>
                </a:lnTo>
                <a:lnTo>
                  <a:pt x="655696" y="20949"/>
                </a:lnTo>
                <a:lnTo>
                  <a:pt x="655813" y="21512"/>
                </a:lnTo>
                <a:lnTo>
                  <a:pt x="655948" y="22067"/>
                </a:lnTo>
                <a:lnTo>
                  <a:pt x="656101" y="22613"/>
                </a:lnTo>
                <a:lnTo>
                  <a:pt x="656272" y="23151"/>
                </a:lnTo>
                <a:lnTo>
                  <a:pt x="656462" y="23680"/>
                </a:lnTo>
                <a:lnTo>
                  <a:pt x="656669" y="24201"/>
                </a:lnTo>
                <a:lnTo>
                  <a:pt x="656894" y="24714"/>
                </a:lnTo>
                <a:lnTo>
                  <a:pt x="657138" y="25218"/>
                </a:lnTo>
                <a:lnTo>
                  <a:pt x="657399" y="25714"/>
                </a:lnTo>
                <a:lnTo>
                  <a:pt x="657678" y="26201"/>
                </a:lnTo>
                <a:lnTo>
                  <a:pt x="657976" y="26680"/>
                </a:lnTo>
                <a:lnTo>
                  <a:pt x="658291" y="27151"/>
                </a:lnTo>
                <a:lnTo>
                  <a:pt x="658625" y="27613"/>
                </a:lnTo>
                <a:lnTo>
                  <a:pt x="658976" y="28066"/>
                </a:lnTo>
                <a:lnTo>
                  <a:pt x="659345" y="28512"/>
                </a:lnTo>
                <a:lnTo>
                  <a:pt x="659733" y="28948"/>
                </a:lnTo>
                <a:lnTo>
                  <a:pt x="660138" y="29377"/>
                </a:lnTo>
                <a:lnTo>
                  <a:pt x="660562" y="29797"/>
                </a:lnTo>
                <a:lnTo>
                  <a:pt x="661003" y="30204"/>
                </a:lnTo>
                <a:lnTo>
                  <a:pt x="661459" y="30594"/>
                </a:lnTo>
                <a:lnTo>
                  <a:pt x="661932" y="30966"/>
                </a:lnTo>
                <a:lnTo>
                  <a:pt x="662422" y="31321"/>
                </a:lnTo>
                <a:lnTo>
                  <a:pt x="662927" y="31659"/>
                </a:lnTo>
                <a:lnTo>
                  <a:pt x="663448" y="31979"/>
                </a:lnTo>
                <a:lnTo>
                  <a:pt x="663986" y="32282"/>
                </a:lnTo>
                <a:lnTo>
                  <a:pt x="664539" y="32568"/>
                </a:lnTo>
                <a:lnTo>
                  <a:pt x="665109" y="32837"/>
                </a:lnTo>
                <a:lnTo>
                  <a:pt x="665695" y="33088"/>
                </a:lnTo>
                <a:lnTo>
                  <a:pt x="666297" y="33322"/>
                </a:lnTo>
                <a:lnTo>
                  <a:pt x="666916" y="33538"/>
                </a:lnTo>
                <a:lnTo>
                  <a:pt x="667550" y="33737"/>
                </a:lnTo>
                <a:lnTo>
                  <a:pt x="668201" y="33919"/>
                </a:lnTo>
                <a:lnTo>
                  <a:pt x="668868" y="34084"/>
                </a:lnTo>
                <a:lnTo>
                  <a:pt x="669551" y="34231"/>
                </a:lnTo>
                <a:lnTo>
                  <a:pt x="670250" y="34361"/>
                </a:lnTo>
                <a:lnTo>
                  <a:pt x="670965" y="34474"/>
                </a:lnTo>
                <a:lnTo>
                  <a:pt x="671696" y="34569"/>
                </a:lnTo>
                <a:lnTo>
                  <a:pt x="672444" y="34647"/>
                </a:lnTo>
                <a:lnTo>
                  <a:pt x="673207" y="34707"/>
                </a:lnTo>
                <a:lnTo>
                  <a:pt x="673987" y="34751"/>
                </a:lnTo>
                <a:lnTo>
                  <a:pt x="674783" y="34777"/>
                </a:lnTo>
                <a:lnTo>
                  <a:pt x="675595" y="34785"/>
                </a:lnTo>
                <a:lnTo>
                  <a:pt x="676407" y="34777"/>
                </a:lnTo>
                <a:lnTo>
                  <a:pt x="677203" y="34751"/>
                </a:lnTo>
                <a:lnTo>
                  <a:pt x="677983" y="34707"/>
                </a:lnTo>
                <a:lnTo>
                  <a:pt x="678747" y="34647"/>
                </a:lnTo>
                <a:lnTo>
                  <a:pt x="679494" y="34569"/>
                </a:lnTo>
                <a:close/>
                <a:moveTo>
                  <a:pt x="850692" y="34569"/>
                </a:moveTo>
                <a:lnTo>
                  <a:pt x="851423" y="34474"/>
                </a:lnTo>
                <a:lnTo>
                  <a:pt x="852139" y="34361"/>
                </a:lnTo>
                <a:lnTo>
                  <a:pt x="852838" y="34231"/>
                </a:lnTo>
                <a:lnTo>
                  <a:pt x="853521" y="34084"/>
                </a:lnTo>
                <a:lnTo>
                  <a:pt x="854187" y="33919"/>
                </a:lnTo>
                <a:lnTo>
                  <a:pt x="854838" y="33737"/>
                </a:lnTo>
                <a:lnTo>
                  <a:pt x="855472" y="33538"/>
                </a:lnTo>
                <a:lnTo>
                  <a:pt x="856091" y="33322"/>
                </a:lnTo>
                <a:lnTo>
                  <a:pt x="856693" y="33088"/>
                </a:lnTo>
                <a:lnTo>
                  <a:pt x="857279" y="32837"/>
                </a:lnTo>
                <a:lnTo>
                  <a:pt x="857849" y="32568"/>
                </a:lnTo>
                <a:lnTo>
                  <a:pt x="858402" y="32282"/>
                </a:lnTo>
                <a:lnTo>
                  <a:pt x="858940" y="31979"/>
                </a:lnTo>
                <a:lnTo>
                  <a:pt x="859461" y="31659"/>
                </a:lnTo>
                <a:lnTo>
                  <a:pt x="859967" y="31321"/>
                </a:lnTo>
                <a:lnTo>
                  <a:pt x="860456" y="30966"/>
                </a:lnTo>
                <a:lnTo>
                  <a:pt x="860929" y="30594"/>
                </a:lnTo>
                <a:lnTo>
                  <a:pt x="861385" y="30204"/>
                </a:lnTo>
                <a:lnTo>
                  <a:pt x="861826" y="29797"/>
                </a:lnTo>
                <a:lnTo>
                  <a:pt x="862250" y="29377"/>
                </a:lnTo>
                <a:lnTo>
                  <a:pt x="862655" y="28948"/>
                </a:lnTo>
                <a:lnTo>
                  <a:pt x="863043" y="28512"/>
                </a:lnTo>
                <a:lnTo>
                  <a:pt x="863412" y="28066"/>
                </a:lnTo>
                <a:lnTo>
                  <a:pt x="863764" y="27613"/>
                </a:lnTo>
                <a:lnTo>
                  <a:pt x="864097" y="27151"/>
                </a:lnTo>
                <a:lnTo>
                  <a:pt x="864412" y="26680"/>
                </a:lnTo>
                <a:lnTo>
                  <a:pt x="864710" y="26201"/>
                </a:lnTo>
                <a:lnTo>
                  <a:pt x="864989" y="25714"/>
                </a:lnTo>
                <a:lnTo>
                  <a:pt x="865251" y="25218"/>
                </a:lnTo>
                <a:lnTo>
                  <a:pt x="865494" y="24714"/>
                </a:lnTo>
                <a:lnTo>
                  <a:pt x="865719" y="24201"/>
                </a:lnTo>
                <a:lnTo>
                  <a:pt x="865926" y="23680"/>
                </a:lnTo>
                <a:lnTo>
                  <a:pt x="866116" y="23151"/>
                </a:lnTo>
                <a:lnTo>
                  <a:pt x="866287" y="22613"/>
                </a:lnTo>
                <a:lnTo>
                  <a:pt x="866440" y="22067"/>
                </a:lnTo>
                <a:lnTo>
                  <a:pt x="866575" y="21512"/>
                </a:lnTo>
                <a:lnTo>
                  <a:pt x="866692" y="20949"/>
                </a:lnTo>
                <a:lnTo>
                  <a:pt x="866792" y="20377"/>
                </a:lnTo>
                <a:lnTo>
                  <a:pt x="866873" y="19797"/>
                </a:lnTo>
                <a:lnTo>
                  <a:pt x="866936" y="19209"/>
                </a:lnTo>
                <a:lnTo>
                  <a:pt x="866981" y="18612"/>
                </a:lnTo>
                <a:lnTo>
                  <a:pt x="867008" y="18006"/>
                </a:lnTo>
                <a:lnTo>
                  <a:pt x="867017" y="17393"/>
                </a:lnTo>
                <a:lnTo>
                  <a:pt x="867008" y="16768"/>
                </a:lnTo>
                <a:lnTo>
                  <a:pt x="866981" y="16153"/>
                </a:lnTo>
                <a:lnTo>
                  <a:pt x="866936" y="15546"/>
                </a:lnTo>
                <a:lnTo>
                  <a:pt x="866873" y="14949"/>
                </a:lnTo>
                <a:lnTo>
                  <a:pt x="866792" y="14361"/>
                </a:lnTo>
                <a:lnTo>
                  <a:pt x="866692" y="13782"/>
                </a:lnTo>
                <a:lnTo>
                  <a:pt x="866575" y="13212"/>
                </a:lnTo>
                <a:lnTo>
                  <a:pt x="866440" y="12651"/>
                </a:lnTo>
                <a:lnTo>
                  <a:pt x="866287" y="12100"/>
                </a:lnTo>
                <a:lnTo>
                  <a:pt x="866116" y="11557"/>
                </a:lnTo>
                <a:lnTo>
                  <a:pt x="865926" y="11024"/>
                </a:lnTo>
                <a:lnTo>
                  <a:pt x="865719" y="10500"/>
                </a:lnTo>
                <a:lnTo>
                  <a:pt x="865494" y="9985"/>
                </a:lnTo>
                <a:lnTo>
                  <a:pt x="865251" y="9479"/>
                </a:lnTo>
                <a:lnTo>
                  <a:pt x="864989" y="8982"/>
                </a:lnTo>
                <a:lnTo>
                  <a:pt x="864710" y="8494"/>
                </a:lnTo>
                <a:lnTo>
                  <a:pt x="864412" y="8016"/>
                </a:lnTo>
                <a:lnTo>
                  <a:pt x="864097" y="7546"/>
                </a:lnTo>
                <a:lnTo>
                  <a:pt x="863764" y="7086"/>
                </a:lnTo>
                <a:lnTo>
                  <a:pt x="863412" y="6635"/>
                </a:lnTo>
                <a:lnTo>
                  <a:pt x="863043" y="6193"/>
                </a:lnTo>
                <a:lnTo>
                  <a:pt x="862655" y="5760"/>
                </a:lnTo>
                <a:lnTo>
                  <a:pt x="862250" y="5336"/>
                </a:lnTo>
                <a:lnTo>
                  <a:pt x="861826" y="4921"/>
                </a:lnTo>
                <a:lnTo>
                  <a:pt x="861385" y="4520"/>
                </a:lnTo>
                <a:lnTo>
                  <a:pt x="860929" y="4135"/>
                </a:lnTo>
                <a:lnTo>
                  <a:pt x="860456" y="3768"/>
                </a:lnTo>
                <a:lnTo>
                  <a:pt x="859967" y="3417"/>
                </a:lnTo>
                <a:lnTo>
                  <a:pt x="859461" y="3084"/>
                </a:lnTo>
                <a:lnTo>
                  <a:pt x="858940" y="2768"/>
                </a:lnTo>
                <a:lnTo>
                  <a:pt x="858402" y="2469"/>
                </a:lnTo>
                <a:lnTo>
                  <a:pt x="857849" y="2187"/>
                </a:lnTo>
                <a:lnTo>
                  <a:pt x="857279" y="1922"/>
                </a:lnTo>
                <a:lnTo>
                  <a:pt x="856693" y="1675"/>
                </a:lnTo>
                <a:lnTo>
                  <a:pt x="856091" y="1444"/>
                </a:lnTo>
                <a:lnTo>
                  <a:pt x="855472" y="1230"/>
                </a:lnTo>
                <a:lnTo>
                  <a:pt x="854838" y="1034"/>
                </a:lnTo>
                <a:lnTo>
                  <a:pt x="854187" y="854"/>
                </a:lnTo>
                <a:lnTo>
                  <a:pt x="853521" y="692"/>
                </a:lnTo>
                <a:lnTo>
                  <a:pt x="852838" y="547"/>
                </a:lnTo>
                <a:lnTo>
                  <a:pt x="852139" y="419"/>
                </a:lnTo>
                <a:lnTo>
                  <a:pt x="851423" y="308"/>
                </a:lnTo>
                <a:lnTo>
                  <a:pt x="850692" y="214"/>
                </a:lnTo>
                <a:lnTo>
                  <a:pt x="849944" y="137"/>
                </a:lnTo>
                <a:lnTo>
                  <a:pt x="849181" y="77"/>
                </a:lnTo>
                <a:lnTo>
                  <a:pt x="848401" y="34"/>
                </a:lnTo>
                <a:lnTo>
                  <a:pt x="847605" y="9"/>
                </a:lnTo>
                <a:lnTo>
                  <a:pt x="846793" y="0"/>
                </a:lnTo>
                <a:lnTo>
                  <a:pt x="845981" y="9"/>
                </a:lnTo>
                <a:lnTo>
                  <a:pt x="845185" y="34"/>
                </a:lnTo>
                <a:lnTo>
                  <a:pt x="844405" y="77"/>
                </a:lnTo>
                <a:lnTo>
                  <a:pt x="843641" y="137"/>
                </a:lnTo>
                <a:lnTo>
                  <a:pt x="842894" y="214"/>
                </a:lnTo>
                <a:lnTo>
                  <a:pt x="842162" y="308"/>
                </a:lnTo>
                <a:lnTo>
                  <a:pt x="841447" y="419"/>
                </a:lnTo>
                <a:lnTo>
                  <a:pt x="840748" y="547"/>
                </a:lnTo>
                <a:lnTo>
                  <a:pt x="840065" y="692"/>
                </a:lnTo>
                <a:lnTo>
                  <a:pt x="839398" y="854"/>
                </a:lnTo>
                <a:lnTo>
                  <a:pt x="838748" y="1034"/>
                </a:lnTo>
                <a:lnTo>
                  <a:pt x="838113" y="1230"/>
                </a:lnTo>
                <a:lnTo>
                  <a:pt x="837495" y="1444"/>
                </a:lnTo>
                <a:lnTo>
                  <a:pt x="836893" y="1675"/>
                </a:lnTo>
                <a:lnTo>
                  <a:pt x="836307" y="1922"/>
                </a:lnTo>
                <a:lnTo>
                  <a:pt x="835737" y="2187"/>
                </a:lnTo>
                <a:lnTo>
                  <a:pt x="835183" y="2469"/>
                </a:lnTo>
                <a:lnTo>
                  <a:pt x="834646" y="2768"/>
                </a:lnTo>
                <a:lnTo>
                  <a:pt x="834124" y="3084"/>
                </a:lnTo>
                <a:lnTo>
                  <a:pt x="833619" y="3417"/>
                </a:lnTo>
                <a:lnTo>
                  <a:pt x="833130" y="3768"/>
                </a:lnTo>
                <a:lnTo>
                  <a:pt x="832657" y="4135"/>
                </a:lnTo>
                <a:lnTo>
                  <a:pt x="832200" y="4520"/>
                </a:lnTo>
                <a:lnTo>
                  <a:pt x="831760" y="4921"/>
                </a:lnTo>
                <a:lnTo>
                  <a:pt x="831336" y="5336"/>
                </a:lnTo>
                <a:lnTo>
                  <a:pt x="830931" y="5760"/>
                </a:lnTo>
                <a:lnTo>
                  <a:pt x="830543" y="6193"/>
                </a:lnTo>
                <a:lnTo>
                  <a:pt x="830174" y="6635"/>
                </a:lnTo>
                <a:lnTo>
                  <a:pt x="829822" y="7086"/>
                </a:lnTo>
                <a:lnTo>
                  <a:pt x="829489" y="7546"/>
                </a:lnTo>
                <a:lnTo>
                  <a:pt x="829173" y="8016"/>
                </a:lnTo>
                <a:lnTo>
                  <a:pt x="828876" y="8494"/>
                </a:lnTo>
                <a:lnTo>
                  <a:pt x="828597" y="8982"/>
                </a:lnTo>
                <a:lnTo>
                  <a:pt x="828335" y="9479"/>
                </a:lnTo>
                <a:lnTo>
                  <a:pt x="828092" y="9985"/>
                </a:lnTo>
                <a:lnTo>
                  <a:pt x="827867" y="10500"/>
                </a:lnTo>
                <a:lnTo>
                  <a:pt x="827659" y="11024"/>
                </a:lnTo>
                <a:lnTo>
                  <a:pt x="827470" y="11557"/>
                </a:lnTo>
                <a:lnTo>
                  <a:pt x="827299" y="12100"/>
                </a:lnTo>
                <a:lnTo>
                  <a:pt x="827146" y="12651"/>
                </a:lnTo>
                <a:lnTo>
                  <a:pt x="827010" y="13212"/>
                </a:lnTo>
                <a:lnTo>
                  <a:pt x="826893" y="13782"/>
                </a:lnTo>
                <a:lnTo>
                  <a:pt x="826794" y="14361"/>
                </a:lnTo>
                <a:lnTo>
                  <a:pt x="826713" y="14949"/>
                </a:lnTo>
                <a:lnTo>
                  <a:pt x="826650" y="15546"/>
                </a:lnTo>
                <a:lnTo>
                  <a:pt x="826605" y="16153"/>
                </a:lnTo>
                <a:lnTo>
                  <a:pt x="826578" y="16768"/>
                </a:lnTo>
                <a:lnTo>
                  <a:pt x="826569" y="17393"/>
                </a:lnTo>
                <a:lnTo>
                  <a:pt x="826578" y="18006"/>
                </a:lnTo>
                <a:lnTo>
                  <a:pt x="826605" y="18612"/>
                </a:lnTo>
                <a:lnTo>
                  <a:pt x="826650" y="19209"/>
                </a:lnTo>
                <a:lnTo>
                  <a:pt x="826713" y="19797"/>
                </a:lnTo>
                <a:lnTo>
                  <a:pt x="826794" y="20377"/>
                </a:lnTo>
                <a:lnTo>
                  <a:pt x="826893" y="20949"/>
                </a:lnTo>
                <a:lnTo>
                  <a:pt x="827010" y="21512"/>
                </a:lnTo>
                <a:lnTo>
                  <a:pt x="827146" y="22067"/>
                </a:lnTo>
                <a:lnTo>
                  <a:pt x="827299" y="22613"/>
                </a:lnTo>
                <a:lnTo>
                  <a:pt x="827470" y="23151"/>
                </a:lnTo>
                <a:lnTo>
                  <a:pt x="827659" y="23680"/>
                </a:lnTo>
                <a:lnTo>
                  <a:pt x="827867" y="24201"/>
                </a:lnTo>
                <a:lnTo>
                  <a:pt x="828092" y="24714"/>
                </a:lnTo>
                <a:lnTo>
                  <a:pt x="828335" y="25218"/>
                </a:lnTo>
                <a:lnTo>
                  <a:pt x="828597" y="25714"/>
                </a:lnTo>
                <a:lnTo>
                  <a:pt x="828876" y="26201"/>
                </a:lnTo>
                <a:lnTo>
                  <a:pt x="829173" y="26680"/>
                </a:lnTo>
                <a:lnTo>
                  <a:pt x="829489" y="27151"/>
                </a:lnTo>
                <a:lnTo>
                  <a:pt x="829822" y="27613"/>
                </a:lnTo>
                <a:lnTo>
                  <a:pt x="830174" y="28066"/>
                </a:lnTo>
                <a:lnTo>
                  <a:pt x="830543" y="28512"/>
                </a:lnTo>
                <a:lnTo>
                  <a:pt x="830931" y="28948"/>
                </a:lnTo>
                <a:lnTo>
                  <a:pt x="831336" y="29377"/>
                </a:lnTo>
                <a:lnTo>
                  <a:pt x="831760" y="29797"/>
                </a:lnTo>
                <a:lnTo>
                  <a:pt x="832200" y="30204"/>
                </a:lnTo>
                <a:lnTo>
                  <a:pt x="832657" y="30594"/>
                </a:lnTo>
                <a:lnTo>
                  <a:pt x="833130" y="30966"/>
                </a:lnTo>
                <a:lnTo>
                  <a:pt x="833619" y="31321"/>
                </a:lnTo>
                <a:lnTo>
                  <a:pt x="834124" y="31659"/>
                </a:lnTo>
                <a:lnTo>
                  <a:pt x="834646" y="31979"/>
                </a:lnTo>
                <a:lnTo>
                  <a:pt x="835183" y="32282"/>
                </a:lnTo>
                <a:lnTo>
                  <a:pt x="835737" y="32568"/>
                </a:lnTo>
                <a:lnTo>
                  <a:pt x="836307" y="32837"/>
                </a:lnTo>
                <a:lnTo>
                  <a:pt x="836893" y="33088"/>
                </a:lnTo>
                <a:lnTo>
                  <a:pt x="837495" y="33322"/>
                </a:lnTo>
                <a:lnTo>
                  <a:pt x="838113" y="33538"/>
                </a:lnTo>
                <a:lnTo>
                  <a:pt x="838748" y="33737"/>
                </a:lnTo>
                <a:lnTo>
                  <a:pt x="839398" y="33919"/>
                </a:lnTo>
                <a:lnTo>
                  <a:pt x="840065" y="34084"/>
                </a:lnTo>
                <a:lnTo>
                  <a:pt x="840748" y="34231"/>
                </a:lnTo>
                <a:lnTo>
                  <a:pt x="841447" y="34361"/>
                </a:lnTo>
                <a:lnTo>
                  <a:pt x="842162" y="34474"/>
                </a:lnTo>
                <a:lnTo>
                  <a:pt x="842894" y="34569"/>
                </a:lnTo>
                <a:lnTo>
                  <a:pt x="843641" y="34647"/>
                </a:lnTo>
                <a:lnTo>
                  <a:pt x="844405" y="34707"/>
                </a:lnTo>
                <a:lnTo>
                  <a:pt x="845185" y="34751"/>
                </a:lnTo>
                <a:lnTo>
                  <a:pt x="845981" y="34777"/>
                </a:lnTo>
                <a:lnTo>
                  <a:pt x="846793" y="34785"/>
                </a:lnTo>
                <a:lnTo>
                  <a:pt x="847605" y="34777"/>
                </a:lnTo>
                <a:lnTo>
                  <a:pt x="848401" y="34751"/>
                </a:lnTo>
                <a:lnTo>
                  <a:pt x="849181" y="34707"/>
                </a:lnTo>
                <a:lnTo>
                  <a:pt x="849944" y="34647"/>
                </a:lnTo>
                <a:lnTo>
                  <a:pt x="850692" y="34569"/>
                </a:lnTo>
                <a:close/>
                <a:moveTo>
                  <a:pt x="1158231" y="64178"/>
                </a:moveTo>
                <a:lnTo>
                  <a:pt x="1158841" y="63862"/>
                </a:lnTo>
                <a:lnTo>
                  <a:pt x="1159467" y="63567"/>
                </a:lnTo>
                <a:lnTo>
                  <a:pt x="1160108" y="63292"/>
                </a:lnTo>
                <a:lnTo>
                  <a:pt x="1160764" y="63037"/>
                </a:lnTo>
                <a:lnTo>
                  <a:pt x="1161436" y="62803"/>
                </a:lnTo>
                <a:lnTo>
                  <a:pt x="1162122" y="62589"/>
                </a:lnTo>
                <a:lnTo>
                  <a:pt x="1162824" y="62396"/>
                </a:lnTo>
                <a:lnTo>
                  <a:pt x="1163541" y="62223"/>
                </a:lnTo>
                <a:lnTo>
                  <a:pt x="1164269" y="62063"/>
                </a:lnTo>
                <a:lnTo>
                  <a:pt x="1165003" y="61910"/>
                </a:lnTo>
                <a:lnTo>
                  <a:pt x="1165744" y="61764"/>
                </a:lnTo>
                <a:lnTo>
                  <a:pt x="1166491" y="61625"/>
                </a:lnTo>
                <a:lnTo>
                  <a:pt x="1167244" y="61493"/>
                </a:lnTo>
                <a:lnTo>
                  <a:pt x="1168003" y="61367"/>
                </a:lnTo>
                <a:lnTo>
                  <a:pt x="1168769" y="61248"/>
                </a:lnTo>
                <a:lnTo>
                  <a:pt x="1169541" y="61136"/>
                </a:lnTo>
                <a:lnTo>
                  <a:pt x="1170320" y="61031"/>
                </a:lnTo>
                <a:lnTo>
                  <a:pt x="1171104" y="60933"/>
                </a:lnTo>
                <a:lnTo>
                  <a:pt x="1171895" y="60841"/>
                </a:lnTo>
                <a:lnTo>
                  <a:pt x="1172693" y="60756"/>
                </a:lnTo>
                <a:lnTo>
                  <a:pt x="1173496" y="60678"/>
                </a:lnTo>
                <a:lnTo>
                  <a:pt x="1174306" y="60607"/>
                </a:lnTo>
                <a:lnTo>
                  <a:pt x="1175123" y="60542"/>
                </a:lnTo>
                <a:lnTo>
                  <a:pt x="1175945" y="60485"/>
                </a:lnTo>
                <a:lnTo>
                  <a:pt x="1176774" y="60434"/>
                </a:lnTo>
                <a:lnTo>
                  <a:pt x="1177610" y="60390"/>
                </a:lnTo>
                <a:lnTo>
                  <a:pt x="1178451" y="60352"/>
                </a:lnTo>
                <a:lnTo>
                  <a:pt x="1179299" y="60322"/>
                </a:lnTo>
                <a:lnTo>
                  <a:pt x="1180153" y="60298"/>
                </a:lnTo>
                <a:lnTo>
                  <a:pt x="1181014" y="60281"/>
                </a:lnTo>
                <a:lnTo>
                  <a:pt x="1181881" y="60271"/>
                </a:lnTo>
                <a:lnTo>
                  <a:pt x="1182754" y="60268"/>
                </a:lnTo>
                <a:lnTo>
                  <a:pt x="1182754" y="34246"/>
                </a:lnTo>
                <a:lnTo>
                  <a:pt x="1181470" y="34266"/>
                </a:lnTo>
                <a:lnTo>
                  <a:pt x="1180201" y="34303"/>
                </a:lnTo>
                <a:lnTo>
                  <a:pt x="1178948" y="34358"/>
                </a:lnTo>
                <a:lnTo>
                  <a:pt x="1177711" y="34430"/>
                </a:lnTo>
                <a:lnTo>
                  <a:pt x="1176490" y="34519"/>
                </a:lnTo>
                <a:lnTo>
                  <a:pt x="1175284" y="34625"/>
                </a:lnTo>
                <a:lnTo>
                  <a:pt x="1174094" y="34749"/>
                </a:lnTo>
                <a:lnTo>
                  <a:pt x="1172919" y="34890"/>
                </a:lnTo>
                <a:lnTo>
                  <a:pt x="1171760" y="35049"/>
                </a:lnTo>
                <a:lnTo>
                  <a:pt x="1170617" y="35224"/>
                </a:lnTo>
                <a:lnTo>
                  <a:pt x="1169490" y="35418"/>
                </a:lnTo>
                <a:lnTo>
                  <a:pt x="1168378" y="35628"/>
                </a:lnTo>
                <a:lnTo>
                  <a:pt x="1167282" y="35856"/>
                </a:lnTo>
                <a:lnTo>
                  <a:pt x="1166202" y="36101"/>
                </a:lnTo>
                <a:lnTo>
                  <a:pt x="1165137" y="36363"/>
                </a:lnTo>
                <a:lnTo>
                  <a:pt x="1164088" y="36643"/>
                </a:lnTo>
                <a:lnTo>
                  <a:pt x="1163055" y="36940"/>
                </a:lnTo>
                <a:lnTo>
                  <a:pt x="1162037" y="37254"/>
                </a:lnTo>
                <a:lnTo>
                  <a:pt x="1161035" y="37586"/>
                </a:lnTo>
                <a:lnTo>
                  <a:pt x="1160049" y="37935"/>
                </a:lnTo>
                <a:lnTo>
                  <a:pt x="1159078" y="38301"/>
                </a:lnTo>
                <a:lnTo>
                  <a:pt x="1158123" y="38685"/>
                </a:lnTo>
                <a:lnTo>
                  <a:pt x="1157184" y="39086"/>
                </a:lnTo>
                <a:lnTo>
                  <a:pt x="1156261" y="39504"/>
                </a:lnTo>
                <a:lnTo>
                  <a:pt x="1155355" y="39947"/>
                </a:lnTo>
                <a:lnTo>
                  <a:pt x="1154469" y="40420"/>
                </a:lnTo>
                <a:lnTo>
                  <a:pt x="1153603" y="40924"/>
                </a:lnTo>
                <a:lnTo>
                  <a:pt x="1152757" y="41459"/>
                </a:lnTo>
                <a:lnTo>
                  <a:pt x="1151931" y="42025"/>
                </a:lnTo>
                <a:lnTo>
                  <a:pt x="1151125" y="42622"/>
                </a:lnTo>
                <a:lnTo>
                  <a:pt x="1150338" y="43250"/>
                </a:lnTo>
                <a:lnTo>
                  <a:pt x="1149572" y="43909"/>
                </a:lnTo>
                <a:lnTo>
                  <a:pt x="1148825" y="44598"/>
                </a:lnTo>
                <a:lnTo>
                  <a:pt x="1148098" y="45319"/>
                </a:lnTo>
                <a:lnTo>
                  <a:pt x="1147392" y="46070"/>
                </a:lnTo>
                <a:lnTo>
                  <a:pt x="1146705" y="46852"/>
                </a:lnTo>
                <a:lnTo>
                  <a:pt x="1146038" y="47665"/>
                </a:lnTo>
                <a:lnTo>
                  <a:pt x="1145391" y="48510"/>
                </a:lnTo>
                <a:lnTo>
                  <a:pt x="1144764" y="49385"/>
                </a:lnTo>
                <a:lnTo>
                  <a:pt x="1144156" y="50290"/>
                </a:lnTo>
                <a:lnTo>
                  <a:pt x="1143569" y="51227"/>
                </a:lnTo>
                <a:lnTo>
                  <a:pt x="1143001" y="52195"/>
                </a:lnTo>
                <a:lnTo>
                  <a:pt x="1142454" y="53193"/>
                </a:lnTo>
                <a:lnTo>
                  <a:pt x="1141926" y="54223"/>
                </a:lnTo>
                <a:lnTo>
                  <a:pt x="1141418" y="55283"/>
                </a:lnTo>
                <a:lnTo>
                  <a:pt x="1140930" y="56374"/>
                </a:lnTo>
                <a:lnTo>
                  <a:pt x="1140881" y="56492"/>
                </a:lnTo>
                <a:lnTo>
                  <a:pt x="1140510" y="56344"/>
                </a:lnTo>
                <a:lnTo>
                  <a:pt x="1139382" y="55925"/>
                </a:lnTo>
                <a:lnTo>
                  <a:pt x="1138232" y="55527"/>
                </a:lnTo>
                <a:lnTo>
                  <a:pt x="1137059" y="55151"/>
                </a:lnTo>
                <a:lnTo>
                  <a:pt x="1135864" y="54796"/>
                </a:lnTo>
                <a:lnTo>
                  <a:pt x="1134647" y="54463"/>
                </a:lnTo>
                <a:lnTo>
                  <a:pt x="1133408" y="54151"/>
                </a:lnTo>
                <a:lnTo>
                  <a:pt x="1132146" y="53860"/>
                </a:lnTo>
                <a:lnTo>
                  <a:pt x="1130863" y="53592"/>
                </a:lnTo>
                <a:lnTo>
                  <a:pt x="1129557" y="53344"/>
                </a:lnTo>
                <a:lnTo>
                  <a:pt x="1128228" y="53118"/>
                </a:lnTo>
                <a:lnTo>
                  <a:pt x="1126878" y="52914"/>
                </a:lnTo>
                <a:lnTo>
                  <a:pt x="1125505" y="52731"/>
                </a:lnTo>
                <a:lnTo>
                  <a:pt x="1124110" y="52570"/>
                </a:lnTo>
                <a:lnTo>
                  <a:pt x="1122693" y="52430"/>
                </a:lnTo>
                <a:lnTo>
                  <a:pt x="1121254" y="52312"/>
                </a:lnTo>
                <a:lnTo>
                  <a:pt x="1119792" y="52215"/>
                </a:lnTo>
                <a:lnTo>
                  <a:pt x="1118308" y="52140"/>
                </a:lnTo>
                <a:lnTo>
                  <a:pt x="1116802" y="52086"/>
                </a:lnTo>
                <a:lnTo>
                  <a:pt x="1115273" y="52054"/>
                </a:lnTo>
                <a:lnTo>
                  <a:pt x="1113723" y="52043"/>
                </a:lnTo>
                <a:lnTo>
                  <a:pt x="1112216" y="52054"/>
                </a:lnTo>
                <a:lnTo>
                  <a:pt x="1110728" y="52086"/>
                </a:lnTo>
                <a:lnTo>
                  <a:pt x="1109259" y="52140"/>
                </a:lnTo>
                <a:lnTo>
                  <a:pt x="1107809" y="52215"/>
                </a:lnTo>
                <a:lnTo>
                  <a:pt x="1106379" y="52312"/>
                </a:lnTo>
                <a:lnTo>
                  <a:pt x="1104968" y="52430"/>
                </a:lnTo>
                <a:lnTo>
                  <a:pt x="1103575" y="52570"/>
                </a:lnTo>
                <a:lnTo>
                  <a:pt x="1102203" y="52731"/>
                </a:lnTo>
                <a:lnTo>
                  <a:pt x="1100849" y="52914"/>
                </a:lnTo>
                <a:lnTo>
                  <a:pt x="1099515" y="53118"/>
                </a:lnTo>
                <a:lnTo>
                  <a:pt x="1098199" y="53344"/>
                </a:lnTo>
                <a:lnTo>
                  <a:pt x="1096903" y="53592"/>
                </a:lnTo>
                <a:lnTo>
                  <a:pt x="1095626" y="53860"/>
                </a:lnTo>
                <a:lnTo>
                  <a:pt x="1094369" y="54151"/>
                </a:lnTo>
                <a:lnTo>
                  <a:pt x="1093130" y="54463"/>
                </a:lnTo>
                <a:lnTo>
                  <a:pt x="1091911" y="54796"/>
                </a:lnTo>
                <a:lnTo>
                  <a:pt x="1090711" y="55151"/>
                </a:lnTo>
                <a:lnTo>
                  <a:pt x="1089530" y="55527"/>
                </a:lnTo>
                <a:lnTo>
                  <a:pt x="1088368" y="55925"/>
                </a:lnTo>
                <a:lnTo>
                  <a:pt x="1087226" y="56344"/>
                </a:lnTo>
                <a:lnTo>
                  <a:pt x="1086102" y="56785"/>
                </a:lnTo>
                <a:lnTo>
                  <a:pt x="1084998" y="57247"/>
                </a:lnTo>
                <a:lnTo>
                  <a:pt x="1083913" y="57731"/>
                </a:lnTo>
                <a:lnTo>
                  <a:pt x="1082847" y="58237"/>
                </a:lnTo>
                <a:lnTo>
                  <a:pt x="1081802" y="58760"/>
                </a:lnTo>
                <a:lnTo>
                  <a:pt x="1080778" y="59298"/>
                </a:lnTo>
                <a:lnTo>
                  <a:pt x="1079775" y="59849"/>
                </a:lnTo>
                <a:lnTo>
                  <a:pt x="1078793" y="60415"/>
                </a:lnTo>
                <a:lnTo>
                  <a:pt x="1077833" y="60996"/>
                </a:lnTo>
                <a:lnTo>
                  <a:pt x="1076894" y="61590"/>
                </a:lnTo>
                <a:lnTo>
                  <a:pt x="1075976" y="62199"/>
                </a:lnTo>
                <a:lnTo>
                  <a:pt x="1075080" y="62822"/>
                </a:lnTo>
                <a:lnTo>
                  <a:pt x="1074205" y="63459"/>
                </a:lnTo>
                <a:lnTo>
                  <a:pt x="1073351" y="64111"/>
                </a:lnTo>
                <a:lnTo>
                  <a:pt x="1072519" y="64776"/>
                </a:lnTo>
                <a:lnTo>
                  <a:pt x="1071707" y="65456"/>
                </a:lnTo>
                <a:lnTo>
                  <a:pt x="1070918" y="66151"/>
                </a:lnTo>
                <a:lnTo>
                  <a:pt x="1070149" y="66859"/>
                </a:lnTo>
                <a:lnTo>
                  <a:pt x="1069402" y="67582"/>
                </a:lnTo>
                <a:lnTo>
                  <a:pt x="1068676" y="68319"/>
                </a:lnTo>
                <a:lnTo>
                  <a:pt x="1067971" y="69070"/>
                </a:lnTo>
                <a:lnTo>
                  <a:pt x="1067288" y="69836"/>
                </a:lnTo>
                <a:lnTo>
                  <a:pt x="1066626" y="70615"/>
                </a:lnTo>
                <a:lnTo>
                  <a:pt x="1065985" y="71409"/>
                </a:lnTo>
                <a:lnTo>
                  <a:pt x="1065365" y="72218"/>
                </a:lnTo>
                <a:lnTo>
                  <a:pt x="1064767" y="73040"/>
                </a:lnTo>
                <a:lnTo>
                  <a:pt x="1064190" y="73877"/>
                </a:lnTo>
                <a:lnTo>
                  <a:pt x="1063635" y="74728"/>
                </a:lnTo>
                <a:lnTo>
                  <a:pt x="1063101" y="75590"/>
                </a:lnTo>
                <a:lnTo>
                  <a:pt x="1062590" y="76461"/>
                </a:lnTo>
                <a:lnTo>
                  <a:pt x="1062102" y="77341"/>
                </a:lnTo>
                <a:lnTo>
                  <a:pt x="1061637" y="78229"/>
                </a:lnTo>
                <a:lnTo>
                  <a:pt x="1061194" y="79127"/>
                </a:lnTo>
                <a:lnTo>
                  <a:pt x="1060774" y="80032"/>
                </a:lnTo>
                <a:lnTo>
                  <a:pt x="1060376" y="80947"/>
                </a:lnTo>
                <a:lnTo>
                  <a:pt x="1060002" y="81870"/>
                </a:lnTo>
                <a:lnTo>
                  <a:pt x="1059650" y="82802"/>
                </a:lnTo>
                <a:lnTo>
                  <a:pt x="1059321" y="83742"/>
                </a:lnTo>
                <a:lnTo>
                  <a:pt x="1059014" y="84691"/>
                </a:lnTo>
                <a:lnTo>
                  <a:pt x="1058730" y="85649"/>
                </a:lnTo>
                <a:lnTo>
                  <a:pt x="1058469" y="86615"/>
                </a:lnTo>
                <a:lnTo>
                  <a:pt x="1058231" y="87590"/>
                </a:lnTo>
                <a:lnTo>
                  <a:pt x="1058015" y="88574"/>
                </a:lnTo>
                <a:lnTo>
                  <a:pt x="1057822" y="89566"/>
                </a:lnTo>
                <a:lnTo>
                  <a:pt x="1057652" y="90567"/>
                </a:lnTo>
                <a:lnTo>
                  <a:pt x="1057504" y="91577"/>
                </a:lnTo>
                <a:lnTo>
                  <a:pt x="1057379" y="92595"/>
                </a:lnTo>
                <a:lnTo>
                  <a:pt x="1057277" y="93622"/>
                </a:lnTo>
                <a:lnTo>
                  <a:pt x="1057198" y="94658"/>
                </a:lnTo>
                <a:lnTo>
                  <a:pt x="1057141" y="95702"/>
                </a:lnTo>
                <a:lnTo>
                  <a:pt x="1057107" y="96755"/>
                </a:lnTo>
                <a:lnTo>
                  <a:pt x="1057096" y="97817"/>
                </a:lnTo>
                <a:lnTo>
                  <a:pt x="1057107" y="98813"/>
                </a:lnTo>
                <a:lnTo>
                  <a:pt x="1057141" y="99803"/>
                </a:lnTo>
                <a:lnTo>
                  <a:pt x="1057197" y="100787"/>
                </a:lnTo>
                <a:lnTo>
                  <a:pt x="1057275" y="101766"/>
                </a:lnTo>
                <a:lnTo>
                  <a:pt x="1057376" y="102739"/>
                </a:lnTo>
                <a:lnTo>
                  <a:pt x="1057500" y="103707"/>
                </a:lnTo>
                <a:lnTo>
                  <a:pt x="1057646" y="104669"/>
                </a:lnTo>
                <a:lnTo>
                  <a:pt x="1057815" y="105626"/>
                </a:lnTo>
                <a:lnTo>
                  <a:pt x="1058006" y="106576"/>
                </a:lnTo>
                <a:lnTo>
                  <a:pt x="1058219" y="107522"/>
                </a:lnTo>
                <a:lnTo>
                  <a:pt x="1058455" y="108461"/>
                </a:lnTo>
                <a:lnTo>
                  <a:pt x="1058714" y="109395"/>
                </a:lnTo>
                <a:lnTo>
                  <a:pt x="1058994" y="110323"/>
                </a:lnTo>
                <a:lnTo>
                  <a:pt x="1059298" y="111246"/>
                </a:lnTo>
                <a:lnTo>
                  <a:pt x="1059624" y="112163"/>
                </a:lnTo>
                <a:lnTo>
                  <a:pt x="1059972" y="113075"/>
                </a:lnTo>
                <a:lnTo>
                  <a:pt x="1060343" y="113981"/>
                </a:lnTo>
                <a:lnTo>
                  <a:pt x="1060736" y="114881"/>
                </a:lnTo>
                <a:lnTo>
                  <a:pt x="1061152" y="115775"/>
                </a:lnTo>
                <a:lnTo>
                  <a:pt x="1061590" y="116664"/>
                </a:lnTo>
                <a:lnTo>
                  <a:pt x="1062050" y="117548"/>
                </a:lnTo>
                <a:lnTo>
                  <a:pt x="1062534" y="118426"/>
                </a:lnTo>
                <a:lnTo>
                  <a:pt x="1063039" y="119298"/>
                </a:lnTo>
                <a:lnTo>
                  <a:pt x="1063567" y="120164"/>
                </a:lnTo>
                <a:lnTo>
                  <a:pt x="1064117" y="121021"/>
                </a:lnTo>
                <a:lnTo>
                  <a:pt x="1064688" y="121864"/>
                </a:lnTo>
                <a:lnTo>
                  <a:pt x="1065280" y="122692"/>
                </a:lnTo>
                <a:lnTo>
                  <a:pt x="1065893" y="123507"/>
                </a:lnTo>
                <a:lnTo>
                  <a:pt x="1066527" y="124308"/>
                </a:lnTo>
                <a:lnTo>
                  <a:pt x="1067182" y="125094"/>
                </a:lnTo>
                <a:lnTo>
                  <a:pt x="1067859" y="125867"/>
                </a:lnTo>
                <a:lnTo>
                  <a:pt x="1068556" y="126626"/>
                </a:lnTo>
                <a:lnTo>
                  <a:pt x="1069274" y="127370"/>
                </a:lnTo>
                <a:lnTo>
                  <a:pt x="1070014" y="128101"/>
                </a:lnTo>
                <a:lnTo>
                  <a:pt x="1070774" y="128818"/>
                </a:lnTo>
                <a:lnTo>
                  <a:pt x="1071556" y="129520"/>
                </a:lnTo>
                <a:lnTo>
                  <a:pt x="1072358" y="130209"/>
                </a:lnTo>
                <a:lnTo>
                  <a:pt x="1073182" y="130883"/>
                </a:lnTo>
                <a:lnTo>
                  <a:pt x="1074027" y="131544"/>
                </a:lnTo>
                <a:lnTo>
                  <a:pt x="1074893" y="132190"/>
                </a:lnTo>
                <a:lnTo>
                  <a:pt x="1075780" y="132823"/>
                </a:lnTo>
                <a:lnTo>
                  <a:pt x="1076688" y="133441"/>
                </a:lnTo>
                <a:lnTo>
                  <a:pt x="1077522" y="133984"/>
                </a:lnTo>
                <a:lnTo>
                  <a:pt x="1077171" y="134124"/>
                </a:lnTo>
                <a:lnTo>
                  <a:pt x="1076237" y="134511"/>
                </a:lnTo>
                <a:lnTo>
                  <a:pt x="1075325" y="134902"/>
                </a:lnTo>
                <a:lnTo>
                  <a:pt x="1074436" y="135299"/>
                </a:lnTo>
                <a:lnTo>
                  <a:pt x="1073569" y="135700"/>
                </a:lnTo>
                <a:lnTo>
                  <a:pt x="1072724" y="136106"/>
                </a:lnTo>
                <a:lnTo>
                  <a:pt x="1071901" y="136517"/>
                </a:lnTo>
                <a:lnTo>
                  <a:pt x="1071101" y="136933"/>
                </a:lnTo>
                <a:lnTo>
                  <a:pt x="1070323" y="137354"/>
                </a:lnTo>
                <a:lnTo>
                  <a:pt x="1069567" y="137780"/>
                </a:lnTo>
                <a:lnTo>
                  <a:pt x="1068833" y="138211"/>
                </a:lnTo>
                <a:lnTo>
                  <a:pt x="1068121" y="138647"/>
                </a:lnTo>
                <a:lnTo>
                  <a:pt x="1067432" y="139087"/>
                </a:lnTo>
                <a:lnTo>
                  <a:pt x="1066765" y="139533"/>
                </a:lnTo>
                <a:lnTo>
                  <a:pt x="1066120" y="139984"/>
                </a:lnTo>
                <a:lnTo>
                  <a:pt x="1065498" y="140439"/>
                </a:lnTo>
                <a:lnTo>
                  <a:pt x="1064898" y="140899"/>
                </a:lnTo>
                <a:lnTo>
                  <a:pt x="1064320" y="141364"/>
                </a:lnTo>
                <a:lnTo>
                  <a:pt x="1063764" y="141835"/>
                </a:lnTo>
                <a:lnTo>
                  <a:pt x="1063230" y="142310"/>
                </a:lnTo>
                <a:lnTo>
                  <a:pt x="1062719" y="142791"/>
                </a:lnTo>
                <a:lnTo>
                  <a:pt x="1062229" y="143282"/>
                </a:lnTo>
                <a:lnTo>
                  <a:pt x="1061761" y="143781"/>
                </a:lnTo>
                <a:lnTo>
                  <a:pt x="1061315" y="144289"/>
                </a:lnTo>
                <a:lnTo>
                  <a:pt x="1060890" y="144805"/>
                </a:lnTo>
                <a:lnTo>
                  <a:pt x="1060487" y="145331"/>
                </a:lnTo>
                <a:lnTo>
                  <a:pt x="1060106" y="145864"/>
                </a:lnTo>
                <a:lnTo>
                  <a:pt x="1059747" y="146407"/>
                </a:lnTo>
                <a:lnTo>
                  <a:pt x="1059410" y="146958"/>
                </a:lnTo>
                <a:lnTo>
                  <a:pt x="1059094" y="147518"/>
                </a:lnTo>
                <a:lnTo>
                  <a:pt x="1058800" y="148086"/>
                </a:lnTo>
                <a:lnTo>
                  <a:pt x="1058528" y="148663"/>
                </a:lnTo>
                <a:lnTo>
                  <a:pt x="1058278" y="149249"/>
                </a:lnTo>
                <a:lnTo>
                  <a:pt x="1058049" y="149844"/>
                </a:lnTo>
                <a:lnTo>
                  <a:pt x="1057842" y="150447"/>
                </a:lnTo>
                <a:lnTo>
                  <a:pt x="1057657" y="151058"/>
                </a:lnTo>
                <a:lnTo>
                  <a:pt x="1057494" y="151679"/>
                </a:lnTo>
                <a:lnTo>
                  <a:pt x="1057353" y="152308"/>
                </a:lnTo>
                <a:lnTo>
                  <a:pt x="1057233" y="152946"/>
                </a:lnTo>
                <a:lnTo>
                  <a:pt x="1057135" y="153592"/>
                </a:lnTo>
                <a:lnTo>
                  <a:pt x="1057059" y="154247"/>
                </a:lnTo>
                <a:lnTo>
                  <a:pt x="1057004" y="154911"/>
                </a:lnTo>
                <a:lnTo>
                  <a:pt x="1056972" y="155583"/>
                </a:lnTo>
                <a:lnTo>
                  <a:pt x="1056961" y="156264"/>
                </a:lnTo>
                <a:lnTo>
                  <a:pt x="1056968" y="156703"/>
                </a:lnTo>
                <a:lnTo>
                  <a:pt x="1056989" y="157142"/>
                </a:lnTo>
                <a:lnTo>
                  <a:pt x="1057024" y="157581"/>
                </a:lnTo>
                <a:lnTo>
                  <a:pt x="1057073" y="158021"/>
                </a:lnTo>
                <a:lnTo>
                  <a:pt x="1057136" y="158461"/>
                </a:lnTo>
                <a:lnTo>
                  <a:pt x="1057214" y="158902"/>
                </a:lnTo>
                <a:lnTo>
                  <a:pt x="1057305" y="159343"/>
                </a:lnTo>
                <a:lnTo>
                  <a:pt x="1057410" y="159785"/>
                </a:lnTo>
                <a:lnTo>
                  <a:pt x="1057530" y="160227"/>
                </a:lnTo>
                <a:lnTo>
                  <a:pt x="1057663" y="160669"/>
                </a:lnTo>
                <a:lnTo>
                  <a:pt x="1057810" y="161113"/>
                </a:lnTo>
                <a:lnTo>
                  <a:pt x="1057972" y="161556"/>
                </a:lnTo>
                <a:lnTo>
                  <a:pt x="1058148" y="162000"/>
                </a:lnTo>
                <a:lnTo>
                  <a:pt x="1058337" y="162445"/>
                </a:lnTo>
                <a:lnTo>
                  <a:pt x="1058541" y="162890"/>
                </a:lnTo>
                <a:lnTo>
                  <a:pt x="1058758" y="163335"/>
                </a:lnTo>
                <a:lnTo>
                  <a:pt x="1058990" y="163781"/>
                </a:lnTo>
                <a:lnTo>
                  <a:pt x="1059236" y="164227"/>
                </a:lnTo>
                <a:lnTo>
                  <a:pt x="1059496" y="164674"/>
                </a:lnTo>
                <a:lnTo>
                  <a:pt x="1059770" y="165122"/>
                </a:lnTo>
                <a:lnTo>
                  <a:pt x="1060058" y="165569"/>
                </a:lnTo>
                <a:lnTo>
                  <a:pt x="1060360" y="166018"/>
                </a:lnTo>
                <a:lnTo>
                  <a:pt x="1060676" y="166466"/>
                </a:lnTo>
                <a:lnTo>
                  <a:pt x="1061006" y="166916"/>
                </a:lnTo>
                <a:lnTo>
                  <a:pt x="1061351" y="167363"/>
                </a:lnTo>
                <a:lnTo>
                  <a:pt x="1061712" y="167805"/>
                </a:lnTo>
                <a:lnTo>
                  <a:pt x="1062090" y="168244"/>
                </a:lnTo>
                <a:lnTo>
                  <a:pt x="1062485" y="168678"/>
                </a:lnTo>
                <a:lnTo>
                  <a:pt x="1062896" y="169107"/>
                </a:lnTo>
                <a:lnTo>
                  <a:pt x="1063323" y="169532"/>
                </a:lnTo>
                <a:lnTo>
                  <a:pt x="1063766" y="169953"/>
                </a:lnTo>
                <a:lnTo>
                  <a:pt x="1064226" y="170369"/>
                </a:lnTo>
                <a:lnTo>
                  <a:pt x="1064703" y="170780"/>
                </a:lnTo>
                <a:lnTo>
                  <a:pt x="1065195" y="171187"/>
                </a:lnTo>
                <a:lnTo>
                  <a:pt x="1065705" y="171590"/>
                </a:lnTo>
                <a:lnTo>
                  <a:pt x="1066230" y="171988"/>
                </a:lnTo>
                <a:lnTo>
                  <a:pt x="1066772" y="172382"/>
                </a:lnTo>
                <a:lnTo>
                  <a:pt x="1067330" y="172772"/>
                </a:lnTo>
                <a:lnTo>
                  <a:pt x="1067905" y="173157"/>
                </a:lnTo>
                <a:lnTo>
                  <a:pt x="1068496" y="173537"/>
                </a:lnTo>
                <a:lnTo>
                  <a:pt x="1069103" y="173913"/>
                </a:lnTo>
                <a:lnTo>
                  <a:pt x="1069727" y="174285"/>
                </a:lnTo>
                <a:lnTo>
                  <a:pt x="1070367" y="174652"/>
                </a:lnTo>
                <a:lnTo>
                  <a:pt x="1071024" y="175014"/>
                </a:lnTo>
                <a:lnTo>
                  <a:pt x="1071697" y="175373"/>
                </a:lnTo>
                <a:lnTo>
                  <a:pt x="1072386" y="175727"/>
                </a:lnTo>
                <a:lnTo>
                  <a:pt x="1072726" y="175895"/>
                </a:lnTo>
                <a:lnTo>
                  <a:pt x="1072221" y="176103"/>
                </a:lnTo>
                <a:lnTo>
                  <a:pt x="1070968" y="176657"/>
                </a:lnTo>
                <a:lnTo>
                  <a:pt x="1069757" y="177229"/>
                </a:lnTo>
                <a:lnTo>
                  <a:pt x="1068590" y="177818"/>
                </a:lnTo>
                <a:lnTo>
                  <a:pt x="1067465" y="178424"/>
                </a:lnTo>
                <a:lnTo>
                  <a:pt x="1066384" y="179049"/>
                </a:lnTo>
                <a:lnTo>
                  <a:pt x="1065345" y="179690"/>
                </a:lnTo>
                <a:lnTo>
                  <a:pt x="1064350" y="180350"/>
                </a:lnTo>
                <a:lnTo>
                  <a:pt x="1063398" y="181027"/>
                </a:lnTo>
                <a:lnTo>
                  <a:pt x="1062489" y="181721"/>
                </a:lnTo>
                <a:lnTo>
                  <a:pt x="1061620" y="182429"/>
                </a:lnTo>
                <a:lnTo>
                  <a:pt x="1060787" y="183147"/>
                </a:lnTo>
                <a:lnTo>
                  <a:pt x="1059992" y="183874"/>
                </a:lnTo>
                <a:lnTo>
                  <a:pt x="1059234" y="184611"/>
                </a:lnTo>
                <a:lnTo>
                  <a:pt x="1058513" y="185358"/>
                </a:lnTo>
                <a:lnTo>
                  <a:pt x="1057829" y="186114"/>
                </a:lnTo>
                <a:lnTo>
                  <a:pt x="1057181" y="186880"/>
                </a:lnTo>
                <a:lnTo>
                  <a:pt x="1056571" y="187655"/>
                </a:lnTo>
                <a:lnTo>
                  <a:pt x="1055998" y="188441"/>
                </a:lnTo>
                <a:lnTo>
                  <a:pt x="1055462" y="189235"/>
                </a:lnTo>
                <a:lnTo>
                  <a:pt x="1054962" y="190040"/>
                </a:lnTo>
                <a:lnTo>
                  <a:pt x="1054500" y="190854"/>
                </a:lnTo>
                <a:lnTo>
                  <a:pt x="1054075" y="191677"/>
                </a:lnTo>
                <a:lnTo>
                  <a:pt x="1053687" y="192510"/>
                </a:lnTo>
                <a:lnTo>
                  <a:pt x="1053335" y="193353"/>
                </a:lnTo>
                <a:lnTo>
                  <a:pt x="1053021" y="194206"/>
                </a:lnTo>
                <a:lnTo>
                  <a:pt x="1052743" y="195068"/>
                </a:lnTo>
                <a:lnTo>
                  <a:pt x="1052503" y="195940"/>
                </a:lnTo>
                <a:lnTo>
                  <a:pt x="1052300" y="196821"/>
                </a:lnTo>
                <a:lnTo>
                  <a:pt x="1052133" y="197712"/>
                </a:lnTo>
                <a:lnTo>
                  <a:pt x="1052004" y="198613"/>
                </a:lnTo>
                <a:lnTo>
                  <a:pt x="1051911" y="199523"/>
                </a:lnTo>
                <a:lnTo>
                  <a:pt x="1051856" y="200443"/>
                </a:lnTo>
                <a:lnTo>
                  <a:pt x="1051837" y="201372"/>
                </a:lnTo>
                <a:lnTo>
                  <a:pt x="1051848" y="202135"/>
                </a:lnTo>
                <a:lnTo>
                  <a:pt x="1051879" y="202894"/>
                </a:lnTo>
                <a:lnTo>
                  <a:pt x="1051932" y="203648"/>
                </a:lnTo>
                <a:lnTo>
                  <a:pt x="1052006" y="204398"/>
                </a:lnTo>
                <a:lnTo>
                  <a:pt x="1052101" y="205144"/>
                </a:lnTo>
                <a:lnTo>
                  <a:pt x="1052217" y="205884"/>
                </a:lnTo>
                <a:lnTo>
                  <a:pt x="1052353" y="206621"/>
                </a:lnTo>
                <a:lnTo>
                  <a:pt x="1052511" y="207353"/>
                </a:lnTo>
                <a:lnTo>
                  <a:pt x="1052691" y="208080"/>
                </a:lnTo>
                <a:lnTo>
                  <a:pt x="1052891" y="208803"/>
                </a:lnTo>
                <a:lnTo>
                  <a:pt x="1053112" y="209522"/>
                </a:lnTo>
                <a:lnTo>
                  <a:pt x="1053354" y="210236"/>
                </a:lnTo>
                <a:lnTo>
                  <a:pt x="1053617" y="210946"/>
                </a:lnTo>
                <a:lnTo>
                  <a:pt x="1053902" y="211651"/>
                </a:lnTo>
                <a:lnTo>
                  <a:pt x="1054207" y="212352"/>
                </a:lnTo>
                <a:lnTo>
                  <a:pt x="1054534" y="213048"/>
                </a:lnTo>
                <a:lnTo>
                  <a:pt x="1054881" y="213740"/>
                </a:lnTo>
                <a:lnTo>
                  <a:pt x="1055250" y="214427"/>
                </a:lnTo>
                <a:lnTo>
                  <a:pt x="1055640" y="215110"/>
                </a:lnTo>
                <a:lnTo>
                  <a:pt x="1056051" y="215788"/>
                </a:lnTo>
                <a:lnTo>
                  <a:pt x="1056483" y="216462"/>
                </a:lnTo>
                <a:lnTo>
                  <a:pt x="1056935" y="217132"/>
                </a:lnTo>
                <a:lnTo>
                  <a:pt x="1057409" y="217797"/>
                </a:lnTo>
                <a:lnTo>
                  <a:pt x="1057905" y="218457"/>
                </a:lnTo>
                <a:lnTo>
                  <a:pt x="1058424" y="219110"/>
                </a:lnTo>
                <a:lnTo>
                  <a:pt x="1058970" y="219753"/>
                </a:lnTo>
                <a:lnTo>
                  <a:pt x="1059544" y="220385"/>
                </a:lnTo>
                <a:lnTo>
                  <a:pt x="1060144" y="221006"/>
                </a:lnTo>
                <a:lnTo>
                  <a:pt x="1060772" y="221617"/>
                </a:lnTo>
                <a:lnTo>
                  <a:pt x="1061427" y="222217"/>
                </a:lnTo>
                <a:lnTo>
                  <a:pt x="1062109" y="222807"/>
                </a:lnTo>
                <a:lnTo>
                  <a:pt x="1062818" y="223386"/>
                </a:lnTo>
                <a:lnTo>
                  <a:pt x="1063555" y="223955"/>
                </a:lnTo>
                <a:lnTo>
                  <a:pt x="1064318" y="224513"/>
                </a:lnTo>
                <a:lnTo>
                  <a:pt x="1065109" y="225061"/>
                </a:lnTo>
                <a:lnTo>
                  <a:pt x="1065927" y="225598"/>
                </a:lnTo>
                <a:lnTo>
                  <a:pt x="1066772" y="226124"/>
                </a:lnTo>
                <a:lnTo>
                  <a:pt x="1067644" y="226640"/>
                </a:lnTo>
                <a:lnTo>
                  <a:pt x="1068543" y="227146"/>
                </a:lnTo>
                <a:lnTo>
                  <a:pt x="1069470" y="227640"/>
                </a:lnTo>
                <a:lnTo>
                  <a:pt x="1070423" y="228125"/>
                </a:lnTo>
                <a:lnTo>
                  <a:pt x="1071404" y="228599"/>
                </a:lnTo>
                <a:lnTo>
                  <a:pt x="1072412" y="229062"/>
                </a:lnTo>
                <a:lnTo>
                  <a:pt x="1073447" y="229514"/>
                </a:lnTo>
                <a:lnTo>
                  <a:pt x="1074509" y="229956"/>
                </a:lnTo>
                <a:lnTo>
                  <a:pt x="1075599" y="230388"/>
                </a:lnTo>
                <a:lnTo>
                  <a:pt x="1076715" y="230809"/>
                </a:lnTo>
                <a:lnTo>
                  <a:pt x="1077859" y="231219"/>
                </a:lnTo>
                <a:lnTo>
                  <a:pt x="1079033" y="231616"/>
                </a:lnTo>
                <a:lnTo>
                  <a:pt x="1080241" y="231996"/>
                </a:lnTo>
                <a:lnTo>
                  <a:pt x="1081482" y="232359"/>
                </a:lnTo>
                <a:lnTo>
                  <a:pt x="1082758" y="232705"/>
                </a:lnTo>
                <a:lnTo>
                  <a:pt x="1084067" y="233034"/>
                </a:lnTo>
                <a:lnTo>
                  <a:pt x="1085409" y="233347"/>
                </a:lnTo>
                <a:lnTo>
                  <a:pt x="1086786" y="233642"/>
                </a:lnTo>
                <a:lnTo>
                  <a:pt x="1088196" y="233921"/>
                </a:lnTo>
                <a:lnTo>
                  <a:pt x="1089639" y="234182"/>
                </a:lnTo>
                <a:lnTo>
                  <a:pt x="1091117" y="234427"/>
                </a:lnTo>
                <a:lnTo>
                  <a:pt x="1092628" y="234655"/>
                </a:lnTo>
                <a:lnTo>
                  <a:pt x="1094173" y="234866"/>
                </a:lnTo>
                <a:lnTo>
                  <a:pt x="1095752" y="235060"/>
                </a:lnTo>
                <a:lnTo>
                  <a:pt x="1097364" y="235238"/>
                </a:lnTo>
                <a:lnTo>
                  <a:pt x="1099010" y="235398"/>
                </a:lnTo>
                <a:lnTo>
                  <a:pt x="1100690" y="235541"/>
                </a:lnTo>
                <a:lnTo>
                  <a:pt x="1102403" y="235668"/>
                </a:lnTo>
                <a:lnTo>
                  <a:pt x="1104150" y="235778"/>
                </a:lnTo>
                <a:lnTo>
                  <a:pt x="1105931" y="235871"/>
                </a:lnTo>
                <a:lnTo>
                  <a:pt x="1107746" y="235947"/>
                </a:lnTo>
                <a:lnTo>
                  <a:pt x="1109594" y="236006"/>
                </a:lnTo>
                <a:lnTo>
                  <a:pt x="1111476" y="236048"/>
                </a:lnTo>
                <a:lnTo>
                  <a:pt x="1113391" y="236073"/>
                </a:lnTo>
                <a:lnTo>
                  <a:pt x="1115341" y="236082"/>
                </a:lnTo>
                <a:lnTo>
                  <a:pt x="1118055" y="236061"/>
                </a:lnTo>
                <a:lnTo>
                  <a:pt x="1120715" y="236001"/>
                </a:lnTo>
                <a:lnTo>
                  <a:pt x="1123321" y="235900"/>
                </a:lnTo>
                <a:lnTo>
                  <a:pt x="1125872" y="235759"/>
                </a:lnTo>
                <a:lnTo>
                  <a:pt x="1128369" y="235577"/>
                </a:lnTo>
                <a:lnTo>
                  <a:pt x="1130812" y="235356"/>
                </a:lnTo>
                <a:lnTo>
                  <a:pt x="1133201" y="235093"/>
                </a:lnTo>
                <a:lnTo>
                  <a:pt x="1135535" y="234791"/>
                </a:lnTo>
                <a:lnTo>
                  <a:pt x="1137815" y="234448"/>
                </a:lnTo>
                <a:lnTo>
                  <a:pt x="1140040" y="234065"/>
                </a:lnTo>
                <a:lnTo>
                  <a:pt x="1142212" y="233641"/>
                </a:lnTo>
                <a:lnTo>
                  <a:pt x="1144328" y="233178"/>
                </a:lnTo>
                <a:lnTo>
                  <a:pt x="1146391" y="232673"/>
                </a:lnTo>
                <a:lnTo>
                  <a:pt x="1148400" y="232129"/>
                </a:lnTo>
                <a:lnTo>
                  <a:pt x="1150354" y="231544"/>
                </a:lnTo>
                <a:lnTo>
                  <a:pt x="1152253" y="230919"/>
                </a:lnTo>
                <a:lnTo>
                  <a:pt x="1154099" y="230253"/>
                </a:lnTo>
                <a:lnTo>
                  <a:pt x="1155890" y="229548"/>
                </a:lnTo>
                <a:lnTo>
                  <a:pt x="1157627" y="228801"/>
                </a:lnTo>
                <a:lnTo>
                  <a:pt x="1159309" y="228015"/>
                </a:lnTo>
                <a:lnTo>
                  <a:pt x="1160937" y="227188"/>
                </a:lnTo>
                <a:lnTo>
                  <a:pt x="1162511" y="226321"/>
                </a:lnTo>
                <a:lnTo>
                  <a:pt x="1164031" y="225413"/>
                </a:lnTo>
                <a:lnTo>
                  <a:pt x="1165496" y="224465"/>
                </a:lnTo>
                <a:lnTo>
                  <a:pt x="1166904" y="223485"/>
                </a:lnTo>
                <a:lnTo>
                  <a:pt x="1168253" y="222479"/>
                </a:lnTo>
                <a:lnTo>
                  <a:pt x="1169541" y="221448"/>
                </a:lnTo>
                <a:lnTo>
                  <a:pt x="1170770" y="220392"/>
                </a:lnTo>
                <a:lnTo>
                  <a:pt x="1171938" y="219310"/>
                </a:lnTo>
                <a:lnTo>
                  <a:pt x="1173047" y="218203"/>
                </a:lnTo>
                <a:lnTo>
                  <a:pt x="1174095" y="217071"/>
                </a:lnTo>
                <a:lnTo>
                  <a:pt x="1175084" y="215913"/>
                </a:lnTo>
                <a:lnTo>
                  <a:pt x="1176013" y="214730"/>
                </a:lnTo>
                <a:lnTo>
                  <a:pt x="1176882" y="213522"/>
                </a:lnTo>
                <a:lnTo>
                  <a:pt x="1177691" y="212288"/>
                </a:lnTo>
                <a:lnTo>
                  <a:pt x="1178440" y="211029"/>
                </a:lnTo>
                <a:lnTo>
                  <a:pt x="1179129" y="209745"/>
                </a:lnTo>
                <a:lnTo>
                  <a:pt x="1179758" y="208435"/>
                </a:lnTo>
                <a:lnTo>
                  <a:pt x="1180327" y="207100"/>
                </a:lnTo>
                <a:lnTo>
                  <a:pt x="1180837" y="205740"/>
                </a:lnTo>
                <a:lnTo>
                  <a:pt x="1181286" y="204354"/>
                </a:lnTo>
                <a:lnTo>
                  <a:pt x="1181676" y="202943"/>
                </a:lnTo>
                <a:lnTo>
                  <a:pt x="1182005" y="201506"/>
                </a:lnTo>
                <a:lnTo>
                  <a:pt x="1182275" y="200045"/>
                </a:lnTo>
                <a:lnTo>
                  <a:pt x="1182484" y="198557"/>
                </a:lnTo>
                <a:lnTo>
                  <a:pt x="1182634" y="197045"/>
                </a:lnTo>
                <a:lnTo>
                  <a:pt x="1182724" y="195507"/>
                </a:lnTo>
                <a:lnTo>
                  <a:pt x="1182754" y="193944"/>
                </a:lnTo>
                <a:lnTo>
                  <a:pt x="1182728" y="192407"/>
                </a:lnTo>
                <a:lnTo>
                  <a:pt x="1182650" y="190904"/>
                </a:lnTo>
                <a:lnTo>
                  <a:pt x="1182519" y="189434"/>
                </a:lnTo>
                <a:lnTo>
                  <a:pt x="1182337" y="187997"/>
                </a:lnTo>
                <a:lnTo>
                  <a:pt x="1182102" y="186594"/>
                </a:lnTo>
                <a:lnTo>
                  <a:pt x="1181815" y="185224"/>
                </a:lnTo>
                <a:lnTo>
                  <a:pt x="1181475" y="183887"/>
                </a:lnTo>
                <a:lnTo>
                  <a:pt x="1181084" y="182584"/>
                </a:lnTo>
                <a:lnTo>
                  <a:pt x="1180640" y="181313"/>
                </a:lnTo>
                <a:lnTo>
                  <a:pt x="1180144" y="180077"/>
                </a:lnTo>
                <a:lnTo>
                  <a:pt x="1179596" y="178873"/>
                </a:lnTo>
                <a:lnTo>
                  <a:pt x="1178996" y="177703"/>
                </a:lnTo>
                <a:lnTo>
                  <a:pt x="1178343" y="176566"/>
                </a:lnTo>
                <a:lnTo>
                  <a:pt x="1177639" y="175462"/>
                </a:lnTo>
                <a:lnTo>
                  <a:pt x="1176882" y="174392"/>
                </a:lnTo>
                <a:lnTo>
                  <a:pt x="1176073" y="173355"/>
                </a:lnTo>
                <a:lnTo>
                  <a:pt x="1175211" y="172351"/>
                </a:lnTo>
                <a:lnTo>
                  <a:pt x="1174298" y="171381"/>
                </a:lnTo>
                <a:lnTo>
                  <a:pt x="1173332" y="170444"/>
                </a:lnTo>
                <a:lnTo>
                  <a:pt x="1172314" y="169540"/>
                </a:lnTo>
                <a:lnTo>
                  <a:pt x="1171244" y="168670"/>
                </a:lnTo>
                <a:lnTo>
                  <a:pt x="1170122" y="167833"/>
                </a:lnTo>
                <a:lnTo>
                  <a:pt x="1168948" y="167029"/>
                </a:lnTo>
                <a:lnTo>
                  <a:pt x="1167721" y="166258"/>
                </a:lnTo>
                <a:lnTo>
                  <a:pt x="1166437" y="165520"/>
                </a:lnTo>
                <a:lnTo>
                  <a:pt x="1165092" y="164813"/>
                </a:lnTo>
                <a:lnTo>
                  <a:pt x="1163686" y="164137"/>
                </a:lnTo>
                <a:lnTo>
                  <a:pt x="1162217" y="163493"/>
                </a:lnTo>
                <a:lnTo>
                  <a:pt x="1160688" y="162880"/>
                </a:lnTo>
                <a:lnTo>
                  <a:pt x="1159096" y="162299"/>
                </a:lnTo>
                <a:lnTo>
                  <a:pt x="1157443" y="161749"/>
                </a:lnTo>
                <a:lnTo>
                  <a:pt x="1155729" y="161230"/>
                </a:lnTo>
                <a:lnTo>
                  <a:pt x="1153953" y="160743"/>
                </a:lnTo>
                <a:lnTo>
                  <a:pt x="1152115" y="160288"/>
                </a:lnTo>
                <a:lnTo>
                  <a:pt x="1150216" y="159863"/>
                </a:lnTo>
                <a:lnTo>
                  <a:pt x="1148255" y="159471"/>
                </a:lnTo>
                <a:lnTo>
                  <a:pt x="1146233" y="159109"/>
                </a:lnTo>
                <a:lnTo>
                  <a:pt x="1144149" y="158779"/>
                </a:lnTo>
                <a:lnTo>
                  <a:pt x="1142004" y="158481"/>
                </a:lnTo>
                <a:lnTo>
                  <a:pt x="1139797" y="158214"/>
                </a:lnTo>
                <a:lnTo>
                  <a:pt x="1137528" y="157978"/>
                </a:lnTo>
                <a:lnTo>
                  <a:pt x="1135198" y="157774"/>
                </a:lnTo>
                <a:lnTo>
                  <a:pt x="1132807" y="157601"/>
                </a:lnTo>
                <a:lnTo>
                  <a:pt x="1130353" y="157459"/>
                </a:lnTo>
                <a:lnTo>
                  <a:pt x="1127839" y="157349"/>
                </a:lnTo>
                <a:lnTo>
                  <a:pt x="1125262" y="157271"/>
                </a:lnTo>
                <a:lnTo>
                  <a:pt x="1122624" y="157224"/>
                </a:lnTo>
                <a:lnTo>
                  <a:pt x="1119925" y="157208"/>
                </a:lnTo>
                <a:lnTo>
                  <a:pt x="1116689" y="157208"/>
                </a:lnTo>
                <a:lnTo>
                  <a:pt x="1115642" y="157206"/>
                </a:lnTo>
                <a:lnTo>
                  <a:pt x="1114615" y="157202"/>
                </a:lnTo>
                <a:lnTo>
                  <a:pt x="1113606" y="157194"/>
                </a:lnTo>
                <a:lnTo>
                  <a:pt x="1112616" y="157184"/>
                </a:lnTo>
                <a:lnTo>
                  <a:pt x="1111645" y="157170"/>
                </a:lnTo>
                <a:lnTo>
                  <a:pt x="1110693" y="157153"/>
                </a:lnTo>
                <a:lnTo>
                  <a:pt x="1109761" y="157133"/>
                </a:lnTo>
                <a:lnTo>
                  <a:pt x="1108847" y="157111"/>
                </a:lnTo>
                <a:lnTo>
                  <a:pt x="1107952" y="157085"/>
                </a:lnTo>
                <a:lnTo>
                  <a:pt x="1107076" y="157056"/>
                </a:lnTo>
                <a:lnTo>
                  <a:pt x="1106219" y="157024"/>
                </a:lnTo>
                <a:lnTo>
                  <a:pt x="1105380" y="156989"/>
                </a:lnTo>
                <a:lnTo>
                  <a:pt x="1104561" y="156951"/>
                </a:lnTo>
                <a:lnTo>
                  <a:pt x="1103761" y="156910"/>
                </a:lnTo>
                <a:lnTo>
                  <a:pt x="1102980" y="156866"/>
                </a:lnTo>
                <a:lnTo>
                  <a:pt x="1102218" y="156819"/>
                </a:lnTo>
                <a:lnTo>
                  <a:pt x="1101474" y="156768"/>
                </a:lnTo>
                <a:lnTo>
                  <a:pt x="1100750" y="156715"/>
                </a:lnTo>
                <a:lnTo>
                  <a:pt x="1100045" y="156659"/>
                </a:lnTo>
                <a:lnTo>
                  <a:pt x="1099358" y="156599"/>
                </a:lnTo>
                <a:lnTo>
                  <a:pt x="1098691" y="156537"/>
                </a:lnTo>
                <a:lnTo>
                  <a:pt x="1098042" y="156472"/>
                </a:lnTo>
                <a:lnTo>
                  <a:pt x="1097413" y="156403"/>
                </a:lnTo>
                <a:lnTo>
                  <a:pt x="1096802" y="156332"/>
                </a:lnTo>
                <a:lnTo>
                  <a:pt x="1096208" y="156257"/>
                </a:lnTo>
                <a:lnTo>
                  <a:pt x="1095630" y="156179"/>
                </a:lnTo>
                <a:lnTo>
                  <a:pt x="1095066" y="156099"/>
                </a:lnTo>
                <a:lnTo>
                  <a:pt x="1094517" y="156015"/>
                </a:lnTo>
                <a:lnTo>
                  <a:pt x="1093984" y="155928"/>
                </a:lnTo>
                <a:lnTo>
                  <a:pt x="1093465" y="155839"/>
                </a:lnTo>
                <a:lnTo>
                  <a:pt x="1092961" y="155746"/>
                </a:lnTo>
                <a:lnTo>
                  <a:pt x="1092473" y="155650"/>
                </a:lnTo>
                <a:lnTo>
                  <a:pt x="1091999" y="155551"/>
                </a:lnTo>
                <a:lnTo>
                  <a:pt x="1091540" y="155449"/>
                </a:lnTo>
                <a:lnTo>
                  <a:pt x="1091096" y="155344"/>
                </a:lnTo>
                <a:lnTo>
                  <a:pt x="1090667" y="155236"/>
                </a:lnTo>
                <a:lnTo>
                  <a:pt x="1090254" y="155125"/>
                </a:lnTo>
                <a:lnTo>
                  <a:pt x="1089855" y="155011"/>
                </a:lnTo>
                <a:lnTo>
                  <a:pt x="1089471" y="154894"/>
                </a:lnTo>
                <a:lnTo>
                  <a:pt x="1089102" y="154774"/>
                </a:lnTo>
                <a:lnTo>
                  <a:pt x="1088748" y="154650"/>
                </a:lnTo>
                <a:lnTo>
                  <a:pt x="1088409" y="154524"/>
                </a:lnTo>
                <a:lnTo>
                  <a:pt x="1088085" y="154395"/>
                </a:lnTo>
                <a:lnTo>
                  <a:pt x="1087776" y="154262"/>
                </a:lnTo>
                <a:lnTo>
                  <a:pt x="1087482" y="154127"/>
                </a:lnTo>
                <a:lnTo>
                  <a:pt x="1087203" y="153989"/>
                </a:lnTo>
                <a:lnTo>
                  <a:pt x="1086939" y="153847"/>
                </a:lnTo>
                <a:lnTo>
                  <a:pt x="1086690" y="153703"/>
                </a:lnTo>
                <a:lnTo>
                  <a:pt x="1086454" y="153555"/>
                </a:lnTo>
                <a:lnTo>
                  <a:pt x="1086227" y="153405"/>
                </a:lnTo>
                <a:lnTo>
                  <a:pt x="1086011" y="153252"/>
                </a:lnTo>
                <a:lnTo>
                  <a:pt x="1085804" y="153096"/>
                </a:lnTo>
                <a:lnTo>
                  <a:pt x="1085608" y="152937"/>
                </a:lnTo>
                <a:lnTo>
                  <a:pt x="1085422" y="152776"/>
                </a:lnTo>
                <a:lnTo>
                  <a:pt x="1085246" y="152611"/>
                </a:lnTo>
                <a:lnTo>
                  <a:pt x="1085080" y="152444"/>
                </a:lnTo>
                <a:lnTo>
                  <a:pt x="1084924" y="152274"/>
                </a:lnTo>
                <a:lnTo>
                  <a:pt x="1084778" y="152101"/>
                </a:lnTo>
                <a:lnTo>
                  <a:pt x="1084642" y="151926"/>
                </a:lnTo>
                <a:lnTo>
                  <a:pt x="1084516" y="151748"/>
                </a:lnTo>
                <a:lnTo>
                  <a:pt x="1084400" y="151566"/>
                </a:lnTo>
                <a:lnTo>
                  <a:pt x="1084295" y="151382"/>
                </a:lnTo>
                <a:lnTo>
                  <a:pt x="1084199" y="151196"/>
                </a:lnTo>
                <a:lnTo>
                  <a:pt x="1084113" y="151006"/>
                </a:lnTo>
                <a:lnTo>
                  <a:pt x="1084038" y="150814"/>
                </a:lnTo>
                <a:lnTo>
                  <a:pt x="1083972" y="150618"/>
                </a:lnTo>
                <a:lnTo>
                  <a:pt x="1083917" y="150420"/>
                </a:lnTo>
                <a:lnTo>
                  <a:pt x="1083872" y="150219"/>
                </a:lnTo>
                <a:lnTo>
                  <a:pt x="1083837" y="150016"/>
                </a:lnTo>
                <a:lnTo>
                  <a:pt x="1083811" y="149809"/>
                </a:lnTo>
                <a:lnTo>
                  <a:pt x="1083796" y="149600"/>
                </a:lnTo>
                <a:lnTo>
                  <a:pt x="1083791" y="149388"/>
                </a:lnTo>
                <a:lnTo>
                  <a:pt x="1083800" y="149087"/>
                </a:lnTo>
                <a:lnTo>
                  <a:pt x="1083825" y="148789"/>
                </a:lnTo>
                <a:lnTo>
                  <a:pt x="1083867" y="148496"/>
                </a:lnTo>
                <a:lnTo>
                  <a:pt x="1083926" y="148206"/>
                </a:lnTo>
                <a:lnTo>
                  <a:pt x="1084002" y="147921"/>
                </a:lnTo>
                <a:lnTo>
                  <a:pt x="1084095" y="147640"/>
                </a:lnTo>
                <a:lnTo>
                  <a:pt x="1084204" y="147362"/>
                </a:lnTo>
                <a:lnTo>
                  <a:pt x="1084331" y="147089"/>
                </a:lnTo>
                <a:lnTo>
                  <a:pt x="1084474" y="146819"/>
                </a:lnTo>
                <a:lnTo>
                  <a:pt x="1084634" y="146553"/>
                </a:lnTo>
                <a:lnTo>
                  <a:pt x="1084811" y="146292"/>
                </a:lnTo>
                <a:lnTo>
                  <a:pt x="1085005" y="146034"/>
                </a:lnTo>
                <a:lnTo>
                  <a:pt x="1085215" y="145781"/>
                </a:lnTo>
                <a:lnTo>
                  <a:pt x="1085443" y="145531"/>
                </a:lnTo>
                <a:lnTo>
                  <a:pt x="1085687" y="145285"/>
                </a:lnTo>
                <a:lnTo>
                  <a:pt x="1085949" y="145044"/>
                </a:lnTo>
                <a:lnTo>
                  <a:pt x="1086227" y="144806"/>
                </a:lnTo>
                <a:lnTo>
                  <a:pt x="1086522" y="144572"/>
                </a:lnTo>
                <a:lnTo>
                  <a:pt x="1086833" y="144342"/>
                </a:lnTo>
                <a:lnTo>
                  <a:pt x="1087162" y="144117"/>
                </a:lnTo>
                <a:lnTo>
                  <a:pt x="1087507" y="143895"/>
                </a:lnTo>
                <a:lnTo>
                  <a:pt x="1087870" y="143677"/>
                </a:lnTo>
                <a:lnTo>
                  <a:pt x="1088249" y="143463"/>
                </a:lnTo>
                <a:lnTo>
                  <a:pt x="1088645" y="143253"/>
                </a:lnTo>
                <a:lnTo>
                  <a:pt x="1089054" y="143047"/>
                </a:lnTo>
                <a:lnTo>
                  <a:pt x="1089471" y="142843"/>
                </a:lnTo>
                <a:lnTo>
                  <a:pt x="1089896" y="142641"/>
                </a:lnTo>
                <a:lnTo>
                  <a:pt x="1090330" y="142443"/>
                </a:lnTo>
                <a:lnTo>
                  <a:pt x="1090773" y="142246"/>
                </a:lnTo>
                <a:lnTo>
                  <a:pt x="1091224" y="142053"/>
                </a:lnTo>
                <a:lnTo>
                  <a:pt x="1091683" y="141862"/>
                </a:lnTo>
                <a:lnTo>
                  <a:pt x="1092151" y="141673"/>
                </a:lnTo>
                <a:lnTo>
                  <a:pt x="1092627" y="141487"/>
                </a:lnTo>
                <a:lnTo>
                  <a:pt x="1093111" y="141304"/>
                </a:lnTo>
                <a:lnTo>
                  <a:pt x="1093604" y="141123"/>
                </a:lnTo>
                <a:lnTo>
                  <a:pt x="1093893" y="141020"/>
                </a:lnTo>
                <a:lnTo>
                  <a:pt x="1093940" y="141033"/>
                </a:lnTo>
                <a:lnTo>
                  <a:pt x="1095176" y="141329"/>
                </a:lnTo>
                <a:lnTo>
                  <a:pt x="1096431" y="141604"/>
                </a:lnTo>
                <a:lnTo>
                  <a:pt x="1097704" y="141857"/>
                </a:lnTo>
                <a:lnTo>
                  <a:pt x="1098996" y="142087"/>
                </a:lnTo>
                <a:lnTo>
                  <a:pt x="1100305" y="142296"/>
                </a:lnTo>
                <a:lnTo>
                  <a:pt x="1101633" y="142483"/>
                </a:lnTo>
                <a:lnTo>
                  <a:pt x="1102980" y="142648"/>
                </a:lnTo>
                <a:lnTo>
                  <a:pt x="1104344" y="142790"/>
                </a:lnTo>
                <a:lnTo>
                  <a:pt x="1105727" y="142911"/>
                </a:lnTo>
                <a:lnTo>
                  <a:pt x="1107128" y="143010"/>
                </a:lnTo>
                <a:lnTo>
                  <a:pt x="1108547" y="143087"/>
                </a:lnTo>
                <a:lnTo>
                  <a:pt x="1109984" y="143142"/>
                </a:lnTo>
                <a:lnTo>
                  <a:pt x="1111440" y="143175"/>
                </a:lnTo>
                <a:lnTo>
                  <a:pt x="1112914" y="143186"/>
                </a:lnTo>
                <a:lnTo>
                  <a:pt x="1114487" y="143175"/>
                </a:lnTo>
                <a:lnTo>
                  <a:pt x="1116037" y="143143"/>
                </a:lnTo>
                <a:lnTo>
                  <a:pt x="1117564" y="143089"/>
                </a:lnTo>
                <a:lnTo>
                  <a:pt x="1119069" y="143014"/>
                </a:lnTo>
                <a:lnTo>
                  <a:pt x="1120551" y="142917"/>
                </a:lnTo>
                <a:lnTo>
                  <a:pt x="1122010" y="142799"/>
                </a:lnTo>
                <a:lnTo>
                  <a:pt x="1123447" y="142659"/>
                </a:lnTo>
                <a:lnTo>
                  <a:pt x="1124861" y="142498"/>
                </a:lnTo>
                <a:lnTo>
                  <a:pt x="1126252" y="142315"/>
                </a:lnTo>
                <a:lnTo>
                  <a:pt x="1127621" y="142111"/>
                </a:lnTo>
                <a:lnTo>
                  <a:pt x="1128967" y="141885"/>
                </a:lnTo>
                <a:lnTo>
                  <a:pt x="1130290" y="141638"/>
                </a:lnTo>
                <a:lnTo>
                  <a:pt x="1131590" y="141369"/>
                </a:lnTo>
                <a:lnTo>
                  <a:pt x="1132868" y="141078"/>
                </a:lnTo>
                <a:lnTo>
                  <a:pt x="1134123" y="140767"/>
                </a:lnTo>
                <a:lnTo>
                  <a:pt x="1135355" y="140433"/>
                </a:lnTo>
                <a:lnTo>
                  <a:pt x="1136565" y="140078"/>
                </a:lnTo>
                <a:lnTo>
                  <a:pt x="1137751" y="139702"/>
                </a:lnTo>
                <a:lnTo>
                  <a:pt x="1138916" y="139304"/>
                </a:lnTo>
                <a:lnTo>
                  <a:pt x="1140057" y="138885"/>
                </a:lnTo>
                <a:lnTo>
                  <a:pt x="1141176" y="138444"/>
                </a:lnTo>
                <a:lnTo>
                  <a:pt x="1142272" y="137982"/>
                </a:lnTo>
                <a:lnTo>
                  <a:pt x="1143345" y="137498"/>
                </a:lnTo>
                <a:lnTo>
                  <a:pt x="1144396" y="136992"/>
                </a:lnTo>
                <a:lnTo>
                  <a:pt x="1145424" y="136469"/>
                </a:lnTo>
                <a:lnTo>
                  <a:pt x="1146431" y="135931"/>
                </a:lnTo>
                <a:lnTo>
                  <a:pt x="1147417" y="135379"/>
                </a:lnTo>
                <a:lnTo>
                  <a:pt x="1148381" y="134812"/>
                </a:lnTo>
                <a:lnTo>
                  <a:pt x="1149323" y="134231"/>
                </a:lnTo>
                <a:lnTo>
                  <a:pt x="1150244" y="133635"/>
                </a:lnTo>
                <a:lnTo>
                  <a:pt x="1151143" y="133025"/>
                </a:lnTo>
                <a:lnTo>
                  <a:pt x="1152021" y="132400"/>
                </a:lnTo>
                <a:lnTo>
                  <a:pt x="1152877" y="131761"/>
                </a:lnTo>
                <a:lnTo>
                  <a:pt x="1153712" y="131107"/>
                </a:lnTo>
                <a:lnTo>
                  <a:pt x="1154525" y="130439"/>
                </a:lnTo>
                <a:lnTo>
                  <a:pt x="1155317" y="129756"/>
                </a:lnTo>
                <a:lnTo>
                  <a:pt x="1156087" y="129059"/>
                </a:lnTo>
                <a:lnTo>
                  <a:pt x="1156836" y="128347"/>
                </a:lnTo>
                <a:lnTo>
                  <a:pt x="1157563" y="127621"/>
                </a:lnTo>
                <a:lnTo>
                  <a:pt x="1158268" y="126880"/>
                </a:lnTo>
                <a:lnTo>
                  <a:pt x="1158952" y="126125"/>
                </a:lnTo>
                <a:lnTo>
                  <a:pt x="1159614" y="125356"/>
                </a:lnTo>
                <a:lnTo>
                  <a:pt x="1160255" y="124572"/>
                </a:lnTo>
                <a:lnTo>
                  <a:pt x="1160875" y="123773"/>
                </a:lnTo>
                <a:lnTo>
                  <a:pt x="1161473" y="122960"/>
                </a:lnTo>
                <a:lnTo>
                  <a:pt x="1162049" y="122133"/>
                </a:lnTo>
                <a:lnTo>
                  <a:pt x="1162604" y="121290"/>
                </a:lnTo>
                <a:lnTo>
                  <a:pt x="1163137" y="120434"/>
                </a:lnTo>
                <a:lnTo>
                  <a:pt x="1163648" y="119567"/>
                </a:lnTo>
                <a:lnTo>
                  <a:pt x="1164138" y="118693"/>
                </a:lnTo>
                <a:lnTo>
                  <a:pt x="1164606" y="117813"/>
                </a:lnTo>
                <a:lnTo>
                  <a:pt x="1165052" y="116927"/>
                </a:lnTo>
                <a:lnTo>
                  <a:pt x="1165477" y="116033"/>
                </a:lnTo>
                <a:lnTo>
                  <a:pt x="1165880" y="115134"/>
                </a:lnTo>
                <a:lnTo>
                  <a:pt x="1166261" y="114227"/>
                </a:lnTo>
                <a:lnTo>
                  <a:pt x="1166620" y="113314"/>
                </a:lnTo>
                <a:lnTo>
                  <a:pt x="1166957" y="112395"/>
                </a:lnTo>
                <a:lnTo>
                  <a:pt x="1167273" y="111469"/>
                </a:lnTo>
                <a:lnTo>
                  <a:pt x="1167567" y="110536"/>
                </a:lnTo>
                <a:lnTo>
                  <a:pt x="1167839" y="109597"/>
                </a:lnTo>
                <a:lnTo>
                  <a:pt x="1168089" y="108652"/>
                </a:lnTo>
                <a:lnTo>
                  <a:pt x="1168318" y="107699"/>
                </a:lnTo>
                <a:lnTo>
                  <a:pt x="1168525" y="106741"/>
                </a:lnTo>
                <a:lnTo>
                  <a:pt x="1168710" y="105775"/>
                </a:lnTo>
                <a:lnTo>
                  <a:pt x="1168873" y="104803"/>
                </a:lnTo>
                <a:lnTo>
                  <a:pt x="1169014" y="103825"/>
                </a:lnTo>
                <a:lnTo>
                  <a:pt x="1169134" y="102840"/>
                </a:lnTo>
                <a:lnTo>
                  <a:pt x="1169232" y="101849"/>
                </a:lnTo>
                <a:lnTo>
                  <a:pt x="1169308" y="100850"/>
                </a:lnTo>
                <a:lnTo>
                  <a:pt x="1169363" y="99846"/>
                </a:lnTo>
                <a:lnTo>
                  <a:pt x="1169395" y="98835"/>
                </a:lnTo>
                <a:lnTo>
                  <a:pt x="1169406" y="97817"/>
                </a:lnTo>
                <a:lnTo>
                  <a:pt x="1169396" y="96755"/>
                </a:lnTo>
                <a:lnTo>
                  <a:pt x="1169364" y="95702"/>
                </a:lnTo>
                <a:lnTo>
                  <a:pt x="1169310" y="94658"/>
                </a:lnTo>
                <a:lnTo>
                  <a:pt x="1169236" y="93622"/>
                </a:lnTo>
                <a:lnTo>
                  <a:pt x="1169140" y="92595"/>
                </a:lnTo>
                <a:lnTo>
                  <a:pt x="1169023" y="91577"/>
                </a:lnTo>
                <a:lnTo>
                  <a:pt x="1168884" y="90567"/>
                </a:lnTo>
                <a:lnTo>
                  <a:pt x="1168725" y="89566"/>
                </a:lnTo>
                <a:lnTo>
                  <a:pt x="1168544" y="88574"/>
                </a:lnTo>
                <a:lnTo>
                  <a:pt x="1168341" y="87590"/>
                </a:lnTo>
                <a:lnTo>
                  <a:pt x="1168118" y="86615"/>
                </a:lnTo>
                <a:lnTo>
                  <a:pt x="1167873" y="85649"/>
                </a:lnTo>
                <a:lnTo>
                  <a:pt x="1167606" y="84691"/>
                </a:lnTo>
                <a:lnTo>
                  <a:pt x="1167319" y="83742"/>
                </a:lnTo>
                <a:lnTo>
                  <a:pt x="1167010" y="82802"/>
                </a:lnTo>
                <a:lnTo>
                  <a:pt x="1166680" y="81870"/>
                </a:lnTo>
                <a:lnTo>
                  <a:pt x="1166328" y="80947"/>
                </a:lnTo>
                <a:lnTo>
                  <a:pt x="1165956" y="80032"/>
                </a:lnTo>
                <a:lnTo>
                  <a:pt x="1165561" y="79127"/>
                </a:lnTo>
                <a:lnTo>
                  <a:pt x="1165146" y="78229"/>
                </a:lnTo>
                <a:lnTo>
                  <a:pt x="1164709" y="77341"/>
                </a:lnTo>
                <a:lnTo>
                  <a:pt x="1164251" y="76461"/>
                </a:lnTo>
                <a:lnTo>
                  <a:pt x="1163772" y="75590"/>
                </a:lnTo>
                <a:lnTo>
                  <a:pt x="1163272" y="74728"/>
                </a:lnTo>
                <a:lnTo>
                  <a:pt x="1162750" y="73877"/>
                </a:lnTo>
                <a:lnTo>
                  <a:pt x="1162206" y="73040"/>
                </a:lnTo>
                <a:lnTo>
                  <a:pt x="1161641" y="72218"/>
                </a:lnTo>
                <a:lnTo>
                  <a:pt x="1161055" y="71409"/>
                </a:lnTo>
                <a:lnTo>
                  <a:pt x="1160446" y="70615"/>
                </a:lnTo>
                <a:lnTo>
                  <a:pt x="1159817" y="69836"/>
                </a:lnTo>
                <a:lnTo>
                  <a:pt x="1159166" y="69070"/>
                </a:lnTo>
                <a:lnTo>
                  <a:pt x="1158493" y="68319"/>
                </a:lnTo>
                <a:lnTo>
                  <a:pt x="1157799" y="67582"/>
                </a:lnTo>
                <a:lnTo>
                  <a:pt x="1157083" y="66859"/>
                </a:lnTo>
                <a:lnTo>
                  <a:pt x="1156345" y="66151"/>
                </a:lnTo>
                <a:lnTo>
                  <a:pt x="1155860" y="65707"/>
                </a:lnTo>
                <a:lnTo>
                  <a:pt x="1155940" y="65644"/>
                </a:lnTo>
                <a:lnTo>
                  <a:pt x="1156490" y="65247"/>
                </a:lnTo>
                <a:lnTo>
                  <a:pt x="1157055" y="64870"/>
                </a:lnTo>
                <a:lnTo>
                  <a:pt x="1157635" y="64514"/>
                </a:lnTo>
                <a:lnTo>
                  <a:pt x="1158231" y="64178"/>
                </a:lnTo>
                <a:close/>
                <a:moveTo>
                  <a:pt x="1108654" y="121370"/>
                </a:moveTo>
                <a:lnTo>
                  <a:pt x="1107968" y="121234"/>
                </a:lnTo>
                <a:lnTo>
                  <a:pt x="1107289" y="121076"/>
                </a:lnTo>
                <a:lnTo>
                  <a:pt x="1106616" y="120898"/>
                </a:lnTo>
                <a:lnTo>
                  <a:pt x="1105950" y="120698"/>
                </a:lnTo>
                <a:lnTo>
                  <a:pt x="1105291" y="120478"/>
                </a:lnTo>
                <a:lnTo>
                  <a:pt x="1104639" y="120236"/>
                </a:lnTo>
                <a:lnTo>
                  <a:pt x="1103993" y="119973"/>
                </a:lnTo>
                <a:lnTo>
                  <a:pt x="1103355" y="119690"/>
                </a:lnTo>
                <a:lnTo>
                  <a:pt x="1102723" y="119385"/>
                </a:lnTo>
                <a:lnTo>
                  <a:pt x="1102098" y="119060"/>
                </a:lnTo>
                <a:lnTo>
                  <a:pt x="1101479" y="118713"/>
                </a:lnTo>
                <a:lnTo>
                  <a:pt x="1100868" y="118345"/>
                </a:lnTo>
                <a:lnTo>
                  <a:pt x="1100263" y="117957"/>
                </a:lnTo>
                <a:lnTo>
                  <a:pt x="1099665" y="117547"/>
                </a:lnTo>
                <a:lnTo>
                  <a:pt x="1099074" y="117116"/>
                </a:lnTo>
                <a:lnTo>
                  <a:pt x="1098490" y="116665"/>
                </a:lnTo>
                <a:lnTo>
                  <a:pt x="1097912" y="116192"/>
                </a:lnTo>
                <a:lnTo>
                  <a:pt x="1097341" y="115698"/>
                </a:lnTo>
                <a:lnTo>
                  <a:pt x="1096786" y="115184"/>
                </a:lnTo>
                <a:lnTo>
                  <a:pt x="1096254" y="114650"/>
                </a:lnTo>
                <a:lnTo>
                  <a:pt x="1095746" y="114095"/>
                </a:lnTo>
                <a:lnTo>
                  <a:pt x="1095261" y="113521"/>
                </a:lnTo>
                <a:lnTo>
                  <a:pt x="1094800" y="112926"/>
                </a:lnTo>
                <a:lnTo>
                  <a:pt x="1094363" y="112312"/>
                </a:lnTo>
                <a:lnTo>
                  <a:pt x="1093949" y="111677"/>
                </a:lnTo>
                <a:lnTo>
                  <a:pt x="1093559" y="111022"/>
                </a:lnTo>
                <a:lnTo>
                  <a:pt x="1093192" y="110348"/>
                </a:lnTo>
                <a:lnTo>
                  <a:pt x="1092849" y="109653"/>
                </a:lnTo>
                <a:lnTo>
                  <a:pt x="1092530" y="108938"/>
                </a:lnTo>
                <a:lnTo>
                  <a:pt x="1092235" y="108203"/>
                </a:lnTo>
                <a:lnTo>
                  <a:pt x="1091963" y="107448"/>
                </a:lnTo>
                <a:lnTo>
                  <a:pt x="1091715" y="106672"/>
                </a:lnTo>
                <a:lnTo>
                  <a:pt x="1091490" y="105877"/>
                </a:lnTo>
                <a:lnTo>
                  <a:pt x="1091289" y="105062"/>
                </a:lnTo>
                <a:lnTo>
                  <a:pt x="1091112" y="104226"/>
                </a:lnTo>
                <a:lnTo>
                  <a:pt x="1090958" y="103371"/>
                </a:lnTo>
                <a:lnTo>
                  <a:pt x="1090828" y="102496"/>
                </a:lnTo>
                <a:lnTo>
                  <a:pt x="1090722" y="101600"/>
                </a:lnTo>
                <a:lnTo>
                  <a:pt x="1090639" y="100684"/>
                </a:lnTo>
                <a:lnTo>
                  <a:pt x="1090580" y="99749"/>
                </a:lnTo>
                <a:lnTo>
                  <a:pt x="1090544" y="98793"/>
                </a:lnTo>
                <a:lnTo>
                  <a:pt x="1090533" y="97817"/>
                </a:lnTo>
                <a:lnTo>
                  <a:pt x="1090544" y="96830"/>
                </a:lnTo>
                <a:lnTo>
                  <a:pt x="1090578" y="95862"/>
                </a:lnTo>
                <a:lnTo>
                  <a:pt x="1090636" y="94915"/>
                </a:lnTo>
                <a:lnTo>
                  <a:pt x="1090716" y="93987"/>
                </a:lnTo>
                <a:lnTo>
                  <a:pt x="1090819" y="93079"/>
                </a:lnTo>
                <a:lnTo>
                  <a:pt x="1090946" y="92191"/>
                </a:lnTo>
                <a:lnTo>
                  <a:pt x="1091095" y="91323"/>
                </a:lnTo>
                <a:lnTo>
                  <a:pt x="1091267" y="90474"/>
                </a:lnTo>
                <a:lnTo>
                  <a:pt x="1091462" y="89646"/>
                </a:lnTo>
                <a:lnTo>
                  <a:pt x="1091680" y="88837"/>
                </a:lnTo>
                <a:lnTo>
                  <a:pt x="1091920" y="88048"/>
                </a:lnTo>
                <a:lnTo>
                  <a:pt x="1092184" y="87279"/>
                </a:lnTo>
                <a:lnTo>
                  <a:pt x="1092471" y="86530"/>
                </a:lnTo>
                <a:lnTo>
                  <a:pt x="1092781" y="85801"/>
                </a:lnTo>
                <a:lnTo>
                  <a:pt x="1093113" y="85091"/>
                </a:lnTo>
                <a:lnTo>
                  <a:pt x="1093469" y="84402"/>
                </a:lnTo>
                <a:lnTo>
                  <a:pt x="1093847" y="83732"/>
                </a:lnTo>
                <a:lnTo>
                  <a:pt x="1094249" y="83082"/>
                </a:lnTo>
                <a:lnTo>
                  <a:pt x="1094673" y="82452"/>
                </a:lnTo>
                <a:lnTo>
                  <a:pt x="1095120" y="81841"/>
                </a:lnTo>
                <a:lnTo>
                  <a:pt x="1095591" y="81251"/>
                </a:lnTo>
                <a:lnTo>
                  <a:pt x="1096084" y="80680"/>
                </a:lnTo>
                <a:lnTo>
                  <a:pt x="1096600" y="80129"/>
                </a:lnTo>
                <a:lnTo>
                  <a:pt x="1097139" y="79598"/>
                </a:lnTo>
                <a:lnTo>
                  <a:pt x="1097696" y="79088"/>
                </a:lnTo>
                <a:lnTo>
                  <a:pt x="1098265" y="78600"/>
                </a:lnTo>
                <a:lnTo>
                  <a:pt x="1098846" y="78133"/>
                </a:lnTo>
                <a:lnTo>
                  <a:pt x="1099439" y="77688"/>
                </a:lnTo>
                <a:lnTo>
                  <a:pt x="1100044" y="77264"/>
                </a:lnTo>
                <a:lnTo>
                  <a:pt x="1100661" y="76863"/>
                </a:lnTo>
                <a:lnTo>
                  <a:pt x="1101291" y="76483"/>
                </a:lnTo>
                <a:lnTo>
                  <a:pt x="1101933" y="76125"/>
                </a:lnTo>
                <a:lnTo>
                  <a:pt x="1102587" y="75788"/>
                </a:lnTo>
                <a:lnTo>
                  <a:pt x="1103253" y="75473"/>
                </a:lnTo>
                <a:lnTo>
                  <a:pt x="1103931" y="75180"/>
                </a:lnTo>
                <a:lnTo>
                  <a:pt x="1104622" y="74909"/>
                </a:lnTo>
                <a:lnTo>
                  <a:pt x="1105325" y="74659"/>
                </a:lnTo>
                <a:lnTo>
                  <a:pt x="1106040" y="74431"/>
                </a:lnTo>
                <a:lnTo>
                  <a:pt x="1106767" y="74225"/>
                </a:lnTo>
                <a:lnTo>
                  <a:pt x="1107506" y="74040"/>
                </a:lnTo>
                <a:lnTo>
                  <a:pt x="1108257" y="73878"/>
                </a:lnTo>
                <a:lnTo>
                  <a:pt x="1109021" y="73737"/>
                </a:lnTo>
                <a:lnTo>
                  <a:pt x="1109796" y="73617"/>
                </a:lnTo>
                <a:lnTo>
                  <a:pt x="1110584" y="73519"/>
                </a:lnTo>
                <a:lnTo>
                  <a:pt x="1111384" y="73443"/>
                </a:lnTo>
                <a:lnTo>
                  <a:pt x="1112197" y="73389"/>
                </a:lnTo>
                <a:lnTo>
                  <a:pt x="1113021" y="73357"/>
                </a:lnTo>
                <a:lnTo>
                  <a:pt x="1113858" y="73346"/>
                </a:lnTo>
                <a:lnTo>
                  <a:pt x="1114683" y="73356"/>
                </a:lnTo>
                <a:lnTo>
                  <a:pt x="1115494" y="73388"/>
                </a:lnTo>
                <a:lnTo>
                  <a:pt x="1116293" y="73440"/>
                </a:lnTo>
                <a:lnTo>
                  <a:pt x="1117079" y="73514"/>
                </a:lnTo>
                <a:lnTo>
                  <a:pt x="1117851" y="73608"/>
                </a:lnTo>
                <a:lnTo>
                  <a:pt x="1118610" y="73724"/>
                </a:lnTo>
                <a:lnTo>
                  <a:pt x="1119357" y="73860"/>
                </a:lnTo>
                <a:lnTo>
                  <a:pt x="1120090" y="74018"/>
                </a:lnTo>
                <a:lnTo>
                  <a:pt x="1120810" y="74197"/>
                </a:lnTo>
                <a:lnTo>
                  <a:pt x="1121517" y="74396"/>
                </a:lnTo>
                <a:lnTo>
                  <a:pt x="1122210" y="74617"/>
                </a:lnTo>
                <a:lnTo>
                  <a:pt x="1122891" y="74858"/>
                </a:lnTo>
                <a:lnTo>
                  <a:pt x="1123559" y="75121"/>
                </a:lnTo>
                <a:lnTo>
                  <a:pt x="1124213" y="75405"/>
                </a:lnTo>
                <a:lnTo>
                  <a:pt x="1124854" y="75709"/>
                </a:lnTo>
                <a:lnTo>
                  <a:pt x="1125483" y="76035"/>
                </a:lnTo>
                <a:lnTo>
                  <a:pt x="1126098" y="76381"/>
                </a:lnTo>
                <a:lnTo>
                  <a:pt x="1126700" y="76749"/>
                </a:lnTo>
                <a:lnTo>
                  <a:pt x="1127289" y="77138"/>
                </a:lnTo>
                <a:lnTo>
                  <a:pt x="1127865" y="77547"/>
                </a:lnTo>
                <a:lnTo>
                  <a:pt x="1128427" y="77978"/>
                </a:lnTo>
                <a:lnTo>
                  <a:pt x="1128977" y="78430"/>
                </a:lnTo>
                <a:lnTo>
                  <a:pt x="1129513" y="78902"/>
                </a:lnTo>
                <a:lnTo>
                  <a:pt x="1130037" y="79396"/>
                </a:lnTo>
                <a:lnTo>
                  <a:pt x="1130543" y="79911"/>
                </a:lnTo>
                <a:lnTo>
                  <a:pt x="1131027" y="80448"/>
                </a:lnTo>
                <a:lnTo>
                  <a:pt x="1131490" y="81007"/>
                </a:lnTo>
                <a:lnTo>
                  <a:pt x="1131932" y="81588"/>
                </a:lnTo>
                <a:lnTo>
                  <a:pt x="1132352" y="82191"/>
                </a:lnTo>
                <a:lnTo>
                  <a:pt x="1132750" y="82816"/>
                </a:lnTo>
                <a:lnTo>
                  <a:pt x="1133127" y="83463"/>
                </a:lnTo>
                <a:lnTo>
                  <a:pt x="1133482" y="84132"/>
                </a:lnTo>
                <a:lnTo>
                  <a:pt x="1133816" y="84823"/>
                </a:lnTo>
                <a:lnTo>
                  <a:pt x="1134128" y="85535"/>
                </a:lnTo>
                <a:lnTo>
                  <a:pt x="1134419" y="86270"/>
                </a:lnTo>
                <a:lnTo>
                  <a:pt x="1134688" y="87026"/>
                </a:lnTo>
                <a:lnTo>
                  <a:pt x="1134936" y="87805"/>
                </a:lnTo>
                <a:lnTo>
                  <a:pt x="1135162" y="88605"/>
                </a:lnTo>
                <a:lnTo>
                  <a:pt x="1135367" y="89428"/>
                </a:lnTo>
                <a:lnTo>
                  <a:pt x="1135550" y="90272"/>
                </a:lnTo>
                <a:lnTo>
                  <a:pt x="1135711" y="91138"/>
                </a:lnTo>
                <a:lnTo>
                  <a:pt x="1135851" y="92027"/>
                </a:lnTo>
                <a:lnTo>
                  <a:pt x="1135970" y="92937"/>
                </a:lnTo>
                <a:lnTo>
                  <a:pt x="1136067" y="93869"/>
                </a:lnTo>
                <a:lnTo>
                  <a:pt x="1136142" y="94823"/>
                </a:lnTo>
                <a:lnTo>
                  <a:pt x="1136196" y="95799"/>
                </a:lnTo>
                <a:lnTo>
                  <a:pt x="1136228" y="96797"/>
                </a:lnTo>
                <a:lnTo>
                  <a:pt x="1136239" y="97817"/>
                </a:lnTo>
                <a:lnTo>
                  <a:pt x="1136227" y="98782"/>
                </a:lnTo>
                <a:lnTo>
                  <a:pt x="1136193" y="99727"/>
                </a:lnTo>
                <a:lnTo>
                  <a:pt x="1136135" y="100654"/>
                </a:lnTo>
                <a:lnTo>
                  <a:pt x="1136054" y="101561"/>
                </a:lnTo>
                <a:lnTo>
                  <a:pt x="1135949" y="102448"/>
                </a:lnTo>
                <a:lnTo>
                  <a:pt x="1135822" y="103316"/>
                </a:lnTo>
                <a:lnTo>
                  <a:pt x="1135671" y="104165"/>
                </a:lnTo>
                <a:lnTo>
                  <a:pt x="1135497" y="104994"/>
                </a:lnTo>
                <a:lnTo>
                  <a:pt x="1135300" y="105805"/>
                </a:lnTo>
                <a:lnTo>
                  <a:pt x="1135080" y="106595"/>
                </a:lnTo>
                <a:lnTo>
                  <a:pt x="1134837" y="107366"/>
                </a:lnTo>
                <a:lnTo>
                  <a:pt x="1134570" y="108118"/>
                </a:lnTo>
                <a:lnTo>
                  <a:pt x="1134281" y="108851"/>
                </a:lnTo>
                <a:lnTo>
                  <a:pt x="1133968" y="109564"/>
                </a:lnTo>
                <a:lnTo>
                  <a:pt x="1133632" y="110258"/>
                </a:lnTo>
                <a:lnTo>
                  <a:pt x="1133273" y="110932"/>
                </a:lnTo>
                <a:lnTo>
                  <a:pt x="1132890" y="111588"/>
                </a:lnTo>
                <a:lnTo>
                  <a:pt x="1132485" y="112223"/>
                </a:lnTo>
                <a:lnTo>
                  <a:pt x="1132056" y="112840"/>
                </a:lnTo>
                <a:lnTo>
                  <a:pt x="1131604" y="113437"/>
                </a:lnTo>
                <a:lnTo>
                  <a:pt x="1131129" y="114014"/>
                </a:lnTo>
                <a:lnTo>
                  <a:pt x="1130631" y="114572"/>
                </a:lnTo>
                <a:lnTo>
                  <a:pt x="1130110" y="115111"/>
                </a:lnTo>
                <a:lnTo>
                  <a:pt x="1129565" y="115631"/>
                </a:lnTo>
                <a:lnTo>
                  <a:pt x="1129003" y="116130"/>
                </a:lnTo>
                <a:lnTo>
                  <a:pt x="1128430" y="116608"/>
                </a:lnTo>
                <a:lnTo>
                  <a:pt x="1127845" y="117065"/>
                </a:lnTo>
                <a:lnTo>
                  <a:pt x="1127249" y="117500"/>
                </a:lnTo>
                <a:lnTo>
                  <a:pt x="1126641" y="117914"/>
                </a:lnTo>
                <a:lnTo>
                  <a:pt x="1126022" y="118307"/>
                </a:lnTo>
                <a:lnTo>
                  <a:pt x="1125391" y="118679"/>
                </a:lnTo>
                <a:lnTo>
                  <a:pt x="1124749" y="119030"/>
                </a:lnTo>
                <a:lnTo>
                  <a:pt x="1124095" y="119359"/>
                </a:lnTo>
                <a:lnTo>
                  <a:pt x="1123430" y="119667"/>
                </a:lnTo>
                <a:lnTo>
                  <a:pt x="1122753" y="119954"/>
                </a:lnTo>
                <a:lnTo>
                  <a:pt x="1122065" y="120219"/>
                </a:lnTo>
                <a:lnTo>
                  <a:pt x="1121366" y="120463"/>
                </a:lnTo>
                <a:lnTo>
                  <a:pt x="1120655" y="120686"/>
                </a:lnTo>
                <a:lnTo>
                  <a:pt x="1119932" y="120888"/>
                </a:lnTo>
                <a:lnTo>
                  <a:pt x="1119198" y="121069"/>
                </a:lnTo>
                <a:lnTo>
                  <a:pt x="1118453" y="121228"/>
                </a:lnTo>
                <a:lnTo>
                  <a:pt x="1117696" y="121366"/>
                </a:lnTo>
                <a:lnTo>
                  <a:pt x="1116928" y="121483"/>
                </a:lnTo>
                <a:lnTo>
                  <a:pt x="1116148" y="121579"/>
                </a:lnTo>
                <a:lnTo>
                  <a:pt x="1115357" y="121653"/>
                </a:lnTo>
                <a:lnTo>
                  <a:pt x="1114554" y="121706"/>
                </a:lnTo>
                <a:lnTo>
                  <a:pt x="1113740" y="121738"/>
                </a:lnTo>
                <a:lnTo>
                  <a:pt x="1112914" y="121749"/>
                </a:lnTo>
                <a:lnTo>
                  <a:pt x="1112187" y="121738"/>
                </a:lnTo>
                <a:lnTo>
                  <a:pt x="1111467" y="121707"/>
                </a:lnTo>
                <a:lnTo>
                  <a:pt x="1110753" y="121654"/>
                </a:lnTo>
                <a:lnTo>
                  <a:pt x="1110047" y="121581"/>
                </a:lnTo>
                <a:lnTo>
                  <a:pt x="1109347" y="121486"/>
                </a:lnTo>
                <a:lnTo>
                  <a:pt x="1108654" y="121370"/>
                </a:lnTo>
                <a:close/>
                <a:moveTo>
                  <a:pt x="1107462" y="213396"/>
                </a:moveTo>
                <a:lnTo>
                  <a:pt x="1106345" y="213286"/>
                </a:lnTo>
                <a:lnTo>
                  <a:pt x="1105259" y="213159"/>
                </a:lnTo>
                <a:lnTo>
                  <a:pt x="1104203" y="213015"/>
                </a:lnTo>
                <a:lnTo>
                  <a:pt x="1103177" y="212854"/>
                </a:lnTo>
                <a:lnTo>
                  <a:pt x="1102182" y="212676"/>
                </a:lnTo>
                <a:lnTo>
                  <a:pt x="1101218" y="212482"/>
                </a:lnTo>
                <a:lnTo>
                  <a:pt x="1100283" y="212270"/>
                </a:lnTo>
                <a:lnTo>
                  <a:pt x="1099380" y="212042"/>
                </a:lnTo>
                <a:lnTo>
                  <a:pt x="1098506" y="211796"/>
                </a:lnTo>
                <a:lnTo>
                  <a:pt x="1097663" y="211534"/>
                </a:lnTo>
                <a:lnTo>
                  <a:pt x="1096851" y="211255"/>
                </a:lnTo>
                <a:lnTo>
                  <a:pt x="1096069" y="210958"/>
                </a:lnTo>
                <a:lnTo>
                  <a:pt x="1095317" y="210645"/>
                </a:lnTo>
                <a:lnTo>
                  <a:pt x="1094596" y="210315"/>
                </a:lnTo>
                <a:lnTo>
                  <a:pt x="1093905" y="209968"/>
                </a:lnTo>
                <a:lnTo>
                  <a:pt x="1093245" y="209604"/>
                </a:lnTo>
                <a:lnTo>
                  <a:pt x="1092615" y="209223"/>
                </a:lnTo>
                <a:lnTo>
                  <a:pt x="1092016" y="208826"/>
                </a:lnTo>
                <a:lnTo>
                  <a:pt x="1091444" y="208418"/>
                </a:lnTo>
                <a:lnTo>
                  <a:pt x="1090896" y="208007"/>
                </a:lnTo>
                <a:lnTo>
                  <a:pt x="1090373" y="207594"/>
                </a:lnTo>
                <a:lnTo>
                  <a:pt x="1089873" y="207178"/>
                </a:lnTo>
                <a:lnTo>
                  <a:pt x="1089399" y="206759"/>
                </a:lnTo>
                <a:lnTo>
                  <a:pt x="1088948" y="206337"/>
                </a:lnTo>
                <a:lnTo>
                  <a:pt x="1088522" y="205912"/>
                </a:lnTo>
                <a:lnTo>
                  <a:pt x="1088121" y="205485"/>
                </a:lnTo>
                <a:lnTo>
                  <a:pt x="1087743" y="205055"/>
                </a:lnTo>
                <a:lnTo>
                  <a:pt x="1087390" y="204621"/>
                </a:lnTo>
                <a:lnTo>
                  <a:pt x="1087062" y="204185"/>
                </a:lnTo>
                <a:lnTo>
                  <a:pt x="1086757" y="203746"/>
                </a:lnTo>
                <a:lnTo>
                  <a:pt x="1086478" y="203305"/>
                </a:lnTo>
                <a:lnTo>
                  <a:pt x="1086222" y="202860"/>
                </a:lnTo>
                <a:lnTo>
                  <a:pt x="1085991" y="202413"/>
                </a:lnTo>
                <a:lnTo>
                  <a:pt x="1085784" y="201963"/>
                </a:lnTo>
                <a:lnTo>
                  <a:pt x="1085601" y="201509"/>
                </a:lnTo>
                <a:lnTo>
                  <a:pt x="1085443" y="201054"/>
                </a:lnTo>
                <a:lnTo>
                  <a:pt x="1085309" y="200595"/>
                </a:lnTo>
                <a:lnTo>
                  <a:pt x="1085199" y="200133"/>
                </a:lnTo>
                <a:lnTo>
                  <a:pt x="1085114" y="199669"/>
                </a:lnTo>
                <a:lnTo>
                  <a:pt x="1085053" y="199202"/>
                </a:lnTo>
                <a:lnTo>
                  <a:pt x="1085017" y="198731"/>
                </a:lnTo>
                <a:lnTo>
                  <a:pt x="1085005" y="198259"/>
                </a:lnTo>
                <a:lnTo>
                  <a:pt x="1085010" y="197854"/>
                </a:lnTo>
                <a:lnTo>
                  <a:pt x="1085028" y="197454"/>
                </a:lnTo>
                <a:lnTo>
                  <a:pt x="1085056" y="197058"/>
                </a:lnTo>
                <a:lnTo>
                  <a:pt x="1085096" y="196666"/>
                </a:lnTo>
                <a:lnTo>
                  <a:pt x="1085148" y="196277"/>
                </a:lnTo>
                <a:lnTo>
                  <a:pt x="1085211" y="195893"/>
                </a:lnTo>
                <a:lnTo>
                  <a:pt x="1085286" y="195513"/>
                </a:lnTo>
                <a:lnTo>
                  <a:pt x="1085372" y="195136"/>
                </a:lnTo>
                <a:lnTo>
                  <a:pt x="1085469" y="194764"/>
                </a:lnTo>
                <a:lnTo>
                  <a:pt x="1085578" y="194396"/>
                </a:lnTo>
                <a:lnTo>
                  <a:pt x="1085699" y="194032"/>
                </a:lnTo>
                <a:lnTo>
                  <a:pt x="1085831" y="193671"/>
                </a:lnTo>
                <a:lnTo>
                  <a:pt x="1085974" y="193315"/>
                </a:lnTo>
                <a:lnTo>
                  <a:pt x="1086129" y="192963"/>
                </a:lnTo>
                <a:lnTo>
                  <a:pt x="1086295" y="192614"/>
                </a:lnTo>
                <a:lnTo>
                  <a:pt x="1086473" y="192270"/>
                </a:lnTo>
                <a:lnTo>
                  <a:pt x="1086662" y="191930"/>
                </a:lnTo>
                <a:lnTo>
                  <a:pt x="1086863" y="191593"/>
                </a:lnTo>
                <a:lnTo>
                  <a:pt x="1087075" y="191261"/>
                </a:lnTo>
                <a:lnTo>
                  <a:pt x="1087299" y="190933"/>
                </a:lnTo>
                <a:lnTo>
                  <a:pt x="1087534" y="190608"/>
                </a:lnTo>
                <a:lnTo>
                  <a:pt x="1087780" y="190288"/>
                </a:lnTo>
                <a:lnTo>
                  <a:pt x="1088038" y="189971"/>
                </a:lnTo>
                <a:lnTo>
                  <a:pt x="1088308" y="189659"/>
                </a:lnTo>
                <a:lnTo>
                  <a:pt x="1088587" y="189352"/>
                </a:lnTo>
                <a:lnTo>
                  <a:pt x="1088872" y="189050"/>
                </a:lnTo>
                <a:lnTo>
                  <a:pt x="1089164" y="188754"/>
                </a:lnTo>
                <a:lnTo>
                  <a:pt x="1089463" y="188465"/>
                </a:lnTo>
                <a:lnTo>
                  <a:pt x="1089769" y="188181"/>
                </a:lnTo>
                <a:lnTo>
                  <a:pt x="1090082" y="187903"/>
                </a:lnTo>
                <a:lnTo>
                  <a:pt x="1090401" y="187631"/>
                </a:lnTo>
                <a:lnTo>
                  <a:pt x="1090727" y="187364"/>
                </a:lnTo>
                <a:lnTo>
                  <a:pt x="1091060" y="187104"/>
                </a:lnTo>
                <a:lnTo>
                  <a:pt x="1091400" y="186849"/>
                </a:lnTo>
                <a:lnTo>
                  <a:pt x="1091747" y="186601"/>
                </a:lnTo>
                <a:lnTo>
                  <a:pt x="1092100" y="186358"/>
                </a:lnTo>
                <a:lnTo>
                  <a:pt x="1092460" y="186121"/>
                </a:lnTo>
                <a:lnTo>
                  <a:pt x="1092827" y="185890"/>
                </a:lnTo>
                <a:lnTo>
                  <a:pt x="1093201" y="185665"/>
                </a:lnTo>
                <a:lnTo>
                  <a:pt x="1093581" y="185446"/>
                </a:lnTo>
                <a:lnTo>
                  <a:pt x="1093968" y="185232"/>
                </a:lnTo>
                <a:lnTo>
                  <a:pt x="1094363" y="185025"/>
                </a:lnTo>
                <a:lnTo>
                  <a:pt x="1094763" y="184823"/>
                </a:lnTo>
                <a:lnTo>
                  <a:pt x="1095171" y="184628"/>
                </a:lnTo>
                <a:lnTo>
                  <a:pt x="1095585" y="184438"/>
                </a:lnTo>
                <a:lnTo>
                  <a:pt x="1096007" y="184254"/>
                </a:lnTo>
                <a:lnTo>
                  <a:pt x="1096435" y="184076"/>
                </a:lnTo>
                <a:lnTo>
                  <a:pt x="1096869" y="183904"/>
                </a:lnTo>
                <a:lnTo>
                  <a:pt x="1120869" y="183904"/>
                </a:lnTo>
                <a:lnTo>
                  <a:pt x="1121682" y="183907"/>
                </a:lnTo>
                <a:lnTo>
                  <a:pt x="1122482" y="183915"/>
                </a:lnTo>
                <a:lnTo>
                  <a:pt x="1123268" y="183929"/>
                </a:lnTo>
                <a:lnTo>
                  <a:pt x="1124041" y="183949"/>
                </a:lnTo>
                <a:lnTo>
                  <a:pt x="1124800" y="183974"/>
                </a:lnTo>
                <a:lnTo>
                  <a:pt x="1125545" y="184005"/>
                </a:lnTo>
                <a:lnTo>
                  <a:pt x="1126277" y="184042"/>
                </a:lnTo>
                <a:lnTo>
                  <a:pt x="1126996" y="184084"/>
                </a:lnTo>
                <a:lnTo>
                  <a:pt x="1127701" y="184132"/>
                </a:lnTo>
                <a:lnTo>
                  <a:pt x="1128392" y="184185"/>
                </a:lnTo>
                <a:lnTo>
                  <a:pt x="1129069" y="184244"/>
                </a:lnTo>
                <a:lnTo>
                  <a:pt x="1129733" y="184309"/>
                </a:lnTo>
                <a:lnTo>
                  <a:pt x="1130384" y="184380"/>
                </a:lnTo>
                <a:lnTo>
                  <a:pt x="1131021" y="184456"/>
                </a:lnTo>
                <a:lnTo>
                  <a:pt x="1131644" y="184537"/>
                </a:lnTo>
                <a:lnTo>
                  <a:pt x="1132254" y="184625"/>
                </a:lnTo>
                <a:lnTo>
                  <a:pt x="1132850" y="184718"/>
                </a:lnTo>
                <a:lnTo>
                  <a:pt x="1133433" y="184816"/>
                </a:lnTo>
                <a:lnTo>
                  <a:pt x="1134002" y="184920"/>
                </a:lnTo>
                <a:lnTo>
                  <a:pt x="1134557" y="185030"/>
                </a:lnTo>
                <a:lnTo>
                  <a:pt x="1135099" y="185146"/>
                </a:lnTo>
                <a:lnTo>
                  <a:pt x="1135627" y="185267"/>
                </a:lnTo>
                <a:lnTo>
                  <a:pt x="1136142" y="185393"/>
                </a:lnTo>
                <a:lnTo>
                  <a:pt x="1136643" y="185526"/>
                </a:lnTo>
                <a:lnTo>
                  <a:pt x="1137132" y="185664"/>
                </a:lnTo>
                <a:lnTo>
                  <a:pt x="1137609" y="185806"/>
                </a:lnTo>
                <a:lnTo>
                  <a:pt x="1138074" y="185954"/>
                </a:lnTo>
                <a:lnTo>
                  <a:pt x="1138527" y="186106"/>
                </a:lnTo>
                <a:lnTo>
                  <a:pt x="1138969" y="186262"/>
                </a:lnTo>
                <a:lnTo>
                  <a:pt x="1139399" y="186424"/>
                </a:lnTo>
                <a:lnTo>
                  <a:pt x="1139817" y="186590"/>
                </a:lnTo>
                <a:lnTo>
                  <a:pt x="1140224" y="186760"/>
                </a:lnTo>
                <a:lnTo>
                  <a:pt x="1140619" y="186936"/>
                </a:lnTo>
                <a:lnTo>
                  <a:pt x="1141002" y="187116"/>
                </a:lnTo>
                <a:lnTo>
                  <a:pt x="1141373" y="187301"/>
                </a:lnTo>
                <a:lnTo>
                  <a:pt x="1141733" y="187490"/>
                </a:lnTo>
                <a:lnTo>
                  <a:pt x="1142081" y="187685"/>
                </a:lnTo>
                <a:lnTo>
                  <a:pt x="1142418" y="187883"/>
                </a:lnTo>
                <a:lnTo>
                  <a:pt x="1142742" y="188087"/>
                </a:lnTo>
                <a:lnTo>
                  <a:pt x="1143055" y="188295"/>
                </a:lnTo>
                <a:lnTo>
                  <a:pt x="1143356" y="188508"/>
                </a:lnTo>
                <a:lnTo>
                  <a:pt x="1143646" y="188726"/>
                </a:lnTo>
                <a:lnTo>
                  <a:pt x="1143924" y="188949"/>
                </a:lnTo>
                <a:lnTo>
                  <a:pt x="1144190" y="189176"/>
                </a:lnTo>
                <a:lnTo>
                  <a:pt x="1144444" y="189407"/>
                </a:lnTo>
                <a:lnTo>
                  <a:pt x="1144687" y="189644"/>
                </a:lnTo>
                <a:lnTo>
                  <a:pt x="1144918" y="189885"/>
                </a:lnTo>
                <a:lnTo>
                  <a:pt x="1145137" y="190131"/>
                </a:lnTo>
                <a:lnTo>
                  <a:pt x="1145346" y="190382"/>
                </a:lnTo>
                <a:lnTo>
                  <a:pt x="1145547" y="190638"/>
                </a:lnTo>
                <a:lnTo>
                  <a:pt x="1145738" y="190898"/>
                </a:lnTo>
                <a:lnTo>
                  <a:pt x="1145920" y="191163"/>
                </a:lnTo>
                <a:lnTo>
                  <a:pt x="1146094" y="191433"/>
                </a:lnTo>
                <a:lnTo>
                  <a:pt x="1146258" y="191707"/>
                </a:lnTo>
                <a:lnTo>
                  <a:pt x="1146414" y="191986"/>
                </a:lnTo>
                <a:lnTo>
                  <a:pt x="1146561" y="192270"/>
                </a:lnTo>
                <a:lnTo>
                  <a:pt x="1146698" y="192558"/>
                </a:lnTo>
                <a:lnTo>
                  <a:pt x="1146827" y="192852"/>
                </a:lnTo>
                <a:lnTo>
                  <a:pt x="1146948" y="193150"/>
                </a:lnTo>
                <a:lnTo>
                  <a:pt x="1147059" y="193452"/>
                </a:lnTo>
                <a:lnTo>
                  <a:pt x="1147161" y="193759"/>
                </a:lnTo>
                <a:lnTo>
                  <a:pt x="1147254" y="194071"/>
                </a:lnTo>
                <a:lnTo>
                  <a:pt x="1147339" y="194388"/>
                </a:lnTo>
                <a:lnTo>
                  <a:pt x="1147415" y="194710"/>
                </a:lnTo>
                <a:lnTo>
                  <a:pt x="1147481" y="195036"/>
                </a:lnTo>
                <a:lnTo>
                  <a:pt x="1147539" y="195366"/>
                </a:lnTo>
                <a:lnTo>
                  <a:pt x="1147588" y="195702"/>
                </a:lnTo>
                <a:lnTo>
                  <a:pt x="1147628" y="196042"/>
                </a:lnTo>
                <a:lnTo>
                  <a:pt x="1147659" y="196387"/>
                </a:lnTo>
                <a:lnTo>
                  <a:pt x="1147681" y="196736"/>
                </a:lnTo>
                <a:lnTo>
                  <a:pt x="1147695" y="197091"/>
                </a:lnTo>
                <a:lnTo>
                  <a:pt x="1147699" y="197450"/>
                </a:lnTo>
                <a:lnTo>
                  <a:pt x="1147686" y="198010"/>
                </a:lnTo>
                <a:lnTo>
                  <a:pt x="1147648" y="198564"/>
                </a:lnTo>
                <a:lnTo>
                  <a:pt x="1147583" y="199111"/>
                </a:lnTo>
                <a:lnTo>
                  <a:pt x="1147493" y="199650"/>
                </a:lnTo>
                <a:lnTo>
                  <a:pt x="1147377" y="200183"/>
                </a:lnTo>
                <a:lnTo>
                  <a:pt x="1147236" y="200708"/>
                </a:lnTo>
                <a:lnTo>
                  <a:pt x="1147068" y="201226"/>
                </a:lnTo>
                <a:lnTo>
                  <a:pt x="1146875" y="201738"/>
                </a:lnTo>
                <a:lnTo>
                  <a:pt x="1146656" y="202242"/>
                </a:lnTo>
                <a:lnTo>
                  <a:pt x="1146412" y="202739"/>
                </a:lnTo>
                <a:lnTo>
                  <a:pt x="1146141" y="203230"/>
                </a:lnTo>
                <a:lnTo>
                  <a:pt x="1145845" y="203713"/>
                </a:lnTo>
                <a:lnTo>
                  <a:pt x="1145523" y="204189"/>
                </a:lnTo>
                <a:lnTo>
                  <a:pt x="1145176" y="204658"/>
                </a:lnTo>
                <a:lnTo>
                  <a:pt x="1144802" y="205120"/>
                </a:lnTo>
                <a:lnTo>
                  <a:pt x="1144403" y="205575"/>
                </a:lnTo>
                <a:lnTo>
                  <a:pt x="1143979" y="206023"/>
                </a:lnTo>
                <a:lnTo>
                  <a:pt x="1143528" y="206463"/>
                </a:lnTo>
                <a:lnTo>
                  <a:pt x="1143052" y="206897"/>
                </a:lnTo>
                <a:lnTo>
                  <a:pt x="1142550" y="207324"/>
                </a:lnTo>
                <a:lnTo>
                  <a:pt x="1142022" y="207744"/>
                </a:lnTo>
                <a:lnTo>
                  <a:pt x="1141468" y="208156"/>
                </a:lnTo>
                <a:lnTo>
                  <a:pt x="1140889" y="208562"/>
                </a:lnTo>
                <a:lnTo>
                  <a:pt x="1140284" y="208960"/>
                </a:lnTo>
                <a:lnTo>
                  <a:pt x="1139647" y="209347"/>
                </a:lnTo>
                <a:lnTo>
                  <a:pt x="1138974" y="209717"/>
                </a:lnTo>
                <a:lnTo>
                  <a:pt x="1138263" y="210071"/>
                </a:lnTo>
                <a:lnTo>
                  <a:pt x="1137516" y="210409"/>
                </a:lnTo>
                <a:lnTo>
                  <a:pt x="1136732" y="210730"/>
                </a:lnTo>
                <a:lnTo>
                  <a:pt x="1135910" y="211034"/>
                </a:lnTo>
                <a:lnTo>
                  <a:pt x="1135052" y="211322"/>
                </a:lnTo>
                <a:lnTo>
                  <a:pt x="1134157" y="211594"/>
                </a:lnTo>
                <a:lnTo>
                  <a:pt x="1133224" y="211849"/>
                </a:lnTo>
                <a:lnTo>
                  <a:pt x="1132255" y="212087"/>
                </a:lnTo>
                <a:lnTo>
                  <a:pt x="1131249" y="212310"/>
                </a:lnTo>
                <a:lnTo>
                  <a:pt x="1130205" y="212515"/>
                </a:lnTo>
                <a:lnTo>
                  <a:pt x="1129125" y="212705"/>
                </a:lnTo>
                <a:lnTo>
                  <a:pt x="1128008" y="212877"/>
                </a:lnTo>
                <a:lnTo>
                  <a:pt x="1126854" y="213034"/>
                </a:lnTo>
                <a:lnTo>
                  <a:pt x="1125662" y="213174"/>
                </a:lnTo>
                <a:lnTo>
                  <a:pt x="1124434" y="213297"/>
                </a:lnTo>
                <a:lnTo>
                  <a:pt x="1123169" y="213404"/>
                </a:lnTo>
                <a:lnTo>
                  <a:pt x="1121867" y="213495"/>
                </a:lnTo>
                <a:lnTo>
                  <a:pt x="1120528" y="213569"/>
                </a:lnTo>
                <a:lnTo>
                  <a:pt x="1119152" y="213626"/>
                </a:lnTo>
                <a:lnTo>
                  <a:pt x="1117739" y="213667"/>
                </a:lnTo>
                <a:lnTo>
                  <a:pt x="1116289" y="213692"/>
                </a:lnTo>
                <a:lnTo>
                  <a:pt x="1114801" y="213700"/>
                </a:lnTo>
                <a:lnTo>
                  <a:pt x="1113502" y="213692"/>
                </a:lnTo>
                <a:lnTo>
                  <a:pt x="1112233" y="213667"/>
                </a:lnTo>
                <a:lnTo>
                  <a:pt x="1110995" y="213624"/>
                </a:lnTo>
                <a:lnTo>
                  <a:pt x="1109787" y="213565"/>
                </a:lnTo>
                <a:lnTo>
                  <a:pt x="1108609" y="213489"/>
                </a:lnTo>
                <a:lnTo>
                  <a:pt x="1107462" y="213396"/>
                </a:lnTo>
                <a:close/>
                <a:moveTo>
                  <a:pt x="538288" y="3775"/>
                </a:moveTo>
                <a:lnTo>
                  <a:pt x="499592" y="3775"/>
                </a:lnTo>
                <a:lnTo>
                  <a:pt x="465077" y="140220"/>
                </a:lnTo>
                <a:lnTo>
                  <a:pt x="428539" y="3775"/>
                </a:lnTo>
                <a:lnTo>
                  <a:pt x="390518" y="3775"/>
                </a:lnTo>
                <a:lnTo>
                  <a:pt x="354249" y="140220"/>
                </a:lnTo>
                <a:lnTo>
                  <a:pt x="319734" y="3775"/>
                </a:lnTo>
                <a:lnTo>
                  <a:pt x="280499" y="3775"/>
                </a:lnTo>
                <a:lnTo>
                  <a:pt x="334295" y="185252"/>
                </a:lnTo>
                <a:lnTo>
                  <a:pt x="373934" y="185252"/>
                </a:lnTo>
                <a:lnTo>
                  <a:pt x="409124" y="49751"/>
                </a:lnTo>
                <a:lnTo>
                  <a:pt x="444718" y="185252"/>
                </a:lnTo>
                <a:lnTo>
                  <a:pt x="484087" y="185252"/>
                </a:lnTo>
                <a:lnTo>
                  <a:pt x="538288" y="3775"/>
                </a:lnTo>
                <a:close/>
                <a:moveTo>
                  <a:pt x="1408535" y="185252"/>
                </a:moveTo>
                <a:lnTo>
                  <a:pt x="1343144" y="3775"/>
                </a:lnTo>
                <a:lnTo>
                  <a:pt x="1303370" y="3775"/>
                </a:lnTo>
                <a:lnTo>
                  <a:pt x="1238114" y="185252"/>
                </a:lnTo>
                <a:lnTo>
                  <a:pt x="1277214" y="185252"/>
                </a:lnTo>
                <a:lnTo>
                  <a:pt x="1290562" y="145343"/>
                </a:lnTo>
                <a:lnTo>
                  <a:pt x="1356088" y="145343"/>
                </a:lnTo>
                <a:lnTo>
                  <a:pt x="1369031" y="185252"/>
                </a:lnTo>
                <a:lnTo>
                  <a:pt x="1408535" y="185252"/>
                </a:lnTo>
                <a:close/>
                <a:moveTo>
                  <a:pt x="1346785" y="113929"/>
                </a:moveTo>
                <a:lnTo>
                  <a:pt x="1299595" y="113929"/>
                </a:lnTo>
                <a:lnTo>
                  <a:pt x="1323190" y="41257"/>
                </a:lnTo>
                <a:lnTo>
                  <a:pt x="1346785" y="113929"/>
                </a:lnTo>
                <a:close/>
                <a:moveTo>
                  <a:pt x="114198" y="123232"/>
                </a:moveTo>
                <a:lnTo>
                  <a:pt x="114198" y="7146"/>
                </a:lnTo>
                <a:lnTo>
                  <a:pt x="78739" y="7146"/>
                </a:lnTo>
                <a:lnTo>
                  <a:pt x="0" y="122288"/>
                </a:lnTo>
                <a:lnTo>
                  <a:pt x="0" y="152624"/>
                </a:lnTo>
                <a:lnTo>
                  <a:pt x="78739" y="152624"/>
                </a:lnTo>
                <a:lnTo>
                  <a:pt x="78739" y="185252"/>
                </a:lnTo>
                <a:lnTo>
                  <a:pt x="114198" y="185252"/>
                </a:lnTo>
                <a:lnTo>
                  <a:pt x="114198" y="152624"/>
                </a:lnTo>
                <a:lnTo>
                  <a:pt x="137658" y="152624"/>
                </a:lnTo>
                <a:lnTo>
                  <a:pt x="137658" y="123232"/>
                </a:lnTo>
                <a:lnTo>
                  <a:pt x="114198" y="123232"/>
                </a:lnTo>
                <a:close/>
                <a:moveTo>
                  <a:pt x="79413" y="123232"/>
                </a:moveTo>
                <a:lnTo>
                  <a:pt x="32628" y="123232"/>
                </a:lnTo>
                <a:lnTo>
                  <a:pt x="79413" y="52608"/>
                </a:lnTo>
                <a:lnTo>
                  <a:pt x="79413" y="123232"/>
                </a:lnTo>
                <a:close/>
                <a:moveTo>
                  <a:pt x="787206" y="157533"/>
                </a:moveTo>
                <a:lnTo>
                  <a:pt x="786442" y="157471"/>
                </a:lnTo>
                <a:lnTo>
                  <a:pt x="785703" y="157391"/>
                </a:lnTo>
                <a:lnTo>
                  <a:pt x="784989" y="157294"/>
                </a:lnTo>
                <a:lnTo>
                  <a:pt x="784301" y="157179"/>
                </a:lnTo>
                <a:lnTo>
                  <a:pt x="783638" y="157046"/>
                </a:lnTo>
                <a:lnTo>
                  <a:pt x="783001" y="156896"/>
                </a:lnTo>
                <a:lnTo>
                  <a:pt x="782390" y="156728"/>
                </a:lnTo>
                <a:lnTo>
                  <a:pt x="781804" y="156542"/>
                </a:lnTo>
                <a:lnTo>
                  <a:pt x="781243" y="156339"/>
                </a:lnTo>
                <a:lnTo>
                  <a:pt x="780708" y="156118"/>
                </a:lnTo>
                <a:lnTo>
                  <a:pt x="780199" y="155879"/>
                </a:lnTo>
                <a:lnTo>
                  <a:pt x="779715" y="155623"/>
                </a:lnTo>
                <a:lnTo>
                  <a:pt x="779257" y="155349"/>
                </a:lnTo>
                <a:lnTo>
                  <a:pt x="778824" y="155057"/>
                </a:lnTo>
                <a:lnTo>
                  <a:pt x="778416" y="154747"/>
                </a:lnTo>
                <a:lnTo>
                  <a:pt x="778034" y="154420"/>
                </a:lnTo>
                <a:lnTo>
                  <a:pt x="777678" y="154075"/>
                </a:lnTo>
                <a:lnTo>
                  <a:pt x="777347" y="153712"/>
                </a:lnTo>
                <a:lnTo>
                  <a:pt x="777042" y="153332"/>
                </a:lnTo>
                <a:lnTo>
                  <a:pt x="776762" y="152934"/>
                </a:lnTo>
                <a:lnTo>
                  <a:pt x="776508" y="152519"/>
                </a:lnTo>
                <a:lnTo>
                  <a:pt x="776271" y="152085"/>
                </a:lnTo>
                <a:lnTo>
                  <a:pt x="776045" y="151631"/>
                </a:lnTo>
                <a:lnTo>
                  <a:pt x="775828" y="151159"/>
                </a:lnTo>
                <a:lnTo>
                  <a:pt x="775622" y="150668"/>
                </a:lnTo>
                <a:lnTo>
                  <a:pt x="775426" y="150157"/>
                </a:lnTo>
                <a:lnTo>
                  <a:pt x="775239" y="149627"/>
                </a:lnTo>
                <a:lnTo>
                  <a:pt x="775063" y="149079"/>
                </a:lnTo>
                <a:lnTo>
                  <a:pt x="774897" y="148511"/>
                </a:lnTo>
                <a:lnTo>
                  <a:pt x="774741" y="147924"/>
                </a:lnTo>
                <a:lnTo>
                  <a:pt x="774595" y="147318"/>
                </a:lnTo>
                <a:lnTo>
                  <a:pt x="774459" y="146692"/>
                </a:lnTo>
                <a:lnTo>
                  <a:pt x="774334" y="146048"/>
                </a:lnTo>
                <a:lnTo>
                  <a:pt x="774218" y="145384"/>
                </a:lnTo>
                <a:lnTo>
                  <a:pt x="774112" y="144702"/>
                </a:lnTo>
                <a:lnTo>
                  <a:pt x="774016" y="144000"/>
                </a:lnTo>
                <a:lnTo>
                  <a:pt x="773931" y="143279"/>
                </a:lnTo>
                <a:lnTo>
                  <a:pt x="773855" y="142539"/>
                </a:lnTo>
                <a:lnTo>
                  <a:pt x="773790" y="141780"/>
                </a:lnTo>
                <a:lnTo>
                  <a:pt x="773735" y="141002"/>
                </a:lnTo>
                <a:lnTo>
                  <a:pt x="773689" y="140205"/>
                </a:lnTo>
                <a:lnTo>
                  <a:pt x="773654" y="139388"/>
                </a:lnTo>
                <a:lnTo>
                  <a:pt x="773629" y="138552"/>
                </a:lnTo>
                <a:lnTo>
                  <a:pt x="773614" y="137698"/>
                </a:lnTo>
                <a:lnTo>
                  <a:pt x="773609" y="136824"/>
                </a:lnTo>
                <a:lnTo>
                  <a:pt x="773609" y="79548"/>
                </a:lnTo>
                <a:lnTo>
                  <a:pt x="802327" y="79548"/>
                </a:lnTo>
                <a:lnTo>
                  <a:pt x="802327" y="52043"/>
                </a:lnTo>
                <a:lnTo>
                  <a:pt x="773609" y="52043"/>
                </a:lnTo>
                <a:lnTo>
                  <a:pt x="773609" y="21033"/>
                </a:lnTo>
                <a:lnTo>
                  <a:pt x="737880" y="21033"/>
                </a:lnTo>
                <a:lnTo>
                  <a:pt x="737880" y="52043"/>
                </a:lnTo>
                <a:lnTo>
                  <a:pt x="716038" y="52043"/>
                </a:lnTo>
                <a:lnTo>
                  <a:pt x="716038" y="79548"/>
                </a:lnTo>
                <a:lnTo>
                  <a:pt x="737880" y="79548"/>
                </a:lnTo>
                <a:lnTo>
                  <a:pt x="737880" y="138699"/>
                </a:lnTo>
                <a:lnTo>
                  <a:pt x="737887" y="140057"/>
                </a:lnTo>
                <a:lnTo>
                  <a:pt x="737910" y="141394"/>
                </a:lnTo>
                <a:lnTo>
                  <a:pt x="737947" y="142709"/>
                </a:lnTo>
                <a:lnTo>
                  <a:pt x="738000" y="144003"/>
                </a:lnTo>
                <a:lnTo>
                  <a:pt x="738067" y="145275"/>
                </a:lnTo>
                <a:lnTo>
                  <a:pt x="738149" y="146525"/>
                </a:lnTo>
                <a:lnTo>
                  <a:pt x="738247" y="147754"/>
                </a:lnTo>
                <a:lnTo>
                  <a:pt x="738359" y="148961"/>
                </a:lnTo>
                <a:lnTo>
                  <a:pt x="738486" y="150147"/>
                </a:lnTo>
                <a:lnTo>
                  <a:pt x="738629" y="151310"/>
                </a:lnTo>
                <a:lnTo>
                  <a:pt x="738786" y="152452"/>
                </a:lnTo>
                <a:lnTo>
                  <a:pt x="738958" y="153573"/>
                </a:lnTo>
                <a:lnTo>
                  <a:pt x="739146" y="154672"/>
                </a:lnTo>
                <a:lnTo>
                  <a:pt x="739348" y="155749"/>
                </a:lnTo>
                <a:lnTo>
                  <a:pt x="739565" y="156805"/>
                </a:lnTo>
                <a:lnTo>
                  <a:pt x="739797" y="157839"/>
                </a:lnTo>
                <a:lnTo>
                  <a:pt x="740044" y="158851"/>
                </a:lnTo>
                <a:lnTo>
                  <a:pt x="740307" y="159842"/>
                </a:lnTo>
                <a:lnTo>
                  <a:pt x="740584" y="160811"/>
                </a:lnTo>
                <a:lnTo>
                  <a:pt x="740876" y="161758"/>
                </a:lnTo>
                <a:lnTo>
                  <a:pt x="741183" y="162684"/>
                </a:lnTo>
                <a:lnTo>
                  <a:pt x="741505" y="163588"/>
                </a:lnTo>
                <a:lnTo>
                  <a:pt x="741842" y="164470"/>
                </a:lnTo>
                <a:lnTo>
                  <a:pt x="742194" y="165331"/>
                </a:lnTo>
                <a:lnTo>
                  <a:pt x="742565" y="166172"/>
                </a:lnTo>
                <a:lnTo>
                  <a:pt x="742960" y="166994"/>
                </a:lnTo>
                <a:lnTo>
                  <a:pt x="743377" y="167798"/>
                </a:lnTo>
                <a:lnTo>
                  <a:pt x="743818" y="168583"/>
                </a:lnTo>
                <a:lnTo>
                  <a:pt x="744282" y="169350"/>
                </a:lnTo>
                <a:lnTo>
                  <a:pt x="744769" y="170098"/>
                </a:lnTo>
                <a:lnTo>
                  <a:pt x="745279" y="170827"/>
                </a:lnTo>
                <a:lnTo>
                  <a:pt x="745812" y="171538"/>
                </a:lnTo>
                <a:lnTo>
                  <a:pt x="746369" y="172231"/>
                </a:lnTo>
                <a:lnTo>
                  <a:pt x="746948" y="172905"/>
                </a:lnTo>
                <a:lnTo>
                  <a:pt x="747551" y="173560"/>
                </a:lnTo>
                <a:lnTo>
                  <a:pt x="748177" y="174197"/>
                </a:lnTo>
                <a:lnTo>
                  <a:pt x="748826" y="174816"/>
                </a:lnTo>
                <a:lnTo>
                  <a:pt x="749499" y="175415"/>
                </a:lnTo>
                <a:lnTo>
                  <a:pt x="750194" y="175997"/>
                </a:lnTo>
                <a:lnTo>
                  <a:pt x="750913" y="176559"/>
                </a:lnTo>
                <a:lnTo>
                  <a:pt x="751655" y="177104"/>
                </a:lnTo>
                <a:lnTo>
                  <a:pt x="752420" y="177629"/>
                </a:lnTo>
                <a:lnTo>
                  <a:pt x="753208" y="178136"/>
                </a:lnTo>
                <a:lnTo>
                  <a:pt x="754020" y="178625"/>
                </a:lnTo>
                <a:lnTo>
                  <a:pt x="754854" y="179095"/>
                </a:lnTo>
                <a:lnTo>
                  <a:pt x="755712" y="179547"/>
                </a:lnTo>
                <a:lnTo>
                  <a:pt x="756593" y="179980"/>
                </a:lnTo>
                <a:lnTo>
                  <a:pt x="757497" y="180394"/>
                </a:lnTo>
                <a:lnTo>
                  <a:pt x="758428" y="180790"/>
                </a:lnTo>
                <a:lnTo>
                  <a:pt x="759391" y="181170"/>
                </a:lnTo>
                <a:lnTo>
                  <a:pt x="760384" y="181533"/>
                </a:lnTo>
                <a:lnTo>
                  <a:pt x="761409" y="181878"/>
                </a:lnTo>
                <a:lnTo>
                  <a:pt x="762465" y="182207"/>
                </a:lnTo>
                <a:lnTo>
                  <a:pt x="763552" y="182519"/>
                </a:lnTo>
                <a:lnTo>
                  <a:pt x="764670" y="182815"/>
                </a:lnTo>
                <a:lnTo>
                  <a:pt x="765819" y="183093"/>
                </a:lnTo>
                <a:lnTo>
                  <a:pt x="766999" y="183354"/>
                </a:lnTo>
                <a:lnTo>
                  <a:pt x="768211" y="183599"/>
                </a:lnTo>
                <a:lnTo>
                  <a:pt x="769453" y="183827"/>
                </a:lnTo>
                <a:lnTo>
                  <a:pt x="770727" y="184037"/>
                </a:lnTo>
                <a:lnTo>
                  <a:pt x="772032" y="184231"/>
                </a:lnTo>
                <a:lnTo>
                  <a:pt x="773368" y="184409"/>
                </a:lnTo>
                <a:lnTo>
                  <a:pt x="774735" y="184569"/>
                </a:lnTo>
                <a:lnTo>
                  <a:pt x="776133" y="184712"/>
                </a:lnTo>
                <a:lnTo>
                  <a:pt x="777562" y="184839"/>
                </a:lnTo>
                <a:lnTo>
                  <a:pt x="779023" y="184948"/>
                </a:lnTo>
                <a:lnTo>
                  <a:pt x="780515" y="185041"/>
                </a:lnTo>
                <a:lnTo>
                  <a:pt x="782037" y="185117"/>
                </a:lnTo>
                <a:lnTo>
                  <a:pt x="783591" y="185176"/>
                </a:lnTo>
                <a:lnTo>
                  <a:pt x="785176" y="185218"/>
                </a:lnTo>
                <a:lnTo>
                  <a:pt x="786792" y="185244"/>
                </a:lnTo>
                <a:lnTo>
                  <a:pt x="788440" y="185252"/>
                </a:lnTo>
                <a:lnTo>
                  <a:pt x="802327" y="185252"/>
                </a:lnTo>
                <a:lnTo>
                  <a:pt x="802327" y="157612"/>
                </a:lnTo>
                <a:lnTo>
                  <a:pt x="789653" y="157612"/>
                </a:lnTo>
                <a:lnTo>
                  <a:pt x="788812" y="157604"/>
                </a:lnTo>
                <a:lnTo>
                  <a:pt x="787996" y="157577"/>
                </a:lnTo>
                <a:lnTo>
                  <a:pt x="787206" y="157533"/>
                </a:lnTo>
                <a:close/>
                <a:moveTo>
                  <a:pt x="592330" y="94646"/>
                </a:moveTo>
                <a:lnTo>
                  <a:pt x="592709" y="94164"/>
                </a:lnTo>
                <a:lnTo>
                  <a:pt x="593094" y="93691"/>
                </a:lnTo>
                <a:lnTo>
                  <a:pt x="593484" y="93227"/>
                </a:lnTo>
                <a:lnTo>
                  <a:pt x="593880" y="92773"/>
                </a:lnTo>
                <a:lnTo>
                  <a:pt x="594282" y="92328"/>
                </a:lnTo>
                <a:lnTo>
                  <a:pt x="594689" y="91892"/>
                </a:lnTo>
                <a:lnTo>
                  <a:pt x="595102" y="91466"/>
                </a:lnTo>
                <a:lnTo>
                  <a:pt x="595521" y="91048"/>
                </a:lnTo>
                <a:lnTo>
                  <a:pt x="595945" y="90640"/>
                </a:lnTo>
                <a:lnTo>
                  <a:pt x="596375" y="90242"/>
                </a:lnTo>
                <a:lnTo>
                  <a:pt x="596810" y="89853"/>
                </a:lnTo>
                <a:lnTo>
                  <a:pt x="597251" y="89473"/>
                </a:lnTo>
                <a:lnTo>
                  <a:pt x="597698" y="89102"/>
                </a:lnTo>
                <a:lnTo>
                  <a:pt x="598150" y="88740"/>
                </a:lnTo>
                <a:lnTo>
                  <a:pt x="598608" y="88388"/>
                </a:lnTo>
                <a:lnTo>
                  <a:pt x="599071" y="88045"/>
                </a:lnTo>
                <a:lnTo>
                  <a:pt x="599540" y="87712"/>
                </a:lnTo>
                <a:lnTo>
                  <a:pt x="600015" y="87387"/>
                </a:lnTo>
                <a:lnTo>
                  <a:pt x="600495" y="87072"/>
                </a:lnTo>
                <a:lnTo>
                  <a:pt x="600981" y="86767"/>
                </a:lnTo>
                <a:lnTo>
                  <a:pt x="601473" y="86470"/>
                </a:lnTo>
                <a:lnTo>
                  <a:pt x="601970" y="86182"/>
                </a:lnTo>
                <a:lnTo>
                  <a:pt x="602471" y="85901"/>
                </a:lnTo>
                <a:lnTo>
                  <a:pt x="602977" y="85627"/>
                </a:lnTo>
                <a:lnTo>
                  <a:pt x="603488" y="85360"/>
                </a:lnTo>
                <a:lnTo>
                  <a:pt x="604003" y="85101"/>
                </a:lnTo>
                <a:lnTo>
                  <a:pt x="604523" y="84848"/>
                </a:lnTo>
                <a:lnTo>
                  <a:pt x="605048" y="84603"/>
                </a:lnTo>
                <a:lnTo>
                  <a:pt x="605578" y="84365"/>
                </a:lnTo>
                <a:lnTo>
                  <a:pt x="606112" y="84134"/>
                </a:lnTo>
                <a:lnTo>
                  <a:pt x="606651" y="83910"/>
                </a:lnTo>
                <a:lnTo>
                  <a:pt x="607194" y="83694"/>
                </a:lnTo>
                <a:lnTo>
                  <a:pt x="607742" y="83484"/>
                </a:lnTo>
                <a:lnTo>
                  <a:pt x="608295" y="83282"/>
                </a:lnTo>
                <a:lnTo>
                  <a:pt x="608853" y="83087"/>
                </a:lnTo>
                <a:lnTo>
                  <a:pt x="609415" y="82899"/>
                </a:lnTo>
                <a:lnTo>
                  <a:pt x="609982" y="82718"/>
                </a:lnTo>
                <a:lnTo>
                  <a:pt x="610554" y="82544"/>
                </a:lnTo>
                <a:lnTo>
                  <a:pt x="611130" y="82377"/>
                </a:lnTo>
                <a:lnTo>
                  <a:pt x="611711" y="82218"/>
                </a:lnTo>
                <a:lnTo>
                  <a:pt x="612296" y="82066"/>
                </a:lnTo>
                <a:lnTo>
                  <a:pt x="612887" y="81920"/>
                </a:lnTo>
                <a:lnTo>
                  <a:pt x="613482" y="81783"/>
                </a:lnTo>
                <a:lnTo>
                  <a:pt x="614082" y="81652"/>
                </a:lnTo>
                <a:lnTo>
                  <a:pt x="614686" y="81528"/>
                </a:lnTo>
                <a:lnTo>
                  <a:pt x="615294" y="81410"/>
                </a:lnTo>
                <a:lnTo>
                  <a:pt x="615904" y="81298"/>
                </a:lnTo>
                <a:lnTo>
                  <a:pt x="616517" y="81190"/>
                </a:lnTo>
                <a:lnTo>
                  <a:pt x="617131" y="81088"/>
                </a:lnTo>
                <a:lnTo>
                  <a:pt x="617749" y="80990"/>
                </a:lnTo>
                <a:lnTo>
                  <a:pt x="618368" y="80898"/>
                </a:lnTo>
                <a:lnTo>
                  <a:pt x="618990" y="80810"/>
                </a:lnTo>
                <a:lnTo>
                  <a:pt x="619615" y="80728"/>
                </a:lnTo>
                <a:lnTo>
                  <a:pt x="620241" y="80650"/>
                </a:lnTo>
                <a:lnTo>
                  <a:pt x="620870" y="80577"/>
                </a:lnTo>
                <a:lnTo>
                  <a:pt x="621501" y="80510"/>
                </a:lnTo>
                <a:lnTo>
                  <a:pt x="622135" y="80447"/>
                </a:lnTo>
                <a:lnTo>
                  <a:pt x="622771" y="80390"/>
                </a:lnTo>
                <a:lnTo>
                  <a:pt x="623409" y="80337"/>
                </a:lnTo>
                <a:lnTo>
                  <a:pt x="624050" y="80290"/>
                </a:lnTo>
                <a:lnTo>
                  <a:pt x="624693" y="80247"/>
                </a:lnTo>
                <a:lnTo>
                  <a:pt x="625338" y="80210"/>
                </a:lnTo>
                <a:lnTo>
                  <a:pt x="625986" y="80177"/>
                </a:lnTo>
                <a:lnTo>
                  <a:pt x="626636" y="80150"/>
                </a:lnTo>
                <a:lnTo>
                  <a:pt x="627288" y="80127"/>
                </a:lnTo>
                <a:lnTo>
                  <a:pt x="627943" y="80110"/>
                </a:lnTo>
                <a:lnTo>
                  <a:pt x="628600" y="80097"/>
                </a:lnTo>
                <a:lnTo>
                  <a:pt x="629260" y="80090"/>
                </a:lnTo>
                <a:lnTo>
                  <a:pt x="629921" y="80087"/>
                </a:lnTo>
                <a:lnTo>
                  <a:pt x="633292" y="80087"/>
                </a:lnTo>
                <a:lnTo>
                  <a:pt x="633292" y="50021"/>
                </a:lnTo>
                <a:lnTo>
                  <a:pt x="630595" y="50021"/>
                </a:lnTo>
                <a:lnTo>
                  <a:pt x="629389" y="50032"/>
                </a:lnTo>
                <a:lnTo>
                  <a:pt x="628199" y="50065"/>
                </a:lnTo>
                <a:lnTo>
                  <a:pt x="627023" y="50120"/>
                </a:lnTo>
                <a:lnTo>
                  <a:pt x="625862" y="50197"/>
                </a:lnTo>
                <a:lnTo>
                  <a:pt x="624715" y="50296"/>
                </a:lnTo>
                <a:lnTo>
                  <a:pt x="623584" y="50417"/>
                </a:lnTo>
                <a:lnTo>
                  <a:pt x="622468" y="50560"/>
                </a:lnTo>
                <a:lnTo>
                  <a:pt x="621367" y="50725"/>
                </a:lnTo>
                <a:lnTo>
                  <a:pt x="620281" y="50912"/>
                </a:lnTo>
                <a:lnTo>
                  <a:pt x="619210" y="51121"/>
                </a:lnTo>
                <a:lnTo>
                  <a:pt x="618154" y="51352"/>
                </a:lnTo>
                <a:lnTo>
                  <a:pt x="617113" y="51605"/>
                </a:lnTo>
                <a:lnTo>
                  <a:pt x="616087" y="51880"/>
                </a:lnTo>
                <a:lnTo>
                  <a:pt x="615075" y="52177"/>
                </a:lnTo>
                <a:lnTo>
                  <a:pt x="614079" y="52496"/>
                </a:lnTo>
                <a:lnTo>
                  <a:pt x="613098" y="52837"/>
                </a:lnTo>
                <a:lnTo>
                  <a:pt x="612132" y="53200"/>
                </a:lnTo>
                <a:lnTo>
                  <a:pt x="611180" y="53585"/>
                </a:lnTo>
                <a:lnTo>
                  <a:pt x="610244" y="53992"/>
                </a:lnTo>
                <a:lnTo>
                  <a:pt x="609323" y="54421"/>
                </a:lnTo>
                <a:lnTo>
                  <a:pt x="608416" y="54872"/>
                </a:lnTo>
                <a:lnTo>
                  <a:pt x="607525" y="55345"/>
                </a:lnTo>
                <a:lnTo>
                  <a:pt x="606649" y="55841"/>
                </a:lnTo>
                <a:lnTo>
                  <a:pt x="605787" y="56358"/>
                </a:lnTo>
                <a:lnTo>
                  <a:pt x="604942" y="56895"/>
                </a:lnTo>
                <a:lnTo>
                  <a:pt x="604115" y="57452"/>
                </a:lnTo>
                <a:lnTo>
                  <a:pt x="603306" y="58028"/>
                </a:lnTo>
                <a:lnTo>
                  <a:pt x="602514" y="58623"/>
                </a:lnTo>
                <a:lnTo>
                  <a:pt x="601740" y="59238"/>
                </a:lnTo>
                <a:lnTo>
                  <a:pt x="600984" y="59872"/>
                </a:lnTo>
                <a:lnTo>
                  <a:pt x="600246" y="60524"/>
                </a:lnTo>
                <a:lnTo>
                  <a:pt x="599525" y="61196"/>
                </a:lnTo>
                <a:lnTo>
                  <a:pt x="598823" y="61888"/>
                </a:lnTo>
                <a:lnTo>
                  <a:pt x="598138" y="62598"/>
                </a:lnTo>
                <a:lnTo>
                  <a:pt x="597471" y="63328"/>
                </a:lnTo>
                <a:lnTo>
                  <a:pt x="596821" y="64076"/>
                </a:lnTo>
                <a:lnTo>
                  <a:pt x="596190" y="64844"/>
                </a:lnTo>
                <a:lnTo>
                  <a:pt x="595576" y="65632"/>
                </a:lnTo>
                <a:lnTo>
                  <a:pt x="594980" y="66438"/>
                </a:lnTo>
                <a:lnTo>
                  <a:pt x="594402" y="67264"/>
                </a:lnTo>
                <a:lnTo>
                  <a:pt x="593842" y="68108"/>
                </a:lnTo>
                <a:lnTo>
                  <a:pt x="593299" y="68972"/>
                </a:lnTo>
                <a:lnTo>
                  <a:pt x="592774" y="69855"/>
                </a:lnTo>
                <a:lnTo>
                  <a:pt x="592267" y="70758"/>
                </a:lnTo>
                <a:lnTo>
                  <a:pt x="591778" y="71679"/>
                </a:lnTo>
                <a:lnTo>
                  <a:pt x="591307" y="72620"/>
                </a:lnTo>
                <a:lnTo>
                  <a:pt x="590853" y="73580"/>
                </a:lnTo>
                <a:lnTo>
                  <a:pt x="590417" y="74559"/>
                </a:lnTo>
                <a:lnTo>
                  <a:pt x="589743" y="52043"/>
                </a:lnTo>
                <a:lnTo>
                  <a:pt x="555497" y="52043"/>
                </a:lnTo>
                <a:lnTo>
                  <a:pt x="555497" y="185252"/>
                </a:lnTo>
                <a:lnTo>
                  <a:pt x="591226" y="185252"/>
                </a:lnTo>
                <a:lnTo>
                  <a:pt x="591226" y="96148"/>
                </a:lnTo>
                <a:lnTo>
                  <a:pt x="591588" y="95638"/>
                </a:lnTo>
                <a:lnTo>
                  <a:pt x="591956" y="95137"/>
                </a:lnTo>
                <a:lnTo>
                  <a:pt x="592330" y="94646"/>
                </a:lnTo>
                <a:close/>
                <a:moveTo>
                  <a:pt x="940590" y="94232"/>
                </a:moveTo>
                <a:lnTo>
                  <a:pt x="941086" y="93653"/>
                </a:lnTo>
                <a:lnTo>
                  <a:pt x="941588" y="93082"/>
                </a:lnTo>
                <a:lnTo>
                  <a:pt x="942097" y="92519"/>
                </a:lnTo>
                <a:lnTo>
                  <a:pt x="942613" y="91963"/>
                </a:lnTo>
                <a:lnTo>
                  <a:pt x="943136" y="91414"/>
                </a:lnTo>
                <a:lnTo>
                  <a:pt x="943666" y="90874"/>
                </a:lnTo>
                <a:lnTo>
                  <a:pt x="944202" y="90341"/>
                </a:lnTo>
                <a:lnTo>
                  <a:pt x="944745" y="89815"/>
                </a:lnTo>
                <a:lnTo>
                  <a:pt x="945295" y="89297"/>
                </a:lnTo>
                <a:lnTo>
                  <a:pt x="945852" y="88787"/>
                </a:lnTo>
                <a:lnTo>
                  <a:pt x="946416" y="88285"/>
                </a:lnTo>
                <a:lnTo>
                  <a:pt x="946986" y="87790"/>
                </a:lnTo>
                <a:lnTo>
                  <a:pt x="947563" y="87302"/>
                </a:lnTo>
                <a:lnTo>
                  <a:pt x="948147" y="86822"/>
                </a:lnTo>
                <a:lnTo>
                  <a:pt x="948738" y="86350"/>
                </a:lnTo>
                <a:lnTo>
                  <a:pt x="949335" y="85886"/>
                </a:lnTo>
                <a:lnTo>
                  <a:pt x="949939" y="85429"/>
                </a:lnTo>
                <a:lnTo>
                  <a:pt x="950550" y="84979"/>
                </a:lnTo>
                <a:lnTo>
                  <a:pt x="951168" y="84538"/>
                </a:lnTo>
                <a:lnTo>
                  <a:pt x="951793" y="84103"/>
                </a:lnTo>
                <a:lnTo>
                  <a:pt x="952424" y="83677"/>
                </a:lnTo>
                <a:lnTo>
                  <a:pt x="953064" y="83263"/>
                </a:lnTo>
                <a:lnTo>
                  <a:pt x="953715" y="82867"/>
                </a:lnTo>
                <a:lnTo>
                  <a:pt x="954376" y="82488"/>
                </a:lnTo>
                <a:lnTo>
                  <a:pt x="955048" y="82127"/>
                </a:lnTo>
                <a:lnTo>
                  <a:pt x="955730" y="81783"/>
                </a:lnTo>
                <a:lnTo>
                  <a:pt x="956423" y="81457"/>
                </a:lnTo>
                <a:lnTo>
                  <a:pt x="957126" y="81149"/>
                </a:lnTo>
                <a:lnTo>
                  <a:pt x="957840" y="80859"/>
                </a:lnTo>
                <a:lnTo>
                  <a:pt x="958564" y="80586"/>
                </a:lnTo>
                <a:lnTo>
                  <a:pt x="959299" y="80330"/>
                </a:lnTo>
                <a:lnTo>
                  <a:pt x="960044" y="80092"/>
                </a:lnTo>
                <a:lnTo>
                  <a:pt x="960800" y="79872"/>
                </a:lnTo>
                <a:lnTo>
                  <a:pt x="961567" y="79670"/>
                </a:lnTo>
                <a:lnTo>
                  <a:pt x="962344" y="79485"/>
                </a:lnTo>
                <a:lnTo>
                  <a:pt x="963131" y="79317"/>
                </a:lnTo>
                <a:lnTo>
                  <a:pt x="963929" y="79168"/>
                </a:lnTo>
                <a:lnTo>
                  <a:pt x="964738" y="79036"/>
                </a:lnTo>
                <a:lnTo>
                  <a:pt x="965557" y="78921"/>
                </a:lnTo>
                <a:lnTo>
                  <a:pt x="966387" y="78824"/>
                </a:lnTo>
                <a:lnTo>
                  <a:pt x="967227" y="78745"/>
                </a:lnTo>
                <a:lnTo>
                  <a:pt x="968078" y="78683"/>
                </a:lnTo>
                <a:lnTo>
                  <a:pt x="968939" y="78639"/>
                </a:lnTo>
                <a:lnTo>
                  <a:pt x="969811" y="78613"/>
                </a:lnTo>
                <a:lnTo>
                  <a:pt x="970693" y="78604"/>
                </a:lnTo>
                <a:lnTo>
                  <a:pt x="971284" y="78609"/>
                </a:lnTo>
                <a:lnTo>
                  <a:pt x="971865" y="78625"/>
                </a:lnTo>
                <a:lnTo>
                  <a:pt x="972437" y="78651"/>
                </a:lnTo>
                <a:lnTo>
                  <a:pt x="972998" y="78688"/>
                </a:lnTo>
                <a:lnTo>
                  <a:pt x="973551" y="78735"/>
                </a:lnTo>
                <a:lnTo>
                  <a:pt x="974093" y="78793"/>
                </a:lnTo>
                <a:lnTo>
                  <a:pt x="974627" y="78861"/>
                </a:lnTo>
                <a:lnTo>
                  <a:pt x="975150" y="78939"/>
                </a:lnTo>
                <a:lnTo>
                  <a:pt x="975664" y="79028"/>
                </a:lnTo>
                <a:lnTo>
                  <a:pt x="976168" y="79128"/>
                </a:lnTo>
                <a:lnTo>
                  <a:pt x="976663" y="79238"/>
                </a:lnTo>
                <a:lnTo>
                  <a:pt x="977148" y="79358"/>
                </a:lnTo>
                <a:lnTo>
                  <a:pt x="977624" y="79489"/>
                </a:lnTo>
                <a:lnTo>
                  <a:pt x="978090" y="79631"/>
                </a:lnTo>
                <a:lnTo>
                  <a:pt x="978546" y="79782"/>
                </a:lnTo>
                <a:lnTo>
                  <a:pt x="978993" y="79945"/>
                </a:lnTo>
                <a:lnTo>
                  <a:pt x="979430" y="80118"/>
                </a:lnTo>
                <a:lnTo>
                  <a:pt x="979857" y="80301"/>
                </a:lnTo>
                <a:lnTo>
                  <a:pt x="980275" y="80495"/>
                </a:lnTo>
                <a:lnTo>
                  <a:pt x="980684" y="80699"/>
                </a:lnTo>
                <a:lnTo>
                  <a:pt x="981082" y="80914"/>
                </a:lnTo>
                <a:lnTo>
                  <a:pt x="981471" y="81139"/>
                </a:lnTo>
                <a:lnTo>
                  <a:pt x="981851" y="81375"/>
                </a:lnTo>
                <a:lnTo>
                  <a:pt x="982221" y="81621"/>
                </a:lnTo>
                <a:lnTo>
                  <a:pt x="982582" y="81876"/>
                </a:lnTo>
                <a:lnTo>
                  <a:pt x="982935" y="82141"/>
                </a:lnTo>
                <a:lnTo>
                  <a:pt x="983280" y="82413"/>
                </a:lnTo>
                <a:lnTo>
                  <a:pt x="983616" y="82695"/>
                </a:lnTo>
                <a:lnTo>
                  <a:pt x="983944" y="82985"/>
                </a:lnTo>
                <a:lnTo>
                  <a:pt x="984264" y="83283"/>
                </a:lnTo>
                <a:lnTo>
                  <a:pt x="984576" y="83590"/>
                </a:lnTo>
                <a:lnTo>
                  <a:pt x="984880" y="83906"/>
                </a:lnTo>
                <a:lnTo>
                  <a:pt x="985176" y="84230"/>
                </a:lnTo>
                <a:lnTo>
                  <a:pt x="985463" y="84563"/>
                </a:lnTo>
                <a:lnTo>
                  <a:pt x="985742" y="84904"/>
                </a:lnTo>
                <a:lnTo>
                  <a:pt x="986013" y="85254"/>
                </a:lnTo>
                <a:lnTo>
                  <a:pt x="986276" y="85612"/>
                </a:lnTo>
                <a:lnTo>
                  <a:pt x="986530" y="85979"/>
                </a:lnTo>
                <a:lnTo>
                  <a:pt x="986777" y="86355"/>
                </a:lnTo>
                <a:lnTo>
                  <a:pt x="987015" y="86739"/>
                </a:lnTo>
                <a:lnTo>
                  <a:pt x="987245" y="87131"/>
                </a:lnTo>
                <a:lnTo>
                  <a:pt x="987467" y="87532"/>
                </a:lnTo>
                <a:lnTo>
                  <a:pt x="987680" y="87942"/>
                </a:lnTo>
                <a:lnTo>
                  <a:pt x="987886" y="88360"/>
                </a:lnTo>
                <a:lnTo>
                  <a:pt x="988083" y="88787"/>
                </a:lnTo>
                <a:lnTo>
                  <a:pt x="988272" y="89223"/>
                </a:lnTo>
                <a:lnTo>
                  <a:pt x="988453" y="89667"/>
                </a:lnTo>
                <a:lnTo>
                  <a:pt x="988625" y="90119"/>
                </a:lnTo>
                <a:lnTo>
                  <a:pt x="988790" y="90579"/>
                </a:lnTo>
                <a:lnTo>
                  <a:pt x="988948" y="91045"/>
                </a:lnTo>
                <a:lnTo>
                  <a:pt x="989099" y="91517"/>
                </a:lnTo>
                <a:lnTo>
                  <a:pt x="989243" y="91996"/>
                </a:lnTo>
                <a:lnTo>
                  <a:pt x="989380" y="92481"/>
                </a:lnTo>
                <a:lnTo>
                  <a:pt x="989510" y="92971"/>
                </a:lnTo>
                <a:lnTo>
                  <a:pt x="989633" y="93469"/>
                </a:lnTo>
                <a:lnTo>
                  <a:pt x="989749" y="93972"/>
                </a:lnTo>
                <a:lnTo>
                  <a:pt x="989858" y="94481"/>
                </a:lnTo>
                <a:lnTo>
                  <a:pt x="989959" y="94997"/>
                </a:lnTo>
                <a:lnTo>
                  <a:pt x="990054" y="95519"/>
                </a:lnTo>
                <a:lnTo>
                  <a:pt x="990142" y="96047"/>
                </a:lnTo>
                <a:lnTo>
                  <a:pt x="990223" y="96582"/>
                </a:lnTo>
                <a:lnTo>
                  <a:pt x="990297" y="97122"/>
                </a:lnTo>
                <a:lnTo>
                  <a:pt x="990363" y="97669"/>
                </a:lnTo>
                <a:lnTo>
                  <a:pt x="990423" y="98222"/>
                </a:lnTo>
                <a:lnTo>
                  <a:pt x="990476" y="98781"/>
                </a:lnTo>
                <a:lnTo>
                  <a:pt x="990521" y="99346"/>
                </a:lnTo>
                <a:lnTo>
                  <a:pt x="990560" y="99918"/>
                </a:lnTo>
                <a:lnTo>
                  <a:pt x="990591" y="100496"/>
                </a:lnTo>
                <a:lnTo>
                  <a:pt x="990616" y="101080"/>
                </a:lnTo>
                <a:lnTo>
                  <a:pt x="990634" y="101670"/>
                </a:lnTo>
                <a:lnTo>
                  <a:pt x="990644" y="102266"/>
                </a:lnTo>
                <a:lnTo>
                  <a:pt x="990648" y="102869"/>
                </a:lnTo>
                <a:lnTo>
                  <a:pt x="990648" y="185252"/>
                </a:lnTo>
                <a:lnTo>
                  <a:pt x="1026107" y="185252"/>
                </a:lnTo>
                <a:lnTo>
                  <a:pt x="1026107" y="98512"/>
                </a:lnTo>
                <a:lnTo>
                  <a:pt x="1026088" y="96551"/>
                </a:lnTo>
                <a:lnTo>
                  <a:pt x="1026030" y="94630"/>
                </a:lnTo>
                <a:lnTo>
                  <a:pt x="1025934" y="92748"/>
                </a:lnTo>
                <a:lnTo>
                  <a:pt x="1025800" y="90906"/>
                </a:lnTo>
                <a:lnTo>
                  <a:pt x="1025627" y="89104"/>
                </a:lnTo>
                <a:lnTo>
                  <a:pt x="1025416" y="87341"/>
                </a:lnTo>
                <a:lnTo>
                  <a:pt x="1025167" y="85618"/>
                </a:lnTo>
                <a:lnTo>
                  <a:pt x="1024879" y="83934"/>
                </a:lnTo>
                <a:lnTo>
                  <a:pt x="1024552" y="82290"/>
                </a:lnTo>
                <a:lnTo>
                  <a:pt x="1024188" y="80686"/>
                </a:lnTo>
                <a:lnTo>
                  <a:pt x="1023785" y="79121"/>
                </a:lnTo>
                <a:lnTo>
                  <a:pt x="1023343" y="77596"/>
                </a:lnTo>
                <a:lnTo>
                  <a:pt x="1022863" y="76110"/>
                </a:lnTo>
                <a:lnTo>
                  <a:pt x="1022345" y="74664"/>
                </a:lnTo>
                <a:lnTo>
                  <a:pt x="1021788" y="73258"/>
                </a:lnTo>
                <a:lnTo>
                  <a:pt x="1021193" y="71891"/>
                </a:lnTo>
                <a:lnTo>
                  <a:pt x="1020560" y="70564"/>
                </a:lnTo>
                <a:lnTo>
                  <a:pt x="1019888" y="69276"/>
                </a:lnTo>
                <a:lnTo>
                  <a:pt x="1019178" y="68028"/>
                </a:lnTo>
                <a:lnTo>
                  <a:pt x="1018429" y="66820"/>
                </a:lnTo>
                <a:lnTo>
                  <a:pt x="1017642" y="65651"/>
                </a:lnTo>
                <a:lnTo>
                  <a:pt x="1016817" y="64522"/>
                </a:lnTo>
                <a:lnTo>
                  <a:pt x="1015953" y="63433"/>
                </a:lnTo>
                <a:lnTo>
                  <a:pt x="1015051" y="62383"/>
                </a:lnTo>
                <a:lnTo>
                  <a:pt x="1014114" y="61374"/>
                </a:lnTo>
                <a:lnTo>
                  <a:pt x="1013146" y="60408"/>
                </a:lnTo>
                <a:lnTo>
                  <a:pt x="1012146" y="59485"/>
                </a:lnTo>
                <a:lnTo>
                  <a:pt x="1011115" y="58605"/>
                </a:lnTo>
                <a:lnTo>
                  <a:pt x="1010053" y="57768"/>
                </a:lnTo>
                <a:lnTo>
                  <a:pt x="1008959" y="56974"/>
                </a:lnTo>
                <a:lnTo>
                  <a:pt x="1007834" y="56223"/>
                </a:lnTo>
                <a:lnTo>
                  <a:pt x="1006677" y="55515"/>
                </a:lnTo>
                <a:lnTo>
                  <a:pt x="1005489" y="54850"/>
                </a:lnTo>
                <a:lnTo>
                  <a:pt x="1004270" y="54227"/>
                </a:lnTo>
                <a:lnTo>
                  <a:pt x="1003019" y="53648"/>
                </a:lnTo>
                <a:lnTo>
                  <a:pt x="1001737" y="53111"/>
                </a:lnTo>
                <a:lnTo>
                  <a:pt x="1000424" y="52618"/>
                </a:lnTo>
                <a:lnTo>
                  <a:pt x="999079" y="52167"/>
                </a:lnTo>
                <a:lnTo>
                  <a:pt x="997703" y="51759"/>
                </a:lnTo>
                <a:lnTo>
                  <a:pt x="996295" y="51394"/>
                </a:lnTo>
                <a:lnTo>
                  <a:pt x="994857" y="51072"/>
                </a:lnTo>
                <a:lnTo>
                  <a:pt x="993386" y="50793"/>
                </a:lnTo>
                <a:lnTo>
                  <a:pt x="991885" y="50557"/>
                </a:lnTo>
                <a:lnTo>
                  <a:pt x="990352" y="50364"/>
                </a:lnTo>
                <a:lnTo>
                  <a:pt x="988787" y="50214"/>
                </a:lnTo>
                <a:lnTo>
                  <a:pt x="987192" y="50107"/>
                </a:lnTo>
                <a:lnTo>
                  <a:pt x="985565" y="50042"/>
                </a:lnTo>
                <a:lnTo>
                  <a:pt x="983906" y="50021"/>
                </a:lnTo>
                <a:lnTo>
                  <a:pt x="982479" y="50032"/>
                </a:lnTo>
                <a:lnTo>
                  <a:pt x="981075" y="50066"/>
                </a:lnTo>
                <a:lnTo>
                  <a:pt x="979693" y="50123"/>
                </a:lnTo>
                <a:lnTo>
                  <a:pt x="978333" y="50202"/>
                </a:lnTo>
                <a:lnTo>
                  <a:pt x="976996" y="50305"/>
                </a:lnTo>
                <a:lnTo>
                  <a:pt x="975682" y="50429"/>
                </a:lnTo>
                <a:lnTo>
                  <a:pt x="974390" y="50577"/>
                </a:lnTo>
                <a:lnTo>
                  <a:pt x="973120" y="50747"/>
                </a:lnTo>
                <a:lnTo>
                  <a:pt x="971873" y="50940"/>
                </a:lnTo>
                <a:lnTo>
                  <a:pt x="970648" y="51156"/>
                </a:lnTo>
                <a:lnTo>
                  <a:pt x="969446" y="51394"/>
                </a:lnTo>
                <a:lnTo>
                  <a:pt x="968266" y="51656"/>
                </a:lnTo>
                <a:lnTo>
                  <a:pt x="967109" y="51939"/>
                </a:lnTo>
                <a:lnTo>
                  <a:pt x="965974" y="52246"/>
                </a:lnTo>
                <a:lnTo>
                  <a:pt x="964862" y="52575"/>
                </a:lnTo>
                <a:lnTo>
                  <a:pt x="963772" y="52927"/>
                </a:lnTo>
                <a:lnTo>
                  <a:pt x="962705" y="53302"/>
                </a:lnTo>
                <a:lnTo>
                  <a:pt x="961660" y="53699"/>
                </a:lnTo>
                <a:lnTo>
                  <a:pt x="960637" y="54119"/>
                </a:lnTo>
                <a:lnTo>
                  <a:pt x="959637" y="54562"/>
                </a:lnTo>
                <a:lnTo>
                  <a:pt x="958660" y="55027"/>
                </a:lnTo>
                <a:lnTo>
                  <a:pt x="957705" y="55515"/>
                </a:lnTo>
                <a:lnTo>
                  <a:pt x="956772" y="56026"/>
                </a:lnTo>
                <a:lnTo>
                  <a:pt x="955862" y="56560"/>
                </a:lnTo>
                <a:lnTo>
                  <a:pt x="954971" y="57108"/>
                </a:lnTo>
                <a:lnTo>
                  <a:pt x="954094" y="57663"/>
                </a:lnTo>
                <a:lnTo>
                  <a:pt x="953231" y="58225"/>
                </a:lnTo>
                <a:lnTo>
                  <a:pt x="952383" y="58794"/>
                </a:lnTo>
                <a:lnTo>
                  <a:pt x="951549" y="59369"/>
                </a:lnTo>
                <a:lnTo>
                  <a:pt x="950730" y="59952"/>
                </a:lnTo>
                <a:lnTo>
                  <a:pt x="949926" y="60541"/>
                </a:lnTo>
                <a:lnTo>
                  <a:pt x="949136" y="61136"/>
                </a:lnTo>
                <a:lnTo>
                  <a:pt x="948360" y="61739"/>
                </a:lnTo>
                <a:lnTo>
                  <a:pt x="947599" y="62348"/>
                </a:lnTo>
                <a:lnTo>
                  <a:pt x="946853" y="62965"/>
                </a:lnTo>
                <a:lnTo>
                  <a:pt x="946121" y="63588"/>
                </a:lnTo>
                <a:lnTo>
                  <a:pt x="945404" y="64217"/>
                </a:lnTo>
                <a:lnTo>
                  <a:pt x="944701" y="64854"/>
                </a:lnTo>
                <a:lnTo>
                  <a:pt x="944012" y="65497"/>
                </a:lnTo>
                <a:lnTo>
                  <a:pt x="943338" y="66148"/>
                </a:lnTo>
                <a:lnTo>
                  <a:pt x="942679" y="66804"/>
                </a:lnTo>
                <a:lnTo>
                  <a:pt x="942034" y="67468"/>
                </a:lnTo>
                <a:lnTo>
                  <a:pt x="941404" y="68139"/>
                </a:lnTo>
                <a:lnTo>
                  <a:pt x="940788" y="68816"/>
                </a:lnTo>
                <a:lnTo>
                  <a:pt x="940187" y="69500"/>
                </a:lnTo>
                <a:lnTo>
                  <a:pt x="939600" y="70191"/>
                </a:lnTo>
                <a:lnTo>
                  <a:pt x="939027" y="70889"/>
                </a:lnTo>
                <a:lnTo>
                  <a:pt x="938470" y="71593"/>
                </a:lnTo>
                <a:lnTo>
                  <a:pt x="937796" y="52043"/>
                </a:lnTo>
                <a:lnTo>
                  <a:pt x="903415" y="52043"/>
                </a:lnTo>
                <a:lnTo>
                  <a:pt x="903415" y="185252"/>
                </a:lnTo>
                <a:lnTo>
                  <a:pt x="939144" y="185252"/>
                </a:lnTo>
                <a:lnTo>
                  <a:pt x="939144" y="96014"/>
                </a:lnTo>
                <a:lnTo>
                  <a:pt x="939619" y="95412"/>
                </a:lnTo>
                <a:lnTo>
                  <a:pt x="940101" y="94818"/>
                </a:lnTo>
                <a:lnTo>
                  <a:pt x="940590" y="94232"/>
                </a:lnTo>
                <a:close/>
                <a:moveTo>
                  <a:pt x="693392" y="185252"/>
                </a:moveTo>
                <a:lnTo>
                  <a:pt x="693392" y="52043"/>
                </a:lnTo>
                <a:lnTo>
                  <a:pt x="657663" y="52043"/>
                </a:lnTo>
                <a:lnTo>
                  <a:pt x="657663" y="185252"/>
                </a:lnTo>
                <a:lnTo>
                  <a:pt x="693392" y="185252"/>
                </a:lnTo>
                <a:close/>
                <a:moveTo>
                  <a:pt x="864590" y="185252"/>
                </a:moveTo>
                <a:lnTo>
                  <a:pt x="864590" y="52043"/>
                </a:lnTo>
                <a:lnTo>
                  <a:pt x="828861" y="52043"/>
                </a:lnTo>
                <a:lnTo>
                  <a:pt x="828861" y="185252"/>
                </a:lnTo>
                <a:lnTo>
                  <a:pt x="864590" y="185252"/>
                </a:lnTo>
                <a:close/>
                <a:moveTo>
                  <a:pt x="189962" y="184974"/>
                </a:moveTo>
                <a:lnTo>
                  <a:pt x="190731" y="184852"/>
                </a:lnTo>
                <a:lnTo>
                  <a:pt x="191487" y="184707"/>
                </a:lnTo>
                <a:lnTo>
                  <a:pt x="192230" y="184540"/>
                </a:lnTo>
                <a:lnTo>
                  <a:pt x="192959" y="184351"/>
                </a:lnTo>
                <a:lnTo>
                  <a:pt x="193675" y="184140"/>
                </a:lnTo>
                <a:lnTo>
                  <a:pt x="194377" y="183907"/>
                </a:lnTo>
                <a:lnTo>
                  <a:pt x="195067" y="183651"/>
                </a:lnTo>
                <a:lnTo>
                  <a:pt x="195743" y="183373"/>
                </a:lnTo>
                <a:lnTo>
                  <a:pt x="196405" y="183073"/>
                </a:lnTo>
                <a:lnTo>
                  <a:pt x="197054" y="182750"/>
                </a:lnTo>
                <a:lnTo>
                  <a:pt x="197690" y="182406"/>
                </a:lnTo>
                <a:lnTo>
                  <a:pt x="198313" y="182039"/>
                </a:lnTo>
                <a:lnTo>
                  <a:pt x="198922" y="181650"/>
                </a:lnTo>
                <a:lnTo>
                  <a:pt x="199518" y="181238"/>
                </a:lnTo>
                <a:lnTo>
                  <a:pt x="200100" y="180805"/>
                </a:lnTo>
                <a:lnTo>
                  <a:pt x="200669" y="180349"/>
                </a:lnTo>
                <a:lnTo>
                  <a:pt x="201225" y="179871"/>
                </a:lnTo>
                <a:lnTo>
                  <a:pt x="201768" y="179370"/>
                </a:lnTo>
                <a:lnTo>
                  <a:pt x="202297" y="178848"/>
                </a:lnTo>
                <a:lnTo>
                  <a:pt x="202808" y="178309"/>
                </a:lnTo>
                <a:lnTo>
                  <a:pt x="203298" y="177761"/>
                </a:lnTo>
                <a:lnTo>
                  <a:pt x="203766" y="177203"/>
                </a:lnTo>
                <a:lnTo>
                  <a:pt x="204212" y="176636"/>
                </a:lnTo>
                <a:lnTo>
                  <a:pt x="204637" y="176059"/>
                </a:lnTo>
                <a:lnTo>
                  <a:pt x="205040" y="175473"/>
                </a:lnTo>
                <a:lnTo>
                  <a:pt x="205421" y="174877"/>
                </a:lnTo>
                <a:lnTo>
                  <a:pt x="205780" y="174271"/>
                </a:lnTo>
                <a:lnTo>
                  <a:pt x="206117" y="173656"/>
                </a:lnTo>
                <a:lnTo>
                  <a:pt x="206433" y="173031"/>
                </a:lnTo>
                <a:lnTo>
                  <a:pt x="206727" y="172396"/>
                </a:lnTo>
                <a:lnTo>
                  <a:pt x="206999" y="171752"/>
                </a:lnTo>
                <a:lnTo>
                  <a:pt x="207249" y="171099"/>
                </a:lnTo>
                <a:lnTo>
                  <a:pt x="207478" y="170436"/>
                </a:lnTo>
                <a:lnTo>
                  <a:pt x="207685" y="169763"/>
                </a:lnTo>
                <a:lnTo>
                  <a:pt x="207870" y="169080"/>
                </a:lnTo>
                <a:lnTo>
                  <a:pt x="208033" y="168388"/>
                </a:lnTo>
                <a:lnTo>
                  <a:pt x="208174" y="167687"/>
                </a:lnTo>
                <a:lnTo>
                  <a:pt x="208294" y="166975"/>
                </a:lnTo>
                <a:lnTo>
                  <a:pt x="208392" y="166255"/>
                </a:lnTo>
                <a:lnTo>
                  <a:pt x="208468" y="165524"/>
                </a:lnTo>
                <a:lnTo>
                  <a:pt x="208523" y="164784"/>
                </a:lnTo>
                <a:lnTo>
                  <a:pt x="208555" y="164034"/>
                </a:lnTo>
                <a:lnTo>
                  <a:pt x="208566" y="163275"/>
                </a:lnTo>
                <a:lnTo>
                  <a:pt x="208555" y="162451"/>
                </a:lnTo>
                <a:lnTo>
                  <a:pt x="208523" y="161640"/>
                </a:lnTo>
                <a:lnTo>
                  <a:pt x="208468" y="160844"/>
                </a:lnTo>
                <a:lnTo>
                  <a:pt x="208392" y="160062"/>
                </a:lnTo>
                <a:lnTo>
                  <a:pt x="208294" y="159294"/>
                </a:lnTo>
                <a:lnTo>
                  <a:pt x="208174" y="158539"/>
                </a:lnTo>
                <a:lnTo>
                  <a:pt x="208033" y="157799"/>
                </a:lnTo>
                <a:lnTo>
                  <a:pt x="207870" y="157073"/>
                </a:lnTo>
                <a:lnTo>
                  <a:pt x="207685" y="156361"/>
                </a:lnTo>
                <a:lnTo>
                  <a:pt x="207478" y="155663"/>
                </a:lnTo>
                <a:lnTo>
                  <a:pt x="207249" y="154979"/>
                </a:lnTo>
                <a:lnTo>
                  <a:pt x="206999" y="154309"/>
                </a:lnTo>
                <a:lnTo>
                  <a:pt x="206727" y="153653"/>
                </a:lnTo>
                <a:lnTo>
                  <a:pt x="206433" y="153012"/>
                </a:lnTo>
                <a:lnTo>
                  <a:pt x="206117" y="152384"/>
                </a:lnTo>
                <a:lnTo>
                  <a:pt x="205780" y="151770"/>
                </a:lnTo>
                <a:lnTo>
                  <a:pt x="205421" y="151170"/>
                </a:lnTo>
                <a:lnTo>
                  <a:pt x="205040" y="150585"/>
                </a:lnTo>
                <a:lnTo>
                  <a:pt x="204637" y="150013"/>
                </a:lnTo>
                <a:lnTo>
                  <a:pt x="204212" y="149455"/>
                </a:lnTo>
                <a:lnTo>
                  <a:pt x="203766" y="148912"/>
                </a:lnTo>
                <a:lnTo>
                  <a:pt x="203298" y="148382"/>
                </a:lnTo>
                <a:lnTo>
                  <a:pt x="202808" y="147867"/>
                </a:lnTo>
                <a:lnTo>
                  <a:pt x="202297" y="147366"/>
                </a:lnTo>
                <a:lnTo>
                  <a:pt x="201768" y="146882"/>
                </a:lnTo>
                <a:lnTo>
                  <a:pt x="201225" y="146418"/>
                </a:lnTo>
                <a:lnTo>
                  <a:pt x="200669" y="145975"/>
                </a:lnTo>
                <a:lnTo>
                  <a:pt x="200100" y="145553"/>
                </a:lnTo>
                <a:lnTo>
                  <a:pt x="199518" y="145151"/>
                </a:lnTo>
                <a:lnTo>
                  <a:pt x="198922" y="144770"/>
                </a:lnTo>
                <a:lnTo>
                  <a:pt x="198313" y="144410"/>
                </a:lnTo>
                <a:lnTo>
                  <a:pt x="197690" y="144070"/>
                </a:lnTo>
                <a:lnTo>
                  <a:pt x="197054" y="143751"/>
                </a:lnTo>
                <a:lnTo>
                  <a:pt x="196405" y="143452"/>
                </a:lnTo>
                <a:lnTo>
                  <a:pt x="195743" y="143174"/>
                </a:lnTo>
                <a:lnTo>
                  <a:pt x="195067" y="142916"/>
                </a:lnTo>
                <a:lnTo>
                  <a:pt x="194377" y="142679"/>
                </a:lnTo>
                <a:lnTo>
                  <a:pt x="193675" y="142463"/>
                </a:lnTo>
                <a:lnTo>
                  <a:pt x="192959" y="142268"/>
                </a:lnTo>
                <a:lnTo>
                  <a:pt x="192230" y="142092"/>
                </a:lnTo>
                <a:lnTo>
                  <a:pt x="191487" y="141938"/>
                </a:lnTo>
                <a:lnTo>
                  <a:pt x="190731" y="141804"/>
                </a:lnTo>
                <a:lnTo>
                  <a:pt x="189962" y="141691"/>
                </a:lnTo>
                <a:lnTo>
                  <a:pt x="189179" y="141598"/>
                </a:lnTo>
                <a:lnTo>
                  <a:pt x="188383" y="141526"/>
                </a:lnTo>
                <a:lnTo>
                  <a:pt x="187574" y="141474"/>
                </a:lnTo>
                <a:lnTo>
                  <a:pt x="186751" y="141444"/>
                </a:lnTo>
                <a:lnTo>
                  <a:pt x="185915" y="141433"/>
                </a:lnTo>
                <a:lnTo>
                  <a:pt x="185057" y="141444"/>
                </a:lnTo>
                <a:lnTo>
                  <a:pt x="184213" y="141474"/>
                </a:lnTo>
                <a:lnTo>
                  <a:pt x="183382" y="141526"/>
                </a:lnTo>
                <a:lnTo>
                  <a:pt x="182565" y="141598"/>
                </a:lnTo>
                <a:lnTo>
                  <a:pt x="181762" y="141691"/>
                </a:lnTo>
                <a:lnTo>
                  <a:pt x="180973" y="141804"/>
                </a:lnTo>
                <a:lnTo>
                  <a:pt x="180198" y="141938"/>
                </a:lnTo>
                <a:lnTo>
                  <a:pt x="179436" y="142092"/>
                </a:lnTo>
                <a:lnTo>
                  <a:pt x="178688" y="142268"/>
                </a:lnTo>
                <a:lnTo>
                  <a:pt x="177954" y="142463"/>
                </a:lnTo>
                <a:lnTo>
                  <a:pt x="177234" y="142679"/>
                </a:lnTo>
                <a:lnTo>
                  <a:pt x="176528" y="142916"/>
                </a:lnTo>
                <a:lnTo>
                  <a:pt x="175836" y="143174"/>
                </a:lnTo>
                <a:lnTo>
                  <a:pt x="175157" y="143452"/>
                </a:lnTo>
                <a:lnTo>
                  <a:pt x="174492" y="143751"/>
                </a:lnTo>
                <a:lnTo>
                  <a:pt x="173841" y="144070"/>
                </a:lnTo>
                <a:lnTo>
                  <a:pt x="173204" y="144410"/>
                </a:lnTo>
                <a:lnTo>
                  <a:pt x="172580" y="144770"/>
                </a:lnTo>
                <a:lnTo>
                  <a:pt x="171970" y="145151"/>
                </a:lnTo>
                <a:lnTo>
                  <a:pt x="171375" y="145553"/>
                </a:lnTo>
                <a:lnTo>
                  <a:pt x="170793" y="145975"/>
                </a:lnTo>
                <a:lnTo>
                  <a:pt x="170224" y="146418"/>
                </a:lnTo>
                <a:lnTo>
                  <a:pt x="169670" y="146882"/>
                </a:lnTo>
                <a:lnTo>
                  <a:pt x="169129" y="147366"/>
                </a:lnTo>
                <a:lnTo>
                  <a:pt x="168607" y="147867"/>
                </a:lnTo>
                <a:lnTo>
                  <a:pt x="168107" y="148382"/>
                </a:lnTo>
                <a:lnTo>
                  <a:pt x="167628" y="148912"/>
                </a:lnTo>
                <a:lnTo>
                  <a:pt x="167173" y="149455"/>
                </a:lnTo>
                <a:lnTo>
                  <a:pt x="166739" y="150013"/>
                </a:lnTo>
                <a:lnTo>
                  <a:pt x="166328" y="150585"/>
                </a:lnTo>
                <a:lnTo>
                  <a:pt x="165938" y="151170"/>
                </a:lnTo>
                <a:lnTo>
                  <a:pt x="165571" y="151770"/>
                </a:lnTo>
                <a:lnTo>
                  <a:pt x="165227" y="152384"/>
                </a:lnTo>
                <a:lnTo>
                  <a:pt x="164904" y="153012"/>
                </a:lnTo>
                <a:lnTo>
                  <a:pt x="164604" y="153653"/>
                </a:lnTo>
                <a:lnTo>
                  <a:pt x="164326" y="154309"/>
                </a:lnTo>
                <a:lnTo>
                  <a:pt x="164070" y="154979"/>
                </a:lnTo>
                <a:lnTo>
                  <a:pt x="163837" y="155663"/>
                </a:lnTo>
                <a:lnTo>
                  <a:pt x="163626" y="156361"/>
                </a:lnTo>
                <a:lnTo>
                  <a:pt x="163437" y="157073"/>
                </a:lnTo>
                <a:lnTo>
                  <a:pt x="163270" y="157799"/>
                </a:lnTo>
                <a:lnTo>
                  <a:pt x="163125" y="158539"/>
                </a:lnTo>
                <a:lnTo>
                  <a:pt x="163003" y="159294"/>
                </a:lnTo>
                <a:lnTo>
                  <a:pt x="162903" y="160062"/>
                </a:lnTo>
                <a:lnTo>
                  <a:pt x="162825" y="160844"/>
                </a:lnTo>
                <a:lnTo>
                  <a:pt x="162770" y="161640"/>
                </a:lnTo>
                <a:lnTo>
                  <a:pt x="162736" y="162451"/>
                </a:lnTo>
                <a:lnTo>
                  <a:pt x="162725" y="163275"/>
                </a:lnTo>
                <a:lnTo>
                  <a:pt x="162736" y="164034"/>
                </a:lnTo>
                <a:lnTo>
                  <a:pt x="162770" y="164784"/>
                </a:lnTo>
                <a:lnTo>
                  <a:pt x="162825" y="165524"/>
                </a:lnTo>
                <a:lnTo>
                  <a:pt x="162903" y="166255"/>
                </a:lnTo>
                <a:lnTo>
                  <a:pt x="163003" y="166975"/>
                </a:lnTo>
                <a:lnTo>
                  <a:pt x="163125" y="167687"/>
                </a:lnTo>
                <a:lnTo>
                  <a:pt x="163270" y="168388"/>
                </a:lnTo>
                <a:lnTo>
                  <a:pt x="163437" y="169080"/>
                </a:lnTo>
                <a:lnTo>
                  <a:pt x="163626" y="169763"/>
                </a:lnTo>
                <a:lnTo>
                  <a:pt x="163837" y="170436"/>
                </a:lnTo>
                <a:lnTo>
                  <a:pt x="164070" y="171099"/>
                </a:lnTo>
                <a:lnTo>
                  <a:pt x="164326" y="171752"/>
                </a:lnTo>
                <a:lnTo>
                  <a:pt x="164604" y="172396"/>
                </a:lnTo>
                <a:lnTo>
                  <a:pt x="164904" y="173031"/>
                </a:lnTo>
                <a:lnTo>
                  <a:pt x="165227" y="173656"/>
                </a:lnTo>
                <a:lnTo>
                  <a:pt x="165571" y="174271"/>
                </a:lnTo>
                <a:lnTo>
                  <a:pt x="165938" y="174877"/>
                </a:lnTo>
                <a:lnTo>
                  <a:pt x="166328" y="175473"/>
                </a:lnTo>
                <a:lnTo>
                  <a:pt x="166739" y="176059"/>
                </a:lnTo>
                <a:lnTo>
                  <a:pt x="167173" y="176636"/>
                </a:lnTo>
                <a:lnTo>
                  <a:pt x="167628" y="177203"/>
                </a:lnTo>
                <a:lnTo>
                  <a:pt x="168107" y="177761"/>
                </a:lnTo>
                <a:lnTo>
                  <a:pt x="168607" y="178309"/>
                </a:lnTo>
                <a:lnTo>
                  <a:pt x="169129" y="178848"/>
                </a:lnTo>
                <a:lnTo>
                  <a:pt x="169670" y="179370"/>
                </a:lnTo>
                <a:lnTo>
                  <a:pt x="170224" y="179871"/>
                </a:lnTo>
                <a:lnTo>
                  <a:pt x="170793" y="180349"/>
                </a:lnTo>
                <a:lnTo>
                  <a:pt x="171375" y="180805"/>
                </a:lnTo>
                <a:lnTo>
                  <a:pt x="171970" y="181238"/>
                </a:lnTo>
                <a:lnTo>
                  <a:pt x="172580" y="181650"/>
                </a:lnTo>
                <a:lnTo>
                  <a:pt x="173204" y="182039"/>
                </a:lnTo>
                <a:lnTo>
                  <a:pt x="173841" y="182406"/>
                </a:lnTo>
                <a:lnTo>
                  <a:pt x="174492" y="182750"/>
                </a:lnTo>
                <a:lnTo>
                  <a:pt x="175157" y="183073"/>
                </a:lnTo>
                <a:lnTo>
                  <a:pt x="175836" y="183373"/>
                </a:lnTo>
                <a:lnTo>
                  <a:pt x="176528" y="183651"/>
                </a:lnTo>
                <a:lnTo>
                  <a:pt x="177234" y="183907"/>
                </a:lnTo>
                <a:lnTo>
                  <a:pt x="177954" y="184140"/>
                </a:lnTo>
                <a:lnTo>
                  <a:pt x="178688" y="184351"/>
                </a:lnTo>
                <a:lnTo>
                  <a:pt x="179436" y="184540"/>
                </a:lnTo>
                <a:lnTo>
                  <a:pt x="180198" y="184707"/>
                </a:lnTo>
                <a:lnTo>
                  <a:pt x="180973" y="184852"/>
                </a:lnTo>
                <a:lnTo>
                  <a:pt x="181762" y="184974"/>
                </a:lnTo>
                <a:lnTo>
                  <a:pt x="182565" y="185074"/>
                </a:lnTo>
                <a:lnTo>
                  <a:pt x="183382" y="185152"/>
                </a:lnTo>
                <a:lnTo>
                  <a:pt x="184213" y="185207"/>
                </a:lnTo>
                <a:lnTo>
                  <a:pt x="185057" y="185241"/>
                </a:lnTo>
                <a:lnTo>
                  <a:pt x="185915" y="185252"/>
                </a:lnTo>
                <a:lnTo>
                  <a:pt x="186751" y="185241"/>
                </a:lnTo>
                <a:lnTo>
                  <a:pt x="187574" y="185207"/>
                </a:lnTo>
                <a:lnTo>
                  <a:pt x="188383" y="185152"/>
                </a:lnTo>
                <a:lnTo>
                  <a:pt x="189179" y="185074"/>
                </a:lnTo>
                <a:lnTo>
                  <a:pt x="189962" y="184974"/>
                </a:lnTo>
                <a:close/>
                <a:moveTo>
                  <a:pt x="1532721" y="34569"/>
                </a:moveTo>
                <a:lnTo>
                  <a:pt x="1533453" y="34474"/>
                </a:lnTo>
                <a:lnTo>
                  <a:pt x="1534168" y="34361"/>
                </a:lnTo>
                <a:lnTo>
                  <a:pt x="1534867" y="34231"/>
                </a:lnTo>
                <a:lnTo>
                  <a:pt x="1535550" y="34084"/>
                </a:lnTo>
                <a:lnTo>
                  <a:pt x="1536217" y="33919"/>
                </a:lnTo>
                <a:lnTo>
                  <a:pt x="1536867" y="33737"/>
                </a:lnTo>
                <a:lnTo>
                  <a:pt x="1537502" y="33538"/>
                </a:lnTo>
                <a:lnTo>
                  <a:pt x="1538120" y="33322"/>
                </a:lnTo>
                <a:lnTo>
                  <a:pt x="1538722" y="33088"/>
                </a:lnTo>
                <a:lnTo>
                  <a:pt x="1539308" y="32837"/>
                </a:lnTo>
                <a:lnTo>
                  <a:pt x="1539878" y="32568"/>
                </a:lnTo>
                <a:lnTo>
                  <a:pt x="1540432" y="32282"/>
                </a:lnTo>
                <a:lnTo>
                  <a:pt x="1540969" y="31979"/>
                </a:lnTo>
                <a:lnTo>
                  <a:pt x="1541491" y="31659"/>
                </a:lnTo>
                <a:lnTo>
                  <a:pt x="1541996" y="31321"/>
                </a:lnTo>
                <a:lnTo>
                  <a:pt x="1542485" y="30966"/>
                </a:lnTo>
                <a:lnTo>
                  <a:pt x="1542958" y="30594"/>
                </a:lnTo>
                <a:lnTo>
                  <a:pt x="1543415" y="30204"/>
                </a:lnTo>
                <a:lnTo>
                  <a:pt x="1543855" y="29797"/>
                </a:lnTo>
                <a:lnTo>
                  <a:pt x="1544279" y="29377"/>
                </a:lnTo>
                <a:lnTo>
                  <a:pt x="1544685" y="28948"/>
                </a:lnTo>
                <a:lnTo>
                  <a:pt x="1545072" y="28512"/>
                </a:lnTo>
                <a:lnTo>
                  <a:pt x="1545442" y="28066"/>
                </a:lnTo>
                <a:lnTo>
                  <a:pt x="1545793" y="27613"/>
                </a:lnTo>
                <a:lnTo>
                  <a:pt x="1546126" y="27151"/>
                </a:lnTo>
                <a:lnTo>
                  <a:pt x="1546442" y="26680"/>
                </a:lnTo>
                <a:lnTo>
                  <a:pt x="1546739" y="26201"/>
                </a:lnTo>
                <a:lnTo>
                  <a:pt x="1547019" y="25714"/>
                </a:lnTo>
                <a:lnTo>
                  <a:pt x="1547280" y="25218"/>
                </a:lnTo>
                <a:lnTo>
                  <a:pt x="1547523" y="24714"/>
                </a:lnTo>
                <a:lnTo>
                  <a:pt x="1547749" y="24201"/>
                </a:lnTo>
                <a:lnTo>
                  <a:pt x="1547956" y="23680"/>
                </a:lnTo>
                <a:lnTo>
                  <a:pt x="1548145" y="23151"/>
                </a:lnTo>
                <a:lnTo>
                  <a:pt x="1548316" y="22613"/>
                </a:lnTo>
                <a:lnTo>
                  <a:pt x="1548470" y="22067"/>
                </a:lnTo>
                <a:lnTo>
                  <a:pt x="1548605" y="21512"/>
                </a:lnTo>
                <a:lnTo>
                  <a:pt x="1548722" y="20949"/>
                </a:lnTo>
                <a:lnTo>
                  <a:pt x="1548821" y="20377"/>
                </a:lnTo>
                <a:lnTo>
                  <a:pt x="1548902" y="19797"/>
                </a:lnTo>
                <a:lnTo>
                  <a:pt x="1548965" y="19209"/>
                </a:lnTo>
                <a:lnTo>
                  <a:pt x="1549010" y="18612"/>
                </a:lnTo>
                <a:lnTo>
                  <a:pt x="1549037" y="18006"/>
                </a:lnTo>
                <a:lnTo>
                  <a:pt x="1549046" y="17393"/>
                </a:lnTo>
                <a:lnTo>
                  <a:pt x="1549037" y="16768"/>
                </a:lnTo>
                <a:lnTo>
                  <a:pt x="1549010" y="16153"/>
                </a:lnTo>
                <a:lnTo>
                  <a:pt x="1548965" y="15546"/>
                </a:lnTo>
                <a:lnTo>
                  <a:pt x="1548902" y="14949"/>
                </a:lnTo>
                <a:lnTo>
                  <a:pt x="1548821" y="14361"/>
                </a:lnTo>
                <a:lnTo>
                  <a:pt x="1548722" y="13782"/>
                </a:lnTo>
                <a:lnTo>
                  <a:pt x="1548605" y="13212"/>
                </a:lnTo>
                <a:lnTo>
                  <a:pt x="1548470" y="12651"/>
                </a:lnTo>
                <a:lnTo>
                  <a:pt x="1548316" y="12100"/>
                </a:lnTo>
                <a:lnTo>
                  <a:pt x="1548145" y="11557"/>
                </a:lnTo>
                <a:lnTo>
                  <a:pt x="1547956" y="11024"/>
                </a:lnTo>
                <a:lnTo>
                  <a:pt x="1547749" y="10500"/>
                </a:lnTo>
                <a:lnTo>
                  <a:pt x="1547523" y="9985"/>
                </a:lnTo>
                <a:lnTo>
                  <a:pt x="1547280" y="9479"/>
                </a:lnTo>
                <a:lnTo>
                  <a:pt x="1547019" y="8982"/>
                </a:lnTo>
                <a:lnTo>
                  <a:pt x="1546739" y="8494"/>
                </a:lnTo>
                <a:lnTo>
                  <a:pt x="1546442" y="8016"/>
                </a:lnTo>
                <a:lnTo>
                  <a:pt x="1546126" y="7546"/>
                </a:lnTo>
                <a:lnTo>
                  <a:pt x="1545793" y="7086"/>
                </a:lnTo>
                <a:lnTo>
                  <a:pt x="1545442" y="6635"/>
                </a:lnTo>
                <a:lnTo>
                  <a:pt x="1545072" y="6193"/>
                </a:lnTo>
                <a:lnTo>
                  <a:pt x="1544685" y="5760"/>
                </a:lnTo>
                <a:lnTo>
                  <a:pt x="1544279" y="5336"/>
                </a:lnTo>
                <a:lnTo>
                  <a:pt x="1543855" y="4921"/>
                </a:lnTo>
                <a:lnTo>
                  <a:pt x="1543415" y="4520"/>
                </a:lnTo>
                <a:lnTo>
                  <a:pt x="1542958" y="4135"/>
                </a:lnTo>
                <a:lnTo>
                  <a:pt x="1542485" y="3768"/>
                </a:lnTo>
                <a:lnTo>
                  <a:pt x="1541996" y="3417"/>
                </a:lnTo>
                <a:lnTo>
                  <a:pt x="1541491" y="3084"/>
                </a:lnTo>
                <a:lnTo>
                  <a:pt x="1540969" y="2768"/>
                </a:lnTo>
                <a:lnTo>
                  <a:pt x="1540432" y="2469"/>
                </a:lnTo>
                <a:lnTo>
                  <a:pt x="1539878" y="2187"/>
                </a:lnTo>
                <a:lnTo>
                  <a:pt x="1539308" y="1922"/>
                </a:lnTo>
                <a:lnTo>
                  <a:pt x="1538722" y="1675"/>
                </a:lnTo>
                <a:lnTo>
                  <a:pt x="1538120" y="1444"/>
                </a:lnTo>
                <a:lnTo>
                  <a:pt x="1537502" y="1230"/>
                </a:lnTo>
                <a:lnTo>
                  <a:pt x="1536867" y="1034"/>
                </a:lnTo>
                <a:lnTo>
                  <a:pt x="1536217" y="854"/>
                </a:lnTo>
                <a:lnTo>
                  <a:pt x="1535550" y="692"/>
                </a:lnTo>
                <a:lnTo>
                  <a:pt x="1534867" y="547"/>
                </a:lnTo>
                <a:lnTo>
                  <a:pt x="1534168" y="419"/>
                </a:lnTo>
                <a:lnTo>
                  <a:pt x="1533453" y="308"/>
                </a:lnTo>
                <a:lnTo>
                  <a:pt x="1532721" y="214"/>
                </a:lnTo>
                <a:lnTo>
                  <a:pt x="1531974" y="137"/>
                </a:lnTo>
                <a:lnTo>
                  <a:pt x="1531210" y="77"/>
                </a:lnTo>
                <a:lnTo>
                  <a:pt x="1530430" y="34"/>
                </a:lnTo>
                <a:lnTo>
                  <a:pt x="1529634" y="9"/>
                </a:lnTo>
                <a:lnTo>
                  <a:pt x="1528822" y="0"/>
                </a:lnTo>
                <a:lnTo>
                  <a:pt x="1528010" y="9"/>
                </a:lnTo>
                <a:lnTo>
                  <a:pt x="1527214" y="34"/>
                </a:lnTo>
                <a:lnTo>
                  <a:pt x="1526434" y="77"/>
                </a:lnTo>
                <a:lnTo>
                  <a:pt x="1525671" y="137"/>
                </a:lnTo>
                <a:lnTo>
                  <a:pt x="1524923" y="214"/>
                </a:lnTo>
                <a:lnTo>
                  <a:pt x="1524192" y="308"/>
                </a:lnTo>
                <a:lnTo>
                  <a:pt x="1523477" y="419"/>
                </a:lnTo>
                <a:lnTo>
                  <a:pt x="1522778" y="547"/>
                </a:lnTo>
                <a:lnTo>
                  <a:pt x="1522095" y="692"/>
                </a:lnTo>
                <a:lnTo>
                  <a:pt x="1521428" y="854"/>
                </a:lnTo>
                <a:lnTo>
                  <a:pt x="1520777" y="1034"/>
                </a:lnTo>
                <a:lnTo>
                  <a:pt x="1520143" y="1230"/>
                </a:lnTo>
                <a:lnTo>
                  <a:pt x="1519525" y="1444"/>
                </a:lnTo>
                <a:lnTo>
                  <a:pt x="1518922" y="1675"/>
                </a:lnTo>
                <a:lnTo>
                  <a:pt x="1518336" y="1922"/>
                </a:lnTo>
                <a:lnTo>
                  <a:pt x="1517767" y="2187"/>
                </a:lnTo>
                <a:lnTo>
                  <a:pt x="1517213" y="2469"/>
                </a:lnTo>
                <a:lnTo>
                  <a:pt x="1516675" y="2768"/>
                </a:lnTo>
                <a:lnTo>
                  <a:pt x="1516154" y="3084"/>
                </a:lnTo>
                <a:lnTo>
                  <a:pt x="1515649" y="3417"/>
                </a:lnTo>
                <a:lnTo>
                  <a:pt x="1515160" y="3768"/>
                </a:lnTo>
                <a:lnTo>
                  <a:pt x="1514687" y="4135"/>
                </a:lnTo>
                <a:lnTo>
                  <a:pt x="1514230" y="4520"/>
                </a:lnTo>
                <a:lnTo>
                  <a:pt x="1513789" y="4921"/>
                </a:lnTo>
                <a:lnTo>
                  <a:pt x="1513366" y="5336"/>
                </a:lnTo>
                <a:lnTo>
                  <a:pt x="1512960" y="5760"/>
                </a:lnTo>
                <a:lnTo>
                  <a:pt x="1512573" y="6193"/>
                </a:lnTo>
                <a:lnTo>
                  <a:pt x="1512203" y="6635"/>
                </a:lnTo>
                <a:lnTo>
                  <a:pt x="1511852" y="7086"/>
                </a:lnTo>
                <a:lnTo>
                  <a:pt x="1511518" y="7546"/>
                </a:lnTo>
                <a:lnTo>
                  <a:pt x="1511203" y="8016"/>
                </a:lnTo>
                <a:lnTo>
                  <a:pt x="1510905" y="8494"/>
                </a:lnTo>
                <a:lnTo>
                  <a:pt x="1510626" y="8982"/>
                </a:lnTo>
                <a:lnTo>
                  <a:pt x="1510365" y="9479"/>
                </a:lnTo>
                <a:lnTo>
                  <a:pt x="1510121" y="9985"/>
                </a:lnTo>
                <a:lnTo>
                  <a:pt x="1509896" y="10500"/>
                </a:lnTo>
                <a:lnTo>
                  <a:pt x="1509689" y="11024"/>
                </a:lnTo>
                <a:lnTo>
                  <a:pt x="1509499" y="11557"/>
                </a:lnTo>
                <a:lnTo>
                  <a:pt x="1509328" y="12100"/>
                </a:lnTo>
                <a:lnTo>
                  <a:pt x="1509175" y="12651"/>
                </a:lnTo>
                <a:lnTo>
                  <a:pt x="1509040" y="13212"/>
                </a:lnTo>
                <a:lnTo>
                  <a:pt x="1508923" y="13782"/>
                </a:lnTo>
                <a:lnTo>
                  <a:pt x="1508824" y="14361"/>
                </a:lnTo>
                <a:lnTo>
                  <a:pt x="1508742" y="14949"/>
                </a:lnTo>
                <a:lnTo>
                  <a:pt x="1508679" y="15546"/>
                </a:lnTo>
                <a:lnTo>
                  <a:pt x="1508634" y="16153"/>
                </a:lnTo>
                <a:lnTo>
                  <a:pt x="1508607" y="16768"/>
                </a:lnTo>
                <a:lnTo>
                  <a:pt x="1508598" y="17393"/>
                </a:lnTo>
                <a:lnTo>
                  <a:pt x="1508607" y="18006"/>
                </a:lnTo>
                <a:lnTo>
                  <a:pt x="1508634" y="18612"/>
                </a:lnTo>
                <a:lnTo>
                  <a:pt x="1508679" y="19209"/>
                </a:lnTo>
                <a:lnTo>
                  <a:pt x="1508742" y="19797"/>
                </a:lnTo>
                <a:lnTo>
                  <a:pt x="1508824" y="20377"/>
                </a:lnTo>
                <a:lnTo>
                  <a:pt x="1508923" y="20949"/>
                </a:lnTo>
                <a:lnTo>
                  <a:pt x="1509040" y="21512"/>
                </a:lnTo>
                <a:lnTo>
                  <a:pt x="1509175" y="22067"/>
                </a:lnTo>
                <a:lnTo>
                  <a:pt x="1509328" y="22613"/>
                </a:lnTo>
                <a:lnTo>
                  <a:pt x="1509499" y="23151"/>
                </a:lnTo>
                <a:lnTo>
                  <a:pt x="1509689" y="23680"/>
                </a:lnTo>
                <a:lnTo>
                  <a:pt x="1509896" y="24201"/>
                </a:lnTo>
                <a:lnTo>
                  <a:pt x="1510121" y="24714"/>
                </a:lnTo>
                <a:lnTo>
                  <a:pt x="1510365" y="25218"/>
                </a:lnTo>
                <a:lnTo>
                  <a:pt x="1510626" y="25714"/>
                </a:lnTo>
                <a:lnTo>
                  <a:pt x="1510905" y="26201"/>
                </a:lnTo>
                <a:lnTo>
                  <a:pt x="1511203" y="26680"/>
                </a:lnTo>
                <a:lnTo>
                  <a:pt x="1511518" y="27151"/>
                </a:lnTo>
                <a:lnTo>
                  <a:pt x="1511852" y="27613"/>
                </a:lnTo>
                <a:lnTo>
                  <a:pt x="1512203" y="28066"/>
                </a:lnTo>
                <a:lnTo>
                  <a:pt x="1512573" y="28512"/>
                </a:lnTo>
                <a:lnTo>
                  <a:pt x="1512960" y="28948"/>
                </a:lnTo>
                <a:lnTo>
                  <a:pt x="1513366" y="29377"/>
                </a:lnTo>
                <a:lnTo>
                  <a:pt x="1513789" y="29797"/>
                </a:lnTo>
                <a:lnTo>
                  <a:pt x="1514230" y="30204"/>
                </a:lnTo>
                <a:lnTo>
                  <a:pt x="1514687" y="30594"/>
                </a:lnTo>
                <a:lnTo>
                  <a:pt x="1515160" y="30966"/>
                </a:lnTo>
                <a:lnTo>
                  <a:pt x="1515649" y="31321"/>
                </a:lnTo>
                <a:lnTo>
                  <a:pt x="1516154" y="31659"/>
                </a:lnTo>
                <a:lnTo>
                  <a:pt x="1516675" y="31979"/>
                </a:lnTo>
                <a:lnTo>
                  <a:pt x="1517213" y="32282"/>
                </a:lnTo>
                <a:lnTo>
                  <a:pt x="1517767" y="32568"/>
                </a:lnTo>
                <a:lnTo>
                  <a:pt x="1518336" y="32837"/>
                </a:lnTo>
                <a:lnTo>
                  <a:pt x="1518922" y="33088"/>
                </a:lnTo>
                <a:lnTo>
                  <a:pt x="1519525" y="33322"/>
                </a:lnTo>
                <a:lnTo>
                  <a:pt x="1520143" y="33538"/>
                </a:lnTo>
                <a:lnTo>
                  <a:pt x="1520777" y="33737"/>
                </a:lnTo>
                <a:lnTo>
                  <a:pt x="1521428" y="33919"/>
                </a:lnTo>
                <a:lnTo>
                  <a:pt x="1522095" y="34084"/>
                </a:lnTo>
                <a:lnTo>
                  <a:pt x="1522778" y="34231"/>
                </a:lnTo>
                <a:lnTo>
                  <a:pt x="1523477" y="34361"/>
                </a:lnTo>
                <a:lnTo>
                  <a:pt x="1524192" y="34474"/>
                </a:lnTo>
                <a:lnTo>
                  <a:pt x="1524923" y="34569"/>
                </a:lnTo>
                <a:lnTo>
                  <a:pt x="1525671" y="34647"/>
                </a:lnTo>
                <a:lnTo>
                  <a:pt x="1526434" y="34707"/>
                </a:lnTo>
                <a:lnTo>
                  <a:pt x="1527214" y="34751"/>
                </a:lnTo>
                <a:lnTo>
                  <a:pt x="1528010" y="34777"/>
                </a:lnTo>
                <a:lnTo>
                  <a:pt x="1528822" y="34785"/>
                </a:lnTo>
                <a:lnTo>
                  <a:pt x="1529634" y="34777"/>
                </a:lnTo>
                <a:lnTo>
                  <a:pt x="1530430" y="34751"/>
                </a:lnTo>
                <a:lnTo>
                  <a:pt x="1531210" y="34707"/>
                </a:lnTo>
                <a:lnTo>
                  <a:pt x="1531974" y="34647"/>
                </a:lnTo>
                <a:lnTo>
                  <a:pt x="1532721" y="34569"/>
                </a:lnTo>
                <a:close/>
                <a:moveTo>
                  <a:pt x="2740383" y="70928"/>
                </a:moveTo>
                <a:lnTo>
                  <a:pt x="2739740" y="69636"/>
                </a:lnTo>
                <a:lnTo>
                  <a:pt x="2739060" y="68381"/>
                </a:lnTo>
                <a:lnTo>
                  <a:pt x="2738343" y="67162"/>
                </a:lnTo>
                <a:lnTo>
                  <a:pt x="2737590" y="65981"/>
                </a:lnTo>
                <a:lnTo>
                  <a:pt x="2736800" y="64836"/>
                </a:lnTo>
                <a:lnTo>
                  <a:pt x="2735973" y="63728"/>
                </a:lnTo>
                <a:lnTo>
                  <a:pt x="2735109" y="62657"/>
                </a:lnTo>
                <a:lnTo>
                  <a:pt x="2734211" y="61625"/>
                </a:lnTo>
                <a:lnTo>
                  <a:pt x="2733281" y="60638"/>
                </a:lnTo>
                <a:lnTo>
                  <a:pt x="2732319" y="59695"/>
                </a:lnTo>
                <a:lnTo>
                  <a:pt x="2731325" y="58796"/>
                </a:lnTo>
                <a:lnTo>
                  <a:pt x="2730299" y="57940"/>
                </a:lnTo>
                <a:lnTo>
                  <a:pt x="2729240" y="57128"/>
                </a:lnTo>
                <a:lnTo>
                  <a:pt x="2728150" y="56361"/>
                </a:lnTo>
                <a:lnTo>
                  <a:pt x="2727027" y="55637"/>
                </a:lnTo>
                <a:lnTo>
                  <a:pt x="2725873" y="54957"/>
                </a:lnTo>
                <a:lnTo>
                  <a:pt x="2724686" y="54320"/>
                </a:lnTo>
                <a:lnTo>
                  <a:pt x="2723467" y="53728"/>
                </a:lnTo>
                <a:lnTo>
                  <a:pt x="2722217" y="53180"/>
                </a:lnTo>
                <a:lnTo>
                  <a:pt x="2720934" y="52675"/>
                </a:lnTo>
                <a:lnTo>
                  <a:pt x="2719619" y="52214"/>
                </a:lnTo>
                <a:lnTo>
                  <a:pt x="2718272" y="51798"/>
                </a:lnTo>
                <a:lnTo>
                  <a:pt x="2716893" y="51425"/>
                </a:lnTo>
                <a:lnTo>
                  <a:pt x="2715482" y="51096"/>
                </a:lnTo>
                <a:lnTo>
                  <a:pt x="2714039" y="50810"/>
                </a:lnTo>
                <a:lnTo>
                  <a:pt x="2712563" y="50569"/>
                </a:lnTo>
                <a:lnTo>
                  <a:pt x="2711056" y="50372"/>
                </a:lnTo>
                <a:lnTo>
                  <a:pt x="2709517" y="50218"/>
                </a:lnTo>
                <a:lnTo>
                  <a:pt x="2707945" y="50108"/>
                </a:lnTo>
                <a:lnTo>
                  <a:pt x="2706342" y="50043"/>
                </a:lnTo>
                <a:lnTo>
                  <a:pt x="2704706" y="50021"/>
                </a:lnTo>
                <a:lnTo>
                  <a:pt x="2703322" y="50032"/>
                </a:lnTo>
                <a:lnTo>
                  <a:pt x="2701957" y="50066"/>
                </a:lnTo>
                <a:lnTo>
                  <a:pt x="2700610" y="50123"/>
                </a:lnTo>
                <a:lnTo>
                  <a:pt x="2699281" y="50202"/>
                </a:lnTo>
                <a:lnTo>
                  <a:pt x="2697971" y="50305"/>
                </a:lnTo>
                <a:lnTo>
                  <a:pt x="2696680" y="50429"/>
                </a:lnTo>
                <a:lnTo>
                  <a:pt x="2695407" y="50577"/>
                </a:lnTo>
                <a:lnTo>
                  <a:pt x="2694152" y="50747"/>
                </a:lnTo>
                <a:lnTo>
                  <a:pt x="2692916" y="50940"/>
                </a:lnTo>
                <a:lnTo>
                  <a:pt x="2691699" y="51156"/>
                </a:lnTo>
                <a:lnTo>
                  <a:pt x="2690499" y="51394"/>
                </a:lnTo>
                <a:lnTo>
                  <a:pt x="2689319" y="51656"/>
                </a:lnTo>
                <a:lnTo>
                  <a:pt x="2688157" y="51939"/>
                </a:lnTo>
                <a:lnTo>
                  <a:pt x="2687013" y="52246"/>
                </a:lnTo>
                <a:lnTo>
                  <a:pt x="2685888" y="52575"/>
                </a:lnTo>
                <a:lnTo>
                  <a:pt x="2684782" y="52927"/>
                </a:lnTo>
                <a:lnTo>
                  <a:pt x="2683694" y="53302"/>
                </a:lnTo>
                <a:lnTo>
                  <a:pt x="2682624" y="53699"/>
                </a:lnTo>
                <a:lnTo>
                  <a:pt x="2681573" y="54119"/>
                </a:lnTo>
                <a:lnTo>
                  <a:pt x="2680540" y="54562"/>
                </a:lnTo>
                <a:lnTo>
                  <a:pt x="2679526" y="55027"/>
                </a:lnTo>
                <a:lnTo>
                  <a:pt x="2678530" y="55515"/>
                </a:lnTo>
                <a:lnTo>
                  <a:pt x="2677553" y="56026"/>
                </a:lnTo>
                <a:lnTo>
                  <a:pt x="2676595" y="56560"/>
                </a:lnTo>
                <a:lnTo>
                  <a:pt x="2675654" y="57108"/>
                </a:lnTo>
                <a:lnTo>
                  <a:pt x="2674730" y="57663"/>
                </a:lnTo>
                <a:lnTo>
                  <a:pt x="2673823" y="58225"/>
                </a:lnTo>
                <a:lnTo>
                  <a:pt x="2672934" y="58794"/>
                </a:lnTo>
                <a:lnTo>
                  <a:pt x="2672061" y="59369"/>
                </a:lnTo>
                <a:lnTo>
                  <a:pt x="2671206" y="59952"/>
                </a:lnTo>
                <a:lnTo>
                  <a:pt x="2670367" y="60541"/>
                </a:lnTo>
                <a:lnTo>
                  <a:pt x="2669546" y="61136"/>
                </a:lnTo>
                <a:lnTo>
                  <a:pt x="2668742" y="61739"/>
                </a:lnTo>
                <a:lnTo>
                  <a:pt x="2667955" y="62348"/>
                </a:lnTo>
                <a:lnTo>
                  <a:pt x="2667185" y="62965"/>
                </a:lnTo>
                <a:lnTo>
                  <a:pt x="2666432" y="63588"/>
                </a:lnTo>
                <a:lnTo>
                  <a:pt x="2665696" y="64217"/>
                </a:lnTo>
                <a:lnTo>
                  <a:pt x="2664978" y="64854"/>
                </a:lnTo>
                <a:lnTo>
                  <a:pt x="2664276" y="65497"/>
                </a:lnTo>
                <a:lnTo>
                  <a:pt x="2663591" y="66148"/>
                </a:lnTo>
                <a:lnTo>
                  <a:pt x="2662924" y="66804"/>
                </a:lnTo>
                <a:lnTo>
                  <a:pt x="2662274" y="67468"/>
                </a:lnTo>
                <a:lnTo>
                  <a:pt x="2661640" y="68139"/>
                </a:lnTo>
                <a:lnTo>
                  <a:pt x="2661024" y="68816"/>
                </a:lnTo>
                <a:lnTo>
                  <a:pt x="2660425" y="69500"/>
                </a:lnTo>
                <a:lnTo>
                  <a:pt x="2659843" y="70191"/>
                </a:lnTo>
                <a:lnTo>
                  <a:pt x="2659278" y="70889"/>
                </a:lnTo>
                <a:lnTo>
                  <a:pt x="2658730" y="71593"/>
                </a:lnTo>
                <a:lnTo>
                  <a:pt x="2658056" y="52043"/>
                </a:lnTo>
                <a:lnTo>
                  <a:pt x="2623675" y="52043"/>
                </a:lnTo>
                <a:lnTo>
                  <a:pt x="2623675" y="185252"/>
                </a:lnTo>
                <a:lnTo>
                  <a:pt x="2659404" y="185252"/>
                </a:lnTo>
                <a:lnTo>
                  <a:pt x="2659404" y="96014"/>
                </a:lnTo>
                <a:lnTo>
                  <a:pt x="2659879" y="95412"/>
                </a:lnTo>
                <a:lnTo>
                  <a:pt x="2660360" y="94818"/>
                </a:lnTo>
                <a:lnTo>
                  <a:pt x="2660847" y="94232"/>
                </a:lnTo>
                <a:lnTo>
                  <a:pt x="2661340" y="93653"/>
                </a:lnTo>
                <a:lnTo>
                  <a:pt x="2661840" y="93082"/>
                </a:lnTo>
                <a:lnTo>
                  <a:pt x="2662345" y="92519"/>
                </a:lnTo>
                <a:lnTo>
                  <a:pt x="2662857" y="91963"/>
                </a:lnTo>
                <a:lnTo>
                  <a:pt x="2663374" y="91414"/>
                </a:lnTo>
                <a:lnTo>
                  <a:pt x="2663898" y="90874"/>
                </a:lnTo>
                <a:lnTo>
                  <a:pt x="2664427" y="90341"/>
                </a:lnTo>
                <a:lnTo>
                  <a:pt x="2664963" y="89815"/>
                </a:lnTo>
                <a:lnTo>
                  <a:pt x="2665505" y="89297"/>
                </a:lnTo>
                <a:lnTo>
                  <a:pt x="2666053" y="88787"/>
                </a:lnTo>
                <a:lnTo>
                  <a:pt x="2666607" y="88285"/>
                </a:lnTo>
                <a:lnTo>
                  <a:pt x="2667167" y="87790"/>
                </a:lnTo>
                <a:lnTo>
                  <a:pt x="2667734" y="87302"/>
                </a:lnTo>
                <a:lnTo>
                  <a:pt x="2668306" y="86822"/>
                </a:lnTo>
                <a:lnTo>
                  <a:pt x="2668884" y="86350"/>
                </a:lnTo>
                <a:lnTo>
                  <a:pt x="2669469" y="85886"/>
                </a:lnTo>
                <a:lnTo>
                  <a:pt x="2670059" y="85429"/>
                </a:lnTo>
                <a:lnTo>
                  <a:pt x="2670656" y="84979"/>
                </a:lnTo>
                <a:lnTo>
                  <a:pt x="2671259" y="84538"/>
                </a:lnTo>
                <a:lnTo>
                  <a:pt x="2671868" y="84103"/>
                </a:lnTo>
                <a:lnTo>
                  <a:pt x="2672482" y="83677"/>
                </a:lnTo>
                <a:lnTo>
                  <a:pt x="2673106" y="83263"/>
                </a:lnTo>
                <a:lnTo>
                  <a:pt x="2673739" y="82867"/>
                </a:lnTo>
                <a:lnTo>
                  <a:pt x="2674383" y="82488"/>
                </a:lnTo>
                <a:lnTo>
                  <a:pt x="2675037" y="82127"/>
                </a:lnTo>
                <a:lnTo>
                  <a:pt x="2675701" y="81783"/>
                </a:lnTo>
                <a:lnTo>
                  <a:pt x="2676376" y="81457"/>
                </a:lnTo>
                <a:lnTo>
                  <a:pt x="2677060" y="81149"/>
                </a:lnTo>
                <a:lnTo>
                  <a:pt x="2677756" y="80859"/>
                </a:lnTo>
                <a:lnTo>
                  <a:pt x="2678461" y="80586"/>
                </a:lnTo>
                <a:lnTo>
                  <a:pt x="2679177" y="80330"/>
                </a:lnTo>
                <a:lnTo>
                  <a:pt x="2679903" y="80092"/>
                </a:lnTo>
                <a:lnTo>
                  <a:pt x="2680639" y="79872"/>
                </a:lnTo>
                <a:lnTo>
                  <a:pt x="2681386" y="79670"/>
                </a:lnTo>
                <a:lnTo>
                  <a:pt x="2682143" y="79485"/>
                </a:lnTo>
                <a:lnTo>
                  <a:pt x="2682910" y="79317"/>
                </a:lnTo>
                <a:lnTo>
                  <a:pt x="2683688" y="79168"/>
                </a:lnTo>
                <a:lnTo>
                  <a:pt x="2684476" y="79036"/>
                </a:lnTo>
                <a:lnTo>
                  <a:pt x="2685274" y="78921"/>
                </a:lnTo>
                <a:lnTo>
                  <a:pt x="2686083" y="78824"/>
                </a:lnTo>
                <a:lnTo>
                  <a:pt x="2686901" y="78745"/>
                </a:lnTo>
                <a:lnTo>
                  <a:pt x="2687730" y="78683"/>
                </a:lnTo>
                <a:lnTo>
                  <a:pt x="2688570" y="78639"/>
                </a:lnTo>
                <a:lnTo>
                  <a:pt x="2689420" y="78613"/>
                </a:lnTo>
                <a:lnTo>
                  <a:pt x="2690280" y="78604"/>
                </a:lnTo>
                <a:lnTo>
                  <a:pt x="2690859" y="78609"/>
                </a:lnTo>
                <a:lnTo>
                  <a:pt x="2691430" y="78625"/>
                </a:lnTo>
                <a:lnTo>
                  <a:pt x="2691991" y="78651"/>
                </a:lnTo>
                <a:lnTo>
                  <a:pt x="2692544" y="78688"/>
                </a:lnTo>
                <a:lnTo>
                  <a:pt x="2693087" y="78735"/>
                </a:lnTo>
                <a:lnTo>
                  <a:pt x="2693621" y="78793"/>
                </a:lnTo>
                <a:lnTo>
                  <a:pt x="2694146" y="78861"/>
                </a:lnTo>
                <a:lnTo>
                  <a:pt x="2694661" y="78939"/>
                </a:lnTo>
                <a:lnTo>
                  <a:pt x="2695168" y="79028"/>
                </a:lnTo>
                <a:lnTo>
                  <a:pt x="2695666" y="79128"/>
                </a:lnTo>
                <a:lnTo>
                  <a:pt x="2696154" y="79238"/>
                </a:lnTo>
                <a:lnTo>
                  <a:pt x="2696633" y="79358"/>
                </a:lnTo>
                <a:lnTo>
                  <a:pt x="2697103" y="79489"/>
                </a:lnTo>
                <a:lnTo>
                  <a:pt x="2697564" y="79631"/>
                </a:lnTo>
                <a:lnTo>
                  <a:pt x="2698016" y="79782"/>
                </a:lnTo>
                <a:lnTo>
                  <a:pt x="2698459" y="79945"/>
                </a:lnTo>
                <a:lnTo>
                  <a:pt x="2698893" y="80118"/>
                </a:lnTo>
                <a:lnTo>
                  <a:pt x="2699317" y="80301"/>
                </a:lnTo>
                <a:lnTo>
                  <a:pt x="2699733" y="80495"/>
                </a:lnTo>
                <a:lnTo>
                  <a:pt x="2700139" y="80699"/>
                </a:lnTo>
                <a:lnTo>
                  <a:pt x="2700536" y="80914"/>
                </a:lnTo>
                <a:lnTo>
                  <a:pt x="2700924" y="81139"/>
                </a:lnTo>
                <a:lnTo>
                  <a:pt x="2701303" y="81375"/>
                </a:lnTo>
                <a:lnTo>
                  <a:pt x="2701672" y="81621"/>
                </a:lnTo>
                <a:lnTo>
                  <a:pt x="2702033" y="81876"/>
                </a:lnTo>
                <a:lnTo>
                  <a:pt x="2702386" y="82141"/>
                </a:lnTo>
                <a:lnTo>
                  <a:pt x="2702730" y="82413"/>
                </a:lnTo>
                <a:lnTo>
                  <a:pt x="2703066" y="82695"/>
                </a:lnTo>
                <a:lnTo>
                  <a:pt x="2703393" y="82985"/>
                </a:lnTo>
                <a:lnTo>
                  <a:pt x="2703712" y="83283"/>
                </a:lnTo>
                <a:lnTo>
                  <a:pt x="2704022" y="83590"/>
                </a:lnTo>
                <a:lnTo>
                  <a:pt x="2704324" y="83906"/>
                </a:lnTo>
                <a:lnTo>
                  <a:pt x="2704618" y="84230"/>
                </a:lnTo>
                <a:lnTo>
                  <a:pt x="2704903" y="84563"/>
                </a:lnTo>
                <a:lnTo>
                  <a:pt x="2705179" y="84904"/>
                </a:lnTo>
                <a:lnTo>
                  <a:pt x="2705448" y="85254"/>
                </a:lnTo>
                <a:lnTo>
                  <a:pt x="2705707" y="85612"/>
                </a:lnTo>
                <a:lnTo>
                  <a:pt x="2705959" y="85979"/>
                </a:lnTo>
                <a:lnTo>
                  <a:pt x="2706202" y="86355"/>
                </a:lnTo>
                <a:lnTo>
                  <a:pt x="2706436" y="86739"/>
                </a:lnTo>
                <a:lnTo>
                  <a:pt x="2706662" y="87131"/>
                </a:lnTo>
                <a:lnTo>
                  <a:pt x="2706880" y="87532"/>
                </a:lnTo>
                <a:lnTo>
                  <a:pt x="2707089" y="87942"/>
                </a:lnTo>
                <a:lnTo>
                  <a:pt x="2707290" y="88360"/>
                </a:lnTo>
                <a:lnTo>
                  <a:pt x="2707483" y="88787"/>
                </a:lnTo>
                <a:lnTo>
                  <a:pt x="2707667" y="89223"/>
                </a:lnTo>
                <a:lnTo>
                  <a:pt x="2707842" y="89667"/>
                </a:lnTo>
                <a:lnTo>
                  <a:pt x="2708009" y="90119"/>
                </a:lnTo>
                <a:lnTo>
                  <a:pt x="2708169" y="90579"/>
                </a:lnTo>
                <a:lnTo>
                  <a:pt x="2708322" y="91045"/>
                </a:lnTo>
                <a:lnTo>
                  <a:pt x="2708467" y="91517"/>
                </a:lnTo>
                <a:lnTo>
                  <a:pt x="2708607" y="91996"/>
                </a:lnTo>
                <a:lnTo>
                  <a:pt x="2708739" y="92481"/>
                </a:lnTo>
                <a:lnTo>
                  <a:pt x="2708865" y="92971"/>
                </a:lnTo>
                <a:lnTo>
                  <a:pt x="2708983" y="93469"/>
                </a:lnTo>
                <a:lnTo>
                  <a:pt x="2709095" y="93972"/>
                </a:lnTo>
                <a:lnTo>
                  <a:pt x="2709201" y="94481"/>
                </a:lnTo>
                <a:lnTo>
                  <a:pt x="2709299" y="94997"/>
                </a:lnTo>
                <a:lnTo>
                  <a:pt x="2709391" y="95519"/>
                </a:lnTo>
                <a:lnTo>
                  <a:pt x="2709476" y="96047"/>
                </a:lnTo>
                <a:lnTo>
                  <a:pt x="2709554" y="96582"/>
                </a:lnTo>
                <a:lnTo>
                  <a:pt x="2709625" y="97122"/>
                </a:lnTo>
                <a:lnTo>
                  <a:pt x="2709689" y="97669"/>
                </a:lnTo>
                <a:lnTo>
                  <a:pt x="2709747" y="98222"/>
                </a:lnTo>
                <a:lnTo>
                  <a:pt x="2709798" y="98781"/>
                </a:lnTo>
                <a:lnTo>
                  <a:pt x="2709842" y="99346"/>
                </a:lnTo>
                <a:lnTo>
                  <a:pt x="2709879" y="99918"/>
                </a:lnTo>
                <a:lnTo>
                  <a:pt x="2709910" y="100496"/>
                </a:lnTo>
                <a:lnTo>
                  <a:pt x="2709934" y="101080"/>
                </a:lnTo>
                <a:lnTo>
                  <a:pt x="2709951" y="101670"/>
                </a:lnTo>
                <a:lnTo>
                  <a:pt x="2709961" y="102266"/>
                </a:lnTo>
                <a:lnTo>
                  <a:pt x="2709964" y="102869"/>
                </a:lnTo>
                <a:lnTo>
                  <a:pt x="2709964" y="185252"/>
                </a:lnTo>
                <a:lnTo>
                  <a:pt x="2745693" y="185252"/>
                </a:lnTo>
                <a:lnTo>
                  <a:pt x="2745693" y="98512"/>
                </a:lnTo>
                <a:lnTo>
                  <a:pt x="2745675" y="96595"/>
                </a:lnTo>
                <a:lnTo>
                  <a:pt x="2745620" y="94716"/>
                </a:lnTo>
                <a:lnTo>
                  <a:pt x="2745606" y="94440"/>
                </a:lnTo>
                <a:lnTo>
                  <a:pt x="2745921" y="94079"/>
                </a:lnTo>
                <a:lnTo>
                  <a:pt x="2746423" y="93518"/>
                </a:lnTo>
                <a:lnTo>
                  <a:pt x="2746931" y="92965"/>
                </a:lnTo>
                <a:lnTo>
                  <a:pt x="2747444" y="92420"/>
                </a:lnTo>
                <a:lnTo>
                  <a:pt x="2747963" y="91883"/>
                </a:lnTo>
                <a:lnTo>
                  <a:pt x="2748487" y="91354"/>
                </a:lnTo>
                <a:lnTo>
                  <a:pt x="2749016" y="90832"/>
                </a:lnTo>
                <a:lnTo>
                  <a:pt x="2749551" y="90319"/>
                </a:lnTo>
                <a:lnTo>
                  <a:pt x="2750091" y="89814"/>
                </a:lnTo>
                <a:lnTo>
                  <a:pt x="2750637" y="89316"/>
                </a:lnTo>
                <a:lnTo>
                  <a:pt x="2751187" y="88827"/>
                </a:lnTo>
                <a:lnTo>
                  <a:pt x="2751744" y="88345"/>
                </a:lnTo>
                <a:lnTo>
                  <a:pt x="2752305" y="87872"/>
                </a:lnTo>
                <a:lnTo>
                  <a:pt x="2752872" y="87406"/>
                </a:lnTo>
                <a:lnTo>
                  <a:pt x="2753445" y="86949"/>
                </a:lnTo>
                <a:lnTo>
                  <a:pt x="2754023" y="86499"/>
                </a:lnTo>
                <a:lnTo>
                  <a:pt x="2754606" y="86057"/>
                </a:lnTo>
                <a:lnTo>
                  <a:pt x="2755194" y="85623"/>
                </a:lnTo>
                <a:lnTo>
                  <a:pt x="2755788" y="85198"/>
                </a:lnTo>
                <a:lnTo>
                  <a:pt x="2756388" y="84780"/>
                </a:lnTo>
                <a:lnTo>
                  <a:pt x="2756992" y="84370"/>
                </a:lnTo>
                <a:lnTo>
                  <a:pt x="2757603" y="83968"/>
                </a:lnTo>
                <a:lnTo>
                  <a:pt x="2758218" y="83574"/>
                </a:lnTo>
                <a:lnTo>
                  <a:pt x="2758839" y="83188"/>
                </a:lnTo>
                <a:lnTo>
                  <a:pt x="2759468" y="82814"/>
                </a:lnTo>
                <a:lnTo>
                  <a:pt x="2760106" y="82456"/>
                </a:lnTo>
                <a:lnTo>
                  <a:pt x="2760755" y="82114"/>
                </a:lnTo>
                <a:lnTo>
                  <a:pt x="2761414" y="81787"/>
                </a:lnTo>
                <a:lnTo>
                  <a:pt x="2762083" y="81477"/>
                </a:lnTo>
                <a:lnTo>
                  <a:pt x="2762762" y="81183"/>
                </a:lnTo>
                <a:lnTo>
                  <a:pt x="2763451" y="80904"/>
                </a:lnTo>
                <a:lnTo>
                  <a:pt x="2764150" y="80641"/>
                </a:lnTo>
                <a:lnTo>
                  <a:pt x="2764859" y="80395"/>
                </a:lnTo>
                <a:lnTo>
                  <a:pt x="2765578" y="80164"/>
                </a:lnTo>
                <a:lnTo>
                  <a:pt x="2766307" y="79949"/>
                </a:lnTo>
                <a:lnTo>
                  <a:pt x="2767047" y="79750"/>
                </a:lnTo>
                <a:lnTo>
                  <a:pt x="2767796" y="79567"/>
                </a:lnTo>
                <a:lnTo>
                  <a:pt x="2768555" y="79400"/>
                </a:lnTo>
                <a:lnTo>
                  <a:pt x="2769325" y="79249"/>
                </a:lnTo>
                <a:lnTo>
                  <a:pt x="2770104" y="79113"/>
                </a:lnTo>
                <a:lnTo>
                  <a:pt x="2770894" y="78994"/>
                </a:lnTo>
                <a:lnTo>
                  <a:pt x="2771694" y="78891"/>
                </a:lnTo>
                <a:lnTo>
                  <a:pt x="2772504" y="78803"/>
                </a:lnTo>
                <a:lnTo>
                  <a:pt x="2773323" y="78731"/>
                </a:lnTo>
                <a:lnTo>
                  <a:pt x="2774153" y="78676"/>
                </a:lnTo>
                <a:lnTo>
                  <a:pt x="2774993" y="78636"/>
                </a:lnTo>
                <a:lnTo>
                  <a:pt x="2775843" y="78612"/>
                </a:lnTo>
                <a:lnTo>
                  <a:pt x="2776704" y="78604"/>
                </a:lnTo>
                <a:lnTo>
                  <a:pt x="2777283" y="78609"/>
                </a:lnTo>
                <a:lnTo>
                  <a:pt x="2777854" y="78625"/>
                </a:lnTo>
                <a:lnTo>
                  <a:pt x="2778415" y="78651"/>
                </a:lnTo>
                <a:lnTo>
                  <a:pt x="2778967" y="78688"/>
                </a:lnTo>
                <a:lnTo>
                  <a:pt x="2779511" y="78735"/>
                </a:lnTo>
                <a:lnTo>
                  <a:pt x="2780045" y="78793"/>
                </a:lnTo>
                <a:lnTo>
                  <a:pt x="2780570" y="78861"/>
                </a:lnTo>
                <a:lnTo>
                  <a:pt x="2781085" y="78939"/>
                </a:lnTo>
                <a:lnTo>
                  <a:pt x="2781592" y="79028"/>
                </a:lnTo>
                <a:lnTo>
                  <a:pt x="2782090" y="79128"/>
                </a:lnTo>
                <a:lnTo>
                  <a:pt x="2782578" y="79238"/>
                </a:lnTo>
                <a:lnTo>
                  <a:pt x="2783057" y="79358"/>
                </a:lnTo>
                <a:lnTo>
                  <a:pt x="2783527" y="79489"/>
                </a:lnTo>
                <a:lnTo>
                  <a:pt x="2783988" y="79631"/>
                </a:lnTo>
                <a:lnTo>
                  <a:pt x="2784440" y="79782"/>
                </a:lnTo>
                <a:lnTo>
                  <a:pt x="2784883" y="79945"/>
                </a:lnTo>
                <a:lnTo>
                  <a:pt x="2785317" y="80118"/>
                </a:lnTo>
                <a:lnTo>
                  <a:pt x="2785741" y="80301"/>
                </a:lnTo>
                <a:lnTo>
                  <a:pt x="2786156" y="80495"/>
                </a:lnTo>
                <a:lnTo>
                  <a:pt x="2786563" y="80699"/>
                </a:lnTo>
                <a:lnTo>
                  <a:pt x="2786960" y="80914"/>
                </a:lnTo>
                <a:lnTo>
                  <a:pt x="2787348" y="81139"/>
                </a:lnTo>
                <a:lnTo>
                  <a:pt x="2787727" y="81375"/>
                </a:lnTo>
                <a:lnTo>
                  <a:pt x="2788096" y="81621"/>
                </a:lnTo>
                <a:lnTo>
                  <a:pt x="2788457" y="81876"/>
                </a:lnTo>
                <a:lnTo>
                  <a:pt x="2788810" y="82141"/>
                </a:lnTo>
                <a:lnTo>
                  <a:pt x="2789154" y="82413"/>
                </a:lnTo>
                <a:lnTo>
                  <a:pt x="2789490" y="82695"/>
                </a:lnTo>
                <a:lnTo>
                  <a:pt x="2789817" y="82985"/>
                </a:lnTo>
                <a:lnTo>
                  <a:pt x="2790136" y="83283"/>
                </a:lnTo>
                <a:lnTo>
                  <a:pt x="2790446" y="83590"/>
                </a:lnTo>
                <a:lnTo>
                  <a:pt x="2790748" y="83906"/>
                </a:lnTo>
                <a:lnTo>
                  <a:pt x="2791041" y="84230"/>
                </a:lnTo>
                <a:lnTo>
                  <a:pt x="2791327" y="84563"/>
                </a:lnTo>
                <a:lnTo>
                  <a:pt x="2791603" y="84904"/>
                </a:lnTo>
                <a:lnTo>
                  <a:pt x="2791872" y="85254"/>
                </a:lnTo>
                <a:lnTo>
                  <a:pt x="2792131" y="85612"/>
                </a:lnTo>
                <a:lnTo>
                  <a:pt x="2792383" y="85979"/>
                </a:lnTo>
                <a:lnTo>
                  <a:pt x="2792626" y="86355"/>
                </a:lnTo>
                <a:lnTo>
                  <a:pt x="2792860" y="86739"/>
                </a:lnTo>
                <a:lnTo>
                  <a:pt x="2793086" y="87131"/>
                </a:lnTo>
                <a:lnTo>
                  <a:pt x="2793304" y="87532"/>
                </a:lnTo>
                <a:lnTo>
                  <a:pt x="2793513" y="87942"/>
                </a:lnTo>
                <a:lnTo>
                  <a:pt x="2793714" y="88360"/>
                </a:lnTo>
                <a:lnTo>
                  <a:pt x="2793907" y="88787"/>
                </a:lnTo>
                <a:lnTo>
                  <a:pt x="2794091" y="89223"/>
                </a:lnTo>
                <a:lnTo>
                  <a:pt x="2794266" y="89667"/>
                </a:lnTo>
                <a:lnTo>
                  <a:pt x="2794433" y="90119"/>
                </a:lnTo>
                <a:lnTo>
                  <a:pt x="2794593" y="90579"/>
                </a:lnTo>
                <a:lnTo>
                  <a:pt x="2794745" y="91045"/>
                </a:lnTo>
                <a:lnTo>
                  <a:pt x="2794891" y="91517"/>
                </a:lnTo>
                <a:lnTo>
                  <a:pt x="2795031" y="91996"/>
                </a:lnTo>
                <a:lnTo>
                  <a:pt x="2795163" y="92481"/>
                </a:lnTo>
                <a:lnTo>
                  <a:pt x="2795289" y="92971"/>
                </a:lnTo>
                <a:lnTo>
                  <a:pt x="2795407" y="93469"/>
                </a:lnTo>
                <a:lnTo>
                  <a:pt x="2795519" y="93972"/>
                </a:lnTo>
                <a:lnTo>
                  <a:pt x="2795625" y="94481"/>
                </a:lnTo>
                <a:lnTo>
                  <a:pt x="2795723" y="94997"/>
                </a:lnTo>
                <a:lnTo>
                  <a:pt x="2795815" y="95519"/>
                </a:lnTo>
                <a:lnTo>
                  <a:pt x="2795899" y="96047"/>
                </a:lnTo>
                <a:lnTo>
                  <a:pt x="2795978" y="96582"/>
                </a:lnTo>
                <a:lnTo>
                  <a:pt x="2796049" y="97122"/>
                </a:lnTo>
                <a:lnTo>
                  <a:pt x="2796113" y="97669"/>
                </a:lnTo>
                <a:lnTo>
                  <a:pt x="2796171" y="98222"/>
                </a:lnTo>
                <a:lnTo>
                  <a:pt x="2796222" y="98781"/>
                </a:lnTo>
                <a:lnTo>
                  <a:pt x="2796266" y="99346"/>
                </a:lnTo>
                <a:lnTo>
                  <a:pt x="2796303" y="99918"/>
                </a:lnTo>
                <a:lnTo>
                  <a:pt x="2796334" y="100496"/>
                </a:lnTo>
                <a:lnTo>
                  <a:pt x="2796358" y="101080"/>
                </a:lnTo>
                <a:lnTo>
                  <a:pt x="2796375" y="101670"/>
                </a:lnTo>
                <a:lnTo>
                  <a:pt x="2796385" y="102266"/>
                </a:lnTo>
                <a:lnTo>
                  <a:pt x="2796388" y="102869"/>
                </a:lnTo>
                <a:lnTo>
                  <a:pt x="2796388" y="185252"/>
                </a:lnTo>
                <a:lnTo>
                  <a:pt x="2832117" y="185252"/>
                </a:lnTo>
                <a:lnTo>
                  <a:pt x="2832117" y="98512"/>
                </a:lnTo>
                <a:lnTo>
                  <a:pt x="2832099" y="96595"/>
                </a:lnTo>
                <a:lnTo>
                  <a:pt x="2832043" y="94716"/>
                </a:lnTo>
                <a:lnTo>
                  <a:pt x="2831950" y="92872"/>
                </a:lnTo>
                <a:lnTo>
                  <a:pt x="2831820" y="91066"/>
                </a:lnTo>
                <a:lnTo>
                  <a:pt x="2831652" y="89297"/>
                </a:lnTo>
                <a:lnTo>
                  <a:pt x="2831447" y="87564"/>
                </a:lnTo>
                <a:lnTo>
                  <a:pt x="2831205" y="85868"/>
                </a:lnTo>
                <a:lnTo>
                  <a:pt x="2830926" y="84208"/>
                </a:lnTo>
                <a:lnTo>
                  <a:pt x="2830610" y="82586"/>
                </a:lnTo>
                <a:lnTo>
                  <a:pt x="2830256" y="81000"/>
                </a:lnTo>
                <a:lnTo>
                  <a:pt x="2829866" y="79451"/>
                </a:lnTo>
                <a:lnTo>
                  <a:pt x="2829438" y="77938"/>
                </a:lnTo>
                <a:lnTo>
                  <a:pt x="2828972" y="76463"/>
                </a:lnTo>
                <a:lnTo>
                  <a:pt x="2828470" y="75024"/>
                </a:lnTo>
                <a:lnTo>
                  <a:pt x="2827930" y="73622"/>
                </a:lnTo>
                <a:lnTo>
                  <a:pt x="2827353" y="72256"/>
                </a:lnTo>
                <a:lnTo>
                  <a:pt x="2826739" y="70928"/>
                </a:lnTo>
                <a:lnTo>
                  <a:pt x="2826088" y="69636"/>
                </a:lnTo>
                <a:lnTo>
                  <a:pt x="2825399" y="68381"/>
                </a:lnTo>
                <a:lnTo>
                  <a:pt x="2824674" y="67162"/>
                </a:lnTo>
                <a:lnTo>
                  <a:pt x="2823911" y="65981"/>
                </a:lnTo>
                <a:lnTo>
                  <a:pt x="2823111" y="64836"/>
                </a:lnTo>
                <a:lnTo>
                  <a:pt x="2822273" y="63728"/>
                </a:lnTo>
                <a:lnTo>
                  <a:pt x="2821399" y="62657"/>
                </a:lnTo>
                <a:lnTo>
                  <a:pt x="2820490" y="61625"/>
                </a:lnTo>
                <a:lnTo>
                  <a:pt x="2819550" y="60638"/>
                </a:lnTo>
                <a:lnTo>
                  <a:pt x="2818579" y="59695"/>
                </a:lnTo>
                <a:lnTo>
                  <a:pt x="2817577" y="58796"/>
                </a:lnTo>
                <a:lnTo>
                  <a:pt x="2816543" y="57940"/>
                </a:lnTo>
                <a:lnTo>
                  <a:pt x="2815479" y="57128"/>
                </a:lnTo>
                <a:lnTo>
                  <a:pt x="2814383" y="56361"/>
                </a:lnTo>
                <a:lnTo>
                  <a:pt x="2813257" y="55637"/>
                </a:lnTo>
                <a:lnTo>
                  <a:pt x="2812099" y="54957"/>
                </a:lnTo>
                <a:lnTo>
                  <a:pt x="2810910" y="54320"/>
                </a:lnTo>
                <a:lnTo>
                  <a:pt x="2809690" y="53728"/>
                </a:lnTo>
                <a:lnTo>
                  <a:pt x="2808438" y="53180"/>
                </a:lnTo>
                <a:lnTo>
                  <a:pt x="2807156" y="52675"/>
                </a:lnTo>
                <a:lnTo>
                  <a:pt x="2805842" y="52214"/>
                </a:lnTo>
                <a:lnTo>
                  <a:pt x="2804498" y="51798"/>
                </a:lnTo>
                <a:lnTo>
                  <a:pt x="2803122" y="51425"/>
                </a:lnTo>
                <a:lnTo>
                  <a:pt x="2801715" y="51096"/>
                </a:lnTo>
                <a:lnTo>
                  <a:pt x="2800277" y="50810"/>
                </a:lnTo>
                <a:lnTo>
                  <a:pt x="2798808" y="50569"/>
                </a:lnTo>
                <a:lnTo>
                  <a:pt x="2797308" y="50372"/>
                </a:lnTo>
                <a:lnTo>
                  <a:pt x="2795776" y="50218"/>
                </a:lnTo>
                <a:lnTo>
                  <a:pt x="2794214" y="50108"/>
                </a:lnTo>
                <a:lnTo>
                  <a:pt x="2792620" y="50043"/>
                </a:lnTo>
                <a:lnTo>
                  <a:pt x="2790995" y="50021"/>
                </a:lnTo>
                <a:lnTo>
                  <a:pt x="2789610" y="50032"/>
                </a:lnTo>
                <a:lnTo>
                  <a:pt x="2788239" y="50068"/>
                </a:lnTo>
                <a:lnTo>
                  <a:pt x="2786884" y="50126"/>
                </a:lnTo>
                <a:lnTo>
                  <a:pt x="2785544" y="50208"/>
                </a:lnTo>
                <a:lnTo>
                  <a:pt x="2784219" y="50313"/>
                </a:lnTo>
                <a:lnTo>
                  <a:pt x="2782910" y="50442"/>
                </a:lnTo>
                <a:lnTo>
                  <a:pt x="2781615" y="50594"/>
                </a:lnTo>
                <a:lnTo>
                  <a:pt x="2780336" y="50770"/>
                </a:lnTo>
                <a:lnTo>
                  <a:pt x="2779072" y="50969"/>
                </a:lnTo>
                <a:lnTo>
                  <a:pt x="2777824" y="51191"/>
                </a:lnTo>
                <a:lnTo>
                  <a:pt x="2776590" y="51437"/>
                </a:lnTo>
                <a:lnTo>
                  <a:pt x="2775372" y="51706"/>
                </a:lnTo>
                <a:lnTo>
                  <a:pt x="2774169" y="51999"/>
                </a:lnTo>
                <a:lnTo>
                  <a:pt x="2772981" y="52315"/>
                </a:lnTo>
                <a:lnTo>
                  <a:pt x="2771809" y="52654"/>
                </a:lnTo>
                <a:lnTo>
                  <a:pt x="2770651" y="53017"/>
                </a:lnTo>
                <a:lnTo>
                  <a:pt x="2769509" y="53403"/>
                </a:lnTo>
                <a:lnTo>
                  <a:pt x="2768382" y="53813"/>
                </a:lnTo>
                <a:lnTo>
                  <a:pt x="2767270" y="54246"/>
                </a:lnTo>
                <a:lnTo>
                  <a:pt x="2766174" y="54702"/>
                </a:lnTo>
                <a:lnTo>
                  <a:pt x="2765093" y="55182"/>
                </a:lnTo>
                <a:lnTo>
                  <a:pt x="2764027" y="55685"/>
                </a:lnTo>
                <a:lnTo>
                  <a:pt x="2762976" y="56212"/>
                </a:lnTo>
                <a:lnTo>
                  <a:pt x="2761940" y="56762"/>
                </a:lnTo>
                <a:lnTo>
                  <a:pt x="2760919" y="57328"/>
                </a:lnTo>
                <a:lnTo>
                  <a:pt x="2759911" y="57902"/>
                </a:lnTo>
                <a:lnTo>
                  <a:pt x="2758916" y="58483"/>
                </a:lnTo>
                <a:lnTo>
                  <a:pt x="2757935" y="59073"/>
                </a:lnTo>
                <a:lnTo>
                  <a:pt x="2756966" y="59670"/>
                </a:lnTo>
                <a:lnTo>
                  <a:pt x="2756012" y="60276"/>
                </a:lnTo>
                <a:lnTo>
                  <a:pt x="2755070" y="60889"/>
                </a:lnTo>
                <a:lnTo>
                  <a:pt x="2754142" y="61511"/>
                </a:lnTo>
                <a:lnTo>
                  <a:pt x="2753228" y="62140"/>
                </a:lnTo>
                <a:lnTo>
                  <a:pt x="2752327" y="62778"/>
                </a:lnTo>
                <a:lnTo>
                  <a:pt x="2751439" y="63423"/>
                </a:lnTo>
                <a:lnTo>
                  <a:pt x="2750564" y="64076"/>
                </a:lnTo>
                <a:lnTo>
                  <a:pt x="2749703" y="64738"/>
                </a:lnTo>
                <a:lnTo>
                  <a:pt x="2748855" y="65407"/>
                </a:lnTo>
                <a:lnTo>
                  <a:pt x="2748020" y="66084"/>
                </a:lnTo>
                <a:lnTo>
                  <a:pt x="2747199" y="66769"/>
                </a:lnTo>
                <a:lnTo>
                  <a:pt x="2746391" y="67462"/>
                </a:lnTo>
                <a:lnTo>
                  <a:pt x="2745596" y="68163"/>
                </a:lnTo>
                <a:lnTo>
                  <a:pt x="2744815" y="68872"/>
                </a:lnTo>
                <a:lnTo>
                  <a:pt x="2744047" y="69589"/>
                </a:lnTo>
                <a:lnTo>
                  <a:pt x="2743293" y="70314"/>
                </a:lnTo>
                <a:lnTo>
                  <a:pt x="2742552" y="71047"/>
                </a:lnTo>
                <a:lnTo>
                  <a:pt x="2741824" y="71788"/>
                </a:lnTo>
                <a:lnTo>
                  <a:pt x="2741109" y="72537"/>
                </a:lnTo>
                <a:lnTo>
                  <a:pt x="2741112" y="72550"/>
                </a:lnTo>
                <a:lnTo>
                  <a:pt x="2740989" y="72256"/>
                </a:lnTo>
                <a:lnTo>
                  <a:pt x="2740383" y="70928"/>
                </a:lnTo>
                <a:close/>
                <a:moveTo>
                  <a:pt x="1476800" y="157309"/>
                </a:moveTo>
                <a:lnTo>
                  <a:pt x="1476000" y="157267"/>
                </a:lnTo>
                <a:lnTo>
                  <a:pt x="1475227" y="157208"/>
                </a:lnTo>
                <a:lnTo>
                  <a:pt x="1474480" y="157132"/>
                </a:lnTo>
                <a:lnTo>
                  <a:pt x="1473759" y="157039"/>
                </a:lnTo>
                <a:lnTo>
                  <a:pt x="1473064" y="156930"/>
                </a:lnTo>
                <a:lnTo>
                  <a:pt x="1472396" y="156804"/>
                </a:lnTo>
                <a:lnTo>
                  <a:pt x="1471753" y="156660"/>
                </a:lnTo>
                <a:lnTo>
                  <a:pt x="1471137" y="156500"/>
                </a:lnTo>
                <a:lnTo>
                  <a:pt x="1470547" y="156323"/>
                </a:lnTo>
                <a:lnTo>
                  <a:pt x="1469984" y="156129"/>
                </a:lnTo>
                <a:lnTo>
                  <a:pt x="1469446" y="155919"/>
                </a:lnTo>
                <a:lnTo>
                  <a:pt x="1468935" y="155691"/>
                </a:lnTo>
                <a:lnTo>
                  <a:pt x="1468450" y="155447"/>
                </a:lnTo>
                <a:lnTo>
                  <a:pt x="1467991" y="155186"/>
                </a:lnTo>
                <a:lnTo>
                  <a:pt x="1467559" y="154908"/>
                </a:lnTo>
                <a:lnTo>
                  <a:pt x="1467152" y="154613"/>
                </a:lnTo>
                <a:lnTo>
                  <a:pt x="1466772" y="154301"/>
                </a:lnTo>
                <a:lnTo>
                  <a:pt x="1466418" y="153972"/>
                </a:lnTo>
                <a:lnTo>
                  <a:pt x="1466091" y="153627"/>
                </a:lnTo>
                <a:lnTo>
                  <a:pt x="1465789" y="153264"/>
                </a:lnTo>
                <a:lnTo>
                  <a:pt x="1465514" y="152885"/>
                </a:lnTo>
                <a:lnTo>
                  <a:pt x="1465265" y="152489"/>
                </a:lnTo>
                <a:lnTo>
                  <a:pt x="1465034" y="152075"/>
                </a:lnTo>
                <a:lnTo>
                  <a:pt x="1464813" y="151642"/>
                </a:lnTo>
                <a:lnTo>
                  <a:pt x="1464601" y="151189"/>
                </a:lnTo>
                <a:lnTo>
                  <a:pt x="1464400" y="150718"/>
                </a:lnTo>
                <a:lnTo>
                  <a:pt x="1464208" y="150227"/>
                </a:lnTo>
                <a:lnTo>
                  <a:pt x="1464026" y="149717"/>
                </a:lnTo>
                <a:lnTo>
                  <a:pt x="1463854" y="149187"/>
                </a:lnTo>
                <a:lnTo>
                  <a:pt x="1463692" y="148639"/>
                </a:lnTo>
                <a:lnTo>
                  <a:pt x="1463539" y="148071"/>
                </a:lnTo>
                <a:lnTo>
                  <a:pt x="1463397" y="147485"/>
                </a:lnTo>
                <a:lnTo>
                  <a:pt x="1463264" y="146879"/>
                </a:lnTo>
                <a:lnTo>
                  <a:pt x="1463141" y="146253"/>
                </a:lnTo>
                <a:lnTo>
                  <a:pt x="1463028" y="145609"/>
                </a:lnTo>
                <a:lnTo>
                  <a:pt x="1462925" y="144945"/>
                </a:lnTo>
                <a:lnTo>
                  <a:pt x="1462832" y="144263"/>
                </a:lnTo>
                <a:lnTo>
                  <a:pt x="1462748" y="143561"/>
                </a:lnTo>
                <a:lnTo>
                  <a:pt x="1462674" y="142839"/>
                </a:lnTo>
                <a:lnTo>
                  <a:pt x="1462610" y="142099"/>
                </a:lnTo>
                <a:lnTo>
                  <a:pt x="1462556" y="141339"/>
                </a:lnTo>
                <a:lnTo>
                  <a:pt x="1462512" y="140561"/>
                </a:lnTo>
                <a:lnTo>
                  <a:pt x="1462478" y="139763"/>
                </a:lnTo>
                <a:lnTo>
                  <a:pt x="1462453" y="138946"/>
                </a:lnTo>
                <a:lnTo>
                  <a:pt x="1462438" y="138109"/>
                </a:lnTo>
                <a:lnTo>
                  <a:pt x="1462433" y="137254"/>
                </a:lnTo>
                <a:lnTo>
                  <a:pt x="1462433" y="3775"/>
                </a:lnTo>
                <a:lnTo>
                  <a:pt x="1426839" y="3775"/>
                </a:lnTo>
                <a:lnTo>
                  <a:pt x="1426839" y="139411"/>
                </a:lnTo>
                <a:lnTo>
                  <a:pt x="1426847" y="140748"/>
                </a:lnTo>
                <a:lnTo>
                  <a:pt x="1426869" y="142065"/>
                </a:lnTo>
                <a:lnTo>
                  <a:pt x="1426907" y="143360"/>
                </a:lnTo>
                <a:lnTo>
                  <a:pt x="1426959" y="144634"/>
                </a:lnTo>
                <a:lnTo>
                  <a:pt x="1427026" y="145886"/>
                </a:lnTo>
                <a:lnTo>
                  <a:pt x="1427109" y="147117"/>
                </a:lnTo>
                <a:lnTo>
                  <a:pt x="1427206" y="148327"/>
                </a:lnTo>
                <a:lnTo>
                  <a:pt x="1427319" y="149515"/>
                </a:lnTo>
                <a:lnTo>
                  <a:pt x="1427446" y="150683"/>
                </a:lnTo>
                <a:lnTo>
                  <a:pt x="1427588" y="151829"/>
                </a:lnTo>
                <a:lnTo>
                  <a:pt x="1427745" y="152953"/>
                </a:lnTo>
                <a:lnTo>
                  <a:pt x="1427918" y="154056"/>
                </a:lnTo>
                <a:lnTo>
                  <a:pt x="1428105" y="155138"/>
                </a:lnTo>
                <a:lnTo>
                  <a:pt x="1428307" y="156199"/>
                </a:lnTo>
                <a:lnTo>
                  <a:pt x="1428524" y="157239"/>
                </a:lnTo>
                <a:lnTo>
                  <a:pt x="1428757" y="158257"/>
                </a:lnTo>
                <a:lnTo>
                  <a:pt x="1429004" y="159253"/>
                </a:lnTo>
                <a:lnTo>
                  <a:pt x="1429266" y="160229"/>
                </a:lnTo>
                <a:lnTo>
                  <a:pt x="1429543" y="161183"/>
                </a:lnTo>
                <a:lnTo>
                  <a:pt x="1429835" y="162116"/>
                </a:lnTo>
                <a:lnTo>
                  <a:pt x="1430142" y="163028"/>
                </a:lnTo>
                <a:lnTo>
                  <a:pt x="1430464" y="163918"/>
                </a:lnTo>
                <a:lnTo>
                  <a:pt x="1430802" y="164787"/>
                </a:lnTo>
                <a:lnTo>
                  <a:pt x="1431154" y="165635"/>
                </a:lnTo>
                <a:lnTo>
                  <a:pt x="1431525" y="166463"/>
                </a:lnTo>
                <a:lnTo>
                  <a:pt x="1431919" y="167272"/>
                </a:lnTo>
                <a:lnTo>
                  <a:pt x="1432335" y="168064"/>
                </a:lnTo>
                <a:lnTo>
                  <a:pt x="1432775" y="168837"/>
                </a:lnTo>
                <a:lnTo>
                  <a:pt x="1433238" y="169592"/>
                </a:lnTo>
                <a:lnTo>
                  <a:pt x="1433724" y="170328"/>
                </a:lnTo>
                <a:lnTo>
                  <a:pt x="1434232" y="171047"/>
                </a:lnTo>
                <a:lnTo>
                  <a:pt x="1434764" y="171747"/>
                </a:lnTo>
                <a:lnTo>
                  <a:pt x="1435318" y="172429"/>
                </a:lnTo>
                <a:lnTo>
                  <a:pt x="1435896" y="173092"/>
                </a:lnTo>
                <a:lnTo>
                  <a:pt x="1436496" y="173738"/>
                </a:lnTo>
                <a:lnTo>
                  <a:pt x="1437120" y="174365"/>
                </a:lnTo>
                <a:lnTo>
                  <a:pt x="1437766" y="174974"/>
                </a:lnTo>
                <a:lnTo>
                  <a:pt x="1438435" y="175564"/>
                </a:lnTo>
                <a:lnTo>
                  <a:pt x="1439127" y="176136"/>
                </a:lnTo>
                <a:lnTo>
                  <a:pt x="1439842" y="176690"/>
                </a:lnTo>
                <a:lnTo>
                  <a:pt x="1440580" y="177226"/>
                </a:lnTo>
                <a:lnTo>
                  <a:pt x="1441341" y="177744"/>
                </a:lnTo>
                <a:lnTo>
                  <a:pt x="1442125" y="178243"/>
                </a:lnTo>
                <a:lnTo>
                  <a:pt x="1442932" y="178724"/>
                </a:lnTo>
                <a:lnTo>
                  <a:pt x="1443762" y="179187"/>
                </a:lnTo>
                <a:lnTo>
                  <a:pt x="1444615" y="179631"/>
                </a:lnTo>
                <a:lnTo>
                  <a:pt x="1445490" y="180058"/>
                </a:lnTo>
                <a:lnTo>
                  <a:pt x="1446389" y="180466"/>
                </a:lnTo>
                <a:lnTo>
                  <a:pt x="1447315" y="180856"/>
                </a:lnTo>
                <a:lnTo>
                  <a:pt x="1448273" y="181230"/>
                </a:lnTo>
                <a:lnTo>
                  <a:pt x="1449262" y="181587"/>
                </a:lnTo>
                <a:lnTo>
                  <a:pt x="1450284" y="181928"/>
                </a:lnTo>
                <a:lnTo>
                  <a:pt x="1451337" y="182252"/>
                </a:lnTo>
                <a:lnTo>
                  <a:pt x="1452422" y="182560"/>
                </a:lnTo>
                <a:lnTo>
                  <a:pt x="1453540" y="182850"/>
                </a:lnTo>
                <a:lnTo>
                  <a:pt x="1454688" y="183125"/>
                </a:lnTo>
                <a:lnTo>
                  <a:pt x="1455869" y="183382"/>
                </a:lnTo>
                <a:lnTo>
                  <a:pt x="1457082" y="183623"/>
                </a:lnTo>
                <a:lnTo>
                  <a:pt x="1458326" y="183848"/>
                </a:lnTo>
                <a:lnTo>
                  <a:pt x="1459602" y="184055"/>
                </a:lnTo>
                <a:lnTo>
                  <a:pt x="1460910" y="184247"/>
                </a:lnTo>
                <a:lnTo>
                  <a:pt x="1462250" y="184421"/>
                </a:lnTo>
                <a:lnTo>
                  <a:pt x="1463622" y="184579"/>
                </a:lnTo>
                <a:lnTo>
                  <a:pt x="1465025" y="184720"/>
                </a:lnTo>
                <a:lnTo>
                  <a:pt x="1466460" y="184845"/>
                </a:lnTo>
                <a:lnTo>
                  <a:pt x="1467928" y="184953"/>
                </a:lnTo>
                <a:lnTo>
                  <a:pt x="1469427" y="185044"/>
                </a:lnTo>
                <a:lnTo>
                  <a:pt x="1470957" y="185119"/>
                </a:lnTo>
                <a:lnTo>
                  <a:pt x="1472520" y="185177"/>
                </a:lnTo>
                <a:lnTo>
                  <a:pt x="1474115" y="185219"/>
                </a:lnTo>
                <a:lnTo>
                  <a:pt x="1475741" y="185244"/>
                </a:lnTo>
                <a:lnTo>
                  <a:pt x="1477399" y="185252"/>
                </a:lnTo>
                <a:lnTo>
                  <a:pt x="1486702" y="185252"/>
                </a:lnTo>
                <a:lnTo>
                  <a:pt x="1486702" y="157343"/>
                </a:lnTo>
                <a:lnTo>
                  <a:pt x="1478478" y="157343"/>
                </a:lnTo>
                <a:lnTo>
                  <a:pt x="1477626" y="157334"/>
                </a:lnTo>
                <a:lnTo>
                  <a:pt x="1476800" y="157309"/>
                </a:lnTo>
                <a:close/>
                <a:moveTo>
                  <a:pt x="2284214" y="53082"/>
                </a:moveTo>
                <a:lnTo>
                  <a:pt x="2327898" y="127276"/>
                </a:lnTo>
                <a:lnTo>
                  <a:pt x="2351223" y="127276"/>
                </a:lnTo>
                <a:lnTo>
                  <a:pt x="2393963" y="52870"/>
                </a:lnTo>
                <a:lnTo>
                  <a:pt x="2393963" y="185252"/>
                </a:lnTo>
                <a:lnTo>
                  <a:pt x="2431310" y="185252"/>
                </a:lnTo>
                <a:lnTo>
                  <a:pt x="2431310" y="3775"/>
                </a:lnTo>
                <a:lnTo>
                  <a:pt x="2389379" y="3775"/>
                </a:lnTo>
                <a:lnTo>
                  <a:pt x="2340787" y="87643"/>
                </a:lnTo>
                <a:lnTo>
                  <a:pt x="2291495" y="3775"/>
                </a:lnTo>
                <a:lnTo>
                  <a:pt x="2247945" y="3775"/>
                </a:lnTo>
                <a:lnTo>
                  <a:pt x="2247945" y="185252"/>
                </a:lnTo>
                <a:lnTo>
                  <a:pt x="2284214" y="185252"/>
                </a:lnTo>
                <a:lnTo>
                  <a:pt x="2284214" y="53082"/>
                </a:lnTo>
                <a:close/>
                <a:moveTo>
                  <a:pt x="2082445" y="187325"/>
                </a:moveTo>
                <a:lnTo>
                  <a:pt x="2083581" y="187197"/>
                </a:lnTo>
                <a:lnTo>
                  <a:pt x="2084701" y="187050"/>
                </a:lnTo>
                <a:lnTo>
                  <a:pt x="2085805" y="186883"/>
                </a:lnTo>
                <a:lnTo>
                  <a:pt x="2086895" y="186696"/>
                </a:lnTo>
                <a:lnTo>
                  <a:pt x="2087968" y="186489"/>
                </a:lnTo>
                <a:lnTo>
                  <a:pt x="2089026" y="186263"/>
                </a:lnTo>
                <a:lnTo>
                  <a:pt x="2090069" y="186017"/>
                </a:lnTo>
                <a:lnTo>
                  <a:pt x="2091097" y="185752"/>
                </a:lnTo>
                <a:lnTo>
                  <a:pt x="2092109" y="185467"/>
                </a:lnTo>
                <a:lnTo>
                  <a:pt x="2093105" y="185162"/>
                </a:lnTo>
                <a:lnTo>
                  <a:pt x="2094086" y="184838"/>
                </a:lnTo>
                <a:lnTo>
                  <a:pt x="2095052" y="184494"/>
                </a:lnTo>
                <a:lnTo>
                  <a:pt x="2096002" y="184130"/>
                </a:lnTo>
                <a:lnTo>
                  <a:pt x="2096936" y="183746"/>
                </a:lnTo>
                <a:lnTo>
                  <a:pt x="2097856" y="183343"/>
                </a:lnTo>
                <a:lnTo>
                  <a:pt x="2098759" y="182921"/>
                </a:lnTo>
                <a:lnTo>
                  <a:pt x="2099648" y="182478"/>
                </a:lnTo>
                <a:lnTo>
                  <a:pt x="2100520" y="182016"/>
                </a:lnTo>
                <a:lnTo>
                  <a:pt x="2101380" y="181537"/>
                </a:lnTo>
                <a:lnTo>
                  <a:pt x="2102227" y="181044"/>
                </a:lnTo>
                <a:lnTo>
                  <a:pt x="2103063" y="180537"/>
                </a:lnTo>
                <a:lnTo>
                  <a:pt x="2103887" y="180016"/>
                </a:lnTo>
                <a:lnTo>
                  <a:pt x="2104700" y="179481"/>
                </a:lnTo>
                <a:lnTo>
                  <a:pt x="2105501" y="178932"/>
                </a:lnTo>
                <a:lnTo>
                  <a:pt x="2106290" y="178369"/>
                </a:lnTo>
                <a:lnTo>
                  <a:pt x="2107067" y="177792"/>
                </a:lnTo>
                <a:lnTo>
                  <a:pt x="2107833" y="177200"/>
                </a:lnTo>
                <a:lnTo>
                  <a:pt x="2108587" y="176595"/>
                </a:lnTo>
                <a:lnTo>
                  <a:pt x="2109329" y="175976"/>
                </a:lnTo>
                <a:lnTo>
                  <a:pt x="2110059" y="175342"/>
                </a:lnTo>
                <a:lnTo>
                  <a:pt x="2110778" y="174695"/>
                </a:lnTo>
                <a:lnTo>
                  <a:pt x="2111485" y="174033"/>
                </a:lnTo>
                <a:lnTo>
                  <a:pt x="2112181" y="173358"/>
                </a:lnTo>
                <a:lnTo>
                  <a:pt x="2112865" y="172668"/>
                </a:lnTo>
                <a:lnTo>
                  <a:pt x="2113537" y="171965"/>
                </a:lnTo>
                <a:lnTo>
                  <a:pt x="2114197" y="171247"/>
                </a:lnTo>
                <a:lnTo>
                  <a:pt x="2114846" y="170515"/>
                </a:lnTo>
                <a:lnTo>
                  <a:pt x="2115482" y="169769"/>
                </a:lnTo>
                <a:lnTo>
                  <a:pt x="2116108" y="169010"/>
                </a:lnTo>
                <a:lnTo>
                  <a:pt x="2116721" y="168236"/>
                </a:lnTo>
                <a:lnTo>
                  <a:pt x="2117323" y="167448"/>
                </a:lnTo>
                <a:lnTo>
                  <a:pt x="2117913" y="166646"/>
                </a:lnTo>
                <a:lnTo>
                  <a:pt x="2119396" y="185252"/>
                </a:lnTo>
                <a:lnTo>
                  <a:pt x="2153642" y="185252"/>
                </a:lnTo>
                <a:lnTo>
                  <a:pt x="2153642" y="3775"/>
                </a:lnTo>
                <a:lnTo>
                  <a:pt x="2117913" y="3775"/>
                </a:lnTo>
                <a:lnTo>
                  <a:pt x="2117913" y="70514"/>
                </a:lnTo>
                <a:lnTo>
                  <a:pt x="2117423" y="69756"/>
                </a:lnTo>
                <a:lnTo>
                  <a:pt x="2116919" y="69011"/>
                </a:lnTo>
                <a:lnTo>
                  <a:pt x="2116401" y="68277"/>
                </a:lnTo>
                <a:lnTo>
                  <a:pt x="2115868" y="67556"/>
                </a:lnTo>
                <a:lnTo>
                  <a:pt x="2115322" y="66846"/>
                </a:lnTo>
                <a:lnTo>
                  <a:pt x="2114762" y="66149"/>
                </a:lnTo>
                <a:lnTo>
                  <a:pt x="2114187" y="65464"/>
                </a:lnTo>
                <a:lnTo>
                  <a:pt x="2113599" y="64792"/>
                </a:lnTo>
                <a:lnTo>
                  <a:pt x="2112996" y="64131"/>
                </a:lnTo>
                <a:lnTo>
                  <a:pt x="2112380" y="63483"/>
                </a:lnTo>
                <a:lnTo>
                  <a:pt x="2111749" y="62847"/>
                </a:lnTo>
                <a:lnTo>
                  <a:pt x="2111104" y="62223"/>
                </a:lnTo>
                <a:lnTo>
                  <a:pt x="2110446" y="61611"/>
                </a:lnTo>
                <a:lnTo>
                  <a:pt x="2109773" y="61011"/>
                </a:lnTo>
                <a:lnTo>
                  <a:pt x="2109086" y="60423"/>
                </a:lnTo>
                <a:lnTo>
                  <a:pt x="2108385" y="59848"/>
                </a:lnTo>
                <a:lnTo>
                  <a:pt x="2107671" y="59285"/>
                </a:lnTo>
                <a:lnTo>
                  <a:pt x="2106942" y="58734"/>
                </a:lnTo>
                <a:lnTo>
                  <a:pt x="2106199" y="58195"/>
                </a:lnTo>
                <a:lnTo>
                  <a:pt x="2105442" y="57668"/>
                </a:lnTo>
                <a:lnTo>
                  <a:pt x="2104671" y="57154"/>
                </a:lnTo>
                <a:lnTo>
                  <a:pt x="2103886" y="56652"/>
                </a:lnTo>
                <a:lnTo>
                  <a:pt x="2103086" y="56161"/>
                </a:lnTo>
                <a:lnTo>
                  <a:pt x="2102273" y="55683"/>
                </a:lnTo>
                <a:lnTo>
                  <a:pt x="2101446" y="55221"/>
                </a:lnTo>
                <a:lnTo>
                  <a:pt x="2100606" y="54779"/>
                </a:lnTo>
                <a:lnTo>
                  <a:pt x="2099752" y="54356"/>
                </a:lnTo>
                <a:lnTo>
                  <a:pt x="2098884" y="53953"/>
                </a:lnTo>
                <a:lnTo>
                  <a:pt x="2098003" y="53570"/>
                </a:lnTo>
                <a:lnTo>
                  <a:pt x="2097108" y="53206"/>
                </a:lnTo>
                <a:lnTo>
                  <a:pt x="2096199" y="52862"/>
                </a:lnTo>
                <a:lnTo>
                  <a:pt x="2095277" y="52537"/>
                </a:lnTo>
                <a:lnTo>
                  <a:pt x="2094342" y="52233"/>
                </a:lnTo>
                <a:lnTo>
                  <a:pt x="2093392" y="51948"/>
                </a:lnTo>
                <a:lnTo>
                  <a:pt x="2092430" y="51682"/>
                </a:lnTo>
                <a:lnTo>
                  <a:pt x="2091453" y="51436"/>
                </a:lnTo>
                <a:lnTo>
                  <a:pt x="2090463" y="51210"/>
                </a:lnTo>
                <a:lnTo>
                  <a:pt x="2089460" y="51004"/>
                </a:lnTo>
                <a:lnTo>
                  <a:pt x="2088443" y="50817"/>
                </a:lnTo>
                <a:lnTo>
                  <a:pt x="2087412" y="50650"/>
                </a:lnTo>
                <a:lnTo>
                  <a:pt x="2086368" y="50502"/>
                </a:lnTo>
                <a:lnTo>
                  <a:pt x="2085310" y="50375"/>
                </a:lnTo>
                <a:lnTo>
                  <a:pt x="2084239" y="50267"/>
                </a:lnTo>
                <a:lnTo>
                  <a:pt x="2083154" y="50178"/>
                </a:lnTo>
                <a:lnTo>
                  <a:pt x="2082056" y="50109"/>
                </a:lnTo>
                <a:lnTo>
                  <a:pt x="2080943" y="50060"/>
                </a:lnTo>
                <a:lnTo>
                  <a:pt x="2079818" y="50031"/>
                </a:lnTo>
                <a:lnTo>
                  <a:pt x="2078679" y="50021"/>
                </a:lnTo>
                <a:lnTo>
                  <a:pt x="2077381" y="50034"/>
                </a:lnTo>
                <a:lnTo>
                  <a:pt x="2076093" y="50072"/>
                </a:lnTo>
                <a:lnTo>
                  <a:pt x="2074817" y="50136"/>
                </a:lnTo>
                <a:lnTo>
                  <a:pt x="2073551" y="50225"/>
                </a:lnTo>
                <a:lnTo>
                  <a:pt x="2072297" y="50341"/>
                </a:lnTo>
                <a:lnTo>
                  <a:pt x="2071052" y="50481"/>
                </a:lnTo>
                <a:lnTo>
                  <a:pt x="2069819" y="50648"/>
                </a:lnTo>
                <a:lnTo>
                  <a:pt x="2068596" y="50840"/>
                </a:lnTo>
                <a:lnTo>
                  <a:pt x="2067385" y="51057"/>
                </a:lnTo>
                <a:lnTo>
                  <a:pt x="2066184" y="51300"/>
                </a:lnTo>
                <a:lnTo>
                  <a:pt x="2064993" y="51569"/>
                </a:lnTo>
                <a:lnTo>
                  <a:pt x="2063814" y="51863"/>
                </a:lnTo>
                <a:lnTo>
                  <a:pt x="2062645" y="52183"/>
                </a:lnTo>
                <a:lnTo>
                  <a:pt x="2061487" y="52528"/>
                </a:lnTo>
                <a:lnTo>
                  <a:pt x="2060340" y="52899"/>
                </a:lnTo>
                <a:lnTo>
                  <a:pt x="2059204" y="53296"/>
                </a:lnTo>
                <a:lnTo>
                  <a:pt x="2058078" y="53718"/>
                </a:lnTo>
                <a:lnTo>
                  <a:pt x="2056963" y="54166"/>
                </a:lnTo>
                <a:lnTo>
                  <a:pt x="2055859" y="54639"/>
                </a:lnTo>
                <a:lnTo>
                  <a:pt x="2054766" y="55138"/>
                </a:lnTo>
                <a:lnTo>
                  <a:pt x="2053683" y="55663"/>
                </a:lnTo>
                <a:lnTo>
                  <a:pt x="2052611" y="56213"/>
                </a:lnTo>
                <a:lnTo>
                  <a:pt x="2051550" y="56789"/>
                </a:lnTo>
                <a:lnTo>
                  <a:pt x="2050500" y="57390"/>
                </a:lnTo>
                <a:lnTo>
                  <a:pt x="2049464" y="58017"/>
                </a:lnTo>
                <a:lnTo>
                  <a:pt x="2048446" y="58670"/>
                </a:lnTo>
                <a:lnTo>
                  <a:pt x="2047446" y="59351"/>
                </a:lnTo>
                <a:lnTo>
                  <a:pt x="2046464" y="60057"/>
                </a:lnTo>
                <a:lnTo>
                  <a:pt x="2045501" y="60790"/>
                </a:lnTo>
                <a:lnTo>
                  <a:pt x="2044555" y="61550"/>
                </a:lnTo>
                <a:lnTo>
                  <a:pt x="2043627" y="62336"/>
                </a:lnTo>
                <a:lnTo>
                  <a:pt x="2042717" y="63149"/>
                </a:lnTo>
                <a:lnTo>
                  <a:pt x="2041826" y="63988"/>
                </a:lnTo>
                <a:lnTo>
                  <a:pt x="2040952" y="64854"/>
                </a:lnTo>
                <a:lnTo>
                  <a:pt x="2040096" y="65747"/>
                </a:lnTo>
                <a:lnTo>
                  <a:pt x="2039259" y="66666"/>
                </a:lnTo>
                <a:lnTo>
                  <a:pt x="2038439" y="67611"/>
                </a:lnTo>
                <a:lnTo>
                  <a:pt x="2037637" y="68583"/>
                </a:lnTo>
                <a:lnTo>
                  <a:pt x="2036854" y="69582"/>
                </a:lnTo>
                <a:lnTo>
                  <a:pt x="2036088" y="70607"/>
                </a:lnTo>
                <a:lnTo>
                  <a:pt x="2035341" y="71658"/>
                </a:lnTo>
                <a:lnTo>
                  <a:pt x="2034611" y="72736"/>
                </a:lnTo>
                <a:lnTo>
                  <a:pt x="2033900" y="73841"/>
                </a:lnTo>
                <a:lnTo>
                  <a:pt x="2033206" y="74972"/>
                </a:lnTo>
                <a:lnTo>
                  <a:pt x="2032531" y="76130"/>
                </a:lnTo>
                <a:lnTo>
                  <a:pt x="2031874" y="77314"/>
                </a:lnTo>
                <a:lnTo>
                  <a:pt x="2031234" y="78525"/>
                </a:lnTo>
                <a:lnTo>
                  <a:pt x="2030613" y="79763"/>
                </a:lnTo>
                <a:lnTo>
                  <a:pt x="2030013" y="81027"/>
                </a:lnTo>
                <a:lnTo>
                  <a:pt x="2029439" y="82320"/>
                </a:lnTo>
                <a:lnTo>
                  <a:pt x="2028891" y="83640"/>
                </a:lnTo>
                <a:lnTo>
                  <a:pt x="2028368" y="84989"/>
                </a:lnTo>
                <a:lnTo>
                  <a:pt x="2027870" y="86365"/>
                </a:lnTo>
                <a:lnTo>
                  <a:pt x="2027398" y="87770"/>
                </a:lnTo>
                <a:lnTo>
                  <a:pt x="2026952" y="89202"/>
                </a:lnTo>
                <a:lnTo>
                  <a:pt x="2026531" y="90662"/>
                </a:lnTo>
                <a:lnTo>
                  <a:pt x="2026135" y="92150"/>
                </a:lnTo>
                <a:lnTo>
                  <a:pt x="2025765" y="93666"/>
                </a:lnTo>
                <a:lnTo>
                  <a:pt x="2025421" y="95210"/>
                </a:lnTo>
                <a:lnTo>
                  <a:pt x="2025102" y="96782"/>
                </a:lnTo>
                <a:lnTo>
                  <a:pt x="2024808" y="98382"/>
                </a:lnTo>
                <a:lnTo>
                  <a:pt x="2024540" y="100010"/>
                </a:lnTo>
                <a:lnTo>
                  <a:pt x="2024298" y="101666"/>
                </a:lnTo>
                <a:lnTo>
                  <a:pt x="2024081" y="103350"/>
                </a:lnTo>
                <a:lnTo>
                  <a:pt x="2023890" y="105062"/>
                </a:lnTo>
                <a:lnTo>
                  <a:pt x="2023724" y="106801"/>
                </a:lnTo>
                <a:lnTo>
                  <a:pt x="2023584" y="108569"/>
                </a:lnTo>
                <a:lnTo>
                  <a:pt x="2023469" y="110364"/>
                </a:lnTo>
                <a:lnTo>
                  <a:pt x="2023380" y="112188"/>
                </a:lnTo>
                <a:lnTo>
                  <a:pt x="2023316" y="114039"/>
                </a:lnTo>
                <a:lnTo>
                  <a:pt x="2023278" y="115919"/>
                </a:lnTo>
                <a:lnTo>
                  <a:pt x="2023265" y="117826"/>
                </a:lnTo>
                <a:lnTo>
                  <a:pt x="2023277" y="119801"/>
                </a:lnTo>
                <a:lnTo>
                  <a:pt x="2023312" y="121747"/>
                </a:lnTo>
                <a:lnTo>
                  <a:pt x="2023371" y="123664"/>
                </a:lnTo>
                <a:lnTo>
                  <a:pt x="2023454" y="125552"/>
                </a:lnTo>
                <a:lnTo>
                  <a:pt x="2023560" y="127410"/>
                </a:lnTo>
                <a:lnTo>
                  <a:pt x="2023690" y="129240"/>
                </a:lnTo>
                <a:lnTo>
                  <a:pt x="2023844" y="131040"/>
                </a:lnTo>
                <a:lnTo>
                  <a:pt x="2024021" y="132811"/>
                </a:lnTo>
                <a:lnTo>
                  <a:pt x="2024222" y="134553"/>
                </a:lnTo>
                <a:lnTo>
                  <a:pt x="2024447" y="136266"/>
                </a:lnTo>
                <a:lnTo>
                  <a:pt x="2024695" y="137950"/>
                </a:lnTo>
                <a:lnTo>
                  <a:pt x="2024967" y="139605"/>
                </a:lnTo>
                <a:lnTo>
                  <a:pt x="2025262" y="141230"/>
                </a:lnTo>
                <a:lnTo>
                  <a:pt x="2025582" y="142826"/>
                </a:lnTo>
                <a:lnTo>
                  <a:pt x="2025924" y="144394"/>
                </a:lnTo>
                <a:lnTo>
                  <a:pt x="2026291" y="145932"/>
                </a:lnTo>
                <a:lnTo>
                  <a:pt x="2026681" y="147441"/>
                </a:lnTo>
                <a:lnTo>
                  <a:pt x="2027095" y="148920"/>
                </a:lnTo>
                <a:lnTo>
                  <a:pt x="2027532" y="150371"/>
                </a:lnTo>
                <a:lnTo>
                  <a:pt x="2027993" y="151792"/>
                </a:lnTo>
                <a:lnTo>
                  <a:pt x="2028478" y="153185"/>
                </a:lnTo>
                <a:lnTo>
                  <a:pt x="2028986" y="154548"/>
                </a:lnTo>
                <a:lnTo>
                  <a:pt x="2029518" y="155882"/>
                </a:lnTo>
                <a:lnTo>
                  <a:pt x="2030073" y="157187"/>
                </a:lnTo>
                <a:lnTo>
                  <a:pt x="2030650" y="158463"/>
                </a:lnTo>
                <a:lnTo>
                  <a:pt x="2031243" y="159712"/>
                </a:lnTo>
                <a:lnTo>
                  <a:pt x="2031854" y="160933"/>
                </a:lnTo>
                <a:lnTo>
                  <a:pt x="2032482" y="162127"/>
                </a:lnTo>
                <a:lnTo>
                  <a:pt x="2033127" y="163292"/>
                </a:lnTo>
                <a:lnTo>
                  <a:pt x="2033790" y="164430"/>
                </a:lnTo>
                <a:lnTo>
                  <a:pt x="2034470" y="165540"/>
                </a:lnTo>
                <a:lnTo>
                  <a:pt x="2035167" y="166623"/>
                </a:lnTo>
                <a:lnTo>
                  <a:pt x="2035882" y="167678"/>
                </a:lnTo>
                <a:lnTo>
                  <a:pt x="2036614" y="168705"/>
                </a:lnTo>
                <a:lnTo>
                  <a:pt x="2037363" y="169704"/>
                </a:lnTo>
                <a:lnTo>
                  <a:pt x="2038129" y="170676"/>
                </a:lnTo>
                <a:lnTo>
                  <a:pt x="2038913" y="171620"/>
                </a:lnTo>
                <a:lnTo>
                  <a:pt x="2039715" y="172536"/>
                </a:lnTo>
                <a:lnTo>
                  <a:pt x="2040533" y="173425"/>
                </a:lnTo>
                <a:lnTo>
                  <a:pt x="2041369" y="174286"/>
                </a:lnTo>
                <a:lnTo>
                  <a:pt x="2042222" y="175119"/>
                </a:lnTo>
                <a:lnTo>
                  <a:pt x="2043093" y="175924"/>
                </a:lnTo>
                <a:lnTo>
                  <a:pt x="2043981" y="176702"/>
                </a:lnTo>
                <a:lnTo>
                  <a:pt x="2044886" y="177452"/>
                </a:lnTo>
                <a:lnTo>
                  <a:pt x="2045808" y="178174"/>
                </a:lnTo>
                <a:lnTo>
                  <a:pt x="2046748" y="178869"/>
                </a:lnTo>
                <a:lnTo>
                  <a:pt x="2047705" y="179536"/>
                </a:lnTo>
                <a:lnTo>
                  <a:pt x="2048680" y="180175"/>
                </a:lnTo>
                <a:lnTo>
                  <a:pt x="2049668" y="180787"/>
                </a:lnTo>
                <a:lnTo>
                  <a:pt x="2050667" y="181373"/>
                </a:lnTo>
                <a:lnTo>
                  <a:pt x="2051676" y="181934"/>
                </a:lnTo>
                <a:lnTo>
                  <a:pt x="2052696" y="182468"/>
                </a:lnTo>
                <a:lnTo>
                  <a:pt x="2053727" y="182976"/>
                </a:lnTo>
                <a:lnTo>
                  <a:pt x="2054768" y="183458"/>
                </a:lnTo>
                <a:lnTo>
                  <a:pt x="2055819" y="183914"/>
                </a:lnTo>
                <a:lnTo>
                  <a:pt x="2056882" y="184344"/>
                </a:lnTo>
                <a:lnTo>
                  <a:pt x="2057954" y="184748"/>
                </a:lnTo>
                <a:lnTo>
                  <a:pt x="2059037" y="185125"/>
                </a:lnTo>
                <a:lnTo>
                  <a:pt x="2060131" y="185477"/>
                </a:lnTo>
                <a:lnTo>
                  <a:pt x="2061235" y="185803"/>
                </a:lnTo>
                <a:lnTo>
                  <a:pt x="2062350" y="186103"/>
                </a:lnTo>
                <a:lnTo>
                  <a:pt x="2063475" y="186376"/>
                </a:lnTo>
                <a:lnTo>
                  <a:pt x="2064611" y="186624"/>
                </a:lnTo>
                <a:lnTo>
                  <a:pt x="2065758" y="186845"/>
                </a:lnTo>
                <a:lnTo>
                  <a:pt x="2066915" y="187040"/>
                </a:lnTo>
                <a:lnTo>
                  <a:pt x="2068082" y="187210"/>
                </a:lnTo>
                <a:lnTo>
                  <a:pt x="2069260" y="187353"/>
                </a:lnTo>
                <a:lnTo>
                  <a:pt x="2070448" y="187470"/>
                </a:lnTo>
                <a:lnTo>
                  <a:pt x="2071648" y="187562"/>
                </a:lnTo>
                <a:lnTo>
                  <a:pt x="2072857" y="187627"/>
                </a:lnTo>
                <a:lnTo>
                  <a:pt x="2074077" y="187666"/>
                </a:lnTo>
                <a:lnTo>
                  <a:pt x="2075308" y="187679"/>
                </a:lnTo>
                <a:lnTo>
                  <a:pt x="2076536" y="187669"/>
                </a:lnTo>
                <a:lnTo>
                  <a:pt x="2077749" y="187640"/>
                </a:lnTo>
                <a:lnTo>
                  <a:pt x="2078946" y="187590"/>
                </a:lnTo>
                <a:lnTo>
                  <a:pt x="2080128" y="187522"/>
                </a:lnTo>
                <a:lnTo>
                  <a:pt x="2081294" y="187433"/>
                </a:lnTo>
                <a:lnTo>
                  <a:pt x="2082445" y="187325"/>
                </a:lnTo>
                <a:close/>
                <a:moveTo>
                  <a:pt x="2080082" y="159791"/>
                </a:moveTo>
                <a:lnTo>
                  <a:pt x="2079188" y="159555"/>
                </a:lnTo>
                <a:lnTo>
                  <a:pt x="2078312" y="159283"/>
                </a:lnTo>
                <a:lnTo>
                  <a:pt x="2077454" y="158974"/>
                </a:lnTo>
                <a:lnTo>
                  <a:pt x="2076614" y="158630"/>
                </a:lnTo>
                <a:lnTo>
                  <a:pt x="2075792" y="158249"/>
                </a:lnTo>
                <a:lnTo>
                  <a:pt x="2074988" y="157832"/>
                </a:lnTo>
                <a:lnTo>
                  <a:pt x="2074202" y="157378"/>
                </a:lnTo>
                <a:lnTo>
                  <a:pt x="2073434" y="156888"/>
                </a:lnTo>
                <a:lnTo>
                  <a:pt x="2072684" y="156362"/>
                </a:lnTo>
                <a:lnTo>
                  <a:pt x="2071952" y="155800"/>
                </a:lnTo>
                <a:lnTo>
                  <a:pt x="2071238" y="155201"/>
                </a:lnTo>
                <a:lnTo>
                  <a:pt x="2070543" y="154566"/>
                </a:lnTo>
                <a:lnTo>
                  <a:pt x="2069865" y="153895"/>
                </a:lnTo>
                <a:lnTo>
                  <a:pt x="2069205" y="153188"/>
                </a:lnTo>
                <a:lnTo>
                  <a:pt x="2068563" y="152444"/>
                </a:lnTo>
                <a:lnTo>
                  <a:pt x="2067940" y="151664"/>
                </a:lnTo>
                <a:lnTo>
                  <a:pt x="2067334" y="150847"/>
                </a:lnTo>
                <a:lnTo>
                  <a:pt x="2066746" y="149995"/>
                </a:lnTo>
                <a:lnTo>
                  <a:pt x="2066180" y="149104"/>
                </a:lnTo>
                <a:lnTo>
                  <a:pt x="2065637" y="148175"/>
                </a:lnTo>
                <a:lnTo>
                  <a:pt x="2065119" y="147206"/>
                </a:lnTo>
                <a:lnTo>
                  <a:pt x="2064625" y="146199"/>
                </a:lnTo>
                <a:lnTo>
                  <a:pt x="2064155" y="145152"/>
                </a:lnTo>
                <a:lnTo>
                  <a:pt x="2063709" y="144066"/>
                </a:lnTo>
                <a:lnTo>
                  <a:pt x="2063287" y="142940"/>
                </a:lnTo>
                <a:lnTo>
                  <a:pt x="2062889" y="141776"/>
                </a:lnTo>
                <a:lnTo>
                  <a:pt x="2062515" y="140572"/>
                </a:lnTo>
                <a:lnTo>
                  <a:pt x="2062166" y="139330"/>
                </a:lnTo>
                <a:lnTo>
                  <a:pt x="2061840" y="138048"/>
                </a:lnTo>
                <a:lnTo>
                  <a:pt x="2061539" y="136727"/>
                </a:lnTo>
                <a:lnTo>
                  <a:pt x="2061261" y="135367"/>
                </a:lnTo>
                <a:lnTo>
                  <a:pt x="2061008" y="133968"/>
                </a:lnTo>
                <a:lnTo>
                  <a:pt x="2060779" y="132529"/>
                </a:lnTo>
                <a:lnTo>
                  <a:pt x="2060574" y="131052"/>
                </a:lnTo>
                <a:lnTo>
                  <a:pt x="2060393" y="129535"/>
                </a:lnTo>
                <a:lnTo>
                  <a:pt x="2060237" y="127979"/>
                </a:lnTo>
                <a:lnTo>
                  <a:pt x="2060104" y="126384"/>
                </a:lnTo>
                <a:lnTo>
                  <a:pt x="2059996" y="124750"/>
                </a:lnTo>
                <a:lnTo>
                  <a:pt x="2059911" y="123077"/>
                </a:lnTo>
                <a:lnTo>
                  <a:pt x="2059851" y="121364"/>
                </a:lnTo>
                <a:lnTo>
                  <a:pt x="2059815" y="119612"/>
                </a:lnTo>
                <a:lnTo>
                  <a:pt x="2059803" y="117822"/>
                </a:lnTo>
                <a:lnTo>
                  <a:pt x="2059815" y="116188"/>
                </a:lnTo>
                <a:lnTo>
                  <a:pt x="2059853" y="114586"/>
                </a:lnTo>
                <a:lnTo>
                  <a:pt x="2059917" y="113017"/>
                </a:lnTo>
                <a:lnTo>
                  <a:pt x="2060005" y="111481"/>
                </a:lnTo>
                <a:lnTo>
                  <a:pt x="2060119" y="109977"/>
                </a:lnTo>
                <a:lnTo>
                  <a:pt x="2060258" y="108505"/>
                </a:lnTo>
                <a:lnTo>
                  <a:pt x="2060422" y="107066"/>
                </a:lnTo>
                <a:lnTo>
                  <a:pt x="2060612" y="105659"/>
                </a:lnTo>
                <a:lnTo>
                  <a:pt x="2060827" y="104285"/>
                </a:lnTo>
                <a:lnTo>
                  <a:pt x="2061067" y="102943"/>
                </a:lnTo>
                <a:lnTo>
                  <a:pt x="2061332" y="101634"/>
                </a:lnTo>
                <a:lnTo>
                  <a:pt x="2061623" y="100357"/>
                </a:lnTo>
                <a:lnTo>
                  <a:pt x="2061939" y="99113"/>
                </a:lnTo>
                <a:lnTo>
                  <a:pt x="2062280" y="97901"/>
                </a:lnTo>
                <a:lnTo>
                  <a:pt x="2062647" y="96722"/>
                </a:lnTo>
                <a:lnTo>
                  <a:pt x="2063039" y="95575"/>
                </a:lnTo>
                <a:lnTo>
                  <a:pt x="2063456" y="94461"/>
                </a:lnTo>
                <a:lnTo>
                  <a:pt x="2063898" y="93379"/>
                </a:lnTo>
                <a:lnTo>
                  <a:pt x="2064366" y="92330"/>
                </a:lnTo>
                <a:lnTo>
                  <a:pt x="2064859" y="91313"/>
                </a:lnTo>
                <a:lnTo>
                  <a:pt x="2065377" y="90328"/>
                </a:lnTo>
                <a:lnTo>
                  <a:pt x="2065921" y="89376"/>
                </a:lnTo>
                <a:lnTo>
                  <a:pt x="2066489" y="88457"/>
                </a:lnTo>
                <a:lnTo>
                  <a:pt x="2067083" y="87570"/>
                </a:lnTo>
                <a:lnTo>
                  <a:pt x="2067700" y="86717"/>
                </a:lnTo>
                <a:lnTo>
                  <a:pt x="2068338" y="85901"/>
                </a:lnTo>
                <a:lnTo>
                  <a:pt x="2068996" y="85121"/>
                </a:lnTo>
                <a:lnTo>
                  <a:pt x="2069675" y="84377"/>
                </a:lnTo>
                <a:lnTo>
                  <a:pt x="2070375" y="83670"/>
                </a:lnTo>
                <a:lnTo>
                  <a:pt x="2071095" y="82999"/>
                </a:lnTo>
                <a:lnTo>
                  <a:pt x="2071835" y="82364"/>
                </a:lnTo>
                <a:lnTo>
                  <a:pt x="2072596" y="81765"/>
                </a:lnTo>
                <a:lnTo>
                  <a:pt x="2073378" y="81203"/>
                </a:lnTo>
                <a:lnTo>
                  <a:pt x="2074181" y="80676"/>
                </a:lnTo>
                <a:lnTo>
                  <a:pt x="2075004" y="80187"/>
                </a:lnTo>
                <a:lnTo>
                  <a:pt x="2075847" y="79733"/>
                </a:lnTo>
                <a:lnTo>
                  <a:pt x="2076711" y="79316"/>
                </a:lnTo>
                <a:lnTo>
                  <a:pt x="2077596" y="78935"/>
                </a:lnTo>
                <a:lnTo>
                  <a:pt x="2078502" y="78590"/>
                </a:lnTo>
                <a:lnTo>
                  <a:pt x="2079428" y="78282"/>
                </a:lnTo>
                <a:lnTo>
                  <a:pt x="2080374" y="78010"/>
                </a:lnTo>
                <a:lnTo>
                  <a:pt x="2081341" y="77774"/>
                </a:lnTo>
                <a:lnTo>
                  <a:pt x="2082329" y="77574"/>
                </a:lnTo>
                <a:lnTo>
                  <a:pt x="2083338" y="77411"/>
                </a:lnTo>
                <a:lnTo>
                  <a:pt x="2084367" y="77284"/>
                </a:lnTo>
                <a:lnTo>
                  <a:pt x="2085416" y="77193"/>
                </a:lnTo>
                <a:lnTo>
                  <a:pt x="2086486" y="77139"/>
                </a:lnTo>
                <a:lnTo>
                  <a:pt x="2087577" y="77121"/>
                </a:lnTo>
                <a:lnTo>
                  <a:pt x="2088492" y="77133"/>
                </a:lnTo>
                <a:lnTo>
                  <a:pt x="2089395" y="77168"/>
                </a:lnTo>
                <a:lnTo>
                  <a:pt x="2090286" y="77226"/>
                </a:lnTo>
                <a:lnTo>
                  <a:pt x="2091165" y="77308"/>
                </a:lnTo>
                <a:lnTo>
                  <a:pt x="2092032" y="77413"/>
                </a:lnTo>
                <a:lnTo>
                  <a:pt x="2092886" y="77542"/>
                </a:lnTo>
                <a:lnTo>
                  <a:pt x="2093728" y="77694"/>
                </a:lnTo>
                <a:lnTo>
                  <a:pt x="2094558" y="77869"/>
                </a:lnTo>
                <a:lnTo>
                  <a:pt x="2095376" y="78068"/>
                </a:lnTo>
                <a:lnTo>
                  <a:pt x="2096182" y="78291"/>
                </a:lnTo>
                <a:lnTo>
                  <a:pt x="2096975" y="78536"/>
                </a:lnTo>
                <a:lnTo>
                  <a:pt x="2097757" y="78805"/>
                </a:lnTo>
                <a:lnTo>
                  <a:pt x="2098526" y="79098"/>
                </a:lnTo>
                <a:lnTo>
                  <a:pt x="2099283" y="79413"/>
                </a:lnTo>
                <a:lnTo>
                  <a:pt x="2100028" y="79753"/>
                </a:lnTo>
                <a:lnTo>
                  <a:pt x="2100760" y="80115"/>
                </a:lnTo>
                <a:lnTo>
                  <a:pt x="2101481" y="80501"/>
                </a:lnTo>
                <a:lnTo>
                  <a:pt x="2102189" y="80911"/>
                </a:lnTo>
                <a:lnTo>
                  <a:pt x="2102885" y="81343"/>
                </a:lnTo>
                <a:lnTo>
                  <a:pt x="2103569" y="81799"/>
                </a:lnTo>
                <a:lnTo>
                  <a:pt x="2104241" y="82279"/>
                </a:lnTo>
                <a:lnTo>
                  <a:pt x="2104900" y="82782"/>
                </a:lnTo>
                <a:lnTo>
                  <a:pt x="2105548" y="83308"/>
                </a:lnTo>
                <a:lnTo>
                  <a:pt x="2106183" y="83858"/>
                </a:lnTo>
                <a:lnTo>
                  <a:pt x="2106807" y="84424"/>
                </a:lnTo>
                <a:lnTo>
                  <a:pt x="2107418" y="84997"/>
                </a:lnTo>
                <a:lnTo>
                  <a:pt x="2108018" y="85579"/>
                </a:lnTo>
                <a:lnTo>
                  <a:pt x="2108606" y="86169"/>
                </a:lnTo>
                <a:lnTo>
                  <a:pt x="2109183" y="86767"/>
                </a:lnTo>
                <a:lnTo>
                  <a:pt x="2109748" y="87373"/>
                </a:lnTo>
                <a:lnTo>
                  <a:pt x="2110301" y="87987"/>
                </a:lnTo>
                <a:lnTo>
                  <a:pt x="2110842" y="88609"/>
                </a:lnTo>
                <a:lnTo>
                  <a:pt x="2111372" y="89240"/>
                </a:lnTo>
                <a:lnTo>
                  <a:pt x="2111890" y="89878"/>
                </a:lnTo>
                <a:lnTo>
                  <a:pt x="2112396" y="90525"/>
                </a:lnTo>
                <a:lnTo>
                  <a:pt x="2112891" y="91180"/>
                </a:lnTo>
                <a:lnTo>
                  <a:pt x="2113374" y="91843"/>
                </a:lnTo>
                <a:lnTo>
                  <a:pt x="2113845" y="92514"/>
                </a:lnTo>
                <a:lnTo>
                  <a:pt x="2114304" y="93193"/>
                </a:lnTo>
                <a:lnTo>
                  <a:pt x="2114752" y="93880"/>
                </a:lnTo>
                <a:lnTo>
                  <a:pt x="2115188" y="94576"/>
                </a:lnTo>
                <a:lnTo>
                  <a:pt x="2115613" y="95279"/>
                </a:lnTo>
                <a:lnTo>
                  <a:pt x="2116025" y="95991"/>
                </a:lnTo>
                <a:lnTo>
                  <a:pt x="2116426" y="96710"/>
                </a:lnTo>
                <a:lnTo>
                  <a:pt x="2116816" y="97438"/>
                </a:lnTo>
                <a:lnTo>
                  <a:pt x="2117193" y="98174"/>
                </a:lnTo>
                <a:lnTo>
                  <a:pt x="2117559" y="98918"/>
                </a:lnTo>
                <a:lnTo>
                  <a:pt x="2117913" y="99671"/>
                </a:lnTo>
                <a:lnTo>
                  <a:pt x="2117913" y="138859"/>
                </a:lnTo>
                <a:lnTo>
                  <a:pt x="2117547" y="139577"/>
                </a:lnTo>
                <a:lnTo>
                  <a:pt x="2117167" y="140287"/>
                </a:lnTo>
                <a:lnTo>
                  <a:pt x="2116773" y="140989"/>
                </a:lnTo>
                <a:lnTo>
                  <a:pt x="2116366" y="141684"/>
                </a:lnTo>
                <a:lnTo>
                  <a:pt x="2115946" y="142371"/>
                </a:lnTo>
                <a:lnTo>
                  <a:pt x="2115512" y="143051"/>
                </a:lnTo>
                <a:lnTo>
                  <a:pt x="2115064" y="143723"/>
                </a:lnTo>
                <a:lnTo>
                  <a:pt x="2114602" y="144387"/>
                </a:lnTo>
                <a:lnTo>
                  <a:pt x="2114127" y="145044"/>
                </a:lnTo>
                <a:lnTo>
                  <a:pt x="2113639" y="145693"/>
                </a:lnTo>
                <a:lnTo>
                  <a:pt x="2113137" y="146335"/>
                </a:lnTo>
                <a:lnTo>
                  <a:pt x="2112621" y="146969"/>
                </a:lnTo>
                <a:lnTo>
                  <a:pt x="2112092" y="147595"/>
                </a:lnTo>
                <a:lnTo>
                  <a:pt x="2111549" y="148213"/>
                </a:lnTo>
                <a:lnTo>
                  <a:pt x="2110993" y="148824"/>
                </a:lnTo>
                <a:lnTo>
                  <a:pt x="2110423" y="149428"/>
                </a:lnTo>
                <a:lnTo>
                  <a:pt x="2109839" y="150024"/>
                </a:lnTo>
                <a:lnTo>
                  <a:pt x="2109242" y="150612"/>
                </a:lnTo>
                <a:lnTo>
                  <a:pt x="2108631" y="151192"/>
                </a:lnTo>
                <a:lnTo>
                  <a:pt x="2108007" y="151765"/>
                </a:lnTo>
                <a:lnTo>
                  <a:pt x="2107369" y="152330"/>
                </a:lnTo>
                <a:lnTo>
                  <a:pt x="2106718" y="152888"/>
                </a:lnTo>
                <a:lnTo>
                  <a:pt x="2106053" y="153438"/>
                </a:lnTo>
                <a:lnTo>
                  <a:pt x="2105374" y="153981"/>
                </a:lnTo>
                <a:lnTo>
                  <a:pt x="2104683" y="154508"/>
                </a:lnTo>
                <a:lnTo>
                  <a:pt x="2103982" y="155013"/>
                </a:lnTo>
                <a:lnTo>
                  <a:pt x="2103270" y="155495"/>
                </a:lnTo>
                <a:lnTo>
                  <a:pt x="2102547" y="155955"/>
                </a:lnTo>
                <a:lnTo>
                  <a:pt x="2101813" y="156393"/>
                </a:lnTo>
                <a:lnTo>
                  <a:pt x="2101068" y="156808"/>
                </a:lnTo>
                <a:lnTo>
                  <a:pt x="2100313" y="157201"/>
                </a:lnTo>
                <a:lnTo>
                  <a:pt x="2099547" y="157571"/>
                </a:lnTo>
                <a:lnTo>
                  <a:pt x="2098770" y="157919"/>
                </a:lnTo>
                <a:lnTo>
                  <a:pt x="2097982" y="158245"/>
                </a:lnTo>
                <a:lnTo>
                  <a:pt x="2097184" y="158548"/>
                </a:lnTo>
                <a:lnTo>
                  <a:pt x="2096375" y="158828"/>
                </a:lnTo>
                <a:lnTo>
                  <a:pt x="2095555" y="159086"/>
                </a:lnTo>
                <a:lnTo>
                  <a:pt x="2094724" y="159322"/>
                </a:lnTo>
                <a:lnTo>
                  <a:pt x="2093882" y="159535"/>
                </a:lnTo>
                <a:lnTo>
                  <a:pt x="2093030" y="159726"/>
                </a:lnTo>
                <a:lnTo>
                  <a:pt x="2092167" y="159894"/>
                </a:lnTo>
                <a:lnTo>
                  <a:pt x="2091293" y="160040"/>
                </a:lnTo>
                <a:lnTo>
                  <a:pt x="2090409" y="160163"/>
                </a:lnTo>
                <a:lnTo>
                  <a:pt x="2089513" y="160264"/>
                </a:lnTo>
                <a:lnTo>
                  <a:pt x="2088607" y="160343"/>
                </a:lnTo>
                <a:lnTo>
                  <a:pt x="2087690" y="160399"/>
                </a:lnTo>
                <a:lnTo>
                  <a:pt x="2086763" y="160433"/>
                </a:lnTo>
                <a:lnTo>
                  <a:pt x="2085824" y="160444"/>
                </a:lnTo>
                <a:lnTo>
                  <a:pt x="2084822" y="160426"/>
                </a:lnTo>
                <a:lnTo>
                  <a:pt x="2083838" y="160371"/>
                </a:lnTo>
                <a:lnTo>
                  <a:pt x="2082872" y="160281"/>
                </a:lnTo>
                <a:lnTo>
                  <a:pt x="2081924" y="160154"/>
                </a:lnTo>
                <a:lnTo>
                  <a:pt x="2080994" y="159990"/>
                </a:lnTo>
                <a:lnTo>
                  <a:pt x="2080082" y="159791"/>
                </a:lnTo>
                <a:close/>
                <a:moveTo>
                  <a:pt x="3063651" y="94646"/>
                </a:moveTo>
                <a:lnTo>
                  <a:pt x="3064030" y="94164"/>
                </a:lnTo>
                <a:lnTo>
                  <a:pt x="3064415" y="93691"/>
                </a:lnTo>
                <a:lnTo>
                  <a:pt x="3064806" y="93227"/>
                </a:lnTo>
                <a:lnTo>
                  <a:pt x="3065202" y="92773"/>
                </a:lnTo>
                <a:lnTo>
                  <a:pt x="3065603" y="92328"/>
                </a:lnTo>
                <a:lnTo>
                  <a:pt x="3066011" y="91892"/>
                </a:lnTo>
                <a:lnTo>
                  <a:pt x="3066423" y="91466"/>
                </a:lnTo>
                <a:lnTo>
                  <a:pt x="3066842" y="91048"/>
                </a:lnTo>
                <a:lnTo>
                  <a:pt x="3067266" y="90640"/>
                </a:lnTo>
                <a:lnTo>
                  <a:pt x="3067696" y="90242"/>
                </a:lnTo>
                <a:lnTo>
                  <a:pt x="3068131" y="89853"/>
                </a:lnTo>
                <a:lnTo>
                  <a:pt x="3068572" y="89473"/>
                </a:lnTo>
                <a:lnTo>
                  <a:pt x="3069019" y="89102"/>
                </a:lnTo>
                <a:lnTo>
                  <a:pt x="3069471" y="88740"/>
                </a:lnTo>
                <a:lnTo>
                  <a:pt x="3069929" y="88388"/>
                </a:lnTo>
                <a:lnTo>
                  <a:pt x="3070392" y="88045"/>
                </a:lnTo>
                <a:lnTo>
                  <a:pt x="3070862" y="87712"/>
                </a:lnTo>
                <a:lnTo>
                  <a:pt x="3071336" y="87387"/>
                </a:lnTo>
                <a:lnTo>
                  <a:pt x="3071817" y="87072"/>
                </a:lnTo>
                <a:lnTo>
                  <a:pt x="3072302" y="86767"/>
                </a:lnTo>
                <a:lnTo>
                  <a:pt x="3072794" y="86470"/>
                </a:lnTo>
                <a:lnTo>
                  <a:pt x="3073291" y="86182"/>
                </a:lnTo>
                <a:lnTo>
                  <a:pt x="3073792" y="85901"/>
                </a:lnTo>
                <a:lnTo>
                  <a:pt x="3074298" y="85627"/>
                </a:lnTo>
                <a:lnTo>
                  <a:pt x="3074809" y="85360"/>
                </a:lnTo>
                <a:lnTo>
                  <a:pt x="3075324" y="85101"/>
                </a:lnTo>
                <a:lnTo>
                  <a:pt x="3075844" y="84848"/>
                </a:lnTo>
                <a:lnTo>
                  <a:pt x="3076369" y="84603"/>
                </a:lnTo>
                <a:lnTo>
                  <a:pt x="3076899" y="84365"/>
                </a:lnTo>
                <a:lnTo>
                  <a:pt x="3077433" y="84134"/>
                </a:lnTo>
                <a:lnTo>
                  <a:pt x="3077972" y="83910"/>
                </a:lnTo>
                <a:lnTo>
                  <a:pt x="3078515" y="83694"/>
                </a:lnTo>
                <a:lnTo>
                  <a:pt x="3079063" y="83484"/>
                </a:lnTo>
                <a:lnTo>
                  <a:pt x="3079616" y="83282"/>
                </a:lnTo>
                <a:lnTo>
                  <a:pt x="3080174" y="83087"/>
                </a:lnTo>
                <a:lnTo>
                  <a:pt x="3080736" y="82899"/>
                </a:lnTo>
                <a:lnTo>
                  <a:pt x="3081303" y="82718"/>
                </a:lnTo>
                <a:lnTo>
                  <a:pt x="3081875" y="82544"/>
                </a:lnTo>
                <a:lnTo>
                  <a:pt x="3082451" y="82377"/>
                </a:lnTo>
                <a:lnTo>
                  <a:pt x="3083032" y="82218"/>
                </a:lnTo>
                <a:lnTo>
                  <a:pt x="3083618" y="82066"/>
                </a:lnTo>
                <a:lnTo>
                  <a:pt x="3084208" y="81920"/>
                </a:lnTo>
                <a:lnTo>
                  <a:pt x="3084803" y="81783"/>
                </a:lnTo>
                <a:lnTo>
                  <a:pt x="3085403" y="81652"/>
                </a:lnTo>
                <a:lnTo>
                  <a:pt x="3086007" y="81528"/>
                </a:lnTo>
                <a:lnTo>
                  <a:pt x="3086615" y="81410"/>
                </a:lnTo>
                <a:lnTo>
                  <a:pt x="3087225" y="81298"/>
                </a:lnTo>
                <a:lnTo>
                  <a:pt x="3087838" y="81190"/>
                </a:lnTo>
                <a:lnTo>
                  <a:pt x="3088453" y="81088"/>
                </a:lnTo>
                <a:lnTo>
                  <a:pt x="3089070" y="80990"/>
                </a:lnTo>
                <a:lnTo>
                  <a:pt x="3089690" y="80898"/>
                </a:lnTo>
                <a:lnTo>
                  <a:pt x="3090311" y="80810"/>
                </a:lnTo>
                <a:lnTo>
                  <a:pt x="3090936" y="80728"/>
                </a:lnTo>
                <a:lnTo>
                  <a:pt x="3091562" y="80650"/>
                </a:lnTo>
                <a:lnTo>
                  <a:pt x="3092191" y="80577"/>
                </a:lnTo>
                <a:lnTo>
                  <a:pt x="3092823" y="80510"/>
                </a:lnTo>
                <a:lnTo>
                  <a:pt x="3093456" y="80447"/>
                </a:lnTo>
                <a:lnTo>
                  <a:pt x="3094092" y="80390"/>
                </a:lnTo>
                <a:lnTo>
                  <a:pt x="3094731" y="80337"/>
                </a:lnTo>
                <a:lnTo>
                  <a:pt x="3095371" y="80290"/>
                </a:lnTo>
                <a:lnTo>
                  <a:pt x="3096014" y="80247"/>
                </a:lnTo>
                <a:lnTo>
                  <a:pt x="3096660" y="80210"/>
                </a:lnTo>
                <a:lnTo>
                  <a:pt x="3097307" y="80177"/>
                </a:lnTo>
                <a:lnTo>
                  <a:pt x="3097957" y="80150"/>
                </a:lnTo>
                <a:lnTo>
                  <a:pt x="3098610" y="80127"/>
                </a:lnTo>
                <a:lnTo>
                  <a:pt x="3099264" y="80110"/>
                </a:lnTo>
                <a:lnTo>
                  <a:pt x="3099921" y="80097"/>
                </a:lnTo>
                <a:lnTo>
                  <a:pt x="3100581" y="80090"/>
                </a:lnTo>
                <a:lnTo>
                  <a:pt x="3101242" y="80087"/>
                </a:lnTo>
                <a:lnTo>
                  <a:pt x="3104613" y="80087"/>
                </a:lnTo>
                <a:lnTo>
                  <a:pt x="3104613" y="50021"/>
                </a:lnTo>
                <a:lnTo>
                  <a:pt x="3101917" y="50021"/>
                </a:lnTo>
                <a:lnTo>
                  <a:pt x="3100711" y="50032"/>
                </a:lnTo>
                <a:lnTo>
                  <a:pt x="3099520" y="50065"/>
                </a:lnTo>
                <a:lnTo>
                  <a:pt x="3098344" y="50120"/>
                </a:lnTo>
                <a:lnTo>
                  <a:pt x="3097183" y="50197"/>
                </a:lnTo>
                <a:lnTo>
                  <a:pt x="3096037" y="50296"/>
                </a:lnTo>
                <a:lnTo>
                  <a:pt x="3094906" y="50417"/>
                </a:lnTo>
                <a:lnTo>
                  <a:pt x="3093790" y="50560"/>
                </a:lnTo>
                <a:lnTo>
                  <a:pt x="3092688" y="50725"/>
                </a:lnTo>
                <a:lnTo>
                  <a:pt x="3091602" y="50912"/>
                </a:lnTo>
                <a:lnTo>
                  <a:pt x="3090531" y="51121"/>
                </a:lnTo>
                <a:lnTo>
                  <a:pt x="3089475" y="51352"/>
                </a:lnTo>
                <a:lnTo>
                  <a:pt x="3088434" y="51605"/>
                </a:lnTo>
                <a:lnTo>
                  <a:pt x="3087408" y="51880"/>
                </a:lnTo>
                <a:lnTo>
                  <a:pt x="3086397" y="52177"/>
                </a:lnTo>
                <a:lnTo>
                  <a:pt x="3085400" y="52496"/>
                </a:lnTo>
                <a:lnTo>
                  <a:pt x="3084419" y="52837"/>
                </a:lnTo>
                <a:lnTo>
                  <a:pt x="3083453" y="53200"/>
                </a:lnTo>
                <a:lnTo>
                  <a:pt x="3082502" y="53585"/>
                </a:lnTo>
                <a:lnTo>
                  <a:pt x="3081565" y="53992"/>
                </a:lnTo>
                <a:lnTo>
                  <a:pt x="3080644" y="54421"/>
                </a:lnTo>
                <a:lnTo>
                  <a:pt x="3079738" y="54872"/>
                </a:lnTo>
                <a:lnTo>
                  <a:pt x="3078846" y="55345"/>
                </a:lnTo>
                <a:lnTo>
                  <a:pt x="3077970" y="55841"/>
                </a:lnTo>
                <a:lnTo>
                  <a:pt x="3077108" y="56358"/>
                </a:lnTo>
                <a:lnTo>
                  <a:pt x="3076263" y="56895"/>
                </a:lnTo>
                <a:lnTo>
                  <a:pt x="3075436" y="57452"/>
                </a:lnTo>
                <a:lnTo>
                  <a:pt x="3074627" y="58028"/>
                </a:lnTo>
                <a:lnTo>
                  <a:pt x="3073835" y="58623"/>
                </a:lnTo>
                <a:lnTo>
                  <a:pt x="3073061" y="59238"/>
                </a:lnTo>
                <a:lnTo>
                  <a:pt x="3072305" y="59872"/>
                </a:lnTo>
                <a:lnTo>
                  <a:pt x="3071567" y="60524"/>
                </a:lnTo>
                <a:lnTo>
                  <a:pt x="3070847" y="61196"/>
                </a:lnTo>
                <a:lnTo>
                  <a:pt x="3070144" y="61888"/>
                </a:lnTo>
                <a:lnTo>
                  <a:pt x="3069459" y="62598"/>
                </a:lnTo>
                <a:lnTo>
                  <a:pt x="3068792" y="63328"/>
                </a:lnTo>
                <a:lnTo>
                  <a:pt x="3068143" y="64076"/>
                </a:lnTo>
                <a:lnTo>
                  <a:pt x="3067511" y="64844"/>
                </a:lnTo>
                <a:lnTo>
                  <a:pt x="3066897" y="65632"/>
                </a:lnTo>
                <a:lnTo>
                  <a:pt x="3066301" y="66438"/>
                </a:lnTo>
                <a:lnTo>
                  <a:pt x="3065723" y="67264"/>
                </a:lnTo>
                <a:lnTo>
                  <a:pt x="3065163" y="68108"/>
                </a:lnTo>
                <a:lnTo>
                  <a:pt x="3064620" y="68972"/>
                </a:lnTo>
                <a:lnTo>
                  <a:pt x="3064095" y="69855"/>
                </a:lnTo>
                <a:lnTo>
                  <a:pt x="3063588" y="70758"/>
                </a:lnTo>
                <a:lnTo>
                  <a:pt x="3063099" y="71679"/>
                </a:lnTo>
                <a:lnTo>
                  <a:pt x="3062628" y="72620"/>
                </a:lnTo>
                <a:lnTo>
                  <a:pt x="3062174" y="73580"/>
                </a:lnTo>
                <a:lnTo>
                  <a:pt x="3061738" y="74559"/>
                </a:lnTo>
                <a:lnTo>
                  <a:pt x="3061064" y="52043"/>
                </a:lnTo>
                <a:lnTo>
                  <a:pt x="3026818" y="52043"/>
                </a:lnTo>
                <a:lnTo>
                  <a:pt x="3026818" y="185252"/>
                </a:lnTo>
                <a:lnTo>
                  <a:pt x="3062547" y="185252"/>
                </a:lnTo>
                <a:lnTo>
                  <a:pt x="3062547" y="96148"/>
                </a:lnTo>
                <a:lnTo>
                  <a:pt x="3062910" y="95638"/>
                </a:lnTo>
                <a:lnTo>
                  <a:pt x="3063278" y="95137"/>
                </a:lnTo>
                <a:lnTo>
                  <a:pt x="3063651" y="94646"/>
                </a:lnTo>
                <a:close/>
                <a:moveTo>
                  <a:pt x="1546619" y="185252"/>
                </a:moveTo>
                <a:lnTo>
                  <a:pt x="1546619" y="52043"/>
                </a:lnTo>
                <a:lnTo>
                  <a:pt x="1510890" y="52043"/>
                </a:lnTo>
                <a:lnTo>
                  <a:pt x="1510890" y="185252"/>
                </a:lnTo>
                <a:lnTo>
                  <a:pt x="1546619" y="185252"/>
                </a:lnTo>
                <a:close/>
                <a:moveTo>
                  <a:pt x="1624412" y="187465"/>
                </a:moveTo>
                <a:lnTo>
                  <a:pt x="1625550" y="187371"/>
                </a:lnTo>
                <a:lnTo>
                  <a:pt x="1626676" y="187260"/>
                </a:lnTo>
                <a:lnTo>
                  <a:pt x="1627790" y="187132"/>
                </a:lnTo>
                <a:lnTo>
                  <a:pt x="1628893" y="186987"/>
                </a:lnTo>
                <a:lnTo>
                  <a:pt x="1629984" y="186824"/>
                </a:lnTo>
                <a:lnTo>
                  <a:pt x="1631063" y="186645"/>
                </a:lnTo>
                <a:lnTo>
                  <a:pt x="1632131" y="186449"/>
                </a:lnTo>
                <a:lnTo>
                  <a:pt x="1633187" y="186235"/>
                </a:lnTo>
                <a:lnTo>
                  <a:pt x="1634231" y="186004"/>
                </a:lnTo>
                <a:lnTo>
                  <a:pt x="1635263" y="185757"/>
                </a:lnTo>
                <a:lnTo>
                  <a:pt x="1636284" y="185492"/>
                </a:lnTo>
                <a:lnTo>
                  <a:pt x="1637293" y="185210"/>
                </a:lnTo>
                <a:lnTo>
                  <a:pt x="1638291" y="184911"/>
                </a:lnTo>
                <a:lnTo>
                  <a:pt x="1639276" y="184595"/>
                </a:lnTo>
                <a:lnTo>
                  <a:pt x="1640250" y="184261"/>
                </a:lnTo>
                <a:lnTo>
                  <a:pt x="1641213" y="183911"/>
                </a:lnTo>
                <a:lnTo>
                  <a:pt x="1642163" y="183544"/>
                </a:lnTo>
                <a:lnTo>
                  <a:pt x="1643102" y="183159"/>
                </a:lnTo>
                <a:lnTo>
                  <a:pt x="1644029" y="182758"/>
                </a:lnTo>
                <a:lnTo>
                  <a:pt x="1644946" y="182340"/>
                </a:lnTo>
                <a:lnTo>
                  <a:pt x="1645853" y="181905"/>
                </a:lnTo>
                <a:lnTo>
                  <a:pt x="1646751" y="181455"/>
                </a:lnTo>
                <a:lnTo>
                  <a:pt x="1647640" y="180988"/>
                </a:lnTo>
                <a:lnTo>
                  <a:pt x="1648519" y="180505"/>
                </a:lnTo>
                <a:lnTo>
                  <a:pt x="1649389" y="180006"/>
                </a:lnTo>
                <a:lnTo>
                  <a:pt x="1650249" y="179491"/>
                </a:lnTo>
                <a:lnTo>
                  <a:pt x="1651100" y="178960"/>
                </a:lnTo>
                <a:lnTo>
                  <a:pt x="1651942" y="178413"/>
                </a:lnTo>
                <a:lnTo>
                  <a:pt x="1652774" y="177849"/>
                </a:lnTo>
                <a:lnTo>
                  <a:pt x="1653597" y="177269"/>
                </a:lnTo>
                <a:lnTo>
                  <a:pt x="1654411" y="176674"/>
                </a:lnTo>
                <a:lnTo>
                  <a:pt x="1655215" y="176062"/>
                </a:lnTo>
                <a:lnTo>
                  <a:pt x="1656010" y="175433"/>
                </a:lnTo>
                <a:lnTo>
                  <a:pt x="1656796" y="174789"/>
                </a:lnTo>
                <a:lnTo>
                  <a:pt x="1657572" y="174129"/>
                </a:lnTo>
                <a:lnTo>
                  <a:pt x="1658339" y="173452"/>
                </a:lnTo>
                <a:lnTo>
                  <a:pt x="1659096" y="172759"/>
                </a:lnTo>
                <a:lnTo>
                  <a:pt x="1659844" y="172051"/>
                </a:lnTo>
                <a:lnTo>
                  <a:pt x="1660583" y="171325"/>
                </a:lnTo>
                <a:lnTo>
                  <a:pt x="1661312" y="170584"/>
                </a:lnTo>
                <a:lnTo>
                  <a:pt x="1662032" y="169827"/>
                </a:lnTo>
                <a:lnTo>
                  <a:pt x="1662743" y="169053"/>
                </a:lnTo>
                <a:lnTo>
                  <a:pt x="1663444" y="168264"/>
                </a:lnTo>
                <a:lnTo>
                  <a:pt x="1664523" y="185252"/>
                </a:lnTo>
                <a:lnTo>
                  <a:pt x="1697960" y="185252"/>
                </a:lnTo>
                <a:lnTo>
                  <a:pt x="1697960" y="95870"/>
                </a:lnTo>
                <a:lnTo>
                  <a:pt x="1697953" y="94764"/>
                </a:lnTo>
                <a:lnTo>
                  <a:pt x="1697931" y="93672"/>
                </a:lnTo>
                <a:lnTo>
                  <a:pt x="1697895" y="92596"/>
                </a:lnTo>
                <a:lnTo>
                  <a:pt x="1697844" y="91536"/>
                </a:lnTo>
                <a:lnTo>
                  <a:pt x="1697779" y="90491"/>
                </a:lnTo>
                <a:lnTo>
                  <a:pt x="1697699" y="89461"/>
                </a:lnTo>
                <a:lnTo>
                  <a:pt x="1697604" y="88447"/>
                </a:lnTo>
                <a:lnTo>
                  <a:pt x="1697496" y="87448"/>
                </a:lnTo>
                <a:lnTo>
                  <a:pt x="1697372" y="86464"/>
                </a:lnTo>
                <a:lnTo>
                  <a:pt x="1697234" y="85496"/>
                </a:lnTo>
                <a:lnTo>
                  <a:pt x="1697082" y="84544"/>
                </a:lnTo>
                <a:lnTo>
                  <a:pt x="1696915" y="83606"/>
                </a:lnTo>
                <a:lnTo>
                  <a:pt x="1696734" y="82684"/>
                </a:lnTo>
                <a:lnTo>
                  <a:pt x="1696538" y="81778"/>
                </a:lnTo>
                <a:lnTo>
                  <a:pt x="1696327" y="80887"/>
                </a:lnTo>
                <a:lnTo>
                  <a:pt x="1696102" y="80011"/>
                </a:lnTo>
                <a:lnTo>
                  <a:pt x="1695863" y="79151"/>
                </a:lnTo>
                <a:lnTo>
                  <a:pt x="1695609" y="78306"/>
                </a:lnTo>
                <a:lnTo>
                  <a:pt x="1695340" y="77477"/>
                </a:lnTo>
                <a:lnTo>
                  <a:pt x="1695057" y="76663"/>
                </a:lnTo>
                <a:lnTo>
                  <a:pt x="1694760" y="75864"/>
                </a:lnTo>
                <a:lnTo>
                  <a:pt x="1694448" y="75081"/>
                </a:lnTo>
                <a:lnTo>
                  <a:pt x="1694121" y="74313"/>
                </a:lnTo>
                <a:lnTo>
                  <a:pt x="1693780" y="73561"/>
                </a:lnTo>
                <a:lnTo>
                  <a:pt x="1693426" y="72822"/>
                </a:lnTo>
                <a:lnTo>
                  <a:pt x="1693060" y="72097"/>
                </a:lnTo>
                <a:lnTo>
                  <a:pt x="1692682" y="71384"/>
                </a:lnTo>
                <a:lnTo>
                  <a:pt x="1692292" y="70685"/>
                </a:lnTo>
                <a:lnTo>
                  <a:pt x="1691890" y="69998"/>
                </a:lnTo>
                <a:lnTo>
                  <a:pt x="1691476" y="69325"/>
                </a:lnTo>
                <a:lnTo>
                  <a:pt x="1691050" y="68665"/>
                </a:lnTo>
                <a:lnTo>
                  <a:pt x="1690612" y="68018"/>
                </a:lnTo>
                <a:lnTo>
                  <a:pt x="1690162" y="67384"/>
                </a:lnTo>
                <a:lnTo>
                  <a:pt x="1689700" y="66763"/>
                </a:lnTo>
                <a:lnTo>
                  <a:pt x="1689227" y="66155"/>
                </a:lnTo>
                <a:lnTo>
                  <a:pt x="1688741" y="65560"/>
                </a:lnTo>
                <a:lnTo>
                  <a:pt x="1688244" y="64978"/>
                </a:lnTo>
                <a:lnTo>
                  <a:pt x="1687734" y="64409"/>
                </a:lnTo>
                <a:lnTo>
                  <a:pt x="1687213" y="63853"/>
                </a:lnTo>
                <a:lnTo>
                  <a:pt x="1686679" y="63310"/>
                </a:lnTo>
                <a:lnTo>
                  <a:pt x="1686134" y="62780"/>
                </a:lnTo>
                <a:lnTo>
                  <a:pt x="1685577" y="62264"/>
                </a:lnTo>
                <a:lnTo>
                  <a:pt x="1685008" y="61760"/>
                </a:lnTo>
                <a:lnTo>
                  <a:pt x="1684427" y="61269"/>
                </a:lnTo>
                <a:lnTo>
                  <a:pt x="1683834" y="60792"/>
                </a:lnTo>
                <a:lnTo>
                  <a:pt x="1683229" y="60327"/>
                </a:lnTo>
                <a:lnTo>
                  <a:pt x="1682612" y="59876"/>
                </a:lnTo>
                <a:lnTo>
                  <a:pt x="1681983" y="59438"/>
                </a:lnTo>
                <a:lnTo>
                  <a:pt x="1681343" y="59011"/>
                </a:lnTo>
                <a:lnTo>
                  <a:pt x="1680694" y="58594"/>
                </a:lnTo>
                <a:lnTo>
                  <a:pt x="1680035" y="58189"/>
                </a:lnTo>
                <a:lnTo>
                  <a:pt x="1679367" y="57794"/>
                </a:lnTo>
                <a:lnTo>
                  <a:pt x="1678689" y="57410"/>
                </a:lnTo>
                <a:lnTo>
                  <a:pt x="1678001" y="57036"/>
                </a:lnTo>
                <a:lnTo>
                  <a:pt x="1677304" y="56673"/>
                </a:lnTo>
                <a:lnTo>
                  <a:pt x="1676597" y="56321"/>
                </a:lnTo>
                <a:lnTo>
                  <a:pt x="1675881" y="55980"/>
                </a:lnTo>
                <a:lnTo>
                  <a:pt x="1675155" y="55649"/>
                </a:lnTo>
                <a:lnTo>
                  <a:pt x="1674419" y="55328"/>
                </a:lnTo>
                <a:lnTo>
                  <a:pt x="1673674" y="55019"/>
                </a:lnTo>
                <a:lnTo>
                  <a:pt x="1672919" y="54720"/>
                </a:lnTo>
                <a:lnTo>
                  <a:pt x="1672155" y="54432"/>
                </a:lnTo>
                <a:lnTo>
                  <a:pt x="1671381" y="54154"/>
                </a:lnTo>
                <a:lnTo>
                  <a:pt x="1670598" y="53887"/>
                </a:lnTo>
                <a:lnTo>
                  <a:pt x="1669804" y="53631"/>
                </a:lnTo>
                <a:lnTo>
                  <a:pt x="1669002" y="53385"/>
                </a:lnTo>
                <a:lnTo>
                  <a:pt x="1668189" y="53150"/>
                </a:lnTo>
                <a:lnTo>
                  <a:pt x="1667367" y="52926"/>
                </a:lnTo>
                <a:lnTo>
                  <a:pt x="1666536" y="52713"/>
                </a:lnTo>
                <a:lnTo>
                  <a:pt x="1665695" y="52510"/>
                </a:lnTo>
                <a:lnTo>
                  <a:pt x="1664844" y="52317"/>
                </a:lnTo>
                <a:lnTo>
                  <a:pt x="1663984" y="52136"/>
                </a:lnTo>
                <a:lnTo>
                  <a:pt x="1663115" y="51963"/>
                </a:lnTo>
                <a:lnTo>
                  <a:pt x="1662238" y="51798"/>
                </a:lnTo>
                <a:lnTo>
                  <a:pt x="1661354" y="51640"/>
                </a:lnTo>
                <a:lnTo>
                  <a:pt x="1660463" y="51490"/>
                </a:lnTo>
                <a:lnTo>
                  <a:pt x="1659564" y="51346"/>
                </a:lnTo>
                <a:lnTo>
                  <a:pt x="1658658" y="51210"/>
                </a:lnTo>
                <a:lnTo>
                  <a:pt x="1657744" y="51082"/>
                </a:lnTo>
                <a:lnTo>
                  <a:pt x="1656823" y="50961"/>
                </a:lnTo>
                <a:lnTo>
                  <a:pt x="1655894" y="50847"/>
                </a:lnTo>
                <a:lnTo>
                  <a:pt x="1654958" y="50740"/>
                </a:lnTo>
                <a:lnTo>
                  <a:pt x="1654014" y="50641"/>
                </a:lnTo>
                <a:lnTo>
                  <a:pt x="1653063" y="50550"/>
                </a:lnTo>
                <a:lnTo>
                  <a:pt x="1652104" y="50465"/>
                </a:lnTo>
                <a:lnTo>
                  <a:pt x="1651138" y="50388"/>
                </a:lnTo>
                <a:lnTo>
                  <a:pt x="1650164" y="50318"/>
                </a:lnTo>
                <a:lnTo>
                  <a:pt x="1649183" y="50256"/>
                </a:lnTo>
                <a:lnTo>
                  <a:pt x="1648194" y="50201"/>
                </a:lnTo>
                <a:lnTo>
                  <a:pt x="1647198" y="50153"/>
                </a:lnTo>
                <a:lnTo>
                  <a:pt x="1646194" y="50113"/>
                </a:lnTo>
                <a:lnTo>
                  <a:pt x="1645183" y="50079"/>
                </a:lnTo>
                <a:lnTo>
                  <a:pt x="1644164" y="50054"/>
                </a:lnTo>
                <a:lnTo>
                  <a:pt x="1643138" y="50035"/>
                </a:lnTo>
                <a:lnTo>
                  <a:pt x="1642104" y="50024"/>
                </a:lnTo>
                <a:lnTo>
                  <a:pt x="1641063" y="50021"/>
                </a:lnTo>
                <a:lnTo>
                  <a:pt x="1639643" y="50028"/>
                </a:lnTo>
                <a:lnTo>
                  <a:pt x="1638238" y="50051"/>
                </a:lnTo>
                <a:lnTo>
                  <a:pt x="1636847" y="50089"/>
                </a:lnTo>
                <a:lnTo>
                  <a:pt x="1635470" y="50142"/>
                </a:lnTo>
                <a:lnTo>
                  <a:pt x="1634107" y="50210"/>
                </a:lnTo>
                <a:lnTo>
                  <a:pt x="1632759" y="50294"/>
                </a:lnTo>
                <a:lnTo>
                  <a:pt x="1631424" y="50392"/>
                </a:lnTo>
                <a:lnTo>
                  <a:pt x="1630105" y="50506"/>
                </a:lnTo>
                <a:lnTo>
                  <a:pt x="1628799" y="50635"/>
                </a:lnTo>
                <a:lnTo>
                  <a:pt x="1627508" y="50779"/>
                </a:lnTo>
                <a:lnTo>
                  <a:pt x="1626231" y="50939"/>
                </a:lnTo>
                <a:lnTo>
                  <a:pt x="1624968" y="51113"/>
                </a:lnTo>
                <a:lnTo>
                  <a:pt x="1623720" y="51303"/>
                </a:lnTo>
                <a:lnTo>
                  <a:pt x="1622485" y="51507"/>
                </a:lnTo>
                <a:lnTo>
                  <a:pt x="1621266" y="51727"/>
                </a:lnTo>
                <a:lnTo>
                  <a:pt x="1620060" y="51963"/>
                </a:lnTo>
                <a:lnTo>
                  <a:pt x="1618869" y="52213"/>
                </a:lnTo>
                <a:lnTo>
                  <a:pt x="1617692" y="52478"/>
                </a:lnTo>
                <a:lnTo>
                  <a:pt x="1616529" y="52759"/>
                </a:lnTo>
                <a:lnTo>
                  <a:pt x="1615380" y="53055"/>
                </a:lnTo>
                <a:lnTo>
                  <a:pt x="1614246" y="53366"/>
                </a:lnTo>
                <a:lnTo>
                  <a:pt x="1613126" y="53692"/>
                </a:lnTo>
                <a:lnTo>
                  <a:pt x="1612021" y="54033"/>
                </a:lnTo>
                <a:lnTo>
                  <a:pt x="1610929" y="54390"/>
                </a:lnTo>
                <a:lnTo>
                  <a:pt x="1609855" y="54764"/>
                </a:lnTo>
                <a:lnTo>
                  <a:pt x="1608800" y="55157"/>
                </a:lnTo>
                <a:lnTo>
                  <a:pt x="1607765" y="55570"/>
                </a:lnTo>
                <a:lnTo>
                  <a:pt x="1606750" y="56002"/>
                </a:lnTo>
                <a:lnTo>
                  <a:pt x="1605754" y="56454"/>
                </a:lnTo>
                <a:lnTo>
                  <a:pt x="1604778" y="56925"/>
                </a:lnTo>
                <a:lnTo>
                  <a:pt x="1603821" y="57415"/>
                </a:lnTo>
                <a:lnTo>
                  <a:pt x="1602885" y="57925"/>
                </a:lnTo>
                <a:lnTo>
                  <a:pt x="1601967" y="58455"/>
                </a:lnTo>
                <a:lnTo>
                  <a:pt x="1601070" y="59004"/>
                </a:lnTo>
                <a:lnTo>
                  <a:pt x="1600192" y="59572"/>
                </a:lnTo>
                <a:lnTo>
                  <a:pt x="1599334" y="60160"/>
                </a:lnTo>
                <a:lnTo>
                  <a:pt x="1598496" y="60767"/>
                </a:lnTo>
                <a:lnTo>
                  <a:pt x="1597677" y="61394"/>
                </a:lnTo>
                <a:lnTo>
                  <a:pt x="1596878" y="62040"/>
                </a:lnTo>
                <a:lnTo>
                  <a:pt x="1596098" y="62706"/>
                </a:lnTo>
                <a:lnTo>
                  <a:pt x="1595338" y="63391"/>
                </a:lnTo>
                <a:lnTo>
                  <a:pt x="1594598" y="64096"/>
                </a:lnTo>
                <a:lnTo>
                  <a:pt x="1593878" y="64820"/>
                </a:lnTo>
                <a:lnTo>
                  <a:pt x="1593177" y="65563"/>
                </a:lnTo>
                <a:lnTo>
                  <a:pt x="1592496" y="66326"/>
                </a:lnTo>
                <a:lnTo>
                  <a:pt x="1591834" y="67109"/>
                </a:lnTo>
                <a:lnTo>
                  <a:pt x="1591193" y="67911"/>
                </a:lnTo>
                <a:lnTo>
                  <a:pt x="1590570" y="68732"/>
                </a:lnTo>
                <a:lnTo>
                  <a:pt x="1589971" y="69575"/>
                </a:lnTo>
                <a:lnTo>
                  <a:pt x="1589397" y="70443"/>
                </a:lnTo>
                <a:lnTo>
                  <a:pt x="1588848" y="71335"/>
                </a:lnTo>
                <a:lnTo>
                  <a:pt x="1588325" y="72252"/>
                </a:lnTo>
                <a:lnTo>
                  <a:pt x="1587828" y="73194"/>
                </a:lnTo>
                <a:lnTo>
                  <a:pt x="1587356" y="74160"/>
                </a:lnTo>
                <a:lnTo>
                  <a:pt x="1586909" y="75151"/>
                </a:lnTo>
                <a:lnTo>
                  <a:pt x="1586488" y="76167"/>
                </a:lnTo>
                <a:lnTo>
                  <a:pt x="1586093" y="77207"/>
                </a:lnTo>
                <a:lnTo>
                  <a:pt x="1585723" y="78272"/>
                </a:lnTo>
                <a:lnTo>
                  <a:pt x="1585378" y="79362"/>
                </a:lnTo>
                <a:lnTo>
                  <a:pt x="1585059" y="80476"/>
                </a:lnTo>
                <a:lnTo>
                  <a:pt x="1584766" y="81615"/>
                </a:lnTo>
                <a:lnTo>
                  <a:pt x="1584498" y="82778"/>
                </a:lnTo>
                <a:lnTo>
                  <a:pt x="1584256" y="83966"/>
                </a:lnTo>
                <a:lnTo>
                  <a:pt x="1584039" y="85179"/>
                </a:lnTo>
                <a:lnTo>
                  <a:pt x="1583847" y="86417"/>
                </a:lnTo>
                <a:lnTo>
                  <a:pt x="1583682" y="87679"/>
                </a:lnTo>
                <a:lnTo>
                  <a:pt x="1583541" y="88966"/>
                </a:lnTo>
                <a:lnTo>
                  <a:pt x="1583426" y="90277"/>
                </a:lnTo>
                <a:lnTo>
                  <a:pt x="1583337" y="91613"/>
                </a:lnTo>
                <a:lnTo>
                  <a:pt x="1583273" y="92974"/>
                </a:lnTo>
                <a:lnTo>
                  <a:pt x="1583235" y="94359"/>
                </a:lnTo>
                <a:lnTo>
                  <a:pt x="1583222" y="95769"/>
                </a:lnTo>
                <a:lnTo>
                  <a:pt x="1616659" y="95769"/>
                </a:lnTo>
                <a:lnTo>
                  <a:pt x="1616671" y="94811"/>
                </a:lnTo>
                <a:lnTo>
                  <a:pt x="1616707" y="93875"/>
                </a:lnTo>
                <a:lnTo>
                  <a:pt x="1616767" y="92962"/>
                </a:lnTo>
                <a:lnTo>
                  <a:pt x="1616850" y="92070"/>
                </a:lnTo>
                <a:lnTo>
                  <a:pt x="1616958" y="91202"/>
                </a:lnTo>
                <a:lnTo>
                  <a:pt x="1617089" y="90355"/>
                </a:lnTo>
                <a:lnTo>
                  <a:pt x="1617244" y="89531"/>
                </a:lnTo>
                <a:lnTo>
                  <a:pt x="1617423" y="88730"/>
                </a:lnTo>
                <a:lnTo>
                  <a:pt x="1617626" y="87950"/>
                </a:lnTo>
                <a:lnTo>
                  <a:pt x="1617853" y="87193"/>
                </a:lnTo>
                <a:lnTo>
                  <a:pt x="1618104" y="86459"/>
                </a:lnTo>
                <a:lnTo>
                  <a:pt x="1618378" y="85747"/>
                </a:lnTo>
                <a:lnTo>
                  <a:pt x="1618677" y="85057"/>
                </a:lnTo>
                <a:lnTo>
                  <a:pt x="1618999" y="84389"/>
                </a:lnTo>
                <a:lnTo>
                  <a:pt x="1619345" y="83744"/>
                </a:lnTo>
                <a:lnTo>
                  <a:pt x="1619715" y="83122"/>
                </a:lnTo>
                <a:lnTo>
                  <a:pt x="1620109" y="82521"/>
                </a:lnTo>
                <a:lnTo>
                  <a:pt x="1620527" y="81943"/>
                </a:lnTo>
                <a:lnTo>
                  <a:pt x="1620969" y="81388"/>
                </a:lnTo>
                <a:lnTo>
                  <a:pt x="1621434" y="80855"/>
                </a:lnTo>
                <a:lnTo>
                  <a:pt x="1621924" y="80344"/>
                </a:lnTo>
                <a:lnTo>
                  <a:pt x="1622437" y="79855"/>
                </a:lnTo>
                <a:lnTo>
                  <a:pt x="1622974" y="79389"/>
                </a:lnTo>
                <a:lnTo>
                  <a:pt x="1623536" y="78945"/>
                </a:lnTo>
                <a:lnTo>
                  <a:pt x="1624115" y="78521"/>
                </a:lnTo>
                <a:lnTo>
                  <a:pt x="1624708" y="78116"/>
                </a:lnTo>
                <a:lnTo>
                  <a:pt x="1625314" y="77728"/>
                </a:lnTo>
                <a:lnTo>
                  <a:pt x="1625932" y="77358"/>
                </a:lnTo>
                <a:lnTo>
                  <a:pt x="1626564" y="77006"/>
                </a:lnTo>
                <a:lnTo>
                  <a:pt x="1627210" y="76672"/>
                </a:lnTo>
                <a:lnTo>
                  <a:pt x="1627868" y="76357"/>
                </a:lnTo>
                <a:lnTo>
                  <a:pt x="1628539" y="76059"/>
                </a:lnTo>
                <a:lnTo>
                  <a:pt x="1629224" y="75780"/>
                </a:lnTo>
                <a:lnTo>
                  <a:pt x="1629921" y="75518"/>
                </a:lnTo>
                <a:lnTo>
                  <a:pt x="1630632" y="75274"/>
                </a:lnTo>
                <a:lnTo>
                  <a:pt x="1631355" y="75049"/>
                </a:lnTo>
                <a:lnTo>
                  <a:pt x="1632092" y="74842"/>
                </a:lnTo>
                <a:lnTo>
                  <a:pt x="1632842" y="74652"/>
                </a:lnTo>
                <a:lnTo>
                  <a:pt x="1633605" y="74481"/>
                </a:lnTo>
                <a:lnTo>
                  <a:pt x="1634382" y="74327"/>
                </a:lnTo>
                <a:lnTo>
                  <a:pt x="1635171" y="74192"/>
                </a:lnTo>
                <a:lnTo>
                  <a:pt x="1635973" y="74075"/>
                </a:lnTo>
                <a:lnTo>
                  <a:pt x="1636789" y="73976"/>
                </a:lnTo>
                <a:lnTo>
                  <a:pt x="1637617" y="73895"/>
                </a:lnTo>
                <a:lnTo>
                  <a:pt x="1638459" y="73831"/>
                </a:lnTo>
                <a:lnTo>
                  <a:pt x="1639314" y="73786"/>
                </a:lnTo>
                <a:lnTo>
                  <a:pt x="1640182" y="73759"/>
                </a:lnTo>
                <a:lnTo>
                  <a:pt x="1641063" y="73750"/>
                </a:lnTo>
                <a:lnTo>
                  <a:pt x="1641866" y="73759"/>
                </a:lnTo>
                <a:lnTo>
                  <a:pt x="1642656" y="73784"/>
                </a:lnTo>
                <a:lnTo>
                  <a:pt x="1643434" y="73826"/>
                </a:lnTo>
                <a:lnTo>
                  <a:pt x="1644200" y="73886"/>
                </a:lnTo>
                <a:lnTo>
                  <a:pt x="1644953" y="73962"/>
                </a:lnTo>
                <a:lnTo>
                  <a:pt x="1645693" y="74055"/>
                </a:lnTo>
                <a:lnTo>
                  <a:pt x="1646422" y="74165"/>
                </a:lnTo>
                <a:lnTo>
                  <a:pt x="1647138" y="74291"/>
                </a:lnTo>
                <a:lnTo>
                  <a:pt x="1647841" y="74435"/>
                </a:lnTo>
                <a:lnTo>
                  <a:pt x="1648532" y="74596"/>
                </a:lnTo>
                <a:lnTo>
                  <a:pt x="1649211" y="74773"/>
                </a:lnTo>
                <a:lnTo>
                  <a:pt x="1649877" y="74968"/>
                </a:lnTo>
                <a:lnTo>
                  <a:pt x="1650531" y="75179"/>
                </a:lnTo>
                <a:lnTo>
                  <a:pt x="1651173" y="75408"/>
                </a:lnTo>
                <a:lnTo>
                  <a:pt x="1651802" y="75653"/>
                </a:lnTo>
                <a:lnTo>
                  <a:pt x="1652418" y="75915"/>
                </a:lnTo>
                <a:lnTo>
                  <a:pt x="1653023" y="76194"/>
                </a:lnTo>
                <a:lnTo>
                  <a:pt x="1653615" y="76490"/>
                </a:lnTo>
                <a:lnTo>
                  <a:pt x="1654194" y="76803"/>
                </a:lnTo>
                <a:lnTo>
                  <a:pt x="1654761" y="77133"/>
                </a:lnTo>
                <a:lnTo>
                  <a:pt x="1655316" y="77479"/>
                </a:lnTo>
                <a:lnTo>
                  <a:pt x="1655858" y="77843"/>
                </a:lnTo>
                <a:lnTo>
                  <a:pt x="1656388" y="78223"/>
                </a:lnTo>
                <a:lnTo>
                  <a:pt x="1656905" y="78621"/>
                </a:lnTo>
                <a:lnTo>
                  <a:pt x="1657406" y="79041"/>
                </a:lnTo>
                <a:lnTo>
                  <a:pt x="1657885" y="79491"/>
                </a:lnTo>
                <a:lnTo>
                  <a:pt x="1658343" y="79969"/>
                </a:lnTo>
                <a:lnTo>
                  <a:pt x="1658780" y="80476"/>
                </a:lnTo>
                <a:lnTo>
                  <a:pt x="1659195" y="81013"/>
                </a:lnTo>
                <a:lnTo>
                  <a:pt x="1659589" y="81578"/>
                </a:lnTo>
                <a:lnTo>
                  <a:pt x="1659962" y="82172"/>
                </a:lnTo>
                <a:lnTo>
                  <a:pt x="1660313" y="82796"/>
                </a:lnTo>
                <a:lnTo>
                  <a:pt x="1660643" y="83448"/>
                </a:lnTo>
                <a:lnTo>
                  <a:pt x="1660952" y="84130"/>
                </a:lnTo>
                <a:lnTo>
                  <a:pt x="1661240" y="84840"/>
                </a:lnTo>
                <a:lnTo>
                  <a:pt x="1661506" y="85579"/>
                </a:lnTo>
                <a:lnTo>
                  <a:pt x="1661751" y="86348"/>
                </a:lnTo>
                <a:lnTo>
                  <a:pt x="1661975" y="87145"/>
                </a:lnTo>
                <a:lnTo>
                  <a:pt x="1662177" y="87971"/>
                </a:lnTo>
                <a:lnTo>
                  <a:pt x="1662358" y="88826"/>
                </a:lnTo>
                <a:lnTo>
                  <a:pt x="1662518" y="89711"/>
                </a:lnTo>
                <a:lnTo>
                  <a:pt x="1662656" y="90624"/>
                </a:lnTo>
                <a:lnTo>
                  <a:pt x="1662774" y="91566"/>
                </a:lnTo>
                <a:lnTo>
                  <a:pt x="1662869" y="92538"/>
                </a:lnTo>
                <a:lnTo>
                  <a:pt x="1662944" y="93538"/>
                </a:lnTo>
                <a:lnTo>
                  <a:pt x="1662997" y="94567"/>
                </a:lnTo>
                <a:lnTo>
                  <a:pt x="1663029" y="95626"/>
                </a:lnTo>
                <a:lnTo>
                  <a:pt x="1663040" y="96713"/>
                </a:lnTo>
                <a:lnTo>
                  <a:pt x="1663040" y="103947"/>
                </a:lnTo>
                <a:lnTo>
                  <a:pt x="1660882" y="103997"/>
                </a:lnTo>
                <a:lnTo>
                  <a:pt x="1658747" y="104057"/>
                </a:lnTo>
                <a:lnTo>
                  <a:pt x="1656634" y="104127"/>
                </a:lnTo>
                <a:lnTo>
                  <a:pt x="1654544" y="104206"/>
                </a:lnTo>
                <a:lnTo>
                  <a:pt x="1652475" y="104295"/>
                </a:lnTo>
                <a:lnTo>
                  <a:pt x="1650429" y="104394"/>
                </a:lnTo>
                <a:lnTo>
                  <a:pt x="1648405" y="104502"/>
                </a:lnTo>
                <a:lnTo>
                  <a:pt x="1646404" y="104620"/>
                </a:lnTo>
                <a:lnTo>
                  <a:pt x="1644424" y="104748"/>
                </a:lnTo>
                <a:lnTo>
                  <a:pt x="1642467" y="104885"/>
                </a:lnTo>
                <a:lnTo>
                  <a:pt x="1640532" y="105032"/>
                </a:lnTo>
                <a:lnTo>
                  <a:pt x="1638619" y="105189"/>
                </a:lnTo>
                <a:lnTo>
                  <a:pt x="1636729" y="105356"/>
                </a:lnTo>
                <a:lnTo>
                  <a:pt x="1634861" y="105532"/>
                </a:lnTo>
                <a:lnTo>
                  <a:pt x="1633014" y="105718"/>
                </a:lnTo>
                <a:lnTo>
                  <a:pt x="1631191" y="105913"/>
                </a:lnTo>
                <a:lnTo>
                  <a:pt x="1629389" y="106119"/>
                </a:lnTo>
                <a:lnTo>
                  <a:pt x="1627610" y="106334"/>
                </a:lnTo>
                <a:lnTo>
                  <a:pt x="1625853" y="106559"/>
                </a:lnTo>
                <a:lnTo>
                  <a:pt x="1624118" y="106793"/>
                </a:lnTo>
                <a:lnTo>
                  <a:pt x="1622405" y="107037"/>
                </a:lnTo>
                <a:lnTo>
                  <a:pt x="1620715" y="107291"/>
                </a:lnTo>
                <a:lnTo>
                  <a:pt x="1619047" y="107554"/>
                </a:lnTo>
                <a:lnTo>
                  <a:pt x="1617401" y="107828"/>
                </a:lnTo>
                <a:lnTo>
                  <a:pt x="1615781" y="108116"/>
                </a:lnTo>
                <a:lnTo>
                  <a:pt x="1614192" y="108425"/>
                </a:lnTo>
                <a:lnTo>
                  <a:pt x="1612632" y="108756"/>
                </a:lnTo>
                <a:lnTo>
                  <a:pt x="1611103" y="109106"/>
                </a:lnTo>
                <a:lnTo>
                  <a:pt x="1609604" y="109478"/>
                </a:lnTo>
                <a:lnTo>
                  <a:pt x="1608136" y="109871"/>
                </a:lnTo>
                <a:lnTo>
                  <a:pt x="1606697" y="110284"/>
                </a:lnTo>
                <a:lnTo>
                  <a:pt x="1605289" y="110718"/>
                </a:lnTo>
                <a:lnTo>
                  <a:pt x="1603911" y="111173"/>
                </a:lnTo>
                <a:lnTo>
                  <a:pt x="1602563" y="111649"/>
                </a:lnTo>
                <a:lnTo>
                  <a:pt x="1601245" y="112145"/>
                </a:lnTo>
                <a:lnTo>
                  <a:pt x="1599958" y="112663"/>
                </a:lnTo>
                <a:lnTo>
                  <a:pt x="1598700" y="113201"/>
                </a:lnTo>
                <a:lnTo>
                  <a:pt x="1597473" y="113760"/>
                </a:lnTo>
                <a:lnTo>
                  <a:pt x="1596276" y="114339"/>
                </a:lnTo>
                <a:lnTo>
                  <a:pt x="1595110" y="114940"/>
                </a:lnTo>
                <a:lnTo>
                  <a:pt x="1593973" y="115561"/>
                </a:lnTo>
                <a:lnTo>
                  <a:pt x="1592867" y="116203"/>
                </a:lnTo>
                <a:lnTo>
                  <a:pt x="1591791" y="116866"/>
                </a:lnTo>
                <a:lnTo>
                  <a:pt x="1590745" y="117550"/>
                </a:lnTo>
                <a:lnTo>
                  <a:pt x="1589729" y="118255"/>
                </a:lnTo>
                <a:lnTo>
                  <a:pt x="1588743" y="118980"/>
                </a:lnTo>
                <a:lnTo>
                  <a:pt x="1587788" y="119726"/>
                </a:lnTo>
                <a:lnTo>
                  <a:pt x="1586863" y="120493"/>
                </a:lnTo>
                <a:lnTo>
                  <a:pt x="1585972" y="121286"/>
                </a:lnTo>
                <a:lnTo>
                  <a:pt x="1585118" y="122110"/>
                </a:lnTo>
                <a:lnTo>
                  <a:pt x="1584303" y="122965"/>
                </a:lnTo>
                <a:lnTo>
                  <a:pt x="1583526" y="123853"/>
                </a:lnTo>
                <a:lnTo>
                  <a:pt x="1582786" y="124771"/>
                </a:lnTo>
                <a:lnTo>
                  <a:pt x="1582085" y="125721"/>
                </a:lnTo>
                <a:lnTo>
                  <a:pt x="1581421" y="126702"/>
                </a:lnTo>
                <a:lnTo>
                  <a:pt x="1580795" y="127715"/>
                </a:lnTo>
                <a:lnTo>
                  <a:pt x="1580208" y="128759"/>
                </a:lnTo>
                <a:lnTo>
                  <a:pt x="1579658" y="129835"/>
                </a:lnTo>
                <a:lnTo>
                  <a:pt x="1579146" y="130942"/>
                </a:lnTo>
                <a:lnTo>
                  <a:pt x="1578672" y="132081"/>
                </a:lnTo>
                <a:lnTo>
                  <a:pt x="1578236" y="133251"/>
                </a:lnTo>
                <a:lnTo>
                  <a:pt x="1577838" y="134452"/>
                </a:lnTo>
                <a:lnTo>
                  <a:pt x="1577477" y="135685"/>
                </a:lnTo>
                <a:lnTo>
                  <a:pt x="1577155" y="136949"/>
                </a:lnTo>
                <a:lnTo>
                  <a:pt x="1576871" y="138245"/>
                </a:lnTo>
                <a:lnTo>
                  <a:pt x="1576624" y="139572"/>
                </a:lnTo>
                <a:lnTo>
                  <a:pt x="1576416" y="140931"/>
                </a:lnTo>
                <a:lnTo>
                  <a:pt x="1576245" y="142321"/>
                </a:lnTo>
                <a:lnTo>
                  <a:pt x="1576112" y="143743"/>
                </a:lnTo>
                <a:lnTo>
                  <a:pt x="1576018" y="145195"/>
                </a:lnTo>
                <a:lnTo>
                  <a:pt x="1575961" y="146680"/>
                </a:lnTo>
                <a:lnTo>
                  <a:pt x="1575942" y="148196"/>
                </a:lnTo>
                <a:lnTo>
                  <a:pt x="1575952" y="149288"/>
                </a:lnTo>
                <a:lnTo>
                  <a:pt x="1575983" y="150366"/>
                </a:lnTo>
                <a:lnTo>
                  <a:pt x="1576035" y="151428"/>
                </a:lnTo>
                <a:lnTo>
                  <a:pt x="1576108" y="152474"/>
                </a:lnTo>
                <a:lnTo>
                  <a:pt x="1576202" y="153506"/>
                </a:lnTo>
                <a:lnTo>
                  <a:pt x="1576317" y="154522"/>
                </a:lnTo>
                <a:lnTo>
                  <a:pt x="1576452" y="155522"/>
                </a:lnTo>
                <a:lnTo>
                  <a:pt x="1576608" y="156508"/>
                </a:lnTo>
                <a:lnTo>
                  <a:pt x="1576785" y="157478"/>
                </a:lnTo>
                <a:lnTo>
                  <a:pt x="1576983" y="158432"/>
                </a:lnTo>
                <a:lnTo>
                  <a:pt x="1577202" y="159371"/>
                </a:lnTo>
                <a:lnTo>
                  <a:pt x="1577442" y="160295"/>
                </a:lnTo>
                <a:lnTo>
                  <a:pt x="1577702" y="161204"/>
                </a:lnTo>
                <a:lnTo>
                  <a:pt x="1577983" y="162097"/>
                </a:lnTo>
                <a:lnTo>
                  <a:pt x="1578285" y="162975"/>
                </a:lnTo>
                <a:lnTo>
                  <a:pt x="1578608" y="163837"/>
                </a:lnTo>
                <a:lnTo>
                  <a:pt x="1578952" y="164685"/>
                </a:lnTo>
                <a:lnTo>
                  <a:pt x="1579317" y="165516"/>
                </a:lnTo>
                <a:lnTo>
                  <a:pt x="1579702" y="166333"/>
                </a:lnTo>
                <a:lnTo>
                  <a:pt x="1580108" y="167134"/>
                </a:lnTo>
                <a:lnTo>
                  <a:pt x="1580535" y="167920"/>
                </a:lnTo>
                <a:lnTo>
                  <a:pt x="1580983" y="168690"/>
                </a:lnTo>
                <a:lnTo>
                  <a:pt x="1581452" y="169445"/>
                </a:lnTo>
                <a:lnTo>
                  <a:pt x="1581941" y="170185"/>
                </a:lnTo>
                <a:lnTo>
                  <a:pt x="1582448" y="170909"/>
                </a:lnTo>
                <a:lnTo>
                  <a:pt x="1582967" y="171618"/>
                </a:lnTo>
                <a:lnTo>
                  <a:pt x="1583499" y="172311"/>
                </a:lnTo>
                <a:lnTo>
                  <a:pt x="1584044" y="172989"/>
                </a:lnTo>
                <a:lnTo>
                  <a:pt x="1584602" y="173652"/>
                </a:lnTo>
                <a:lnTo>
                  <a:pt x="1585173" y="174299"/>
                </a:lnTo>
                <a:lnTo>
                  <a:pt x="1585757" y="174931"/>
                </a:lnTo>
                <a:lnTo>
                  <a:pt x="1586353" y="175547"/>
                </a:lnTo>
                <a:lnTo>
                  <a:pt x="1586963" y="176148"/>
                </a:lnTo>
                <a:lnTo>
                  <a:pt x="1587585" y="176734"/>
                </a:lnTo>
                <a:lnTo>
                  <a:pt x="1588220" y="177305"/>
                </a:lnTo>
                <a:lnTo>
                  <a:pt x="1588868" y="177860"/>
                </a:lnTo>
                <a:lnTo>
                  <a:pt x="1589529" y="178399"/>
                </a:lnTo>
                <a:lnTo>
                  <a:pt x="1590203" y="178924"/>
                </a:lnTo>
                <a:lnTo>
                  <a:pt x="1590890" y="179433"/>
                </a:lnTo>
                <a:lnTo>
                  <a:pt x="1591589" y="179926"/>
                </a:lnTo>
                <a:lnTo>
                  <a:pt x="1592301" y="180405"/>
                </a:lnTo>
                <a:lnTo>
                  <a:pt x="1593027" y="180867"/>
                </a:lnTo>
                <a:lnTo>
                  <a:pt x="1593765" y="181315"/>
                </a:lnTo>
                <a:lnTo>
                  <a:pt x="1594516" y="181747"/>
                </a:lnTo>
                <a:lnTo>
                  <a:pt x="1595280" y="182164"/>
                </a:lnTo>
                <a:lnTo>
                  <a:pt x="1596057" y="182565"/>
                </a:lnTo>
                <a:lnTo>
                  <a:pt x="1596846" y="182952"/>
                </a:lnTo>
                <a:lnTo>
                  <a:pt x="1597649" y="183322"/>
                </a:lnTo>
                <a:lnTo>
                  <a:pt x="1598460" y="183678"/>
                </a:lnTo>
                <a:lnTo>
                  <a:pt x="1599277" y="184018"/>
                </a:lnTo>
                <a:lnTo>
                  <a:pt x="1600099" y="184343"/>
                </a:lnTo>
                <a:lnTo>
                  <a:pt x="1600926" y="184653"/>
                </a:lnTo>
                <a:lnTo>
                  <a:pt x="1601758" y="184948"/>
                </a:lnTo>
                <a:lnTo>
                  <a:pt x="1602595" y="185228"/>
                </a:lnTo>
                <a:lnTo>
                  <a:pt x="1603438" y="185493"/>
                </a:lnTo>
                <a:lnTo>
                  <a:pt x="1604285" y="185743"/>
                </a:lnTo>
                <a:lnTo>
                  <a:pt x="1605138" y="185977"/>
                </a:lnTo>
                <a:lnTo>
                  <a:pt x="1605996" y="186196"/>
                </a:lnTo>
                <a:lnTo>
                  <a:pt x="1606859" y="186401"/>
                </a:lnTo>
                <a:lnTo>
                  <a:pt x="1607727" y="186590"/>
                </a:lnTo>
                <a:lnTo>
                  <a:pt x="1608600" y="186764"/>
                </a:lnTo>
                <a:lnTo>
                  <a:pt x="1609479" y="186922"/>
                </a:lnTo>
                <a:lnTo>
                  <a:pt x="1610363" y="187066"/>
                </a:lnTo>
                <a:lnTo>
                  <a:pt x="1611251" y="187195"/>
                </a:lnTo>
                <a:lnTo>
                  <a:pt x="1612145" y="187308"/>
                </a:lnTo>
                <a:lnTo>
                  <a:pt x="1613044" y="187407"/>
                </a:lnTo>
                <a:lnTo>
                  <a:pt x="1613949" y="187490"/>
                </a:lnTo>
                <a:lnTo>
                  <a:pt x="1614858" y="187558"/>
                </a:lnTo>
                <a:lnTo>
                  <a:pt x="1615772" y="187611"/>
                </a:lnTo>
                <a:lnTo>
                  <a:pt x="1616692" y="187649"/>
                </a:lnTo>
                <a:lnTo>
                  <a:pt x="1617617" y="187671"/>
                </a:lnTo>
                <a:lnTo>
                  <a:pt x="1618547" y="187679"/>
                </a:lnTo>
                <a:lnTo>
                  <a:pt x="1619743" y="187670"/>
                </a:lnTo>
                <a:lnTo>
                  <a:pt x="1620928" y="187645"/>
                </a:lnTo>
                <a:lnTo>
                  <a:pt x="1622101" y="187602"/>
                </a:lnTo>
                <a:lnTo>
                  <a:pt x="1623262" y="187542"/>
                </a:lnTo>
                <a:lnTo>
                  <a:pt x="1624412" y="187465"/>
                </a:lnTo>
                <a:close/>
                <a:moveTo>
                  <a:pt x="1626982" y="162961"/>
                </a:moveTo>
                <a:lnTo>
                  <a:pt x="1626354" y="162882"/>
                </a:lnTo>
                <a:lnTo>
                  <a:pt x="1625737" y="162789"/>
                </a:lnTo>
                <a:lnTo>
                  <a:pt x="1625131" y="162682"/>
                </a:lnTo>
                <a:lnTo>
                  <a:pt x="1624535" y="162560"/>
                </a:lnTo>
                <a:lnTo>
                  <a:pt x="1623950" y="162424"/>
                </a:lnTo>
                <a:lnTo>
                  <a:pt x="1623375" y="162273"/>
                </a:lnTo>
                <a:lnTo>
                  <a:pt x="1622811" y="162108"/>
                </a:lnTo>
                <a:lnTo>
                  <a:pt x="1622257" y="161929"/>
                </a:lnTo>
                <a:lnTo>
                  <a:pt x="1621714" y="161735"/>
                </a:lnTo>
                <a:lnTo>
                  <a:pt x="1621181" y="161527"/>
                </a:lnTo>
                <a:lnTo>
                  <a:pt x="1620659" y="161305"/>
                </a:lnTo>
                <a:lnTo>
                  <a:pt x="1620148" y="161069"/>
                </a:lnTo>
                <a:lnTo>
                  <a:pt x="1619647" y="160818"/>
                </a:lnTo>
                <a:lnTo>
                  <a:pt x="1619156" y="160553"/>
                </a:lnTo>
                <a:lnTo>
                  <a:pt x="1618676" y="160273"/>
                </a:lnTo>
                <a:lnTo>
                  <a:pt x="1618207" y="159979"/>
                </a:lnTo>
                <a:lnTo>
                  <a:pt x="1617748" y="159671"/>
                </a:lnTo>
                <a:lnTo>
                  <a:pt x="1617299" y="159348"/>
                </a:lnTo>
                <a:lnTo>
                  <a:pt x="1616862" y="159011"/>
                </a:lnTo>
                <a:lnTo>
                  <a:pt x="1616438" y="158660"/>
                </a:lnTo>
                <a:lnTo>
                  <a:pt x="1616033" y="158293"/>
                </a:lnTo>
                <a:lnTo>
                  <a:pt x="1615645" y="157910"/>
                </a:lnTo>
                <a:lnTo>
                  <a:pt x="1615276" y="157513"/>
                </a:lnTo>
                <a:lnTo>
                  <a:pt x="1614924" y="157100"/>
                </a:lnTo>
                <a:lnTo>
                  <a:pt x="1614591" y="156671"/>
                </a:lnTo>
                <a:lnTo>
                  <a:pt x="1614275" y="156228"/>
                </a:lnTo>
                <a:lnTo>
                  <a:pt x="1613978" y="155769"/>
                </a:lnTo>
                <a:lnTo>
                  <a:pt x="1613698" y="155295"/>
                </a:lnTo>
                <a:lnTo>
                  <a:pt x="1613437" y="154805"/>
                </a:lnTo>
                <a:lnTo>
                  <a:pt x="1613194" y="154301"/>
                </a:lnTo>
                <a:lnTo>
                  <a:pt x="1612968" y="153780"/>
                </a:lnTo>
                <a:lnTo>
                  <a:pt x="1612761" y="153245"/>
                </a:lnTo>
                <a:lnTo>
                  <a:pt x="1612572" y="152694"/>
                </a:lnTo>
                <a:lnTo>
                  <a:pt x="1612401" y="152128"/>
                </a:lnTo>
                <a:lnTo>
                  <a:pt x="1612248" y="151547"/>
                </a:lnTo>
                <a:lnTo>
                  <a:pt x="1612112" y="150951"/>
                </a:lnTo>
                <a:lnTo>
                  <a:pt x="1611995" y="150339"/>
                </a:lnTo>
                <a:lnTo>
                  <a:pt x="1611896" y="149711"/>
                </a:lnTo>
                <a:lnTo>
                  <a:pt x="1611815" y="149069"/>
                </a:lnTo>
                <a:lnTo>
                  <a:pt x="1611752" y="148411"/>
                </a:lnTo>
                <a:lnTo>
                  <a:pt x="1611707" y="147738"/>
                </a:lnTo>
                <a:lnTo>
                  <a:pt x="1611680" y="147050"/>
                </a:lnTo>
                <a:lnTo>
                  <a:pt x="1611671" y="146346"/>
                </a:lnTo>
                <a:lnTo>
                  <a:pt x="1611690" y="145371"/>
                </a:lnTo>
                <a:lnTo>
                  <a:pt x="1611749" y="144418"/>
                </a:lnTo>
                <a:lnTo>
                  <a:pt x="1611848" y="143488"/>
                </a:lnTo>
                <a:lnTo>
                  <a:pt x="1611985" y="142581"/>
                </a:lnTo>
                <a:lnTo>
                  <a:pt x="1612162" y="141697"/>
                </a:lnTo>
                <a:lnTo>
                  <a:pt x="1612379" y="140835"/>
                </a:lnTo>
                <a:lnTo>
                  <a:pt x="1612634" y="139996"/>
                </a:lnTo>
                <a:lnTo>
                  <a:pt x="1612929" y="139180"/>
                </a:lnTo>
                <a:lnTo>
                  <a:pt x="1613263" y="138386"/>
                </a:lnTo>
                <a:lnTo>
                  <a:pt x="1613637" y="137615"/>
                </a:lnTo>
                <a:lnTo>
                  <a:pt x="1614050" y="136867"/>
                </a:lnTo>
                <a:lnTo>
                  <a:pt x="1614502" y="136141"/>
                </a:lnTo>
                <a:lnTo>
                  <a:pt x="1614994" y="135439"/>
                </a:lnTo>
                <a:lnTo>
                  <a:pt x="1615525" y="134758"/>
                </a:lnTo>
                <a:lnTo>
                  <a:pt x="1616095" y="134101"/>
                </a:lnTo>
                <a:lnTo>
                  <a:pt x="1616704" y="133466"/>
                </a:lnTo>
                <a:lnTo>
                  <a:pt x="1617353" y="132854"/>
                </a:lnTo>
                <a:lnTo>
                  <a:pt x="1618041" y="132265"/>
                </a:lnTo>
                <a:lnTo>
                  <a:pt x="1618769" y="131698"/>
                </a:lnTo>
                <a:lnTo>
                  <a:pt x="1619536" y="131155"/>
                </a:lnTo>
                <a:lnTo>
                  <a:pt x="1620342" y="130633"/>
                </a:lnTo>
                <a:lnTo>
                  <a:pt x="1621187" y="130135"/>
                </a:lnTo>
                <a:lnTo>
                  <a:pt x="1622072" y="129659"/>
                </a:lnTo>
                <a:lnTo>
                  <a:pt x="1622996" y="129206"/>
                </a:lnTo>
                <a:lnTo>
                  <a:pt x="1623970" y="128773"/>
                </a:lnTo>
                <a:lnTo>
                  <a:pt x="1625002" y="128359"/>
                </a:lnTo>
                <a:lnTo>
                  <a:pt x="1626093" y="127962"/>
                </a:lnTo>
                <a:lnTo>
                  <a:pt x="1627243" y="127583"/>
                </a:lnTo>
                <a:lnTo>
                  <a:pt x="1628453" y="127222"/>
                </a:lnTo>
                <a:lnTo>
                  <a:pt x="1629721" y="126879"/>
                </a:lnTo>
                <a:lnTo>
                  <a:pt x="1631048" y="126553"/>
                </a:lnTo>
                <a:lnTo>
                  <a:pt x="1632434" y="126246"/>
                </a:lnTo>
                <a:lnTo>
                  <a:pt x="1633879" y="125957"/>
                </a:lnTo>
                <a:lnTo>
                  <a:pt x="1635383" y="125685"/>
                </a:lnTo>
                <a:lnTo>
                  <a:pt x="1636947" y="125432"/>
                </a:lnTo>
                <a:lnTo>
                  <a:pt x="1638569" y="125196"/>
                </a:lnTo>
                <a:lnTo>
                  <a:pt x="1640250" y="124978"/>
                </a:lnTo>
                <a:lnTo>
                  <a:pt x="1641990" y="124779"/>
                </a:lnTo>
                <a:lnTo>
                  <a:pt x="1643789" y="124597"/>
                </a:lnTo>
                <a:lnTo>
                  <a:pt x="1645647" y="124433"/>
                </a:lnTo>
                <a:lnTo>
                  <a:pt x="1647564" y="124287"/>
                </a:lnTo>
                <a:lnTo>
                  <a:pt x="1649540" y="124159"/>
                </a:lnTo>
                <a:lnTo>
                  <a:pt x="1651575" y="124049"/>
                </a:lnTo>
                <a:lnTo>
                  <a:pt x="1653669" y="123956"/>
                </a:lnTo>
                <a:lnTo>
                  <a:pt x="1655822" y="123882"/>
                </a:lnTo>
                <a:lnTo>
                  <a:pt x="1658034" y="123826"/>
                </a:lnTo>
                <a:lnTo>
                  <a:pt x="1660305" y="123787"/>
                </a:lnTo>
                <a:lnTo>
                  <a:pt x="1662635" y="123767"/>
                </a:lnTo>
                <a:lnTo>
                  <a:pt x="1662635" y="145520"/>
                </a:lnTo>
                <a:lnTo>
                  <a:pt x="1662202" y="146091"/>
                </a:lnTo>
                <a:lnTo>
                  <a:pt x="1661758" y="146656"/>
                </a:lnTo>
                <a:lnTo>
                  <a:pt x="1661301" y="147217"/>
                </a:lnTo>
                <a:lnTo>
                  <a:pt x="1660832" y="147772"/>
                </a:lnTo>
                <a:lnTo>
                  <a:pt x="1660351" y="148322"/>
                </a:lnTo>
                <a:lnTo>
                  <a:pt x="1659859" y="148866"/>
                </a:lnTo>
                <a:lnTo>
                  <a:pt x="1659354" y="149405"/>
                </a:lnTo>
                <a:lnTo>
                  <a:pt x="1658838" y="149940"/>
                </a:lnTo>
                <a:lnTo>
                  <a:pt x="1658309" y="150468"/>
                </a:lnTo>
                <a:lnTo>
                  <a:pt x="1657769" y="150992"/>
                </a:lnTo>
                <a:lnTo>
                  <a:pt x="1657217" y="151510"/>
                </a:lnTo>
                <a:lnTo>
                  <a:pt x="1656652" y="152023"/>
                </a:lnTo>
                <a:lnTo>
                  <a:pt x="1656076" y="152531"/>
                </a:lnTo>
                <a:lnTo>
                  <a:pt x="1655488" y="153034"/>
                </a:lnTo>
                <a:lnTo>
                  <a:pt x="1654888" y="153531"/>
                </a:lnTo>
                <a:lnTo>
                  <a:pt x="1654276" y="154024"/>
                </a:lnTo>
                <a:lnTo>
                  <a:pt x="1653652" y="154511"/>
                </a:lnTo>
                <a:lnTo>
                  <a:pt x="1653016" y="154992"/>
                </a:lnTo>
                <a:lnTo>
                  <a:pt x="1652368" y="155469"/>
                </a:lnTo>
                <a:lnTo>
                  <a:pt x="1651709" y="155940"/>
                </a:lnTo>
                <a:lnTo>
                  <a:pt x="1651037" y="156406"/>
                </a:lnTo>
                <a:lnTo>
                  <a:pt x="1650353" y="156867"/>
                </a:lnTo>
                <a:lnTo>
                  <a:pt x="1649658" y="157322"/>
                </a:lnTo>
                <a:lnTo>
                  <a:pt x="1648950" y="157773"/>
                </a:lnTo>
                <a:lnTo>
                  <a:pt x="1648234" y="158211"/>
                </a:lnTo>
                <a:lnTo>
                  <a:pt x="1647513" y="158630"/>
                </a:lnTo>
                <a:lnTo>
                  <a:pt x="1646786" y="159031"/>
                </a:lnTo>
                <a:lnTo>
                  <a:pt x="1646053" y="159413"/>
                </a:lnTo>
                <a:lnTo>
                  <a:pt x="1645316" y="159776"/>
                </a:lnTo>
                <a:lnTo>
                  <a:pt x="1644573" y="160121"/>
                </a:lnTo>
                <a:lnTo>
                  <a:pt x="1643824" y="160447"/>
                </a:lnTo>
                <a:lnTo>
                  <a:pt x="1643070" y="160755"/>
                </a:lnTo>
                <a:lnTo>
                  <a:pt x="1642311" y="161044"/>
                </a:lnTo>
                <a:lnTo>
                  <a:pt x="1641547" y="161314"/>
                </a:lnTo>
                <a:lnTo>
                  <a:pt x="1640777" y="161565"/>
                </a:lnTo>
                <a:lnTo>
                  <a:pt x="1640001" y="161798"/>
                </a:lnTo>
                <a:lnTo>
                  <a:pt x="1639221" y="162013"/>
                </a:lnTo>
                <a:lnTo>
                  <a:pt x="1638434" y="162208"/>
                </a:lnTo>
                <a:lnTo>
                  <a:pt x="1637643" y="162386"/>
                </a:lnTo>
                <a:lnTo>
                  <a:pt x="1636846" y="162544"/>
                </a:lnTo>
                <a:lnTo>
                  <a:pt x="1636044" y="162684"/>
                </a:lnTo>
                <a:lnTo>
                  <a:pt x="1635236" y="162805"/>
                </a:lnTo>
                <a:lnTo>
                  <a:pt x="1634423" y="162907"/>
                </a:lnTo>
                <a:lnTo>
                  <a:pt x="1633604" y="162991"/>
                </a:lnTo>
                <a:lnTo>
                  <a:pt x="1632781" y="163057"/>
                </a:lnTo>
                <a:lnTo>
                  <a:pt x="1631951" y="163103"/>
                </a:lnTo>
                <a:lnTo>
                  <a:pt x="1631117" y="163131"/>
                </a:lnTo>
                <a:lnTo>
                  <a:pt x="1630277" y="163140"/>
                </a:lnTo>
                <a:lnTo>
                  <a:pt x="1629597" y="163133"/>
                </a:lnTo>
                <a:lnTo>
                  <a:pt x="1628927" y="163112"/>
                </a:lnTo>
                <a:lnTo>
                  <a:pt x="1628268" y="163076"/>
                </a:lnTo>
                <a:lnTo>
                  <a:pt x="1627620" y="163026"/>
                </a:lnTo>
                <a:lnTo>
                  <a:pt x="1626982" y="162961"/>
                </a:lnTo>
                <a:close/>
                <a:moveTo>
                  <a:pt x="1791978" y="187578"/>
                </a:moveTo>
                <a:lnTo>
                  <a:pt x="1792886" y="187534"/>
                </a:lnTo>
                <a:lnTo>
                  <a:pt x="1793790" y="187482"/>
                </a:lnTo>
                <a:lnTo>
                  <a:pt x="1794692" y="187421"/>
                </a:lnTo>
                <a:lnTo>
                  <a:pt x="1795592" y="187353"/>
                </a:lnTo>
                <a:lnTo>
                  <a:pt x="1796489" y="187277"/>
                </a:lnTo>
                <a:lnTo>
                  <a:pt x="1797383" y="187192"/>
                </a:lnTo>
                <a:lnTo>
                  <a:pt x="1798275" y="187100"/>
                </a:lnTo>
                <a:lnTo>
                  <a:pt x="1799164" y="186999"/>
                </a:lnTo>
                <a:lnTo>
                  <a:pt x="1800050" y="186890"/>
                </a:lnTo>
                <a:lnTo>
                  <a:pt x="1800934" y="186774"/>
                </a:lnTo>
                <a:lnTo>
                  <a:pt x="1801816" y="186649"/>
                </a:lnTo>
                <a:lnTo>
                  <a:pt x="1802694" y="186516"/>
                </a:lnTo>
                <a:lnTo>
                  <a:pt x="1803571" y="186375"/>
                </a:lnTo>
                <a:lnTo>
                  <a:pt x="1804444" y="186226"/>
                </a:lnTo>
                <a:lnTo>
                  <a:pt x="1805315" y="186070"/>
                </a:lnTo>
                <a:lnTo>
                  <a:pt x="1806184" y="185905"/>
                </a:lnTo>
                <a:lnTo>
                  <a:pt x="1807050" y="185732"/>
                </a:lnTo>
                <a:lnTo>
                  <a:pt x="1807913" y="185551"/>
                </a:lnTo>
                <a:lnTo>
                  <a:pt x="1808774" y="185362"/>
                </a:lnTo>
                <a:lnTo>
                  <a:pt x="1809630" y="185164"/>
                </a:lnTo>
                <a:lnTo>
                  <a:pt x="1810477" y="184956"/>
                </a:lnTo>
                <a:lnTo>
                  <a:pt x="1811317" y="184739"/>
                </a:lnTo>
                <a:lnTo>
                  <a:pt x="1812149" y="184511"/>
                </a:lnTo>
                <a:lnTo>
                  <a:pt x="1812972" y="184275"/>
                </a:lnTo>
                <a:lnTo>
                  <a:pt x="1813788" y="184028"/>
                </a:lnTo>
                <a:lnTo>
                  <a:pt x="1814596" y="183772"/>
                </a:lnTo>
                <a:lnTo>
                  <a:pt x="1815396" y="183506"/>
                </a:lnTo>
                <a:lnTo>
                  <a:pt x="1816188" y="183231"/>
                </a:lnTo>
                <a:lnTo>
                  <a:pt x="1816971" y="182945"/>
                </a:lnTo>
                <a:lnTo>
                  <a:pt x="1817747" y="182650"/>
                </a:lnTo>
                <a:lnTo>
                  <a:pt x="1818515" y="182346"/>
                </a:lnTo>
                <a:lnTo>
                  <a:pt x="1819275" y="182031"/>
                </a:lnTo>
                <a:lnTo>
                  <a:pt x="1820027" y="181707"/>
                </a:lnTo>
                <a:lnTo>
                  <a:pt x="1820772" y="181374"/>
                </a:lnTo>
                <a:lnTo>
                  <a:pt x="1821508" y="181030"/>
                </a:lnTo>
                <a:lnTo>
                  <a:pt x="1822236" y="180677"/>
                </a:lnTo>
                <a:lnTo>
                  <a:pt x="1822956" y="180314"/>
                </a:lnTo>
                <a:lnTo>
                  <a:pt x="1823669" y="179942"/>
                </a:lnTo>
                <a:lnTo>
                  <a:pt x="1824373" y="179559"/>
                </a:lnTo>
                <a:lnTo>
                  <a:pt x="1825069" y="179167"/>
                </a:lnTo>
                <a:lnTo>
                  <a:pt x="1825758" y="178766"/>
                </a:lnTo>
                <a:lnTo>
                  <a:pt x="1826438" y="178354"/>
                </a:lnTo>
                <a:lnTo>
                  <a:pt x="1827111" y="177933"/>
                </a:lnTo>
                <a:lnTo>
                  <a:pt x="1827773" y="177502"/>
                </a:lnTo>
                <a:lnTo>
                  <a:pt x="1828425" y="177059"/>
                </a:lnTo>
                <a:lnTo>
                  <a:pt x="1829066" y="176606"/>
                </a:lnTo>
                <a:lnTo>
                  <a:pt x="1829695" y="176141"/>
                </a:lnTo>
                <a:lnTo>
                  <a:pt x="1830313" y="175665"/>
                </a:lnTo>
                <a:lnTo>
                  <a:pt x="1830919" y="175178"/>
                </a:lnTo>
                <a:lnTo>
                  <a:pt x="1831515" y="174680"/>
                </a:lnTo>
                <a:lnTo>
                  <a:pt x="1832099" y="174170"/>
                </a:lnTo>
                <a:lnTo>
                  <a:pt x="1832672" y="173650"/>
                </a:lnTo>
                <a:lnTo>
                  <a:pt x="1833234" y="173118"/>
                </a:lnTo>
                <a:lnTo>
                  <a:pt x="1833785" y="172576"/>
                </a:lnTo>
                <a:lnTo>
                  <a:pt x="1834324" y="172022"/>
                </a:lnTo>
                <a:lnTo>
                  <a:pt x="1834852" y="171457"/>
                </a:lnTo>
                <a:lnTo>
                  <a:pt x="1835369" y="170881"/>
                </a:lnTo>
                <a:lnTo>
                  <a:pt x="1835874" y="170294"/>
                </a:lnTo>
                <a:lnTo>
                  <a:pt x="1836369" y="169696"/>
                </a:lnTo>
                <a:lnTo>
                  <a:pt x="1836852" y="169087"/>
                </a:lnTo>
                <a:lnTo>
                  <a:pt x="1837324" y="168466"/>
                </a:lnTo>
                <a:lnTo>
                  <a:pt x="1837784" y="167834"/>
                </a:lnTo>
                <a:lnTo>
                  <a:pt x="1838234" y="167192"/>
                </a:lnTo>
                <a:lnTo>
                  <a:pt x="1838672" y="166538"/>
                </a:lnTo>
                <a:lnTo>
                  <a:pt x="1839099" y="165873"/>
                </a:lnTo>
                <a:lnTo>
                  <a:pt x="1839515" y="165197"/>
                </a:lnTo>
                <a:lnTo>
                  <a:pt x="1839919" y="164510"/>
                </a:lnTo>
                <a:lnTo>
                  <a:pt x="1840310" y="163811"/>
                </a:lnTo>
                <a:lnTo>
                  <a:pt x="1840684" y="163099"/>
                </a:lnTo>
                <a:lnTo>
                  <a:pt x="1841041" y="162374"/>
                </a:lnTo>
                <a:lnTo>
                  <a:pt x="1841382" y="161636"/>
                </a:lnTo>
                <a:lnTo>
                  <a:pt x="1841706" y="160886"/>
                </a:lnTo>
                <a:lnTo>
                  <a:pt x="1842013" y="160123"/>
                </a:lnTo>
                <a:lnTo>
                  <a:pt x="1842304" y="159347"/>
                </a:lnTo>
                <a:lnTo>
                  <a:pt x="1842578" y="158559"/>
                </a:lnTo>
                <a:lnTo>
                  <a:pt x="1842836" y="157757"/>
                </a:lnTo>
                <a:lnTo>
                  <a:pt x="1843077" y="156943"/>
                </a:lnTo>
                <a:lnTo>
                  <a:pt x="1843301" y="156116"/>
                </a:lnTo>
                <a:lnTo>
                  <a:pt x="1843509" y="155276"/>
                </a:lnTo>
                <a:lnTo>
                  <a:pt x="1843700" y="154424"/>
                </a:lnTo>
                <a:lnTo>
                  <a:pt x="1843875" y="153558"/>
                </a:lnTo>
                <a:lnTo>
                  <a:pt x="1844032" y="152680"/>
                </a:lnTo>
                <a:lnTo>
                  <a:pt x="1844174" y="151789"/>
                </a:lnTo>
                <a:lnTo>
                  <a:pt x="1844298" y="150885"/>
                </a:lnTo>
                <a:lnTo>
                  <a:pt x="1844406" y="149969"/>
                </a:lnTo>
                <a:lnTo>
                  <a:pt x="1844498" y="149040"/>
                </a:lnTo>
                <a:lnTo>
                  <a:pt x="1844573" y="148098"/>
                </a:lnTo>
                <a:lnTo>
                  <a:pt x="1844631" y="147143"/>
                </a:lnTo>
                <a:lnTo>
                  <a:pt x="1844672" y="146175"/>
                </a:lnTo>
                <a:lnTo>
                  <a:pt x="1844697" y="145195"/>
                </a:lnTo>
                <a:lnTo>
                  <a:pt x="1844705" y="144201"/>
                </a:lnTo>
                <a:lnTo>
                  <a:pt x="1844695" y="143142"/>
                </a:lnTo>
                <a:lnTo>
                  <a:pt x="1844664" y="142099"/>
                </a:lnTo>
                <a:lnTo>
                  <a:pt x="1844613" y="141073"/>
                </a:lnTo>
                <a:lnTo>
                  <a:pt x="1844541" y="140063"/>
                </a:lnTo>
                <a:lnTo>
                  <a:pt x="1844448" y="139070"/>
                </a:lnTo>
                <a:lnTo>
                  <a:pt x="1844335" y="138093"/>
                </a:lnTo>
                <a:lnTo>
                  <a:pt x="1844201" y="137133"/>
                </a:lnTo>
                <a:lnTo>
                  <a:pt x="1844046" y="136190"/>
                </a:lnTo>
                <a:lnTo>
                  <a:pt x="1843871" y="135263"/>
                </a:lnTo>
                <a:lnTo>
                  <a:pt x="1843676" y="134353"/>
                </a:lnTo>
                <a:lnTo>
                  <a:pt x="1843459" y="133459"/>
                </a:lnTo>
                <a:lnTo>
                  <a:pt x="1843222" y="132582"/>
                </a:lnTo>
                <a:lnTo>
                  <a:pt x="1842965" y="131722"/>
                </a:lnTo>
                <a:lnTo>
                  <a:pt x="1842687" y="130878"/>
                </a:lnTo>
                <a:lnTo>
                  <a:pt x="1842388" y="130050"/>
                </a:lnTo>
                <a:lnTo>
                  <a:pt x="1842069" y="129239"/>
                </a:lnTo>
                <a:lnTo>
                  <a:pt x="1841729" y="128445"/>
                </a:lnTo>
                <a:lnTo>
                  <a:pt x="1841369" y="127668"/>
                </a:lnTo>
                <a:lnTo>
                  <a:pt x="1840987" y="126906"/>
                </a:lnTo>
                <a:lnTo>
                  <a:pt x="1840586" y="126162"/>
                </a:lnTo>
                <a:lnTo>
                  <a:pt x="1840163" y="125434"/>
                </a:lnTo>
                <a:lnTo>
                  <a:pt x="1839721" y="124723"/>
                </a:lnTo>
                <a:lnTo>
                  <a:pt x="1839257" y="124028"/>
                </a:lnTo>
                <a:lnTo>
                  <a:pt x="1838773" y="123350"/>
                </a:lnTo>
                <a:lnTo>
                  <a:pt x="1838271" y="122685"/>
                </a:lnTo>
                <a:lnTo>
                  <a:pt x="1837755" y="122032"/>
                </a:lnTo>
                <a:lnTo>
                  <a:pt x="1837225" y="121390"/>
                </a:lnTo>
                <a:lnTo>
                  <a:pt x="1836680" y="120759"/>
                </a:lnTo>
                <a:lnTo>
                  <a:pt x="1836120" y="120140"/>
                </a:lnTo>
                <a:lnTo>
                  <a:pt x="1835546" y="119533"/>
                </a:lnTo>
                <a:lnTo>
                  <a:pt x="1834957" y="118936"/>
                </a:lnTo>
                <a:lnTo>
                  <a:pt x="1834354" y="118351"/>
                </a:lnTo>
                <a:lnTo>
                  <a:pt x="1833736" y="117778"/>
                </a:lnTo>
                <a:lnTo>
                  <a:pt x="1833104" y="117215"/>
                </a:lnTo>
                <a:lnTo>
                  <a:pt x="1832457" y="116664"/>
                </a:lnTo>
                <a:lnTo>
                  <a:pt x="1831796" y="116125"/>
                </a:lnTo>
                <a:lnTo>
                  <a:pt x="1831120" y="115597"/>
                </a:lnTo>
                <a:lnTo>
                  <a:pt x="1830430" y="115080"/>
                </a:lnTo>
                <a:lnTo>
                  <a:pt x="1829725" y="114574"/>
                </a:lnTo>
                <a:lnTo>
                  <a:pt x="1829006" y="114080"/>
                </a:lnTo>
                <a:lnTo>
                  <a:pt x="1828272" y="113598"/>
                </a:lnTo>
                <a:lnTo>
                  <a:pt x="1827523" y="113126"/>
                </a:lnTo>
                <a:lnTo>
                  <a:pt x="1826761" y="112666"/>
                </a:lnTo>
                <a:lnTo>
                  <a:pt x="1825983" y="112218"/>
                </a:lnTo>
                <a:lnTo>
                  <a:pt x="1825191" y="111780"/>
                </a:lnTo>
                <a:lnTo>
                  <a:pt x="1824385" y="111355"/>
                </a:lnTo>
                <a:lnTo>
                  <a:pt x="1823564" y="110940"/>
                </a:lnTo>
                <a:lnTo>
                  <a:pt x="1822729" y="110537"/>
                </a:lnTo>
                <a:lnTo>
                  <a:pt x="1821881" y="110142"/>
                </a:lnTo>
                <a:lnTo>
                  <a:pt x="1821025" y="109754"/>
                </a:lnTo>
                <a:lnTo>
                  <a:pt x="1820159" y="109372"/>
                </a:lnTo>
                <a:lnTo>
                  <a:pt x="1819283" y="108996"/>
                </a:lnTo>
                <a:lnTo>
                  <a:pt x="1818398" y="108626"/>
                </a:lnTo>
                <a:lnTo>
                  <a:pt x="1817504" y="108263"/>
                </a:lnTo>
                <a:lnTo>
                  <a:pt x="1816601" y="107905"/>
                </a:lnTo>
                <a:lnTo>
                  <a:pt x="1815688" y="107554"/>
                </a:lnTo>
                <a:lnTo>
                  <a:pt x="1814766" y="107209"/>
                </a:lnTo>
                <a:lnTo>
                  <a:pt x="1813834" y="106870"/>
                </a:lnTo>
                <a:lnTo>
                  <a:pt x="1812893" y="106537"/>
                </a:lnTo>
                <a:lnTo>
                  <a:pt x="1811943" y="106210"/>
                </a:lnTo>
                <a:lnTo>
                  <a:pt x="1810983" y="105889"/>
                </a:lnTo>
                <a:lnTo>
                  <a:pt x="1810014" y="105575"/>
                </a:lnTo>
                <a:lnTo>
                  <a:pt x="1809035" y="105266"/>
                </a:lnTo>
                <a:lnTo>
                  <a:pt x="1808048" y="104964"/>
                </a:lnTo>
                <a:lnTo>
                  <a:pt x="1807050" y="104668"/>
                </a:lnTo>
                <a:lnTo>
                  <a:pt x="1806044" y="104378"/>
                </a:lnTo>
                <a:lnTo>
                  <a:pt x="1805028" y="104094"/>
                </a:lnTo>
                <a:lnTo>
                  <a:pt x="1804003" y="103817"/>
                </a:lnTo>
                <a:lnTo>
                  <a:pt x="1802968" y="103545"/>
                </a:lnTo>
                <a:lnTo>
                  <a:pt x="1801924" y="103280"/>
                </a:lnTo>
                <a:lnTo>
                  <a:pt x="1800871" y="103021"/>
                </a:lnTo>
                <a:lnTo>
                  <a:pt x="1799808" y="102767"/>
                </a:lnTo>
                <a:lnTo>
                  <a:pt x="1798805" y="102541"/>
                </a:lnTo>
                <a:lnTo>
                  <a:pt x="1797819" y="102316"/>
                </a:lnTo>
                <a:lnTo>
                  <a:pt x="1796848" y="102091"/>
                </a:lnTo>
                <a:lnTo>
                  <a:pt x="1795894" y="101868"/>
                </a:lnTo>
                <a:lnTo>
                  <a:pt x="1794957" y="101646"/>
                </a:lnTo>
                <a:lnTo>
                  <a:pt x="1794036" y="101426"/>
                </a:lnTo>
                <a:lnTo>
                  <a:pt x="1793131" y="101206"/>
                </a:lnTo>
                <a:lnTo>
                  <a:pt x="1792243" y="100988"/>
                </a:lnTo>
                <a:lnTo>
                  <a:pt x="1791371" y="100771"/>
                </a:lnTo>
                <a:lnTo>
                  <a:pt x="1790515" y="100555"/>
                </a:lnTo>
                <a:lnTo>
                  <a:pt x="1789676" y="100340"/>
                </a:lnTo>
                <a:lnTo>
                  <a:pt x="1788853" y="100127"/>
                </a:lnTo>
                <a:lnTo>
                  <a:pt x="1788047" y="99914"/>
                </a:lnTo>
                <a:lnTo>
                  <a:pt x="1787257" y="99703"/>
                </a:lnTo>
                <a:lnTo>
                  <a:pt x="1786483" y="99493"/>
                </a:lnTo>
                <a:lnTo>
                  <a:pt x="1785726" y="99284"/>
                </a:lnTo>
                <a:lnTo>
                  <a:pt x="1784985" y="99077"/>
                </a:lnTo>
                <a:lnTo>
                  <a:pt x="1784261" y="98870"/>
                </a:lnTo>
                <a:lnTo>
                  <a:pt x="1783553" y="98665"/>
                </a:lnTo>
                <a:lnTo>
                  <a:pt x="1782861" y="98461"/>
                </a:lnTo>
                <a:lnTo>
                  <a:pt x="1782186" y="98258"/>
                </a:lnTo>
                <a:lnTo>
                  <a:pt x="1781527" y="98057"/>
                </a:lnTo>
                <a:lnTo>
                  <a:pt x="1780884" y="97856"/>
                </a:lnTo>
                <a:lnTo>
                  <a:pt x="1780258" y="97657"/>
                </a:lnTo>
                <a:lnTo>
                  <a:pt x="1779647" y="97457"/>
                </a:lnTo>
                <a:lnTo>
                  <a:pt x="1779050" y="97256"/>
                </a:lnTo>
                <a:lnTo>
                  <a:pt x="1778468" y="97054"/>
                </a:lnTo>
                <a:lnTo>
                  <a:pt x="1777899" y="96850"/>
                </a:lnTo>
                <a:lnTo>
                  <a:pt x="1777344" y="96645"/>
                </a:lnTo>
                <a:lnTo>
                  <a:pt x="1776803" y="96439"/>
                </a:lnTo>
                <a:lnTo>
                  <a:pt x="1776277" y="96231"/>
                </a:lnTo>
                <a:lnTo>
                  <a:pt x="1775764" y="96021"/>
                </a:lnTo>
                <a:lnTo>
                  <a:pt x="1775265" y="95811"/>
                </a:lnTo>
                <a:lnTo>
                  <a:pt x="1774781" y="95598"/>
                </a:lnTo>
                <a:lnTo>
                  <a:pt x="1774310" y="95385"/>
                </a:lnTo>
                <a:lnTo>
                  <a:pt x="1773854" y="95170"/>
                </a:lnTo>
                <a:lnTo>
                  <a:pt x="1773412" y="94953"/>
                </a:lnTo>
                <a:lnTo>
                  <a:pt x="1772983" y="94735"/>
                </a:lnTo>
                <a:lnTo>
                  <a:pt x="1772569" y="94516"/>
                </a:lnTo>
                <a:lnTo>
                  <a:pt x="1772169" y="94295"/>
                </a:lnTo>
                <a:lnTo>
                  <a:pt x="1771782" y="94073"/>
                </a:lnTo>
                <a:lnTo>
                  <a:pt x="1771410" y="93850"/>
                </a:lnTo>
                <a:lnTo>
                  <a:pt x="1771052" y="93625"/>
                </a:lnTo>
                <a:lnTo>
                  <a:pt x="1770708" y="93398"/>
                </a:lnTo>
                <a:lnTo>
                  <a:pt x="1770378" y="93170"/>
                </a:lnTo>
                <a:lnTo>
                  <a:pt x="1770062" y="92941"/>
                </a:lnTo>
                <a:lnTo>
                  <a:pt x="1769760" y="92711"/>
                </a:lnTo>
                <a:lnTo>
                  <a:pt x="1769472" y="92479"/>
                </a:lnTo>
                <a:lnTo>
                  <a:pt x="1769197" y="92244"/>
                </a:lnTo>
                <a:lnTo>
                  <a:pt x="1768934" y="92006"/>
                </a:lnTo>
                <a:lnTo>
                  <a:pt x="1768682" y="91765"/>
                </a:lnTo>
                <a:lnTo>
                  <a:pt x="1768442" y="91522"/>
                </a:lnTo>
                <a:lnTo>
                  <a:pt x="1768214" y="91275"/>
                </a:lnTo>
                <a:lnTo>
                  <a:pt x="1767997" y="91025"/>
                </a:lnTo>
                <a:lnTo>
                  <a:pt x="1767793" y="90772"/>
                </a:lnTo>
                <a:lnTo>
                  <a:pt x="1767600" y="90516"/>
                </a:lnTo>
                <a:lnTo>
                  <a:pt x="1767418" y="90256"/>
                </a:lnTo>
                <a:lnTo>
                  <a:pt x="1767248" y="89994"/>
                </a:lnTo>
                <a:lnTo>
                  <a:pt x="1767090" y="89729"/>
                </a:lnTo>
                <a:lnTo>
                  <a:pt x="1766944" y="89461"/>
                </a:lnTo>
                <a:lnTo>
                  <a:pt x="1766810" y="89189"/>
                </a:lnTo>
                <a:lnTo>
                  <a:pt x="1766687" y="88915"/>
                </a:lnTo>
                <a:lnTo>
                  <a:pt x="1766575" y="88637"/>
                </a:lnTo>
                <a:lnTo>
                  <a:pt x="1766476" y="88357"/>
                </a:lnTo>
                <a:lnTo>
                  <a:pt x="1766388" y="88073"/>
                </a:lnTo>
                <a:lnTo>
                  <a:pt x="1766312" y="87787"/>
                </a:lnTo>
                <a:lnTo>
                  <a:pt x="1766248" y="87497"/>
                </a:lnTo>
                <a:lnTo>
                  <a:pt x="1766195" y="87204"/>
                </a:lnTo>
                <a:lnTo>
                  <a:pt x="1766154" y="86908"/>
                </a:lnTo>
                <a:lnTo>
                  <a:pt x="1766125" y="86610"/>
                </a:lnTo>
                <a:lnTo>
                  <a:pt x="1766107" y="86308"/>
                </a:lnTo>
                <a:lnTo>
                  <a:pt x="1766101" y="86003"/>
                </a:lnTo>
                <a:lnTo>
                  <a:pt x="1766111" y="85475"/>
                </a:lnTo>
                <a:lnTo>
                  <a:pt x="1766138" y="84960"/>
                </a:lnTo>
                <a:lnTo>
                  <a:pt x="1766185" y="84457"/>
                </a:lnTo>
                <a:lnTo>
                  <a:pt x="1766249" y="83967"/>
                </a:lnTo>
                <a:lnTo>
                  <a:pt x="1766333" y="83490"/>
                </a:lnTo>
                <a:lnTo>
                  <a:pt x="1766434" y="83025"/>
                </a:lnTo>
                <a:lnTo>
                  <a:pt x="1766555" y="82573"/>
                </a:lnTo>
                <a:lnTo>
                  <a:pt x="1766693" y="82133"/>
                </a:lnTo>
                <a:lnTo>
                  <a:pt x="1766850" y="81706"/>
                </a:lnTo>
                <a:lnTo>
                  <a:pt x="1767026" y="81291"/>
                </a:lnTo>
                <a:lnTo>
                  <a:pt x="1767220" y="80889"/>
                </a:lnTo>
                <a:lnTo>
                  <a:pt x="1767433" y="80500"/>
                </a:lnTo>
                <a:lnTo>
                  <a:pt x="1767664" y="80123"/>
                </a:lnTo>
                <a:lnTo>
                  <a:pt x="1767914" y="79759"/>
                </a:lnTo>
                <a:lnTo>
                  <a:pt x="1768182" y="79407"/>
                </a:lnTo>
                <a:lnTo>
                  <a:pt x="1768468" y="79068"/>
                </a:lnTo>
                <a:lnTo>
                  <a:pt x="1768774" y="78742"/>
                </a:lnTo>
                <a:lnTo>
                  <a:pt x="1769097" y="78428"/>
                </a:lnTo>
                <a:lnTo>
                  <a:pt x="1769439" y="78127"/>
                </a:lnTo>
                <a:lnTo>
                  <a:pt x="1769800" y="77838"/>
                </a:lnTo>
                <a:lnTo>
                  <a:pt x="1770179" y="77562"/>
                </a:lnTo>
                <a:lnTo>
                  <a:pt x="1770577" y="77298"/>
                </a:lnTo>
                <a:lnTo>
                  <a:pt x="1770993" y="77048"/>
                </a:lnTo>
                <a:lnTo>
                  <a:pt x="1771427" y="76809"/>
                </a:lnTo>
                <a:lnTo>
                  <a:pt x="1771878" y="76582"/>
                </a:lnTo>
                <a:lnTo>
                  <a:pt x="1772342" y="76364"/>
                </a:lnTo>
                <a:lnTo>
                  <a:pt x="1772821" y="76155"/>
                </a:lnTo>
                <a:lnTo>
                  <a:pt x="1773313" y="75957"/>
                </a:lnTo>
                <a:lnTo>
                  <a:pt x="1773819" y="75768"/>
                </a:lnTo>
                <a:lnTo>
                  <a:pt x="1774339" y="75589"/>
                </a:lnTo>
                <a:lnTo>
                  <a:pt x="1774872" y="75419"/>
                </a:lnTo>
                <a:lnTo>
                  <a:pt x="1775420" y="75260"/>
                </a:lnTo>
                <a:lnTo>
                  <a:pt x="1775981" y="75109"/>
                </a:lnTo>
                <a:lnTo>
                  <a:pt x="1776556" y="74969"/>
                </a:lnTo>
                <a:lnTo>
                  <a:pt x="1777145" y="74838"/>
                </a:lnTo>
                <a:lnTo>
                  <a:pt x="1777747" y="74717"/>
                </a:lnTo>
                <a:lnTo>
                  <a:pt x="1778364" y="74606"/>
                </a:lnTo>
                <a:lnTo>
                  <a:pt x="1778994" y="74504"/>
                </a:lnTo>
                <a:lnTo>
                  <a:pt x="1779638" y="74412"/>
                </a:lnTo>
                <a:lnTo>
                  <a:pt x="1780296" y="74330"/>
                </a:lnTo>
                <a:lnTo>
                  <a:pt x="1780967" y="74257"/>
                </a:lnTo>
                <a:lnTo>
                  <a:pt x="1781653" y="74194"/>
                </a:lnTo>
                <a:lnTo>
                  <a:pt x="1782352" y="74141"/>
                </a:lnTo>
                <a:lnTo>
                  <a:pt x="1783065" y="74097"/>
                </a:lnTo>
                <a:lnTo>
                  <a:pt x="1783792" y="74063"/>
                </a:lnTo>
                <a:lnTo>
                  <a:pt x="1784533" y="74039"/>
                </a:lnTo>
                <a:lnTo>
                  <a:pt x="1785287" y="74025"/>
                </a:lnTo>
                <a:lnTo>
                  <a:pt x="1786056" y="74020"/>
                </a:lnTo>
                <a:lnTo>
                  <a:pt x="1786771" y="74027"/>
                </a:lnTo>
                <a:lnTo>
                  <a:pt x="1787479" y="74048"/>
                </a:lnTo>
                <a:lnTo>
                  <a:pt x="1788178" y="74083"/>
                </a:lnTo>
                <a:lnTo>
                  <a:pt x="1788870" y="74131"/>
                </a:lnTo>
                <a:lnTo>
                  <a:pt x="1789555" y="74194"/>
                </a:lnTo>
                <a:lnTo>
                  <a:pt x="1790231" y="74271"/>
                </a:lnTo>
                <a:lnTo>
                  <a:pt x="1790900" y="74361"/>
                </a:lnTo>
                <a:lnTo>
                  <a:pt x="1791561" y="74466"/>
                </a:lnTo>
                <a:lnTo>
                  <a:pt x="1792215" y="74584"/>
                </a:lnTo>
                <a:lnTo>
                  <a:pt x="1792860" y="74716"/>
                </a:lnTo>
                <a:lnTo>
                  <a:pt x="1793498" y="74863"/>
                </a:lnTo>
                <a:lnTo>
                  <a:pt x="1794129" y="75023"/>
                </a:lnTo>
                <a:lnTo>
                  <a:pt x="1794751" y="75197"/>
                </a:lnTo>
                <a:lnTo>
                  <a:pt x="1795366" y="75385"/>
                </a:lnTo>
                <a:lnTo>
                  <a:pt x="1795973" y="75587"/>
                </a:lnTo>
                <a:lnTo>
                  <a:pt x="1796572" y="75803"/>
                </a:lnTo>
                <a:lnTo>
                  <a:pt x="1797164" y="76032"/>
                </a:lnTo>
                <a:lnTo>
                  <a:pt x="1797748" y="76276"/>
                </a:lnTo>
                <a:lnTo>
                  <a:pt x="1798324" y="76534"/>
                </a:lnTo>
                <a:lnTo>
                  <a:pt x="1798892" y="76805"/>
                </a:lnTo>
                <a:lnTo>
                  <a:pt x="1799453" y="77091"/>
                </a:lnTo>
                <a:lnTo>
                  <a:pt x="1800006" y="77390"/>
                </a:lnTo>
                <a:lnTo>
                  <a:pt x="1800551" y="77704"/>
                </a:lnTo>
                <a:lnTo>
                  <a:pt x="1801089" y="78031"/>
                </a:lnTo>
                <a:lnTo>
                  <a:pt x="1801612" y="78376"/>
                </a:lnTo>
                <a:lnTo>
                  <a:pt x="1802112" y="78743"/>
                </a:lnTo>
                <a:lnTo>
                  <a:pt x="1802590" y="79132"/>
                </a:lnTo>
                <a:lnTo>
                  <a:pt x="1803046" y="79543"/>
                </a:lnTo>
                <a:lnTo>
                  <a:pt x="1803480" y="79977"/>
                </a:lnTo>
                <a:lnTo>
                  <a:pt x="1803891" y="80432"/>
                </a:lnTo>
                <a:lnTo>
                  <a:pt x="1804280" y="80910"/>
                </a:lnTo>
                <a:lnTo>
                  <a:pt x="1804647" y="81409"/>
                </a:lnTo>
                <a:lnTo>
                  <a:pt x="1804992" y="81931"/>
                </a:lnTo>
                <a:lnTo>
                  <a:pt x="1805314" y="82475"/>
                </a:lnTo>
                <a:lnTo>
                  <a:pt x="1805614" y="83040"/>
                </a:lnTo>
                <a:lnTo>
                  <a:pt x="1805892" y="83628"/>
                </a:lnTo>
                <a:lnTo>
                  <a:pt x="1806148" y="84238"/>
                </a:lnTo>
                <a:lnTo>
                  <a:pt x="1806381" y="84871"/>
                </a:lnTo>
                <a:lnTo>
                  <a:pt x="1806593" y="85525"/>
                </a:lnTo>
                <a:lnTo>
                  <a:pt x="1806782" y="86201"/>
                </a:lnTo>
                <a:lnTo>
                  <a:pt x="1806948" y="86900"/>
                </a:lnTo>
                <a:lnTo>
                  <a:pt x="1807093" y="87620"/>
                </a:lnTo>
                <a:lnTo>
                  <a:pt x="1807215" y="88363"/>
                </a:lnTo>
                <a:lnTo>
                  <a:pt x="1807315" y="89127"/>
                </a:lnTo>
                <a:lnTo>
                  <a:pt x="1807393" y="89914"/>
                </a:lnTo>
                <a:lnTo>
                  <a:pt x="1807449" y="90723"/>
                </a:lnTo>
                <a:lnTo>
                  <a:pt x="1807482" y="91554"/>
                </a:lnTo>
                <a:lnTo>
                  <a:pt x="1807493" y="92407"/>
                </a:lnTo>
                <a:lnTo>
                  <a:pt x="1840661" y="92407"/>
                </a:lnTo>
                <a:lnTo>
                  <a:pt x="1840652" y="91392"/>
                </a:lnTo>
                <a:lnTo>
                  <a:pt x="1840628" y="90391"/>
                </a:lnTo>
                <a:lnTo>
                  <a:pt x="1840587" y="89404"/>
                </a:lnTo>
                <a:lnTo>
                  <a:pt x="1840530" y="88432"/>
                </a:lnTo>
                <a:lnTo>
                  <a:pt x="1840456" y="87474"/>
                </a:lnTo>
                <a:lnTo>
                  <a:pt x="1840366" y="86530"/>
                </a:lnTo>
                <a:lnTo>
                  <a:pt x="1840259" y="85600"/>
                </a:lnTo>
                <a:lnTo>
                  <a:pt x="1840136" y="84684"/>
                </a:lnTo>
                <a:lnTo>
                  <a:pt x="1839997" y="83783"/>
                </a:lnTo>
                <a:lnTo>
                  <a:pt x="1839841" y="82896"/>
                </a:lnTo>
                <a:lnTo>
                  <a:pt x="1839669" y="82022"/>
                </a:lnTo>
                <a:lnTo>
                  <a:pt x="1839481" y="81164"/>
                </a:lnTo>
                <a:lnTo>
                  <a:pt x="1839276" y="80319"/>
                </a:lnTo>
                <a:lnTo>
                  <a:pt x="1839055" y="79488"/>
                </a:lnTo>
                <a:lnTo>
                  <a:pt x="1838817" y="78672"/>
                </a:lnTo>
                <a:lnTo>
                  <a:pt x="1838563" y="77870"/>
                </a:lnTo>
                <a:lnTo>
                  <a:pt x="1838293" y="77082"/>
                </a:lnTo>
                <a:lnTo>
                  <a:pt x="1838006" y="76308"/>
                </a:lnTo>
                <a:lnTo>
                  <a:pt x="1837703" y="75549"/>
                </a:lnTo>
                <a:lnTo>
                  <a:pt x="1837384" y="74803"/>
                </a:lnTo>
                <a:lnTo>
                  <a:pt x="1837048" y="74072"/>
                </a:lnTo>
                <a:lnTo>
                  <a:pt x="1836695" y="73355"/>
                </a:lnTo>
                <a:lnTo>
                  <a:pt x="1836327" y="72652"/>
                </a:lnTo>
                <a:lnTo>
                  <a:pt x="1835942" y="71964"/>
                </a:lnTo>
                <a:lnTo>
                  <a:pt x="1835543" y="71288"/>
                </a:lnTo>
                <a:lnTo>
                  <a:pt x="1835134" y="70624"/>
                </a:lnTo>
                <a:lnTo>
                  <a:pt x="1834714" y="69971"/>
                </a:lnTo>
                <a:lnTo>
                  <a:pt x="1834283" y="69331"/>
                </a:lnTo>
                <a:lnTo>
                  <a:pt x="1833841" y="68701"/>
                </a:lnTo>
                <a:lnTo>
                  <a:pt x="1833388" y="68084"/>
                </a:lnTo>
                <a:lnTo>
                  <a:pt x="1832925" y="67477"/>
                </a:lnTo>
                <a:lnTo>
                  <a:pt x="1832451" y="66883"/>
                </a:lnTo>
                <a:lnTo>
                  <a:pt x="1831966" y="66300"/>
                </a:lnTo>
                <a:lnTo>
                  <a:pt x="1831471" y="65729"/>
                </a:lnTo>
                <a:lnTo>
                  <a:pt x="1830965" y="65169"/>
                </a:lnTo>
                <a:lnTo>
                  <a:pt x="1830448" y="64621"/>
                </a:lnTo>
                <a:lnTo>
                  <a:pt x="1829920" y="64085"/>
                </a:lnTo>
                <a:lnTo>
                  <a:pt x="1829381" y="63560"/>
                </a:lnTo>
                <a:lnTo>
                  <a:pt x="1828832" y="63046"/>
                </a:lnTo>
                <a:lnTo>
                  <a:pt x="1828272" y="62545"/>
                </a:lnTo>
                <a:lnTo>
                  <a:pt x="1827701" y="62055"/>
                </a:lnTo>
                <a:lnTo>
                  <a:pt x="1827119" y="61576"/>
                </a:lnTo>
                <a:lnTo>
                  <a:pt x="1826527" y="61109"/>
                </a:lnTo>
                <a:lnTo>
                  <a:pt x="1825923" y="60654"/>
                </a:lnTo>
                <a:lnTo>
                  <a:pt x="1825309" y="60210"/>
                </a:lnTo>
                <a:lnTo>
                  <a:pt x="1824685" y="59778"/>
                </a:lnTo>
                <a:lnTo>
                  <a:pt x="1824049" y="59358"/>
                </a:lnTo>
                <a:lnTo>
                  <a:pt x="1823403" y="58949"/>
                </a:lnTo>
                <a:lnTo>
                  <a:pt x="1822748" y="58550"/>
                </a:lnTo>
                <a:lnTo>
                  <a:pt x="1822086" y="58161"/>
                </a:lnTo>
                <a:lnTo>
                  <a:pt x="1821418" y="57782"/>
                </a:lnTo>
                <a:lnTo>
                  <a:pt x="1820744" y="57413"/>
                </a:lnTo>
                <a:lnTo>
                  <a:pt x="1820063" y="57053"/>
                </a:lnTo>
                <a:lnTo>
                  <a:pt x="1819375" y="56703"/>
                </a:lnTo>
                <a:lnTo>
                  <a:pt x="1818681" y="56363"/>
                </a:lnTo>
                <a:lnTo>
                  <a:pt x="1817980" y="56032"/>
                </a:lnTo>
                <a:lnTo>
                  <a:pt x="1817272" y="55711"/>
                </a:lnTo>
                <a:lnTo>
                  <a:pt x="1816559" y="55400"/>
                </a:lnTo>
                <a:lnTo>
                  <a:pt x="1815838" y="55099"/>
                </a:lnTo>
                <a:lnTo>
                  <a:pt x="1815111" y="54807"/>
                </a:lnTo>
                <a:lnTo>
                  <a:pt x="1814377" y="54525"/>
                </a:lnTo>
                <a:lnTo>
                  <a:pt x="1813637" y="54253"/>
                </a:lnTo>
                <a:lnTo>
                  <a:pt x="1812891" y="53990"/>
                </a:lnTo>
                <a:lnTo>
                  <a:pt x="1812137" y="53737"/>
                </a:lnTo>
                <a:lnTo>
                  <a:pt x="1811378" y="53494"/>
                </a:lnTo>
                <a:lnTo>
                  <a:pt x="1810611" y="53261"/>
                </a:lnTo>
                <a:lnTo>
                  <a:pt x="1809838" y="53037"/>
                </a:lnTo>
                <a:lnTo>
                  <a:pt x="1809059" y="52823"/>
                </a:lnTo>
                <a:lnTo>
                  <a:pt x="1808273" y="52619"/>
                </a:lnTo>
                <a:lnTo>
                  <a:pt x="1807480" y="52424"/>
                </a:lnTo>
                <a:lnTo>
                  <a:pt x="1806681" y="52239"/>
                </a:lnTo>
                <a:lnTo>
                  <a:pt x="1805875" y="52064"/>
                </a:lnTo>
                <a:lnTo>
                  <a:pt x="1805066" y="51897"/>
                </a:lnTo>
                <a:lnTo>
                  <a:pt x="1804255" y="51738"/>
                </a:lnTo>
                <a:lnTo>
                  <a:pt x="1803442" y="51585"/>
                </a:lnTo>
                <a:lnTo>
                  <a:pt x="1802628" y="51440"/>
                </a:lnTo>
                <a:lnTo>
                  <a:pt x="1801813" y="51301"/>
                </a:lnTo>
                <a:lnTo>
                  <a:pt x="1800996" y="51170"/>
                </a:lnTo>
                <a:lnTo>
                  <a:pt x="1800178" y="51046"/>
                </a:lnTo>
                <a:lnTo>
                  <a:pt x="1799359" y="50929"/>
                </a:lnTo>
                <a:lnTo>
                  <a:pt x="1798538" y="50819"/>
                </a:lnTo>
                <a:lnTo>
                  <a:pt x="1797716" y="50716"/>
                </a:lnTo>
                <a:lnTo>
                  <a:pt x="1796892" y="50620"/>
                </a:lnTo>
                <a:lnTo>
                  <a:pt x="1796067" y="50532"/>
                </a:lnTo>
                <a:lnTo>
                  <a:pt x="1795240" y="50450"/>
                </a:lnTo>
                <a:lnTo>
                  <a:pt x="1794412" y="50375"/>
                </a:lnTo>
                <a:lnTo>
                  <a:pt x="1793583" y="50308"/>
                </a:lnTo>
                <a:lnTo>
                  <a:pt x="1792752" y="50248"/>
                </a:lnTo>
                <a:lnTo>
                  <a:pt x="1791920" y="50195"/>
                </a:lnTo>
                <a:lnTo>
                  <a:pt x="1791087" y="50148"/>
                </a:lnTo>
                <a:lnTo>
                  <a:pt x="1790252" y="50109"/>
                </a:lnTo>
                <a:lnTo>
                  <a:pt x="1789415" y="50077"/>
                </a:lnTo>
                <a:lnTo>
                  <a:pt x="1788578" y="50053"/>
                </a:lnTo>
                <a:lnTo>
                  <a:pt x="1787738" y="50035"/>
                </a:lnTo>
                <a:lnTo>
                  <a:pt x="1786898" y="50024"/>
                </a:lnTo>
                <a:lnTo>
                  <a:pt x="1786056" y="50021"/>
                </a:lnTo>
                <a:lnTo>
                  <a:pt x="1785192" y="50024"/>
                </a:lnTo>
                <a:lnTo>
                  <a:pt x="1784329" y="50035"/>
                </a:lnTo>
                <a:lnTo>
                  <a:pt x="1783468" y="50053"/>
                </a:lnTo>
                <a:lnTo>
                  <a:pt x="1782608" y="50078"/>
                </a:lnTo>
                <a:lnTo>
                  <a:pt x="1781751" y="50110"/>
                </a:lnTo>
                <a:lnTo>
                  <a:pt x="1780894" y="50149"/>
                </a:lnTo>
                <a:lnTo>
                  <a:pt x="1780040" y="50195"/>
                </a:lnTo>
                <a:lnTo>
                  <a:pt x="1779187" y="50248"/>
                </a:lnTo>
                <a:lnTo>
                  <a:pt x="1778336" y="50309"/>
                </a:lnTo>
                <a:lnTo>
                  <a:pt x="1777486" y="50376"/>
                </a:lnTo>
                <a:lnTo>
                  <a:pt x="1776638" y="50451"/>
                </a:lnTo>
                <a:lnTo>
                  <a:pt x="1775792" y="50533"/>
                </a:lnTo>
                <a:lnTo>
                  <a:pt x="1774947" y="50622"/>
                </a:lnTo>
                <a:lnTo>
                  <a:pt x="1774104" y="50718"/>
                </a:lnTo>
                <a:lnTo>
                  <a:pt x="1773263" y="50821"/>
                </a:lnTo>
                <a:lnTo>
                  <a:pt x="1772423" y="50931"/>
                </a:lnTo>
                <a:lnTo>
                  <a:pt x="1771585" y="51048"/>
                </a:lnTo>
                <a:lnTo>
                  <a:pt x="1770749" y="51173"/>
                </a:lnTo>
                <a:lnTo>
                  <a:pt x="1769914" y="51304"/>
                </a:lnTo>
                <a:lnTo>
                  <a:pt x="1769081" y="51443"/>
                </a:lnTo>
                <a:lnTo>
                  <a:pt x="1768249" y="51588"/>
                </a:lnTo>
                <a:lnTo>
                  <a:pt x="1767419" y="51741"/>
                </a:lnTo>
                <a:lnTo>
                  <a:pt x="1766591" y="51901"/>
                </a:lnTo>
                <a:lnTo>
                  <a:pt x="1765764" y="52068"/>
                </a:lnTo>
                <a:lnTo>
                  <a:pt x="1764942" y="52243"/>
                </a:lnTo>
                <a:lnTo>
                  <a:pt x="1764127" y="52426"/>
                </a:lnTo>
                <a:lnTo>
                  <a:pt x="1763319" y="52617"/>
                </a:lnTo>
                <a:lnTo>
                  <a:pt x="1762517" y="52816"/>
                </a:lnTo>
                <a:lnTo>
                  <a:pt x="1761723" y="53023"/>
                </a:lnTo>
                <a:lnTo>
                  <a:pt x="1760936" y="53239"/>
                </a:lnTo>
                <a:lnTo>
                  <a:pt x="1760156" y="53463"/>
                </a:lnTo>
                <a:lnTo>
                  <a:pt x="1759383" y="53696"/>
                </a:lnTo>
                <a:lnTo>
                  <a:pt x="1758616" y="53936"/>
                </a:lnTo>
                <a:lnTo>
                  <a:pt x="1757857" y="54185"/>
                </a:lnTo>
                <a:lnTo>
                  <a:pt x="1757105" y="54443"/>
                </a:lnTo>
                <a:lnTo>
                  <a:pt x="1756360" y="54708"/>
                </a:lnTo>
                <a:lnTo>
                  <a:pt x="1755622" y="54982"/>
                </a:lnTo>
                <a:lnTo>
                  <a:pt x="1754891" y="55264"/>
                </a:lnTo>
                <a:lnTo>
                  <a:pt x="1754167" y="55554"/>
                </a:lnTo>
                <a:lnTo>
                  <a:pt x="1753450" y="55853"/>
                </a:lnTo>
                <a:lnTo>
                  <a:pt x="1752740" y="56160"/>
                </a:lnTo>
                <a:lnTo>
                  <a:pt x="1752037" y="56475"/>
                </a:lnTo>
                <a:lnTo>
                  <a:pt x="1751341" y="56799"/>
                </a:lnTo>
                <a:lnTo>
                  <a:pt x="1750653" y="57130"/>
                </a:lnTo>
                <a:lnTo>
                  <a:pt x="1749971" y="57470"/>
                </a:lnTo>
                <a:lnTo>
                  <a:pt x="1749296" y="57819"/>
                </a:lnTo>
                <a:lnTo>
                  <a:pt x="1748628" y="58175"/>
                </a:lnTo>
                <a:lnTo>
                  <a:pt x="1747967" y="58540"/>
                </a:lnTo>
                <a:lnTo>
                  <a:pt x="1747315" y="58914"/>
                </a:lnTo>
                <a:lnTo>
                  <a:pt x="1746675" y="59298"/>
                </a:lnTo>
                <a:lnTo>
                  <a:pt x="1746045" y="59691"/>
                </a:lnTo>
                <a:lnTo>
                  <a:pt x="1745426" y="60094"/>
                </a:lnTo>
                <a:lnTo>
                  <a:pt x="1744818" y="60507"/>
                </a:lnTo>
                <a:lnTo>
                  <a:pt x="1744222" y="60929"/>
                </a:lnTo>
                <a:lnTo>
                  <a:pt x="1743636" y="61361"/>
                </a:lnTo>
                <a:lnTo>
                  <a:pt x="1743061" y="61803"/>
                </a:lnTo>
                <a:lnTo>
                  <a:pt x="1742497" y="62255"/>
                </a:lnTo>
                <a:lnTo>
                  <a:pt x="1741945" y="62716"/>
                </a:lnTo>
                <a:lnTo>
                  <a:pt x="1741403" y="63187"/>
                </a:lnTo>
                <a:lnTo>
                  <a:pt x="1740872" y="63668"/>
                </a:lnTo>
                <a:lnTo>
                  <a:pt x="1740352" y="64158"/>
                </a:lnTo>
                <a:lnTo>
                  <a:pt x="1739843" y="64658"/>
                </a:lnTo>
                <a:lnTo>
                  <a:pt x="1739346" y="65168"/>
                </a:lnTo>
                <a:lnTo>
                  <a:pt x="1738859" y="65688"/>
                </a:lnTo>
                <a:lnTo>
                  <a:pt x="1738383" y="66217"/>
                </a:lnTo>
                <a:lnTo>
                  <a:pt x="1737918" y="66756"/>
                </a:lnTo>
                <a:lnTo>
                  <a:pt x="1737465" y="67305"/>
                </a:lnTo>
                <a:lnTo>
                  <a:pt x="1737022" y="67863"/>
                </a:lnTo>
                <a:lnTo>
                  <a:pt x="1736590" y="68431"/>
                </a:lnTo>
                <a:lnTo>
                  <a:pt x="1736169" y="69009"/>
                </a:lnTo>
                <a:lnTo>
                  <a:pt x="1735760" y="69597"/>
                </a:lnTo>
                <a:lnTo>
                  <a:pt x="1735361" y="70194"/>
                </a:lnTo>
                <a:lnTo>
                  <a:pt x="1734976" y="70801"/>
                </a:lnTo>
                <a:lnTo>
                  <a:pt x="1734607" y="71420"/>
                </a:lnTo>
                <a:lnTo>
                  <a:pt x="1734255" y="72049"/>
                </a:lnTo>
                <a:lnTo>
                  <a:pt x="1733919" y="72689"/>
                </a:lnTo>
                <a:lnTo>
                  <a:pt x="1733600" y="73339"/>
                </a:lnTo>
                <a:lnTo>
                  <a:pt x="1733296" y="74001"/>
                </a:lnTo>
                <a:lnTo>
                  <a:pt x="1733010" y="74674"/>
                </a:lnTo>
                <a:lnTo>
                  <a:pt x="1732739" y="75357"/>
                </a:lnTo>
                <a:lnTo>
                  <a:pt x="1732485" y="76052"/>
                </a:lnTo>
                <a:lnTo>
                  <a:pt x="1732248" y="76757"/>
                </a:lnTo>
                <a:lnTo>
                  <a:pt x="1732027" y="77473"/>
                </a:lnTo>
                <a:lnTo>
                  <a:pt x="1731822" y="78201"/>
                </a:lnTo>
                <a:lnTo>
                  <a:pt x="1731633" y="78939"/>
                </a:lnTo>
                <a:lnTo>
                  <a:pt x="1731461" y="79688"/>
                </a:lnTo>
                <a:lnTo>
                  <a:pt x="1731306" y="80447"/>
                </a:lnTo>
                <a:lnTo>
                  <a:pt x="1731166" y="81218"/>
                </a:lnTo>
                <a:lnTo>
                  <a:pt x="1731043" y="82000"/>
                </a:lnTo>
                <a:lnTo>
                  <a:pt x="1730937" y="82792"/>
                </a:lnTo>
                <a:lnTo>
                  <a:pt x="1730847" y="83596"/>
                </a:lnTo>
                <a:lnTo>
                  <a:pt x="1730773" y="84410"/>
                </a:lnTo>
                <a:lnTo>
                  <a:pt x="1730716" y="85235"/>
                </a:lnTo>
                <a:lnTo>
                  <a:pt x="1730675" y="86071"/>
                </a:lnTo>
                <a:lnTo>
                  <a:pt x="1730650" y="86919"/>
                </a:lnTo>
                <a:lnTo>
                  <a:pt x="1730642" y="87776"/>
                </a:lnTo>
                <a:lnTo>
                  <a:pt x="1730653" y="88869"/>
                </a:lnTo>
                <a:lnTo>
                  <a:pt x="1730685" y="89945"/>
                </a:lnTo>
                <a:lnTo>
                  <a:pt x="1730739" y="91002"/>
                </a:lnTo>
                <a:lnTo>
                  <a:pt x="1730814" y="92042"/>
                </a:lnTo>
                <a:lnTo>
                  <a:pt x="1730911" y="93064"/>
                </a:lnTo>
                <a:lnTo>
                  <a:pt x="1731030" y="94068"/>
                </a:lnTo>
                <a:lnTo>
                  <a:pt x="1731170" y="95054"/>
                </a:lnTo>
                <a:lnTo>
                  <a:pt x="1731331" y="96023"/>
                </a:lnTo>
                <a:lnTo>
                  <a:pt x="1731514" y="96974"/>
                </a:lnTo>
                <a:lnTo>
                  <a:pt x="1731719" y="97907"/>
                </a:lnTo>
                <a:lnTo>
                  <a:pt x="1731945" y="98822"/>
                </a:lnTo>
                <a:lnTo>
                  <a:pt x="1732193" y="99720"/>
                </a:lnTo>
                <a:lnTo>
                  <a:pt x="1732462" y="100600"/>
                </a:lnTo>
                <a:lnTo>
                  <a:pt x="1732752" y="101462"/>
                </a:lnTo>
                <a:lnTo>
                  <a:pt x="1733065" y="102307"/>
                </a:lnTo>
                <a:lnTo>
                  <a:pt x="1733398" y="103134"/>
                </a:lnTo>
                <a:lnTo>
                  <a:pt x="1733754" y="103943"/>
                </a:lnTo>
                <a:lnTo>
                  <a:pt x="1734131" y="104734"/>
                </a:lnTo>
                <a:lnTo>
                  <a:pt x="1734529" y="105507"/>
                </a:lnTo>
                <a:lnTo>
                  <a:pt x="1734949" y="106263"/>
                </a:lnTo>
                <a:lnTo>
                  <a:pt x="1735390" y="107001"/>
                </a:lnTo>
                <a:lnTo>
                  <a:pt x="1735853" y="107721"/>
                </a:lnTo>
                <a:lnTo>
                  <a:pt x="1736338" y="108424"/>
                </a:lnTo>
                <a:lnTo>
                  <a:pt x="1736844" y="109109"/>
                </a:lnTo>
                <a:lnTo>
                  <a:pt x="1737369" y="109778"/>
                </a:lnTo>
                <a:lnTo>
                  <a:pt x="1737911" y="110437"/>
                </a:lnTo>
                <a:lnTo>
                  <a:pt x="1738469" y="111084"/>
                </a:lnTo>
                <a:lnTo>
                  <a:pt x="1739044" y="111720"/>
                </a:lnTo>
                <a:lnTo>
                  <a:pt x="1739636" y="112344"/>
                </a:lnTo>
                <a:lnTo>
                  <a:pt x="1740244" y="112957"/>
                </a:lnTo>
                <a:lnTo>
                  <a:pt x="1740869" y="113559"/>
                </a:lnTo>
                <a:lnTo>
                  <a:pt x="1741511" y="114150"/>
                </a:lnTo>
                <a:lnTo>
                  <a:pt x="1742169" y="114729"/>
                </a:lnTo>
                <a:lnTo>
                  <a:pt x="1742843" y="115296"/>
                </a:lnTo>
                <a:lnTo>
                  <a:pt x="1743535" y="115853"/>
                </a:lnTo>
                <a:lnTo>
                  <a:pt x="1744243" y="116398"/>
                </a:lnTo>
                <a:lnTo>
                  <a:pt x="1744967" y="116931"/>
                </a:lnTo>
                <a:lnTo>
                  <a:pt x="1745708" y="117454"/>
                </a:lnTo>
                <a:lnTo>
                  <a:pt x="1746466" y="117964"/>
                </a:lnTo>
                <a:lnTo>
                  <a:pt x="1747241" y="118464"/>
                </a:lnTo>
                <a:lnTo>
                  <a:pt x="1748032" y="118952"/>
                </a:lnTo>
                <a:lnTo>
                  <a:pt x="1748839" y="119429"/>
                </a:lnTo>
                <a:lnTo>
                  <a:pt x="1749664" y="119895"/>
                </a:lnTo>
                <a:lnTo>
                  <a:pt x="1750505" y="120349"/>
                </a:lnTo>
                <a:lnTo>
                  <a:pt x="1751362" y="120792"/>
                </a:lnTo>
                <a:lnTo>
                  <a:pt x="1752236" y="121223"/>
                </a:lnTo>
                <a:lnTo>
                  <a:pt x="1753127" y="121643"/>
                </a:lnTo>
                <a:lnTo>
                  <a:pt x="1754034" y="122052"/>
                </a:lnTo>
                <a:lnTo>
                  <a:pt x="1754955" y="122453"/>
                </a:lnTo>
                <a:lnTo>
                  <a:pt x="1755887" y="122848"/>
                </a:lnTo>
                <a:lnTo>
                  <a:pt x="1756829" y="123239"/>
                </a:lnTo>
                <a:lnTo>
                  <a:pt x="1757782" y="123625"/>
                </a:lnTo>
                <a:lnTo>
                  <a:pt x="1758745" y="124005"/>
                </a:lnTo>
                <a:lnTo>
                  <a:pt x="1759718" y="124381"/>
                </a:lnTo>
                <a:lnTo>
                  <a:pt x="1760702" y="124752"/>
                </a:lnTo>
                <a:lnTo>
                  <a:pt x="1761697" y="125118"/>
                </a:lnTo>
                <a:lnTo>
                  <a:pt x="1762702" y="125479"/>
                </a:lnTo>
                <a:lnTo>
                  <a:pt x="1763718" y="125835"/>
                </a:lnTo>
                <a:lnTo>
                  <a:pt x="1764744" y="126186"/>
                </a:lnTo>
                <a:lnTo>
                  <a:pt x="1765781" y="126532"/>
                </a:lnTo>
                <a:lnTo>
                  <a:pt x="1766829" y="126873"/>
                </a:lnTo>
                <a:lnTo>
                  <a:pt x="1767887" y="127209"/>
                </a:lnTo>
                <a:lnTo>
                  <a:pt x="1768955" y="127540"/>
                </a:lnTo>
                <a:lnTo>
                  <a:pt x="1770034" y="127866"/>
                </a:lnTo>
                <a:lnTo>
                  <a:pt x="1771123" y="128188"/>
                </a:lnTo>
                <a:lnTo>
                  <a:pt x="1772223" y="128504"/>
                </a:lnTo>
                <a:lnTo>
                  <a:pt x="1773334" y="128815"/>
                </a:lnTo>
                <a:lnTo>
                  <a:pt x="1774455" y="129122"/>
                </a:lnTo>
                <a:lnTo>
                  <a:pt x="1775587" y="129423"/>
                </a:lnTo>
                <a:lnTo>
                  <a:pt x="1776729" y="129719"/>
                </a:lnTo>
                <a:lnTo>
                  <a:pt x="1777882" y="130011"/>
                </a:lnTo>
                <a:lnTo>
                  <a:pt x="1779045" y="130297"/>
                </a:lnTo>
                <a:lnTo>
                  <a:pt x="1780421" y="130615"/>
                </a:lnTo>
                <a:lnTo>
                  <a:pt x="1781762" y="130933"/>
                </a:lnTo>
                <a:lnTo>
                  <a:pt x="1783068" y="131250"/>
                </a:lnTo>
                <a:lnTo>
                  <a:pt x="1784339" y="131566"/>
                </a:lnTo>
                <a:lnTo>
                  <a:pt x="1785575" y="131882"/>
                </a:lnTo>
                <a:lnTo>
                  <a:pt x="1786776" y="132198"/>
                </a:lnTo>
                <a:lnTo>
                  <a:pt x="1787943" y="132513"/>
                </a:lnTo>
                <a:lnTo>
                  <a:pt x="1789074" y="132827"/>
                </a:lnTo>
                <a:lnTo>
                  <a:pt x="1790171" y="133141"/>
                </a:lnTo>
                <a:lnTo>
                  <a:pt x="1791233" y="133455"/>
                </a:lnTo>
                <a:lnTo>
                  <a:pt x="1792260" y="133768"/>
                </a:lnTo>
                <a:lnTo>
                  <a:pt x="1793252" y="134081"/>
                </a:lnTo>
                <a:lnTo>
                  <a:pt x="1794209" y="134393"/>
                </a:lnTo>
                <a:lnTo>
                  <a:pt x="1795132" y="134705"/>
                </a:lnTo>
                <a:lnTo>
                  <a:pt x="1796019" y="135016"/>
                </a:lnTo>
                <a:lnTo>
                  <a:pt x="1796872" y="135327"/>
                </a:lnTo>
                <a:lnTo>
                  <a:pt x="1797690" y="135638"/>
                </a:lnTo>
                <a:lnTo>
                  <a:pt x="1798473" y="135948"/>
                </a:lnTo>
                <a:lnTo>
                  <a:pt x="1799221" y="136257"/>
                </a:lnTo>
                <a:lnTo>
                  <a:pt x="1799934" y="136566"/>
                </a:lnTo>
                <a:lnTo>
                  <a:pt x="1800612" y="136874"/>
                </a:lnTo>
                <a:lnTo>
                  <a:pt x="1801255" y="137182"/>
                </a:lnTo>
                <a:lnTo>
                  <a:pt x="1801864" y="137490"/>
                </a:lnTo>
                <a:lnTo>
                  <a:pt x="1802437" y="137797"/>
                </a:lnTo>
                <a:lnTo>
                  <a:pt x="1802982" y="138110"/>
                </a:lnTo>
                <a:lnTo>
                  <a:pt x="1803503" y="138437"/>
                </a:lnTo>
                <a:lnTo>
                  <a:pt x="1804001" y="138776"/>
                </a:lnTo>
                <a:lnTo>
                  <a:pt x="1804477" y="139129"/>
                </a:lnTo>
                <a:lnTo>
                  <a:pt x="1804928" y="139495"/>
                </a:lnTo>
                <a:lnTo>
                  <a:pt x="1805357" y="139875"/>
                </a:lnTo>
                <a:lnTo>
                  <a:pt x="1805763" y="140268"/>
                </a:lnTo>
                <a:lnTo>
                  <a:pt x="1806145" y="140673"/>
                </a:lnTo>
                <a:lnTo>
                  <a:pt x="1806504" y="141093"/>
                </a:lnTo>
                <a:lnTo>
                  <a:pt x="1806840" y="141525"/>
                </a:lnTo>
                <a:lnTo>
                  <a:pt x="1807153" y="141971"/>
                </a:lnTo>
                <a:lnTo>
                  <a:pt x="1807443" y="142430"/>
                </a:lnTo>
                <a:lnTo>
                  <a:pt x="1807709" y="142902"/>
                </a:lnTo>
                <a:lnTo>
                  <a:pt x="1807953" y="143387"/>
                </a:lnTo>
                <a:lnTo>
                  <a:pt x="1808173" y="143886"/>
                </a:lnTo>
                <a:lnTo>
                  <a:pt x="1808370" y="144398"/>
                </a:lnTo>
                <a:lnTo>
                  <a:pt x="1808543" y="144923"/>
                </a:lnTo>
                <a:lnTo>
                  <a:pt x="1808694" y="145462"/>
                </a:lnTo>
                <a:lnTo>
                  <a:pt x="1808822" y="146013"/>
                </a:lnTo>
                <a:lnTo>
                  <a:pt x="1808926" y="146578"/>
                </a:lnTo>
                <a:lnTo>
                  <a:pt x="1809007" y="147157"/>
                </a:lnTo>
                <a:lnTo>
                  <a:pt x="1809065" y="147748"/>
                </a:lnTo>
                <a:lnTo>
                  <a:pt x="1809100" y="148353"/>
                </a:lnTo>
                <a:lnTo>
                  <a:pt x="1809111" y="148971"/>
                </a:lnTo>
                <a:lnTo>
                  <a:pt x="1809101" y="149633"/>
                </a:lnTo>
                <a:lnTo>
                  <a:pt x="1809072" y="150280"/>
                </a:lnTo>
                <a:lnTo>
                  <a:pt x="1809023" y="150910"/>
                </a:lnTo>
                <a:lnTo>
                  <a:pt x="1808954" y="151524"/>
                </a:lnTo>
                <a:lnTo>
                  <a:pt x="1808865" y="152122"/>
                </a:lnTo>
                <a:lnTo>
                  <a:pt x="1808757" y="152704"/>
                </a:lnTo>
                <a:lnTo>
                  <a:pt x="1808629" y="153270"/>
                </a:lnTo>
                <a:lnTo>
                  <a:pt x="1808482" y="153820"/>
                </a:lnTo>
                <a:lnTo>
                  <a:pt x="1808315" y="154353"/>
                </a:lnTo>
                <a:lnTo>
                  <a:pt x="1808128" y="154870"/>
                </a:lnTo>
                <a:lnTo>
                  <a:pt x="1807922" y="155372"/>
                </a:lnTo>
                <a:lnTo>
                  <a:pt x="1807696" y="155857"/>
                </a:lnTo>
                <a:lnTo>
                  <a:pt x="1807450" y="156325"/>
                </a:lnTo>
                <a:lnTo>
                  <a:pt x="1807184" y="156778"/>
                </a:lnTo>
                <a:lnTo>
                  <a:pt x="1806899" y="157215"/>
                </a:lnTo>
                <a:lnTo>
                  <a:pt x="1806594" y="157635"/>
                </a:lnTo>
                <a:lnTo>
                  <a:pt x="1806270" y="158040"/>
                </a:lnTo>
                <a:lnTo>
                  <a:pt x="1805926" y="158428"/>
                </a:lnTo>
                <a:lnTo>
                  <a:pt x="1805562" y="158800"/>
                </a:lnTo>
                <a:lnTo>
                  <a:pt x="1805179" y="159156"/>
                </a:lnTo>
                <a:lnTo>
                  <a:pt x="1804776" y="159496"/>
                </a:lnTo>
                <a:lnTo>
                  <a:pt x="1804353" y="159820"/>
                </a:lnTo>
                <a:lnTo>
                  <a:pt x="1803911" y="160127"/>
                </a:lnTo>
                <a:lnTo>
                  <a:pt x="1803448" y="160419"/>
                </a:lnTo>
                <a:lnTo>
                  <a:pt x="1802969" y="160696"/>
                </a:lnTo>
                <a:lnTo>
                  <a:pt x="1802473" y="160961"/>
                </a:lnTo>
                <a:lnTo>
                  <a:pt x="1801961" y="161214"/>
                </a:lnTo>
                <a:lnTo>
                  <a:pt x="1801434" y="161456"/>
                </a:lnTo>
                <a:lnTo>
                  <a:pt x="1800890" y="161686"/>
                </a:lnTo>
                <a:lnTo>
                  <a:pt x="1800331" y="161904"/>
                </a:lnTo>
                <a:lnTo>
                  <a:pt x="1799755" y="162111"/>
                </a:lnTo>
                <a:lnTo>
                  <a:pt x="1799164" y="162305"/>
                </a:lnTo>
                <a:lnTo>
                  <a:pt x="1798557" y="162488"/>
                </a:lnTo>
                <a:lnTo>
                  <a:pt x="1797934" y="162659"/>
                </a:lnTo>
                <a:lnTo>
                  <a:pt x="1797295" y="162818"/>
                </a:lnTo>
                <a:lnTo>
                  <a:pt x="1796640" y="162966"/>
                </a:lnTo>
                <a:lnTo>
                  <a:pt x="1795969" y="163101"/>
                </a:lnTo>
                <a:lnTo>
                  <a:pt x="1795282" y="163225"/>
                </a:lnTo>
                <a:lnTo>
                  <a:pt x="1794579" y="163337"/>
                </a:lnTo>
                <a:lnTo>
                  <a:pt x="1793861" y="163437"/>
                </a:lnTo>
                <a:lnTo>
                  <a:pt x="1793126" y="163526"/>
                </a:lnTo>
                <a:lnTo>
                  <a:pt x="1792376" y="163602"/>
                </a:lnTo>
                <a:lnTo>
                  <a:pt x="1791609" y="163667"/>
                </a:lnTo>
                <a:lnTo>
                  <a:pt x="1790827" y="163720"/>
                </a:lnTo>
                <a:lnTo>
                  <a:pt x="1790029" y="163761"/>
                </a:lnTo>
                <a:lnTo>
                  <a:pt x="1789215" y="163791"/>
                </a:lnTo>
                <a:lnTo>
                  <a:pt x="1788385" y="163809"/>
                </a:lnTo>
                <a:lnTo>
                  <a:pt x="1787539" y="163815"/>
                </a:lnTo>
                <a:lnTo>
                  <a:pt x="1786678" y="163807"/>
                </a:lnTo>
                <a:lnTo>
                  <a:pt x="1785827" y="163784"/>
                </a:lnTo>
                <a:lnTo>
                  <a:pt x="1784985" y="163745"/>
                </a:lnTo>
                <a:lnTo>
                  <a:pt x="1784151" y="163692"/>
                </a:lnTo>
                <a:lnTo>
                  <a:pt x="1783327" y="163623"/>
                </a:lnTo>
                <a:lnTo>
                  <a:pt x="1782512" y="163538"/>
                </a:lnTo>
                <a:lnTo>
                  <a:pt x="1781707" y="163439"/>
                </a:lnTo>
                <a:lnTo>
                  <a:pt x="1780910" y="163323"/>
                </a:lnTo>
                <a:lnTo>
                  <a:pt x="1780122" y="163193"/>
                </a:lnTo>
                <a:lnTo>
                  <a:pt x="1779344" y="163047"/>
                </a:lnTo>
                <a:lnTo>
                  <a:pt x="1778575" y="162886"/>
                </a:lnTo>
                <a:lnTo>
                  <a:pt x="1777815" y="162710"/>
                </a:lnTo>
                <a:lnTo>
                  <a:pt x="1777064" y="162518"/>
                </a:lnTo>
                <a:lnTo>
                  <a:pt x="1776322" y="162311"/>
                </a:lnTo>
                <a:lnTo>
                  <a:pt x="1775589" y="162088"/>
                </a:lnTo>
                <a:lnTo>
                  <a:pt x="1774865" y="161850"/>
                </a:lnTo>
                <a:lnTo>
                  <a:pt x="1774151" y="161597"/>
                </a:lnTo>
                <a:lnTo>
                  <a:pt x="1773445" y="161328"/>
                </a:lnTo>
                <a:lnTo>
                  <a:pt x="1772749" y="161044"/>
                </a:lnTo>
                <a:lnTo>
                  <a:pt x="1772062" y="160745"/>
                </a:lnTo>
                <a:lnTo>
                  <a:pt x="1771384" y="160431"/>
                </a:lnTo>
                <a:lnTo>
                  <a:pt x="1770715" y="160101"/>
                </a:lnTo>
                <a:lnTo>
                  <a:pt x="1770055" y="159755"/>
                </a:lnTo>
                <a:lnTo>
                  <a:pt x="1769405" y="159395"/>
                </a:lnTo>
                <a:lnTo>
                  <a:pt x="1768772" y="159014"/>
                </a:lnTo>
                <a:lnTo>
                  <a:pt x="1768166" y="158610"/>
                </a:lnTo>
                <a:lnTo>
                  <a:pt x="1767588" y="158182"/>
                </a:lnTo>
                <a:lnTo>
                  <a:pt x="1767036" y="157730"/>
                </a:lnTo>
                <a:lnTo>
                  <a:pt x="1766511" y="157254"/>
                </a:lnTo>
                <a:lnTo>
                  <a:pt x="1766013" y="156753"/>
                </a:lnTo>
                <a:lnTo>
                  <a:pt x="1765542" y="156229"/>
                </a:lnTo>
                <a:lnTo>
                  <a:pt x="1765098" y="155681"/>
                </a:lnTo>
                <a:lnTo>
                  <a:pt x="1764681" y="155109"/>
                </a:lnTo>
                <a:lnTo>
                  <a:pt x="1764290" y="154513"/>
                </a:lnTo>
                <a:lnTo>
                  <a:pt x="1763927" y="153893"/>
                </a:lnTo>
                <a:lnTo>
                  <a:pt x="1763590" y="153250"/>
                </a:lnTo>
                <a:lnTo>
                  <a:pt x="1763281" y="152582"/>
                </a:lnTo>
                <a:lnTo>
                  <a:pt x="1762998" y="151890"/>
                </a:lnTo>
                <a:lnTo>
                  <a:pt x="1762742" y="151174"/>
                </a:lnTo>
                <a:lnTo>
                  <a:pt x="1762514" y="150434"/>
                </a:lnTo>
                <a:lnTo>
                  <a:pt x="1762312" y="149671"/>
                </a:lnTo>
                <a:lnTo>
                  <a:pt x="1762137" y="148883"/>
                </a:lnTo>
                <a:lnTo>
                  <a:pt x="1761989" y="148071"/>
                </a:lnTo>
                <a:lnTo>
                  <a:pt x="1761868" y="147236"/>
                </a:lnTo>
                <a:lnTo>
                  <a:pt x="1761773" y="146376"/>
                </a:lnTo>
                <a:lnTo>
                  <a:pt x="1761706" y="145493"/>
                </a:lnTo>
                <a:lnTo>
                  <a:pt x="1761666" y="144585"/>
                </a:lnTo>
                <a:lnTo>
                  <a:pt x="1761652" y="143654"/>
                </a:lnTo>
                <a:lnTo>
                  <a:pt x="1728485" y="143654"/>
                </a:lnTo>
                <a:lnTo>
                  <a:pt x="1728493" y="144714"/>
                </a:lnTo>
                <a:lnTo>
                  <a:pt x="1728519" y="145760"/>
                </a:lnTo>
                <a:lnTo>
                  <a:pt x="1728563" y="146791"/>
                </a:lnTo>
                <a:lnTo>
                  <a:pt x="1728623" y="147807"/>
                </a:lnTo>
                <a:lnTo>
                  <a:pt x="1728701" y="148809"/>
                </a:lnTo>
                <a:lnTo>
                  <a:pt x="1728797" y="149796"/>
                </a:lnTo>
                <a:lnTo>
                  <a:pt x="1728909" y="150768"/>
                </a:lnTo>
                <a:lnTo>
                  <a:pt x="1729039" y="151726"/>
                </a:lnTo>
                <a:lnTo>
                  <a:pt x="1729186" y="152669"/>
                </a:lnTo>
                <a:lnTo>
                  <a:pt x="1729351" y="153597"/>
                </a:lnTo>
                <a:lnTo>
                  <a:pt x="1729533" y="154511"/>
                </a:lnTo>
                <a:lnTo>
                  <a:pt x="1729732" y="155410"/>
                </a:lnTo>
                <a:lnTo>
                  <a:pt x="1729948" y="156294"/>
                </a:lnTo>
                <a:lnTo>
                  <a:pt x="1730182" y="157164"/>
                </a:lnTo>
                <a:lnTo>
                  <a:pt x="1730433" y="158019"/>
                </a:lnTo>
                <a:lnTo>
                  <a:pt x="1730702" y="158859"/>
                </a:lnTo>
                <a:lnTo>
                  <a:pt x="1730988" y="159685"/>
                </a:lnTo>
                <a:lnTo>
                  <a:pt x="1731291" y="160496"/>
                </a:lnTo>
                <a:lnTo>
                  <a:pt x="1731611" y="161292"/>
                </a:lnTo>
                <a:lnTo>
                  <a:pt x="1731949" y="162074"/>
                </a:lnTo>
                <a:lnTo>
                  <a:pt x="1732304" y="162841"/>
                </a:lnTo>
                <a:lnTo>
                  <a:pt x="1732677" y="163593"/>
                </a:lnTo>
                <a:lnTo>
                  <a:pt x="1733066" y="164330"/>
                </a:lnTo>
                <a:lnTo>
                  <a:pt x="1733473" y="165053"/>
                </a:lnTo>
                <a:lnTo>
                  <a:pt x="1733895" y="165763"/>
                </a:lnTo>
                <a:lnTo>
                  <a:pt x="1734329" y="166459"/>
                </a:lnTo>
                <a:lnTo>
                  <a:pt x="1734775" y="167144"/>
                </a:lnTo>
                <a:lnTo>
                  <a:pt x="1735234" y="167815"/>
                </a:lnTo>
                <a:lnTo>
                  <a:pt x="1735704" y="168474"/>
                </a:lnTo>
                <a:lnTo>
                  <a:pt x="1736187" y="169121"/>
                </a:lnTo>
                <a:lnTo>
                  <a:pt x="1736682" y="169755"/>
                </a:lnTo>
                <a:lnTo>
                  <a:pt x="1737189" y="170377"/>
                </a:lnTo>
                <a:lnTo>
                  <a:pt x="1737708" y="170986"/>
                </a:lnTo>
                <a:lnTo>
                  <a:pt x="1738239" y="171582"/>
                </a:lnTo>
                <a:lnTo>
                  <a:pt x="1738783" y="172166"/>
                </a:lnTo>
                <a:lnTo>
                  <a:pt x="1739338" y="172737"/>
                </a:lnTo>
                <a:lnTo>
                  <a:pt x="1739906" y="173296"/>
                </a:lnTo>
                <a:lnTo>
                  <a:pt x="1740486" y="173842"/>
                </a:lnTo>
                <a:lnTo>
                  <a:pt x="1741078" y="174376"/>
                </a:lnTo>
                <a:lnTo>
                  <a:pt x="1741683" y="174897"/>
                </a:lnTo>
                <a:lnTo>
                  <a:pt x="1742299" y="175406"/>
                </a:lnTo>
                <a:lnTo>
                  <a:pt x="1742928" y="175902"/>
                </a:lnTo>
                <a:lnTo>
                  <a:pt x="1743569" y="176386"/>
                </a:lnTo>
                <a:lnTo>
                  <a:pt x="1744222" y="176857"/>
                </a:lnTo>
                <a:lnTo>
                  <a:pt x="1744887" y="177316"/>
                </a:lnTo>
                <a:lnTo>
                  <a:pt x="1745565" y="177762"/>
                </a:lnTo>
                <a:lnTo>
                  <a:pt x="1746254" y="178195"/>
                </a:lnTo>
                <a:lnTo>
                  <a:pt x="1746956" y="178616"/>
                </a:lnTo>
                <a:lnTo>
                  <a:pt x="1747667" y="179026"/>
                </a:lnTo>
                <a:lnTo>
                  <a:pt x="1748386" y="179425"/>
                </a:lnTo>
                <a:lnTo>
                  <a:pt x="1749111" y="179814"/>
                </a:lnTo>
                <a:lnTo>
                  <a:pt x="1749844" y="180193"/>
                </a:lnTo>
                <a:lnTo>
                  <a:pt x="1750583" y="180562"/>
                </a:lnTo>
                <a:lnTo>
                  <a:pt x="1751330" y="180921"/>
                </a:lnTo>
                <a:lnTo>
                  <a:pt x="1752083" y="181269"/>
                </a:lnTo>
                <a:lnTo>
                  <a:pt x="1752844" y="181607"/>
                </a:lnTo>
                <a:lnTo>
                  <a:pt x="1753611" y="181936"/>
                </a:lnTo>
                <a:lnTo>
                  <a:pt x="1754386" y="182253"/>
                </a:lnTo>
                <a:lnTo>
                  <a:pt x="1755167" y="182561"/>
                </a:lnTo>
                <a:lnTo>
                  <a:pt x="1755956" y="182859"/>
                </a:lnTo>
                <a:lnTo>
                  <a:pt x="1756751" y="183146"/>
                </a:lnTo>
                <a:lnTo>
                  <a:pt x="1757554" y="183423"/>
                </a:lnTo>
                <a:lnTo>
                  <a:pt x="1758364" y="183690"/>
                </a:lnTo>
                <a:lnTo>
                  <a:pt x="1759180" y="183947"/>
                </a:lnTo>
                <a:lnTo>
                  <a:pt x="1760004" y="184194"/>
                </a:lnTo>
                <a:lnTo>
                  <a:pt x="1760835" y="184430"/>
                </a:lnTo>
                <a:lnTo>
                  <a:pt x="1761673" y="184657"/>
                </a:lnTo>
                <a:lnTo>
                  <a:pt x="1762517" y="184873"/>
                </a:lnTo>
                <a:lnTo>
                  <a:pt x="1763369" y="185079"/>
                </a:lnTo>
                <a:lnTo>
                  <a:pt x="1764228" y="185274"/>
                </a:lnTo>
                <a:lnTo>
                  <a:pt x="1765094" y="185460"/>
                </a:lnTo>
                <a:lnTo>
                  <a:pt x="1765967" y="185635"/>
                </a:lnTo>
                <a:lnTo>
                  <a:pt x="1766844" y="185802"/>
                </a:lnTo>
                <a:lnTo>
                  <a:pt x="1767722" y="185962"/>
                </a:lnTo>
                <a:lnTo>
                  <a:pt x="1768602" y="186114"/>
                </a:lnTo>
                <a:lnTo>
                  <a:pt x="1769483" y="186260"/>
                </a:lnTo>
                <a:lnTo>
                  <a:pt x="1770366" y="186398"/>
                </a:lnTo>
                <a:lnTo>
                  <a:pt x="1771250" y="186529"/>
                </a:lnTo>
                <a:lnTo>
                  <a:pt x="1772136" y="186654"/>
                </a:lnTo>
                <a:lnTo>
                  <a:pt x="1773023" y="186771"/>
                </a:lnTo>
                <a:lnTo>
                  <a:pt x="1773911" y="186881"/>
                </a:lnTo>
                <a:lnTo>
                  <a:pt x="1774801" y="186984"/>
                </a:lnTo>
                <a:lnTo>
                  <a:pt x="1775692" y="187079"/>
                </a:lnTo>
                <a:lnTo>
                  <a:pt x="1776584" y="187168"/>
                </a:lnTo>
                <a:lnTo>
                  <a:pt x="1777478" y="187250"/>
                </a:lnTo>
                <a:lnTo>
                  <a:pt x="1778374" y="187324"/>
                </a:lnTo>
                <a:lnTo>
                  <a:pt x="1779270" y="187391"/>
                </a:lnTo>
                <a:lnTo>
                  <a:pt x="1780168" y="187452"/>
                </a:lnTo>
                <a:lnTo>
                  <a:pt x="1781068" y="187505"/>
                </a:lnTo>
                <a:lnTo>
                  <a:pt x="1781969" y="187551"/>
                </a:lnTo>
                <a:lnTo>
                  <a:pt x="1782871" y="187590"/>
                </a:lnTo>
                <a:lnTo>
                  <a:pt x="1783775" y="187622"/>
                </a:lnTo>
                <a:lnTo>
                  <a:pt x="1784680" y="187647"/>
                </a:lnTo>
                <a:lnTo>
                  <a:pt x="1785587" y="187665"/>
                </a:lnTo>
                <a:lnTo>
                  <a:pt x="1786495" y="187675"/>
                </a:lnTo>
                <a:lnTo>
                  <a:pt x="1787404" y="187679"/>
                </a:lnTo>
                <a:lnTo>
                  <a:pt x="1788324" y="187675"/>
                </a:lnTo>
                <a:lnTo>
                  <a:pt x="1789242" y="187663"/>
                </a:lnTo>
                <a:lnTo>
                  <a:pt x="1790156" y="187643"/>
                </a:lnTo>
                <a:lnTo>
                  <a:pt x="1791069" y="187614"/>
                </a:lnTo>
                <a:lnTo>
                  <a:pt x="1791978" y="187578"/>
                </a:lnTo>
                <a:close/>
                <a:moveTo>
                  <a:pt x="1945950" y="187456"/>
                </a:moveTo>
                <a:lnTo>
                  <a:pt x="1947358" y="187359"/>
                </a:lnTo>
                <a:lnTo>
                  <a:pt x="1948750" y="187243"/>
                </a:lnTo>
                <a:lnTo>
                  <a:pt x="1950127" y="187110"/>
                </a:lnTo>
                <a:lnTo>
                  <a:pt x="1951488" y="186958"/>
                </a:lnTo>
                <a:lnTo>
                  <a:pt x="1952833" y="186789"/>
                </a:lnTo>
                <a:lnTo>
                  <a:pt x="1954163" y="186603"/>
                </a:lnTo>
                <a:lnTo>
                  <a:pt x="1955477" y="186398"/>
                </a:lnTo>
                <a:lnTo>
                  <a:pt x="1956775" y="186176"/>
                </a:lnTo>
                <a:lnTo>
                  <a:pt x="1958058" y="185935"/>
                </a:lnTo>
                <a:lnTo>
                  <a:pt x="1959325" y="185678"/>
                </a:lnTo>
                <a:lnTo>
                  <a:pt x="1960576" y="185402"/>
                </a:lnTo>
                <a:lnTo>
                  <a:pt x="1961812" y="185108"/>
                </a:lnTo>
                <a:lnTo>
                  <a:pt x="1963032" y="184797"/>
                </a:lnTo>
                <a:lnTo>
                  <a:pt x="1964236" y="184468"/>
                </a:lnTo>
                <a:lnTo>
                  <a:pt x="1965424" y="184121"/>
                </a:lnTo>
                <a:lnTo>
                  <a:pt x="1966597" y="183756"/>
                </a:lnTo>
                <a:lnTo>
                  <a:pt x="1967754" y="183374"/>
                </a:lnTo>
                <a:lnTo>
                  <a:pt x="1968896" y="182973"/>
                </a:lnTo>
                <a:lnTo>
                  <a:pt x="1970022" y="182555"/>
                </a:lnTo>
                <a:lnTo>
                  <a:pt x="1971130" y="182119"/>
                </a:lnTo>
                <a:lnTo>
                  <a:pt x="1972218" y="181665"/>
                </a:lnTo>
                <a:lnTo>
                  <a:pt x="1973287" y="181192"/>
                </a:lnTo>
                <a:lnTo>
                  <a:pt x="1974336" y="180702"/>
                </a:lnTo>
                <a:lnTo>
                  <a:pt x="1975365" y="180192"/>
                </a:lnTo>
                <a:lnTo>
                  <a:pt x="1976375" y="179665"/>
                </a:lnTo>
                <a:lnTo>
                  <a:pt x="1977365" y="179119"/>
                </a:lnTo>
                <a:lnTo>
                  <a:pt x="1978336" y="178556"/>
                </a:lnTo>
                <a:lnTo>
                  <a:pt x="1979287" y="177973"/>
                </a:lnTo>
                <a:lnTo>
                  <a:pt x="1980218" y="177373"/>
                </a:lnTo>
                <a:lnTo>
                  <a:pt x="1981129" y="176754"/>
                </a:lnTo>
                <a:lnTo>
                  <a:pt x="1982021" y="176117"/>
                </a:lnTo>
                <a:lnTo>
                  <a:pt x="1982893" y="175462"/>
                </a:lnTo>
                <a:lnTo>
                  <a:pt x="1983746" y="174789"/>
                </a:lnTo>
                <a:lnTo>
                  <a:pt x="1984579" y="174097"/>
                </a:lnTo>
                <a:lnTo>
                  <a:pt x="1985392" y="173387"/>
                </a:lnTo>
                <a:lnTo>
                  <a:pt x="1986185" y="172659"/>
                </a:lnTo>
                <a:lnTo>
                  <a:pt x="1986959" y="171913"/>
                </a:lnTo>
                <a:lnTo>
                  <a:pt x="1987713" y="171148"/>
                </a:lnTo>
                <a:lnTo>
                  <a:pt x="1988448" y="170365"/>
                </a:lnTo>
                <a:lnTo>
                  <a:pt x="1989163" y="169564"/>
                </a:lnTo>
                <a:lnTo>
                  <a:pt x="1989858" y="168744"/>
                </a:lnTo>
                <a:lnTo>
                  <a:pt x="1990533" y="167906"/>
                </a:lnTo>
                <a:lnTo>
                  <a:pt x="1991189" y="167050"/>
                </a:lnTo>
                <a:lnTo>
                  <a:pt x="1991823" y="166176"/>
                </a:lnTo>
                <a:lnTo>
                  <a:pt x="1992432" y="165284"/>
                </a:lnTo>
                <a:lnTo>
                  <a:pt x="1993017" y="164374"/>
                </a:lnTo>
                <a:lnTo>
                  <a:pt x="1993577" y="163446"/>
                </a:lnTo>
                <a:lnTo>
                  <a:pt x="1994112" y="162499"/>
                </a:lnTo>
                <a:lnTo>
                  <a:pt x="1994623" y="161535"/>
                </a:lnTo>
                <a:lnTo>
                  <a:pt x="1995109" y="160553"/>
                </a:lnTo>
                <a:lnTo>
                  <a:pt x="1995571" y="159552"/>
                </a:lnTo>
                <a:lnTo>
                  <a:pt x="1996008" y="158534"/>
                </a:lnTo>
                <a:lnTo>
                  <a:pt x="1996421" y="157498"/>
                </a:lnTo>
                <a:lnTo>
                  <a:pt x="1996809" y="156443"/>
                </a:lnTo>
                <a:lnTo>
                  <a:pt x="1997172" y="155371"/>
                </a:lnTo>
                <a:lnTo>
                  <a:pt x="1997511" y="154281"/>
                </a:lnTo>
                <a:lnTo>
                  <a:pt x="1997825" y="153172"/>
                </a:lnTo>
                <a:lnTo>
                  <a:pt x="1998115" y="152046"/>
                </a:lnTo>
                <a:lnTo>
                  <a:pt x="1998380" y="150901"/>
                </a:lnTo>
                <a:lnTo>
                  <a:pt x="1998621" y="149739"/>
                </a:lnTo>
                <a:lnTo>
                  <a:pt x="1998837" y="148558"/>
                </a:lnTo>
                <a:lnTo>
                  <a:pt x="1999028" y="147359"/>
                </a:lnTo>
                <a:lnTo>
                  <a:pt x="1999195" y="146143"/>
                </a:lnTo>
                <a:lnTo>
                  <a:pt x="1999337" y="144908"/>
                </a:lnTo>
                <a:lnTo>
                  <a:pt x="1999454" y="143656"/>
                </a:lnTo>
                <a:lnTo>
                  <a:pt x="1999548" y="142385"/>
                </a:lnTo>
                <a:lnTo>
                  <a:pt x="1999616" y="141096"/>
                </a:lnTo>
                <a:lnTo>
                  <a:pt x="1964426" y="141096"/>
                </a:lnTo>
                <a:lnTo>
                  <a:pt x="1964403" y="141944"/>
                </a:lnTo>
                <a:lnTo>
                  <a:pt x="1964356" y="142774"/>
                </a:lnTo>
                <a:lnTo>
                  <a:pt x="1964285" y="143587"/>
                </a:lnTo>
                <a:lnTo>
                  <a:pt x="1964190" y="144382"/>
                </a:lnTo>
                <a:lnTo>
                  <a:pt x="1964072" y="145160"/>
                </a:lnTo>
                <a:lnTo>
                  <a:pt x="1963929" y="145919"/>
                </a:lnTo>
                <a:lnTo>
                  <a:pt x="1963763" y="146662"/>
                </a:lnTo>
                <a:lnTo>
                  <a:pt x="1963572" y="147386"/>
                </a:lnTo>
                <a:lnTo>
                  <a:pt x="1963358" y="148093"/>
                </a:lnTo>
                <a:lnTo>
                  <a:pt x="1963120" y="148783"/>
                </a:lnTo>
                <a:lnTo>
                  <a:pt x="1962858" y="149454"/>
                </a:lnTo>
                <a:lnTo>
                  <a:pt x="1962572" y="150109"/>
                </a:lnTo>
                <a:lnTo>
                  <a:pt x="1962263" y="150745"/>
                </a:lnTo>
                <a:lnTo>
                  <a:pt x="1961929" y="151364"/>
                </a:lnTo>
                <a:lnTo>
                  <a:pt x="1961572" y="151965"/>
                </a:lnTo>
                <a:lnTo>
                  <a:pt x="1961190" y="152549"/>
                </a:lnTo>
                <a:lnTo>
                  <a:pt x="1960785" y="153115"/>
                </a:lnTo>
                <a:lnTo>
                  <a:pt x="1960356" y="153664"/>
                </a:lnTo>
                <a:lnTo>
                  <a:pt x="1959903" y="154194"/>
                </a:lnTo>
                <a:lnTo>
                  <a:pt x="1959426" y="154708"/>
                </a:lnTo>
                <a:lnTo>
                  <a:pt x="1958926" y="155203"/>
                </a:lnTo>
                <a:lnTo>
                  <a:pt x="1958401" y="155681"/>
                </a:lnTo>
                <a:lnTo>
                  <a:pt x="1957853" y="156142"/>
                </a:lnTo>
                <a:lnTo>
                  <a:pt x="1957280" y="156584"/>
                </a:lnTo>
                <a:lnTo>
                  <a:pt x="1956688" y="157009"/>
                </a:lnTo>
                <a:lnTo>
                  <a:pt x="1956080" y="157416"/>
                </a:lnTo>
                <a:lnTo>
                  <a:pt x="1955456" y="157805"/>
                </a:lnTo>
                <a:lnTo>
                  <a:pt x="1954816" y="158176"/>
                </a:lnTo>
                <a:lnTo>
                  <a:pt x="1954160" y="158528"/>
                </a:lnTo>
                <a:lnTo>
                  <a:pt x="1953488" y="158863"/>
                </a:lnTo>
                <a:lnTo>
                  <a:pt x="1952801" y="159179"/>
                </a:lnTo>
                <a:lnTo>
                  <a:pt x="1952097" y="159478"/>
                </a:lnTo>
                <a:lnTo>
                  <a:pt x="1951377" y="159758"/>
                </a:lnTo>
                <a:lnTo>
                  <a:pt x="1950642" y="160020"/>
                </a:lnTo>
                <a:lnTo>
                  <a:pt x="1949891" y="160264"/>
                </a:lnTo>
                <a:lnTo>
                  <a:pt x="1949123" y="160490"/>
                </a:lnTo>
                <a:lnTo>
                  <a:pt x="1948340" y="160698"/>
                </a:lnTo>
                <a:lnTo>
                  <a:pt x="1947541" y="160888"/>
                </a:lnTo>
                <a:lnTo>
                  <a:pt x="1946726" y="161060"/>
                </a:lnTo>
                <a:lnTo>
                  <a:pt x="1945895" y="161213"/>
                </a:lnTo>
                <a:lnTo>
                  <a:pt x="1945048" y="161349"/>
                </a:lnTo>
                <a:lnTo>
                  <a:pt x="1944185" y="161467"/>
                </a:lnTo>
                <a:lnTo>
                  <a:pt x="1943307" y="161566"/>
                </a:lnTo>
                <a:lnTo>
                  <a:pt x="1942412" y="161647"/>
                </a:lnTo>
                <a:lnTo>
                  <a:pt x="1941501" y="161711"/>
                </a:lnTo>
                <a:lnTo>
                  <a:pt x="1940575" y="161756"/>
                </a:lnTo>
                <a:lnTo>
                  <a:pt x="1939633" y="161783"/>
                </a:lnTo>
                <a:lnTo>
                  <a:pt x="1938674" y="161792"/>
                </a:lnTo>
                <a:lnTo>
                  <a:pt x="1937749" y="161783"/>
                </a:lnTo>
                <a:lnTo>
                  <a:pt x="1936839" y="161757"/>
                </a:lnTo>
                <a:lnTo>
                  <a:pt x="1935944" y="161714"/>
                </a:lnTo>
                <a:lnTo>
                  <a:pt x="1935064" y="161652"/>
                </a:lnTo>
                <a:lnTo>
                  <a:pt x="1934199" y="161574"/>
                </a:lnTo>
                <a:lnTo>
                  <a:pt x="1933349" y="161478"/>
                </a:lnTo>
                <a:lnTo>
                  <a:pt x="1932513" y="161364"/>
                </a:lnTo>
                <a:lnTo>
                  <a:pt x="1931693" y="161233"/>
                </a:lnTo>
                <a:lnTo>
                  <a:pt x="1930888" y="161085"/>
                </a:lnTo>
                <a:lnTo>
                  <a:pt x="1930098" y="160919"/>
                </a:lnTo>
                <a:lnTo>
                  <a:pt x="1929323" y="160735"/>
                </a:lnTo>
                <a:lnTo>
                  <a:pt x="1928562" y="160534"/>
                </a:lnTo>
                <a:lnTo>
                  <a:pt x="1927817" y="160316"/>
                </a:lnTo>
                <a:lnTo>
                  <a:pt x="1927087" y="160080"/>
                </a:lnTo>
                <a:lnTo>
                  <a:pt x="1926371" y="159827"/>
                </a:lnTo>
                <a:lnTo>
                  <a:pt x="1925671" y="159556"/>
                </a:lnTo>
                <a:lnTo>
                  <a:pt x="1924986" y="159268"/>
                </a:lnTo>
                <a:lnTo>
                  <a:pt x="1924315" y="158962"/>
                </a:lnTo>
                <a:lnTo>
                  <a:pt x="1923660" y="158639"/>
                </a:lnTo>
                <a:lnTo>
                  <a:pt x="1923019" y="158299"/>
                </a:lnTo>
                <a:lnTo>
                  <a:pt x="1922394" y="157940"/>
                </a:lnTo>
                <a:lnTo>
                  <a:pt x="1921783" y="157565"/>
                </a:lnTo>
                <a:lnTo>
                  <a:pt x="1921188" y="157172"/>
                </a:lnTo>
                <a:lnTo>
                  <a:pt x="1920608" y="156761"/>
                </a:lnTo>
                <a:lnTo>
                  <a:pt x="1920041" y="156336"/>
                </a:lnTo>
                <a:lnTo>
                  <a:pt x="1919487" y="155900"/>
                </a:lnTo>
                <a:lnTo>
                  <a:pt x="1918946" y="155452"/>
                </a:lnTo>
                <a:lnTo>
                  <a:pt x="1918418" y="154993"/>
                </a:lnTo>
                <a:lnTo>
                  <a:pt x="1917903" y="154523"/>
                </a:lnTo>
                <a:lnTo>
                  <a:pt x="1917401" y="154041"/>
                </a:lnTo>
                <a:lnTo>
                  <a:pt x="1916912" y="153549"/>
                </a:lnTo>
                <a:lnTo>
                  <a:pt x="1916435" y="153045"/>
                </a:lnTo>
                <a:lnTo>
                  <a:pt x="1915972" y="152530"/>
                </a:lnTo>
                <a:lnTo>
                  <a:pt x="1915521" y="152003"/>
                </a:lnTo>
                <a:lnTo>
                  <a:pt x="1915083" y="151465"/>
                </a:lnTo>
                <a:lnTo>
                  <a:pt x="1914658" y="150916"/>
                </a:lnTo>
                <a:lnTo>
                  <a:pt x="1914246" y="150356"/>
                </a:lnTo>
                <a:lnTo>
                  <a:pt x="1913847" y="149785"/>
                </a:lnTo>
                <a:lnTo>
                  <a:pt x="1913461" y="149202"/>
                </a:lnTo>
                <a:lnTo>
                  <a:pt x="1913087" y="148608"/>
                </a:lnTo>
                <a:lnTo>
                  <a:pt x="1912727" y="148003"/>
                </a:lnTo>
                <a:lnTo>
                  <a:pt x="1912379" y="147386"/>
                </a:lnTo>
                <a:lnTo>
                  <a:pt x="1912044" y="146759"/>
                </a:lnTo>
                <a:lnTo>
                  <a:pt x="1911722" y="146120"/>
                </a:lnTo>
                <a:lnTo>
                  <a:pt x="1911413" y="145470"/>
                </a:lnTo>
                <a:lnTo>
                  <a:pt x="1911117" y="144808"/>
                </a:lnTo>
                <a:lnTo>
                  <a:pt x="1910833" y="144135"/>
                </a:lnTo>
                <a:lnTo>
                  <a:pt x="1910563" y="143451"/>
                </a:lnTo>
                <a:lnTo>
                  <a:pt x="1910304" y="142760"/>
                </a:lnTo>
                <a:lnTo>
                  <a:pt x="1910055" y="142064"/>
                </a:lnTo>
                <a:lnTo>
                  <a:pt x="1909816" y="141363"/>
                </a:lnTo>
                <a:lnTo>
                  <a:pt x="1909587" y="140659"/>
                </a:lnTo>
                <a:lnTo>
                  <a:pt x="1909369" y="139950"/>
                </a:lnTo>
                <a:lnTo>
                  <a:pt x="1909160" y="139236"/>
                </a:lnTo>
                <a:lnTo>
                  <a:pt x="1908961" y="138519"/>
                </a:lnTo>
                <a:lnTo>
                  <a:pt x="1908773" y="137797"/>
                </a:lnTo>
                <a:lnTo>
                  <a:pt x="1908594" y="137070"/>
                </a:lnTo>
                <a:lnTo>
                  <a:pt x="1908426" y="136340"/>
                </a:lnTo>
                <a:lnTo>
                  <a:pt x="1908267" y="135605"/>
                </a:lnTo>
                <a:lnTo>
                  <a:pt x="1908119" y="134866"/>
                </a:lnTo>
                <a:lnTo>
                  <a:pt x="1907981" y="134122"/>
                </a:lnTo>
                <a:lnTo>
                  <a:pt x="1907853" y="133374"/>
                </a:lnTo>
                <a:lnTo>
                  <a:pt x="1907735" y="132622"/>
                </a:lnTo>
                <a:lnTo>
                  <a:pt x="1907627" y="131866"/>
                </a:lnTo>
                <a:lnTo>
                  <a:pt x="1907529" y="131105"/>
                </a:lnTo>
                <a:lnTo>
                  <a:pt x="1907441" y="130340"/>
                </a:lnTo>
                <a:lnTo>
                  <a:pt x="1907363" y="129570"/>
                </a:lnTo>
                <a:lnTo>
                  <a:pt x="1907295" y="128797"/>
                </a:lnTo>
                <a:lnTo>
                  <a:pt x="1907238" y="128019"/>
                </a:lnTo>
                <a:lnTo>
                  <a:pt x="1907190" y="127236"/>
                </a:lnTo>
                <a:lnTo>
                  <a:pt x="1907152" y="126450"/>
                </a:lnTo>
                <a:lnTo>
                  <a:pt x="1907125" y="125659"/>
                </a:lnTo>
                <a:lnTo>
                  <a:pt x="1999481" y="125659"/>
                </a:lnTo>
                <a:lnTo>
                  <a:pt x="1999503" y="125531"/>
                </a:lnTo>
                <a:lnTo>
                  <a:pt x="1999525" y="125400"/>
                </a:lnTo>
                <a:lnTo>
                  <a:pt x="1999546" y="125263"/>
                </a:lnTo>
                <a:lnTo>
                  <a:pt x="1999567" y="125123"/>
                </a:lnTo>
                <a:lnTo>
                  <a:pt x="1999588" y="124977"/>
                </a:lnTo>
                <a:lnTo>
                  <a:pt x="1999608" y="124828"/>
                </a:lnTo>
                <a:lnTo>
                  <a:pt x="1999627" y="124674"/>
                </a:lnTo>
                <a:lnTo>
                  <a:pt x="1999646" y="124515"/>
                </a:lnTo>
                <a:lnTo>
                  <a:pt x="1999664" y="124352"/>
                </a:lnTo>
                <a:lnTo>
                  <a:pt x="1999682" y="124184"/>
                </a:lnTo>
                <a:lnTo>
                  <a:pt x="1999700" y="124012"/>
                </a:lnTo>
                <a:lnTo>
                  <a:pt x="1999717" y="123835"/>
                </a:lnTo>
                <a:lnTo>
                  <a:pt x="1999734" y="123654"/>
                </a:lnTo>
                <a:lnTo>
                  <a:pt x="1999750" y="123468"/>
                </a:lnTo>
                <a:lnTo>
                  <a:pt x="1999766" y="123278"/>
                </a:lnTo>
                <a:lnTo>
                  <a:pt x="1999781" y="123084"/>
                </a:lnTo>
                <a:lnTo>
                  <a:pt x="1999796" y="122885"/>
                </a:lnTo>
                <a:lnTo>
                  <a:pt x="1999810" y="122681"/>
                </a:lnTo>
                <a:lnTo>
                  <a:pt x="1999824" y="122473"/>
                </a:lnTo>
                <a:lnTo>
                  <a:pt x="1999837" y="122260"/>
                </a:lnTo>
                <a:lnTo>
                  <a:pt x="1999850" y="122043"/>
                </a:lnTo>
                <a:lnTo>
                  <a:pt x="1999862" y="121822"/>
                </a:lnTo>
                <a:lnTo>
                  <a:pt x="1999874" y="121596"/>
                </a:lnTo>
                <a:lnTo>
                  <a:pt x="1999886" y="121365"/>
                </a:lnTo>
                <a:lnTo>
                  <a:pt x="1999897" y="121134"/>
                </a:lnTo>
                <a:lnTo>
                  <a:pt x="1999907" y="120908"/>
                </a:lnTo>
                <a:lnTo>
                  <a:pt x="1999917" y="120685"/>
                </a:lnTo>
                <a:lnTo>
                  <a:pt x="1999927" y="120466"/>
                </a:lnTo>
                <a:lnTo>
                  <a:pt x="1999936" y="120252"/>
                </a:lnTo>
                <a:lnTo>
                  <a:pt x="1999945" y="120041"/>
                </a:lnTo>
                <a:lnTo>
                  <a:pt x="1999953" y="119834"/>
                </a:lnTo>
                <a:lnTo>
                  <a:pt x="1999961" y="119632"/>
                </a:lnTo>
                <a:lnTo>
                  <a:pt x="1999968" y="119433"/>
                </a:lnTo>
                <a:lnTo>
                  <a:pt x="1999975" y="119238"/>
                </a:lnTo>
                <a:lnTo>
                  <a:pt x="1999981" y="119048"/>
                </a:lnTo>
                <a:lnTo>
                  <a:pt x="1999987" y="118861"/>
                </a:lnTo>
                <a:lnTo>
                  <a:pt x="1999992" y="118679"/>
                </a:lnTo>
                <a:lnTo>
                  <a:pt x="1999997" y="118500"/>
                </a:lnTo>
                <a:lnTo>
                  <a:pt x="2000002" y="118326"/>
                </a:lnTo>
                <a:lnTo>
                  <a:pt x="2000005" y="118156"/>
                </a:lnTo>
                <a:lnTo>
                  <a:pt x="2000009" y="117989"/>
                </a:lnTo>
                <a:lnTo>
                  <a:pt x="2000012" y="117827"/>
                </a:lnTo>
                <a:lnTo>
                  <a:pt x="2000015" y="117668"/>
                </a:lnTo>
                <a:lnTo>
                  <a:pt x="2000017" y="117514"/>
                </a:lnTo>
                <a:lnTo>
                  <a:pt x="2000018" y="117364"/>
                </a:lnTo>
                <a:lnTo>
                  <a:pt x="2000020" y="117217"/>
                </a:lnTo>
                <a:lnTo>
                  <a:pt x="2000020" y="117075"/>
                </a:lnTo>
                <a:lnTo>
                  <a:pt x="2000020" y="116937"/>
                </a:lnTo>
                <a:lnTo>
                  <a:pt x="1999991" y="114282"/>
                </a:lnTo>
                <a:lnTo>
                  <a:pt x="1999902" y="111679"/>
                </a:lnTo>
                <a:lnTo>
                  <a:pt x="1999754" y="109127"/>
                </a:lnTo>
                <a:lnTo>
                  <a:pt x="1999547" y="106626"/>
                </a:lnTo>
                <a:lnTo>
                  <a:pt x="1999280" y="104177"/>
                </a:lnTo>
                <a:lnTo>
                  <a:pt x="1998954" y="101779"/>
                </a:lnTo>
                <a:lnTo>
                  <a:pt x="1998570" y="99432"/>
                </a:lnTo>
                <a:lnTo>
                  <a:pt x="1998125" y="97137"/>
                </a:lnTo>
                <a:lnTo>
                  <a:pt x="1997622" y="94893"/>
                </a:lnTo>
                <a:lnTo>
                  <a:pt x="1997059" y="92701"/>
                </a:lnTo>
                <a:lnTo>
                  <a:pt x="1996438" y="90559"/>
                </a:lnTo>
                <a:lnTo>
                  <a:pt x="1995757" y="88470"/>
                </a:lnTo>
                <a:lnTo>
                  <a:pt x="1995016" y="86431"/>
                </a:lnTo>
                <a:lnTo>
                  <a:pt x="1994217" y="84444"/>
                </a:lnTo>
                <a:lnTo>
                  <a:pt x="1993358" y="82508"/>
                </a:lnTo>
                <a:lnTo>
                  <a:pt x="1992440" y="80624"/>
                </a:lnTo>
                <a:lnTo>
                  <a:pt x="1991463" y="78790"/>
                </a:lnTo>
                <a:lnTo>
                  <a:pt x="1990427" y="77009"/>
                </a:lnTo>
                <a:lnTo>
                  <a:pt x="1989331" y="75278"/>
                </a:lnTo>
                <a:lnTo>
                  <a:pt x="1988176" y="73599"/>
                </a:lnTo>
                <a:lnTo>
                  <a:pt x="1986962" y="71972"/>
                </a:lnTo>
                <a:lnTo>
                  <a:pt x="1985689" y="70395"/>
                </a:lnTo>
                <a:lnTo>
                  <a:pt x="1984357" y="68870"/>
                </a:lnTo>
                <a:lnTo>
                  <a:pt x="1982965" y="67397"/>
                </a:lnTo>
                <a:lnTo>
                  <a:pt x="1981522" y="65979"/>
                </a:lnTo>
                <a:lnTo>
                  <a:pt x="1980037" y="64621"/>
                </a:lnTo>
                <a:lnTo>
                  <a:pt x="1978508" y="63324"/>
                </a:lnTo>
                <a:lnTo>
                  <a:pt x="1976937" y="62087"/>
                </a:lnTo>
                <a:lnTo>
                  <a:pt x="1975323" y="60911"/>
                </a:lnTo>
                <a:lnTo>
                  <a:pt x="1973666" y="59795"/>
                </a:lnTo>
                <a:lnTo>
                  <a:pt x="1971966" y="58739"/>
                </a:lnTo>
                <a:lnTo>
                  <a:pt x="1970224" y="57743"/>
                </a:lnTo>
                <a:lnTo>
                  <a:pt x="1968438" y="56808"/>
                </a:lnTo>
                <a:lnTo>
                  <a:pt x="1966610" y="55933"/>
                </a:lnTo>
                <a:lnTo>
                  <a:pt x="1964739" y="55119"/>
                </a:lnTo>
                <a:lnTo>
                  <a:pt x="1962825" y="54365"/>
                </a:lnTo>
                <a:lnTo>
                  <a:pt x="1960868" y="53671"/>
                </a:lnTo>
                <a:lnTo>
                  <a:pt x="1958869" y="53037"/>
                </a:lnTo>
                <a:lnTo>
                  <a:pt x="1956826" y="52464"/>
                </a:lnTo>
                <a:lnTo>
                  <a:pt x="1954741" y="51951"/>
                </a:lnTo>
                <a:lnTo>
                  <a:pt x="1952613" y="51499"/>
                </a:lnTo>
                <a:lnTo>
                  <a:pt x="1950442" y="51107"/>
                </a:lnTo>
                <a:lnTo>
                  <a:pt x="1948228" y="50775"/>
                </a:lnTo>
                <a:lnTo>
                  <a:pt x="1945972" y="50503"/>
                </a:lnTo>
                <a:lnTo>
                  <a:pt x="1943672" y="50292"/>
                </a:lnTo>
                <a:lnTo>
                  <a:pt x="1941330" y="50141"/>
                </a:lnTo>
                <a:lnTo>
                  <a:pt x="1938945" y="50051"/>
                </a:lnTo>
                <a:lnTo>
                  <a:pt x="1936517" y="50021"/>
                </a:lnTo>
                <a:lnTo>
                  <a:pt x="1934765" y="50035"/>
                </a:lnTo>
                <a:lnTo>
                  <a:pt x="1933035" y="50078"/>
                </a:lnTo>
                <a:lnTo>
                  <a:pt x="1931329" y="50150"/>
                </a:lnTo>
                <a:lnTo>
                  <a:pt x="1929647" y="50250"/>
                </a:lnTo>
                <a:lnTo>
                  <a:pt x="1927987" y="50379"/>
                </a:lnTo>
                <a:lnTo>
                  <a:pt x="1926350" y="50537"/>
                </a:lnTo>
                <a:lnTo>
                  <a:pt x="1924737" y="50723"/>
                </a:lnTo>
                <a:lnTo>
                  <a:pt x="1923147" y="50938"/>
                </a:lnTo>
                <a:lnTo>
                  <a:pt x="1921580" y="51181"/>
                </a:lnTo>
                <a:lnTo>
                  <a:pt x="1920036" y="51454"/>
                </a:lnTo>
                <a:lnTo>
                  <a:pt x="1918515" y="51755"/>
                </a:lnTo>
                <a:lnTo>
                  <a:pt x="1917018" y="52084"/>
                </a:lnTo>
                <a:lnTo>
                  <a:pt x="1915543" y="52442"/>
                </a:lnTo>
                <a:lnTo>
                  <a:pt x="1914092" y="52829"/>
                </a:lnTo>
                <a:lnTo>
                  <a:pt x="1912664" y="53245"/>
                </a:lnTo>
                <a:lnTo>
                  <a:pt x="1911260" y="53689"/>
                </a:lnTo>
                <a:lnTo>
                  <a:pt x="1909878" y="54162"/>
                </a:lnTo>
                <a:lnTo>
                  <a:pt x="1908519" y="54664"/>
                </a:lnTo>
                <a:lnTo>
                  <a:pt x="1907184" y="55194"/>
                </a:lnTo>
                <a:lnTo>
                  <a:pt x="1905872" y="55753"/>
                </a:lnTo>
                <a:lnTo>
                  <a:pt x="1904583" y="56340"/>
                </a:lnTo>
                <a:lnTo>
                  <a:pt x="1903317" y="56956"/>
                </a:lnTo>
                <a:lnTo>
                  <a:pt x="1902075" y="57601"/>
                </a:lnTo>
                <a:lnTo>
                  <a:pt x="1900855" y="58275"/>
                </a:lnTo>
                <a:lnTo>
                  <a:pt x="1899660" y="58975"/>
                </a:lnTo>
                <a:lnTo>
                  <a:pt x="1898488" y="59699"/>
                </a:lnTo>
                <a:lnTo>
                  <a:pt x="1897341" y="60448"/>
                </a:lnTo>
                <a:lnTo>
                  <a:pt x="1896219" y="61221"/>
                </a:lnTo>
                <a:lnTo>
                  <a:pt x="1895121" y="62019"/>
                </a:lnTo>
                <a:lnTo>
                  <a:pt x="1894047" y="62841"/>
                </a:lnTo>
                <a:lnTo>
                  <a:pt x="1892997" y="63687"/>
                </a:lnTo>
                <a:lnTo>
                  <a:pt x="1891972" y="64558"/>
                </a:lnTo>
                <a:lnTo>
                  <a:pt x="1890971" y="65453"/>
                </a:lnTo>
                <a:lnTo>
                  <a:pt x="1889994" y="66373"/>
                </a:lnTo>
                <a:lnTo>
                  <a:pt x="1889042" y="67317"/>
                </a:lnTo>
                <a:lnTo>
                  <a:pt x="1888114" y="68286"/>
                </a:lnTo>
                <a:lnTo>
                  <a:pt x="1887211" y="69278"/>
                </a:lnTo>
                <a:lnTo>
                  <a:pt x="1886332" y="70296"/>
                </a:lnTo>
                <a:lnTo>
                  <a:pt x="1885477" y="71337"/>
                </a:lnTo>
                <a:lnTo>
                  <a:pt x="1884646" y="72403"/>
                </a:lnTo>
                <a:lnTo>
                  <a:pt x="1883840" y="73494"/>
                </a:lnTo>
                <a:lnTo>
                  <a:pt x="1883058" y="74609"/>
                </a:lnTo>
                <a:lnTo>
                  <a:pt x="1882301" y="75748"/>
                </a:lnTo>
                <a:lnTo>
                  <a:pt x="1881568" y="76912"/>
                </a:lnTo>
                <a:lnTo>
                  <a:pt x="1880859" y="78100"/>
                </a:lnTo>
                <a:lnTo>
                  <a:pt x="1880174" y="79312"/>
                </a:lnTo>
                <a:lnTo>
                  <a:pt x="1879514" y="80549"/>
                </a:lnTo>
                <a:lnTo>
                  <a:pt x="1878879" y="81810"/>
                </a:lnTo>
                <a:lnTo>
                  <a:pt x="1878268" y="83094"/>
                </a:lnTo>
                <a:lnTo>
                  <a:pt x="1877683" y="84397"/>
                </a:lnTo>
                <a:lnTo>
                  <a:pt x="1877125" y="85721"/>
                </a:lnTo>
                <a:lnTo>
                  <a:pt x="1876592" y="87066"/>
                </a:lnTo>
                <a:lnTo>
                  <a:pt x="1876086" y="88431"/>
                </a:lnTo>
                <a:lnTo>
                  <a:pt x="1875605" y="89816"/>
                </a:lnTo>
                <a:lnTo>
                  <a:pt x="1875150" y="91222"/>
                </a:lnTo>
                <a:lnTo>
                  <a:pt x="1874721" y="92648"/>
                </a:lnTo>
                <a:lnTo>
                  <a:pt x="1874319" y="94094"/>
                </a:lnTo>
                <a:lnTo>
                  <a:pt x="1873942" y="95561"/>
                </a:lnTo>
                <a:lnTo>
                  <a:pt x="1873591" y="97048"/>
                </a:lnTo>
                <a:lnTo>
                  <a:pt x="1873266" y="98555"/>
                </a:lnTo>
                <a:lnTo>
                  <a:pt x="1872968" y="100083"/>
                </a:lnTo>
                <a:lnTo>
                  <a:pt x="1872695" y="101631"/>
                </a:lnTo>
                <a:lnTo>
                  <a:pt x="1872448" y="103200"/>
                </a:lnTo>
                <a:lnTo>
                  <a:pt x="1872227" y="104789"/>
                </a:lnTo>
                <a:lnTo>
                  <a:pt x="1872032" y="106398"/>
                </a:lnTo>
                <a:lnTo>
                  <a:pt x="1871863" y="108028"/>
                </a:lnTo>
                <a:lnTo>
                  <a:pt x="1871721" y="109678"/>
                </a:lnTo>
                <a:lnTo>
                  <a:pt x="1871604" y="111349"/>
                </a:lnTo>
                <a:lnTo>
                  <a:pt x="1871513" y="113040"/>
                </a:lnTo>
                <a:lnTo>
                  <a:pt x="1871448" y="114751"/>
                </a:lnTo>
                <a:lnTo>
                  <a:pt x="1871409" y="116483"/>
                </a:lnTo>
                <a:lnTo>
                  <a:pt x="1871396" y="118235"/>
                </a:lnTo>
                <a:lnTo>
                  <a:pt x="1871409" y="120043"/>
                </a:lnTo>
                <a:lnTo>
                  <a:pt x="1871449" y="121829"/>
                </a:lnTo>
                <a:lnTo>
                  <a:pt x="1871516" y="123594"/>
                </a:lnTo>
                <a:lnTo>
                  <a:pt x="1871609" y="125337"/>
                </a:lnTo>
                <a:lnTo>
                  <a:pt x="1871729" y="127058"/>
                </a:lnTo>
                <a:lnTo>
                  <a:pt x="1871876" y="128757"/>
                </a:lnTo>
                <a:lnTo>
                  <a:pt x="1872050" y="130435"/>
                </a:lnTo>
                <a:lnTo>
                  <a:pt x="1872250" y="132090"/>
                </a:lnTo>
                <a:lnTo>
                  <a:pt x="1872476" y="133724"/>
                </a:lnTo>
                <a:lnTo>
                  <a:pt x="1872730" y="135337"/>
                </a:lnTo>
                <a:lnTo>
                  <a:pt x="1873010" y="136927"/>
                </a:lnTo>
                <a:lnTo>
                  <a:pt x="1873317" y="138496"/>
                </a:lnTo>
                <a:lnTo>
                  <a:pt x="1873651" y="140042"/>
                </a:lnTo>
                <a:lnTo>
                  <a:pt x="1874011" y="141567"/>
                </a:lnTo>
                <a:lnTo>
                  <a:pt x="1874398" y="143071"/>
                </a:lnTo>
                <a:lnTo>
                  <a:pt x="1874811" y="144552"/>
                </a:lnTo>
                <a:lnTo>
                  <a:pt x="1875252" y="146012"/>
                </a:lnTo>
                <a:lnTo>
                  <a:pt x="1875719" y="147450"/>
                </a:lnTo>
                <a:lnTo>
                  <a:pt x="1876212" y="148866"/>
                </a:lnTo>
                <a:lnTo>
                  <a:pt x="1876733" y="150260"/>
                </a:lnTo>
                <a:lnTo>
                  <a:pt x="1877280" y="151633"/>
                </a:lnTo>
                <a:lnTo>
                  <a:pt x="1877853" y="152983"/>
                </a:lnTo>
                <a:lnTo>
                  <a:pt x="1878454" y="154312"/>
                </a:lnTo>
                <a:lnTo>
                  <a:pt x="1879081" y="155620"/>
                </a:lnTo>
                <a:lnTo>
                  <a:pt x="1879734" y="156903"/>
                </a:lnTo>
                <a:lnTo>
                  <a:pt x="1880412" y="158161"/>
                </a:lnTo>
                <a:lnTo>
                  <a:pt x="1881116" y="159393"/>
                </a:lnTo>
                <a:lnTo>
                  <a:pt x="1881845" y="160601"/>
                </a:lnTo>
                <a:lnTo>
                  <a:pt x="1882599" y="161783"/>
                </a:lnTo>
                <a:lnTo>
                  <a:pt x="1883378" y="162939"/>
                </a:lnTo>
                <a:lnTo>
                  <a:pt x="1884183" y="164070"/>
                </a:lnTo>
                <a:lnTo>
                  <a:pt x="1885013" y="165176"/>
                </a:lnTo>
                <a:lnTo>
                  <a:pt x="1885869" y="166257"/>
                </a:lnTo>
                <a:lnTo>
                  <a:pt x="1886749" y="167312"/>
                </a:lnTo>
                <a:lnTo>
                  <a:pt x="1887655" y="168342"/>
                </a:lnTo>
                <a:lnTo>
                  <a:pt x="1888586" y="169347"/>
                </a:lnTo>
                <a:lnTo>
                  <a:pt x="1889543" y="170326"/>
                </a:lnTo>
                <a:lnTo>
                  <a:pt x="1890524" y="171280"/>
                </a:lnTo>
                <a:lnTo>
                  <a:pt x="1891531" y="172208"/>
                </a:lnTo>
                <a:lnTo>
                  <a:pt x="1892564" y="173111"/>
                </a:lnTo>
                <a:lnTo>
                  <a:pt x="1893621" y="173989"/>
                </a:lnTo>
                <a:lnTo>
                  <a:pt x="1894704" y="174842"/>
                </a:lnTo>
                <a:lnTo>
                  <a:pt x="1895812" y="175669"/>
                </a:lnTo>
                <a:lnTo>
                  <a:pt x="1896945" y="176471"/>
                </a:lnTo>
                <a:lnTo>
                  <a:pt x="1898104" y="177247"/>
                </a:lnTo>
                <a:lnTo>
                  <a:pt x="1899288" y="177999"/>
                </a:lnTo>
                <a:lnTo>
                  <a:pt x="1900497" y="178724"/>
                </a:lnTo>
                <a:lnTo>
                  <a:pt x="1901732" y="179425"/>
                </a:lnTo>
                <a:lnTo>
                  <a:pt x="1902991" y="180098"/>
                </a:lnTo>
                <a:lnTo>
                  <a:pt x="1904275" y="180743"/>
                </a:lnTo>
                <a:lnTo>
                  <a:pt x="1905583" y="181359"/>
                </a:lnTo>
                <a:lnTo>
                  <a:pt x="1906915" y="181947"/>
                </a:lnTo>
                <a:lnTo>
                  <a:pt x="1908272" y="182506"/>
                </a:lnTo>
                <a:lnTo>
                  <a:pt x="1909653" y="183036"/>
                </a:lnTo>
                <a:lnTo>
                  <a:pt x="1911058" y="183538"/>
                </a:lnTo>
                <a:lnTo>
                  <a:pt x="1912488" y="184010"/>
                </a:lnTo>
                <a:lnTo>
                  <a:pt x="1913942" y="184455"/>
                </a:lnTo>
                <a:lnTo>
                  <a:pt x="1915420" y="184870"/>
                </a:lnTo>
                <a:lnTo>
                  <a:pt x="1916923" y="185257"/>
                </a:lnTo>
                <a:lnTo>
                  <a:pt x="1918450" y="185615"/>
                </a:lnTo>
                <a:lnTo>
                  <a:pt x="1920002" y="185945"/>
                </a:lnTo>
                <a:lnTo>
                  <a:pt x="1921578" y="186246"/>
                </a:lnTo>
                <a:lnTo>
                  <a:pt x="1923178" y="186518"/>
                </a:lnTo>
                <a:lnTo>
                  <a:pt x="1924802" y="186762"/>
                </a:lnTo>
                <a:lnTo>
                  <a:pt x="1926451" y="186977"/>
                </a:lnTo>
                <a:lnTo>
                  <a:pt x="1928124" y="187163"/>
                </a:lnTo>
                <a:lnTo>
                  <a:pt x="1929822" y="187321"/>
                </a:lnTo>
                <a:lnTo>
                  <a:pt x="1931543" y="187450"/>
                </a:lnTo>
                <a:lnTo>
                  <a:pt x="1933290" y="187550"/>
                </a:lnTo>
                <a:lnTo>
                  <a:pt x="1935060" y="187622"/>
                </a:lnTo>
                <a:lnTo>
                  <a:pt x="1936855" y="187665"/>
                </a:lnTo>
                <a:lnTo>
                  <a:pt x="1938674" y="187679"/>
                </a:lnTo>
                <a:lnTo>
                  <a:pt x="1940161" y="187670"/>
                </a:lnTo>
                <a:lnTo>
                  <a:pt x="1941632" y="187643"/>
                </a:lnTo>
                <a:lnTo>
                  <a:pt x="1943087" y="187599"/>
                </a:lnTo>
                <a:lnTo>
                  <a:pt x="1944526" y="187537"/>
                </a:lnTo>
                <a:lnTo>
                  <a:pt x="1945950" y="187456"/>
                </a:lnTo>
                <a:close/>
                <a:moveTo>
                  <a:pt x="1908174" y="97564"/>
                </a:moveTo>
                <a:lnTo>
                  <a:pt x="1908376" y="96544"/>
                </a:lnTo>
                <a:lnTo>
                  <a:pt x="1908603" y="95546"/>
                </a:lnTo>
                <a:lnTo>
                  <a:pt x="1908855" y="94570"/>
                </a:lnTo>
                <a:lnTo>
                  <a:pt x="1909131" y="93618"/>
                </a:lnTo>
                <a:lnTo>
                  <a:pt x="1909432" y="92687"/>
                </a:lnTo>
                <a:lnTo>
                  <a:pt x="1909758" y="91780"/>
                </a:lnTo>
                <a:lnTo>
                  <a:pt x="1910108" y="90895"/>
                </a:lnTo>
                <a:lnTo>
                  <a:pt x="1910483" y="90033"/>
                </a:lnTo>
                <a:lnTo>
                  <a:pt x="1910882" y="89194"/>
                </a:lnTo>
                <a:lnTo>
                  <a:pt x="1911306" y="88377"/>
                </a:lnTo>
                <a:lnTo>
                  <a:pt x="1911754" y="87583"/>
                </a:lnTo>
                <a:lnTo>
                  <a:pt x="1912227" y="86812"/>
                </a:lnTo>
                <a:lnTo>
                  <a:pt x="1912724" y="86063"/>
                </a:lnTo>
                <a:lnTo>
                  <a:pt x="1913246" y="85337"/>
                </a:lnTo>
                <a:lnTo>
                  <a:pt x="1913793" y="84633"/>
                </a:lnTo>
                <a:lnTo>
                  <a:pt x="1914364" y="83953"/>
                </a:lnTo>
                <a:lnTo>
                  <a:pt x="1914960" y="83295"/>
                </a:lnTo>
                <a:lnTo>
                  <a:pt x="1915581" y="82659"/>
                </a:lnTo>
                <a:lnTo>
                  <a:pt x="1916226" y="82046"/>
                </a:lnTo>
                <a:lnTo>
                  <a:pt x="1916891" y="81457"/>
                </a:lnTo>
                <a:lnTo>
                  <a:pt x="1917572" y="80894"/>
                </a:lnTo>
                <a:lnTo>
                  <a:pt x="1918268" y="80355"/>
                </a:lnTo>
                <a:lnTo>
                  <a:pt x="1918980" y="79841"/>
                </a:lnTo>
                <a:lnTo>
                  <a:pt x="1919708" y="79352"/>
                </a:lnTo>
                <a:lnTo>
                  <a:pt x="1920452" y="78889"/>
                </a:lnTo>
                <a:lnTo>
                  <a:pt x="1921211" y="78450"/>
                </a:lnTo>
                <a:lnTo>
                  <a:pt x="1921986" y="78037"/>
                </a:lnTo>
                <a:lnTo>
                  <a:pt x="1922776" y="77648"/>
                </a:lnTo>
                <a:lnTo>
                  <a:pt x="1923583" y="77285"/>
                </a:lnTo>
                <a:lnTo>
                  <a:pt x="1924405" y="76946"/>
                </a:lnTo>
                <a:lnTo>
                  <a:pt x="1925242" y="76633"/>
                </a:lnTo>
                <a:lnTo>
                  <a:pt x="1926095" y="76345"/>
                </a:lnTo>
                <a:lnTo>
                  <a:pt x="1926964" y="76082"/>
                </a:lnTo>
                <a:lnTo>
                  <a:pt x="1927849" y="75844"/>
                </a:lnTo>
                <a:lnTo>
                  <a:pt x="1928750" y="75631"/>
                </a:lnTo>
                <a:lnTo>
                  <a:pt x="1929666" y="75443"/>
                </a:lnTo>
                <a:lnTo>
                  <a:pt x="1930597" y="75280"/>
                </a:lnTo>
                <a:lnTo>
                  <a:pt x="1931545" y="75142"/>
                </a:lnTo>
                <a:lnTo>
                  <a:pt x="1932508" y="75029"/>
                </a:lnTo>
                <a:lnTo>
                  <a:pt x="1933487" y="74942"/>
                </a:lnTo>
                <a:lnTo>
                  <a:pt x="1934481" y="74879"/>
                </a:lnTo>
                <a:lnTo>
                  <a:pt x="1935491" y="74841"/>
                </a:lnTo>
                <a:lnTo>
                  <a:pt x="1936517" y="74829"/>
                </a:lnTo>
                <a:lnTo>
                  <a:pt x="1937521" y="74841"/>
                </a:lnTo>
                <a:lnTo>
                  <a:pt x="1938509" y="74878"/>
                </a:lnTo>
                <a:lnTo>
                  <a:pt x="1939482" y="74938"/>
                </a:lnTo>
                <a:lnTo>
                  <a:pt x="1940440" y="75024"/>
                </a:lnTo>
                <a:lnTo>
                  <a:pt x="1941383" y="75133"/>
                </a:lnTo>
                <a:lnTo>
                  <a:pt x="1942310" y="75267"/>
                </a:lnTo>
                <a:lnTo>
                  <a:pt x="1943223" y="75425"/>
                </a:lnTo>
                <a:lnTo>
                  <a:pt x="1944120" y="75608"/>
                </a:lnTo>
                <a:lnTo>
                  <a:pt x="1945002" y="75815"/>
                </a:lnTo>
                <a:lnTo>
                  <a:pt x="1945868" y="76046"/>
                </a:lnTo>
                <a:lnTo>
                  <a:pt x="1946720" y="76302"/>
                </a:lnTo>
                <a:lnTo>
                  <a:pt x="1947556" y="76582"/>
                </a:lnTo>
                <a:lnTo>
                  <a:pt x="1948377" y="76886"/>
                </a:lnTo>
                <a:lnTo>
                  <a:pt x="1949183" y="77215"/>
                </a:lnTo>
                <a:lnTo>
                  <a:pt x="1949973" y="77568"/>
                </a:lnTo>
                <a:lnTo>
                  <a:pt x="1950749" y="77945"/>
                </a:lnTo>
                <a:lnTo>
                  <a:pt x="1951509" y="78347"/>
                </a:lnTo>
                <a:lnTo>
                  <a:pt x="1952254" y="78773"/>
                </a:lnTo>
                <a:lnTo>
                  <a:pt x="1952984" y="79223"/>
                </a:lnTo>
                <a:lnTo>
                  <a:pt x="1953698" y="79698"/>
                </a:lnTo>
                <a:lnTo>
                  <a:pt x="1954397" y="80197"/>
                </a:lnTo>
                <a:lnTo>
                  <a:pt x="1955081" y="80720"/>
                </a:lnTo>
                <a:lnTo>
                  <a:pt x="1955750" y="81268"/>
                </a:lnTo>
                <a:lnTo>
                  <a:pt x="1956404" y="81840"/>
                </a:lnTo>
                <a:lnTo>
                  <a:pt x="1957037" y="82436"/>
                </a:lnTo>
                <a:lnTo>
                  <a:pt x="1957645" y="83058"/>
                </a:lnTo>
                <a:lnTo>
                  <a:pt x="1958227" y="83704"/>
                </a:lnTo>
                <a:lnTo>
                  <a:pt x="1958784" y="84375"/>
                </a:lnTo>
                <a:lnTo>
                  <a:pt x="1959315" y="85071"/>
                </a:lnTo>
                <a:lnTo>
                  <a:pt x="1959821" y="85792"/>
                </a:lnTo>
                <a:lnTo>
                  <a:pt x="1960301" y="86537"/>
                </a:lnTo>
                <a:lnTo>
                  <a:pt x="1960756" y="87308"/>
                </a:lnTo>
                <a:lnTo>
                  <a:pt x="1961185" y="88103"/>
                </a:lnTo>
                <a:lnTo>
                  <a:pt x="1961589" y="88923"/>
                </a:lnTo>
                <a:lnTo>
                  <a:pt x="1961967" y="89768"/>
                </a:lnTo>
                <a:lnTo>
                  <a:pt x="1962320" y="90637"/>
                </a:lnTo>
                <a:lnTo>
                  <a:pt x="1962647" y="91532"/>
                </a:lnTo>
                <a:lnTo>
                  <a:pt x="1962948" y="92451"/>
                </a:lnTo>
                <a:lnTo>
                  <a:pt x="1963224" y="93395"/>
                </a:lnTo>
                <a:lnTo>
                  <a:pt x="1963475" y="94364"/>
                </a:lnTo>
                <a:lnTo>
                  <a:pt x="1963700" y="95357"/>
                </a:lnTo>
                <a:lnTo>
                  <a:pt x="1963900" y="96376"/>
                </a:lnTo>
                <a:lnTo>
                  <a:pt x="1964074" y="97419"/>
                </a:lnTo>
                <a:lnTo>
                  <a:pt x="1964222" y="98487"/>
                </a:lnTo>
                <a:lnTo>
                  <a:pt x="1964345" y="99580"/>
                </a:lnTo>
                <a:lnTo>
                  <a:pt x="1964443" y="100698"/>
                </a:lnTo>
                <a:lnTo>
                  <a:pt x="1964515" y="101840"/>
                </a:lnTo>
                <a:lnTo>
                  <a:pt x="1964561" y="103008"/>
                </a:lnTo>
                <a:lnTo>
                  <a:pt x="1907529" y="103008"/>
                </a:lnTo>
                <a:lnTo>
                  <a:pt x="1907609" y="101874"/>
                </a:lnTo>
                <a:lnTo>
                  <a:pt x="1907713" y="100762"/>
                </a:lnTo>
                <a:lnTo>
                  <a:pt x="1907842" y="99674"/>
                </a:lnTo>
                <a:lnTo>
                  <a:pt x="1907996" y="98608"/>
                </a:lnTo>
                <a:lnTo>
                  <a:pt x="1908174" y="97564"/>
                </a:lnTo>
                <a:close/>
                <a:moveTo>
                  <a:pt x="2536858" y="187456"/>
                </a:moveTo>
                <a:lnTo>
                  <a:pt x="2538266" y="187359"/>
                </a:lnTo>
                <a:lnTo>
                  <a:pt x="2539658" y="187243"/>
                </a:lnTo>
                <a:lnTo>
                  <a:pt x="2541035" y="187110"/>
                </a:lnTo>
                <a:lnTo>
                  <a:pt x="2542396" y="186958"/>
                </a:lnTo>
                <a:lnTo>
                  <a:pt x="2543741" y="186789"/>
                </a:lnTo>
                <a:lnTo>
                  <a:pt x="2545071" y="186603"/>
                </a:lnTo>
                <a:lnTo>
                  <a:pt x="2546385" y="186398"/>
                </a:lnTo>
                <a:lnTo>
                  <a:pt x="2547683" y="186176"/>
                </a:lnTo>
                <a:lnTo>
                  <a:pt x="2548966" y="185935"/>
                </a:lnTo>
                <a:lnTo>
                  <a:pt x="2550233" y="185678"/>
                </a:lnTo>
                <a:lnTo>
                  <a:pt x="2551484" y="185402"/>
                </a:lnTo>
                <a:lnTo>
                  <a:pt x="2552720" y="185108"/>
                </a:lnTo>
                <a:lnTo>
                  <a:pt x="2553939" y="184797"/>
                </a:lnTo>
                <a:lnTo>
                  <a:pt x="2555144" y="184468"/>
                </a:lnTo>
                <a:lnTo>
                  <a:pt x="2556332" y="184121"/>
                </a:lnTo>
                <a:lnTo>
                  <a:pt x="2557505" y="183756"/>
                </a:lnTo>
                <a:lnTo>
                  <a:pt x="2558662" y="183374"/>
                </a:lnTo>
                <a:lnTo>
                  <a:pt x="2559804" y="182973"/>
                </a:lnTo>
                <a:lnTo>
                  <a:pt x="2560929" y="182555"/>
                </a:lnTo>
                <a:lnTo>
                  <a:pt x="2562037" y="182119"/>
                </a:lnTo>
                <a:lnTo>
                  <a:pt x="2563126" y="181665"/>
                </a:lnTo>
                <a:lnTo>
                  <a:pt x="2564195" y="181192"/>
                </a:lnTo>
                <a:lnTo>
                  <a:pt x="2565244" y="180702"/>
                </a:lnTo>
                <a:lnTo>
                  <a:pt x="2566273" y="180192"/>
                </a:lnTo>
                <a:lnTo>
                  <a:pt x="2567283" y="179665"/>
                </a:lnTo>
                <a:lnTo>
                  <a:pt x="2568273" y="179119"/>
                </a:lnTo>
                <a:lnTo>
                  <a:pt x="2569244" y="178556"/>
                </a:lnTo>
                <a:lnTo>
                  <a:pt x="2570195" y="177973"/>
                </a:lnTo>
                <a:lnTo>
                  <a:pt x="2571126" y="177373"/>
                </a:lnTo>
                <a:lnTo>
                  <a:pt x="2572037" y="176754"/>
                </a:lnTo>
                <a:lnTo>
                  <a:pt x="2572929" y="176117"/>
                </a:lnTo>
                <a:lnTo>
                  <a:pt x="2573801" y="175462"/>
                </a:lnTo>
                <a:lnTo>
                  <a:pt x="2574654" y="174789"/>
                </a:lnTo>
                <a:lnTo>
                  <a:pt x="2575486" y="174097"/>
                </a:lnTo>
                <a:lnTo>
                  <a:pt x="2576300" y="173387"/>
                </a:lnTo>
                <a:lnTo>
                  <a:pt x="2577093" y="172659"/>
                </a:lnTo>
                <a:lnTo>
                  <a:pt x="2577867" y="171913"/>
                </a:lnTo>
                <a:lnTo>
                  <a:pt x="2578621" y="171148"/>
                </a:lnTo>
                <a:lnTo>
                  <a:pt x="2579356" y="170365"/>
                </a:lnTo>
                <a:lnTo>
                  <a:pt x="2580071" y="169564"/>
                </a:lnTo>
                <a:lnTo>
                  <a:pt x="2580766" y="168744"/>
                </a:lnTo>
                <a:lnTo>
                  <a:pt x="2581441" y="167906"/>
                </a:lnTo>
                <a:lnTo>
                  <a:pt x="2582097" y="167050"/>
                </a:lnTo>
                <a:lnTo>
                  <a:pt x="2582731" y="166176"/>
                </a:lnTo>
                <a:lnTo>
                  <a:pt x="2583340" y="165284"/>
                </a:lnTo>
                <a:lnTo>
                  <a:pt x="2583925" y="164374"/>
                </a:lnTo>
                <a:lnTo>
                  <a:pt x="2584485" y="163446"/>
                </a:lnTo>
                <a:lnTo>
                  <a:pt x="2585020" y="162499"/>
                </a:lnTo>
                <a:lnTo>
                  <a:pt x="2585531" y="161535"/>
                </a:lnTo>
                <a:lnTo>
                  <a:pt x="2586017" y="160553"/>
                </a:lnTo>
                <a:lnTo>
                  <a:pt x="2586479" y="159552"/>
                </a:lnTo>
                <a:lnTo>
                  <a:pt x="2586916" y="158534"/>
                </a:lnTo>
                <a:lnTo>
                  <a:pt x="2587329" y="157498"/>
                </a:lnTo>
                <a:lnTo>
                  <a:pt x="2587717" y="156443"/>
                </a:lnTo>
                <a:lnTo>
                  <a:pt x="2588080" y="155371"/>
                </a:lnTo>
                <a:lnTo>
                  <a:pt x="2588419" y="154281"/>
                </a:lnTo>
                <a:lnTo>
                  <a:pt x="2588733" y="153172"/>
                </a:lnTo>
                <a:lnTo>
                  <a:pt x="2589023" y="152046"/>
                </a:lnTo>
                <a:lnTo>
                  <a:pt x="2589288" y="150901"/>
                </a:lnTo>
                <a:lnTo>
                  <a:pt x="2589528" y="149739"/>
                </a:lnTo>
                <a:lnTo>
                  <a:pt x="2589744" y="148558"/>
                </a:lnTo>
                <a:lnTo>
                  <a:pt x="2589936" y="147359"/>
                </a:lnTo>
                <a:lnTo>
                  <a:pt x="2590103" y="146143"/>
                </a:lnTo>
                <a:lnTo>
                  <a:pt x="2590245" y="144908"/>
                </a:lnTo>
                <a:lnTo>
                  <a:pt x="2590362" y="143656"/>
                </a:lnTo>
                <a:lnTo>
                  <a:pt x="2590455" y="142385"/>
                </a:lnTo>
                <a:lnTo>
                  <a:pt x="2590524" y="141096"/>
                </a:lnTo>
                <a:lnTo>
                  <a:pt x="2555334" y="141096"/>
                </a:lnTo>
                <a:lnTo>
                  <a:pt x="2555311" y="141944"/>
                </a:lnTo>
                <a:lnTo>
                  <a:pt x="2555264" y="142774"/>
                </a:lnTo>
                <a:lnTo>
                  <a:pt x="2555193" y="143587"/>
                </a:lnTo>
                <a:lnTo>
                  <a:pt x="2555098" y="144382"/>
                </a:lnTo>
                <a:lnTo>
                  <a:pt x="2554979" y="145160"/>
                </a:lnTo>
                <a:lnTo>
                  <a:pt x="2554837" y="145919"/>
                </a:lnTo>
                <a:lnTo>
                  <a:pt x="2554670" y="146662"/>
                </a:lnTo>
                <a:lnTo>
                  <a:pt x="2554480" y="147386"/>
                </a:lnTo>
                <a:lnTo>
                  <a:pt x="2554266" y="148093"/>
                </a:lnTo>
                <a:lnTo>
                  <a:pt x="2554028" y="148783"/>
                </a:lnTo>
                <a:lnTo>
                  <a:pt x="2553766" y="149454"/>
                </a:lnTo>
                <a:lnTo>
                  <a:pt x="2553480" y="150109"/>
                </a:lnTo>
                <a:lnTo>
                  <a:pt x="2553171" y="150745"/>
                </a:lnTo>
                <a:lnTo>
                  <a:pt x="2552837" y="151364"/>
                </a:lnTo>
                <a:lnTo>
                  <a:pt x="2552480" y="151965"/>
                </a:lnTo>
                <a:lnTo>
                  <a:pt x="2552098" y="152549"/>
                </a:lnTo>
                <a:lnTo>
                  <a:pt x="2551693" y="153115"/>
                </a:lnTo>
                <a:lnTo>
                  <a:pt x="2551264" y="153664"/>
                </a:lnTo>
                <a:lnTo>
                  <a:pt x="2550811" y="154194"/>
                </a:lnTo>
                <a:lnTo>
                  <a:pt x="2550334" y="154708"/>
                </a:lnTo>
                <a:lnTo>
                  <a:pt x="2549834" y="155203"/>
                </a:lnTo>
                <a:lnTo>
                  <a:pt x="2549309" y="155681"/>
                </a:lnTo>
                <a:lnTo>
                  <a:pt x="2548761" y="156142"/>
                </a:lnTo>
                <a:lnTo>
                  <a:pt x="2548188" y="156584"/>
                </a:lnTo>
                <a:lnTo>
                  <a:pt x="2547596" y="157009"/>
                </a:lnTo>
                <a:lnTo>
                  <a:pt x="2546988" y="157416"/>
                </a:lnTo>
                <a:lnTo>
                  <a:pt x="2546364" y="157805"/>
                </a:lnTo>
                <a:lnTo>
                  <a:pt x="2545724" y="158176"/>
                </a:lnTo>
                <a:lnTo>
                  <a:pt x="2545068" y="158528"/>
                </a:lnTo>
                <a:lnTo>
                  <a:pt x="2544396" y="158863"/>
                </a:lnTo>
                <a:lnTo>
                  <a:pt x="2543709" y="159179"/>
                </a:lnTo>
                <a:lnTo>
                  <a:pt x="2543005" y="159478"/>
                </a:lnTo>
                <a:lnTo>
                  <a:pt x="2542285" y="159758"/>
                </a:lnTo>
                <a:lnTo>
                  <a:pt x="2541550" y="160020"/>
                </a:lnTo>
                <a:lnTo>
                  <a:pt x="2540799" y="160264"/>
                </a:lnTo>
                <a:lnTo>
                  <a:pt x="2540031" y="160490"/>
                </a:lnTo>
                <a:lnTo>
                  <a:pt x="2539248" y="160698"/>
                </a:lnTo>
                <a:lnTo>
                  <a:pt x="2538449" y="160888"/>
                </a:lnTo>
                <a:lnTo>
                  <a:pt x="2537634" y="161060"/>
                </a:lnTo>
                <a:lnTo>
                  <a:pt x="2536803" y="161213"/>
                </a:lnTo>
                <a:lnTo>
                  <a:pt x="2535956" y="161349"/>
                </a:lnTo>
                <a:lnTo>
                  <a:pt x="2535093" y="161467"/>
                </a:lnTo>
                <a:lnTo>
                  <a:pt x="2534214" y="161566"/>
                </a:lnTo>
                <a:lnTo>
                  <a:pt x="2533320" y="161647"/>
                </a:lnTo>
                <a:lnTo>
                  <a:pt x="2532409" y="161711"/>
                </a:lnTo>
                <a:lnTo>
                  <a:pt x="2531483" y="161756"/>
                </a:lnTo>
                <a:lnTo>
                  <a:pt x="2530540" y="161783"/>
                </a:lnTo>
                <a:lnTo>
                  <a:pt x="2529582" y="161792"/>
                </a:lnTo>
                <a:lnTo>
                  <a:pt x="2528657" y="161783"/>
                </a:lnTo>
                <a:lnTo>
                  <a:pt x="2527747" y="161757"/>
                </a:lnTo>
                <a:lnTo>
                  <a:pt x="2526852" y="161714"/>
                </a:lnTo>
                <a:lnTo>
                  <a:pt x="2525972" y="161652"/>
                </a:lnTo>
                <a:lnTo>
                  <a:pt x="2525107" y="161574"/>
                </a:lnTo>
                <a:lnTo>
                  <a:pt x="2524257" y="161478"/>
                </a:lnTo>
                <a:lnTo>
                  <a:pt x="2523421" y="161364"/>
                </a:lnTo>
                <a:lnTo>
                  <a:pt x="2522601" y="161233"/>
                </a:lnTo>
                <a:lnTo>
                  <a:pt x="2521796" y="161085"/>
                </a:lnTo>
                <a:lnTo>
                  <a:pt x="2521006" y="160919"/>
                </a:lnTo>
                <a:lnTo>
                  <a:pt x="2520230" y="160735"/>
                </a:lnTo>
                <a:lnTo>
                  <a:pt x="2519470" y="160534"/>
                </a:lnTo>
                <a:lnTo>
                  <a:pt x="2518725" y="160316"/>
                </a:lnTo>
                <a:lnTo>
                  <a:pt x="2517995" y="160080"/>
                </a:lnTo>
                <a:lnTo>
                  <a:pt x="2517279" y="159827"/>
                </a:lnTo>
                <a:lnTo>
                  <a:pt x="2516579" y="159556"/>
                </a:lnTo>
                <a:lnTo>
                  <a:pt x="2515894" y="159268"/>
                </a:lnTo>
                <a:lnTo>
                  <a:pt x="2515223" y="158962"/>
                </a:lnTo>
                <a:lnTo>
                  <a:pt x="2514568" y="158639"/>
                </a:lnTo>
                <a:lnTo>
                  <a:pt x="2513927" y="158299"/>
                </a:lnTo>
                <a:lnTo>
                  <a:pt x="2513302" y="157940"/>
                </a:lnTo>
                <a:lnTo>
                  <a:pt x="2512691" y="157565"/>
                </a:lnTo>
                <a:lnTo>
                  <a:pt x="2512096" y="157172"/>
                </a:lnTo>
                <a:lnTo>
                  <a:pt x="2511515" y="156761"/>
                </a:lnTo>
                <a:lnTo>
                  <a:pt x="2510949" y="156336"/>
                </a:lnTo>
                <a:lnTo>
                  <a:pt x="2510395" y="155900"/>
                </a:lnTo>
                <a:lnTo>
                  <a:pt x="2509854" y="155452"/>
                </a:lnTo>
                <a:lnTo>
                  <a:pt x="2509326" y="154993"/>
                </a:lnTo>
                <a:lnTo>
                  <a:pt x="2508811" y="154523"/>
                </a:lnTo>
                <a:lnTo>
                  <a:pt x="2508309" y="154041"/>
                </a:lnTo>
                <a:lnTo>
                  <a:pt x="2507820" y="153549"/>
                </a:lnTo>
                <a:lnTo>
                  <a:pt x="2507343" y="153045"/>
                </a:lnTo>
                <a:lnTo>
                  <a:pt x="2506880" y="152530"/>
                </a:lnTo>
                <a:lnTo>
                  <a:pt x="2506429" y="152003"/>
                </a:lnTo>
                <a:lnTo>
                  <a:pt x="2505991" y="151465"/>
                </a:lnTo>
                <a:lnTo>
                  <a:pt x="2505566" y="150916"/>
                </a:lnTo>
                <a:lnTo>
                  <a:pt x="2505154" y="150356"/>
                </a:lnTo>
                <a:lnTo>
                  <a:pt x="2504755" y="149785"/>
                </a:lnTo>
                <a:lnTo>
                  <a:pt x="2504369" y="149202"/>
                </a:lnTo>
                <a:lnTo>
                  <a:pt x="2503995" y="148608"/>
                </a:lnTo>
                <a:lnTo>
                  <a:pt x="2503634" y="148003"/>
                </a:lnTo>
                <a:lnTo>
                  <a:pt x="2503287" y="147386"/>
                </a:lnTo>
                <a:lnTo>
                  <a:pt x="2502952" y="146759"/>
                </a:lnTo>
                <a:lnTo>
                  <a:pt x="2502630" y="146120"/>
                </a:lnTo>
                <a:lnTo>
                  <a:pt x="2502321" y="145470"/>
                </a:lnTo>
                <a:lnTo>
                  <a:pt x="2502025" y="144808"/>
                </a:lnTo>
                <a:lnTo>
                  <a:pt x="2501741" y="144135"/>
                </a:lnTo>
                <a:lnTo>
                  <a:pt x="2501471" y="143451"/>
                </a:lnTo>
                <a:lnTo>
                  <a:pt x="2501212" y="142760"/>
                </a:lnTo>
                <a:lnTo>
                  <a:pt x="2500963" y="142064"/>
                </a:lnTo>
                <a:lnTo>
                  <a:pt x="2500724" y="141363"/>
                </a:lnTo>
                <a:lnTo>
                  <a:pt x="2500495" y="140659"/>
                </a:lnTo>
                <a:lnTo>
                  <a:pt x="2500276" y="139950"/>
                </a:lnTo>
                <a:lnTo>
                  <a:pt x="2500068" y="139236"/>
                </a:lnTo>
                <a:lnTo>
                  <a:pt x="2499869" y="138519"/>
                </a:lnTo>
                <a:lnTo>
                  <a:pt x="2499681" y="137797"/>
                </a:lnTo>
                <a:lnTo>
                  <a:pt x="2499502" y="137070"/>
                </a:lnTo>
                <a:lnTo>
                  <a:pt x="2499334" y="136340"/>
                </a:lnTo>
                <a:lnTo>
                  <a:pt x="2499175" y="135605"/>
                </a:lnTo>
                <a:lnTo>
                  <a:pt x="2499027" y="134866"/>
                </a:lnTo>
                <a:lnTo>
                  <a:pt x="2498889" y="134122"/>
                </a:lnTo>
                <a:lnTo>
                  <a:pt x="2498761" y="133374"/>
                </a:lnTo>
                <a:lnTo>
                  <a:pt x="2498643" y="132622"/>
                </a:lnTo>
                <a:lnTo>
                  <a:pt x="2498535" y="131866"/>
                </a:lnTo>
                <a:lnTo>
                  <a:pt x="2498437" y="131105"/>
                </a:lnTo>
                <a:lnTo>
                  <a:pt x="2498349" y="130340"/>
                </a:lnTo>
                <a:lnTo>
                  <a:pt x="2498271" y="129570"/>
                </a:lnTo>
                <a:lnTo>
                  <a:pt x="2498203" y="128797"/>
                </a:lnTo>
                <a:lnTo>
                  <a:pt x="2498145" y="128019"/>
                </a:lnTo>
                <a:lnTo>
                  <a:pt x="2498098" y="127236"/>
                </a:lnTo>
                <a:lnTo>
                  <a:pt x="2498060" y="126450"/>
                </a:lnTo>
                <a:lnTo>
                  <a:pt x="2498033" y="125659"/>
                </a:lnTo>
                <a:lnTo>
                  <a:pt x="2590389" y="125659"/>
                </a:lnTo>
                <a:lnTo>
                  <a:pt x="2590411" y="125531"/>
                </a:lnTo>
                <a:lnTo>
                  <a:pt x="2590433" y="125400"/>
                </a:lnTo>
                <a:lnTo>
                  <a:pt x="2590454" y="125263"/>
                </a:lnTo>
                <a:lnTo>
                  <a:pt x="2590475" y="125123"/>
                </a:lnTo>
                <a:lnTo>
                  <a:pt x="2590496" y="124977"/>
                </a:lnTo>
                <a:lnTo>
                  <a:pt x="2590515" y="124828"/>
                </a:lnTo>
                <a:lnTo>
                  <a:pt x="2590535" y="124674"/>
                </a:lnTo>
                <a:lnTo>
                  <a:pt x="2590554" y="124515"/>
                </a:lnTo>
                <a:lnTo>
                  <a:pt x="2590572" y="124352"/>
                </a:lnTo>
                <a:lnTo>
                  <a:pt x="2590590" y="124184"/>
                </a:lnTo>
                <a:lnTo>
                  <a:pt x="2590608" y="124012"/>
                </a:lnTo>
                <a:lnTo>
                  <a:pt x="2590625" y="123835"/>
                </a:lnTo>
                <a:lnTo>
                  <a:pt x="2590642" y="123654"/>
                </a:lnTo>
                <a:lnTo>
                  <a:pt x="2590658" y="123468"/>
                </a:lnTo>
                <a:lnTo>
                  <a:pt x="2590673" y="123278"/>
                </a:lnTo>
                <a:lnTo>
                  <a:pt x="2590689" y="123084"/>
                </a:lnTo>
                <a:lnTo>
                  <a:pt x="2590703" y="122885"/>
                </a:lnTo>
                <a:lnTo>
                  <a:pt x="2590718" y="122681"/>
                </a:lnTo>
                <a:lnTo>
                  <a:pt x="2590731" y="122473"/>
                </a:lnTo>
                <a:lnTo>
                  <a:pt x="2590745" y="122260"/>
                </a:lnTo>
                <a:lnTo>
                  <a:pt x="2590758" y="122043"/>
                </a:lnTo>
                <a:lnTo>
                  <a:pt x="2590770" y="121822"/>
                </a:lnTo>
                <a:lnTo>
                  <a:pt x="2590782" y="121596"/>
                </a:lnTo>
                <a:lnTo>
                  <a:pt x="2590794" y="121365"/>
                </a:lnTo>
                <a:lnTo>
                  <a:pt x="2590805" y="121134"/>
                </a:lnTo>
                <a:lnTo>
                  <a:pt x="2590815" y="120908"/>
                </a:lnTo>
                <a:lnTo>
                  <a:pt x="2590825" y="120685"/>
                </a:lnTo>
                <a:lnTo>
                  <a:pt x="2590835" y="120466"/>
                </a:lnTo>
                <a:lnTo>
                  <a:pt x="2590844" y="120252"/>
                </a:lnTo>
                <a:lnTo>
                  <a:pt x="2590853" y="120041"/>
                </a:lnTo>
                <a:lnTo>
                  <a:pt x="2590861" y="119834"/>
                </a:lnTo>
                <a:lnTo>
                  <a:pt x="2590868" y="119632"/>
                </a:lnTo>
                <a:lnTo>
                  <a:pt x="2590876" y="119433"/>
                </a:lnTo>
                <a:lnTo>
                  <a:pt x="2590882" y="119238"/>
                </a:lnTo>
                <a:lnTo>
                  <a:pt x="2590889" y="119048"/>
                </a:lnTo>
                <a:lnTo>
                  <a:pt x="2590895" y="118861"/>
                </a:lnTo>
                <a:lnTo>
                  <a:pt x="2590900" y="118679"/>
                </a:lnTo>
                <a:lnTo>
                  <a:pt x="2590905" y="118500"/>
                </a:lnTo>
                <a:lnTo>
                  <a:pt x="2590909" y="118326"/>
                </a:lnTo>
                <a:lnTo>
                  <a:pt x="2590913" y="118156"/>
                </a:lnTo>
                <a:lnTo>
                  <a:pt x="2590917" y="117989"/>
                </a:lnTo>
                <a:lnTo>
                  <a:pt x="2590920" y="117827"/>
                </a:lnTo>
                <a:lnTo>
                  <a:pt x="2590922" y="117668"/>
                </a:lnTo>
                <a:lnTo>
                  <a:pt x="2590925" y="117514"/>
                </a:lnTo>
                <a:lnTo>
                  <a:pt x="2590926" y="117364"/>
                </a:lnTo>
                <a:lnTo>
                  <a:pt x="2590927" y="117217"/>
                </a:lnTo>
                <a:lnTo>
                  <a:pt x="2590928" y="117075"/>
                </a:lnTo>
                <a:lnTo>
                  <a:pt x="2590928" y="116937"/>
                </a:lnTo>
                <a:lnTo>
                  <a:pt x="2590899" y="114282"/>
                </a:lnTo>
                <a:lnTo>
                  <a:pt x="2590810" y="111679"/>
                </a:lnTo>
                <a:lnTo>
                  <a:pt x="2590662" y="109127"/>
                </a:lnTo>
                <a:lnTo>
                  <a:pt x="2590455" y="106626"/>
                </a:lnTo>
                <a:lnTo>
                  <a:pt x="2590188" y="104177"/>
                </a:lnTo>
                <a:lnTo>
                  <a:pt x="2589862" y="101779"/>
                </a:lnTo>
                <a:lnTo>
                  <a:pt x="2589477" y="99432"/>
                </a:lnTo>
                <a:lnTo>
                  <a:pt x="2589033" y="97137"/>
                </a:lnTo>
                <a:lnTo>
                  <a:pt x="2588530" y="94893"/>
                </a:lnTo>
                <a:lnTo>
                  <a:pt x="2587967" y="92701"/>
                </a:lnTo>
                <a:lnTo>
                  <a:pt x="2587345" y="90559"/>
                </a:lnTo>
                <a:lnTo>
                  <a:pt x="2586664" y="88470"/>
                </a:lnTo>
                <a:lnTo>
                  <a:pt x="2585924" y="86431"/>
                </a:lnTo>
                <a:lnTo>
                  <a:pt x="2585125" y="84444"/>
                </a:lnTo>
                <a:lnTo>
                  <a:pt x="2584266" y="82508"/>
                </a:lnTo>
                <a:lnTo>
                  <a:pt x="2583348" y="80624"/>
                </a:lnTo>
                <a:lnTo>
                  <a:pt x="2582371" y="78790"/>
                </a:lnTo>
                <a:lnTo>
                  <a:pt x="2581335" y="77009"/>
                </a:lnTo>
                <a:lnTo>
                  <a:pt x="2580239" y="75278"/>
                </a:lnTo>
                <a:lnTo>
                  <a:pt x="2579084" y="73599"/>
                </a:lnTo>
                <a:lnTo>
                  <a:pt x="2577870" y="71972"/>
                </a:lnTo>
                <a:lnTo>
                  <a:pt x="2576597" y="70395"/>
                </a:lnTo>
                <a:lnTo>
                  <a:pt x="2575264" y="68870"/>
                </a:lnTo>
                <a:lnTo>
                  <a:pt x="2573873" y="67397"/>
                </a:lnTo>
                <a:lnTo>
                  <a:pt x="2572430" y="65979"/>
                </a:lnTo>
                <a:lnTo>
                  <a:pt x="2570944" y="64621"/>
                </a:lnTo>
                <a:lnTo>
                  <a:pt x="2569416" y="63324"/>
                </a:lnTo>
                <a:lnTo>
                  <a:pt x="2567845" y="62087"/>
                </a:lnTo>
                <a:lnTo>
                  <a:pt x="2566231" y="60911"/>
                </a:lnTo>
                <a:lnTo>
                  <a:pt x="2564574" y="59795"/>
                </a:lnTo>
                <a:lnTo>
                  <a:pt x="2562874" y="58739"/>
                </a:lnTo>
                <a:lnTo>
                  <a:pt x="2561132" y="57743"/>
                </a:lnTo>
                <a:lnTo>
                  <a:pt x="2559346" y="56808"/>
                </a:lnTo>
                <a:lnTo>
                  <a:pt x="2557518" y="55933"/>
                </a:lnTo>
                <a:lnTo>
                  <a:pt x="2555647" y="55119"/>
                </a:lnTo>
                <a:lnTo>
                  <a:pt x="2553733" y="54365"/>
                </a:lnTo>
                <a:lnTo>
                  <a:pt x="2551776" y="53671"/>
                </a:lnTo>
                <a:lnTo>
                  <a:pt x="2549777" y="53037"/>
                </a:lnTo>
                <a:lnTo>
                  <a:pt x="2547734" y="52464"/>
                </a:lnTo>
                <a:lnTo>
                  <a:pt x="2545649" y="51951"/>
                </a:lnTo>
                <a:lnTo>
                  <a:pt x="2543521" y="51499"/>
                </a:lnTo>
                <a:lnTo>
                  <a:pt x="2541350" y="51107"/>
                </a:lnTo>
                <a:lnTo>
                  <a:pt x="2539136" y="50775"/>
                </a:lnTo>
                <a:lnTo>
                  <a:pt x="2536880" y="50503"/>
                </a:lnTo>
                <a:lnTo>
                  <a:pt x="2534580" y="50292"/>
                </a:lnTo>
                <a:lnTo>
                  <a:pt x="2532238" y="50141"/>
                </a:lnTo>
                <a:lnTo>
                  <a:pt x="2529853" y="50051"/>
                </a:lnTo>
                <a:lnTo>
                  <a:pt x="2527425" y="50021"/>
                </a:lnTo>
                <a:lnTo>
                  <a:pt x="2525673" y="50035"/>
                </a:lnTo>
                <a:lnTo>
                  <a:pt x="2523943" y="50078"/>
                </a:lnTo>
                <a:lnTo>
                  <a:pt x="2522237" y="50150"/>
                </a:lnTo>
                <a:lnTo>
                  <a:pt x="2520554" y="50250"/>
                </a:lnTo>
                <a:lnTo>
                  <a:pt x="2518895" y="50379"/>
                </a:lnTo>
                <a:lnTo>
                  <a:pt x="2517258" y="50537"/>
                </a:lnTo>
                <a:lnTo>
                  <a:pt x="2515645" y="50723"/>
                </a:lnTo>
                <a:lnTo>
                  <a:pt x="2514055" y="50938"/>
                </a:lnTo>
                <a:lnTo>
                  <a:pt x="2512488" y="51181"/>
                </a:lnTo>
                <a:lnTo>
                  <a:pt x="2510944" y="51454"/>
                </a:lnTo>
                <a:lnTo>
                  <a:pt x="2509423" y="51755"/>
                </a:lnTo>
                <a:lnTo>
                  <a:pt x="2507926" y="52084"/>
                </a:lnTo>
                <a:lnTo>
                  <a:pt x="2506451" y="52442"/>
                </a:lnTo>
                <a:lnTo>
                  <a:pt x="2505000" y="52829"/>
                </a:lnTo>
                <a:lnTo>
                  <a:pt x="2503572" y="53245"/>
                </a:lnTo>
                <a:lnTo>
                  <a:pt x="2502167" y="53689"/>
                </a:lnTo>
                <a:lnTo>
                  <a:pt x="2500786" y="54162"/>
                </a:lnTo>
                <a:lnTo>
                  <a:pt x="2499427" y="54664"/>
                </a:lnTo>
                <a:lnTo>
                  <a:pt x="2498092" y="55194"/>
                </a:lnTo>
                <a:lnTo>
                  <a:pt x="2496780" y="55753"/>
                </a:lnTo>
                <a:lnTo>
                  <a:pt x="2495491" y="56340"/>
                </a:lnTo>
                <a:lnTo>
                  <a:pt x="2494225" y="56956"/>
                </a:lnTo>
                <a:lnTo>
                  <a:pt x="2492983" y="57601"/>
                </a:lnTo>
                <a:lnTo>
                  <a:pt x="2491763" y="58275"/>
                </a:lnTo>
                <a:lnTo>
                  <a:pt x="2490568" y="58975"/>
                </a:lnTo>
                <a:lnTo>
                  <a:pt x="2489396" y="59699"/>
                </a:lnTo>
                <a:lnTo>
                  <a:pt x="2488249" y="60448"/>
                </a:lnTo>
                <a:lnTo>
                  <a:pt x="2487127" y="61221"/>
                </a:lnTo>
                <a:lnTo>
                  <a:pt x="2486028" y="62019"/>
                </a:lnTo>
                <a:lnTo>
                  <a:pt x="2484955" y="62841"/>
                </a:lnTo>
                <a:lnTo>
                  <a:pt x="2483905" y="63687"/>
                </a:lnTo>
                <a:lnTo>
                  <a:pt x="2482880" y="64558"/>
                </a:lnTo>
                <a:lnTo>
                  <a:pt x="2481879" y="65453"/>
                </a:lnTo>
                <a:lnTo>
                  <a:pt x="2480902" y="66373"/>
                </a:lnTo>
                <a:lnTo>
                  <a:pt x="2479950" y="67317"/>
                </a:lnTo>
                <a:lnTo>
                  <a:pt x="2479022" y="68286"/>
                </a:lnTo>
                <a:lnTo>
                  <a:pt x="2478119" y="69278"/>
                </a:lnTo>
                <a:lnTo>
                  <a:pt x="2477239" y="70296"/>
                </a:lnTo>
                <a:lnTo>
                  <a:pt x="2476385" y="71337"/>
                </a:lnTo>
                <a:lnTo>
                  <a:pt x="2475554" y="72403"/>
                </a:lnTo>
                <a:lnTo>
                  <a:pt x="2474748" y="73494"/>
                </a:lnTo>
                <a:lnTo>
                  <a:pt x="2473966" y="74609"/>
                </a:lnTo>
                <a:lnTo>
                  <a:pt x="2473209" y="75748"/>
                </a:lnTo>
                <a:lnTo>
                  <a:pt x="2472476" y="76912"/>
                </a:lnTo>
                <a:lnTo>
                  <a:pt x="2471767" y="78100"/>
                </a:lnTo>
                <a:lnTo>
                  <a:pt x="2471082" y="79312"/>
                </a:lnTo>
                <a:lnTo>
                  <a:pt x="2470422" y="80549"/>
                </a:lnTo>
                <a:lnTo>
                  <a:pt x="2469787" y="81810"/>
                </a:lnTo>
                <a:lnTo>
                  <a:pt x="2469176" y="83094"/>
                </a:lnTo>
                <a:lnTo>
                  <a:pt x="2468591" y="84397"/>
                </a:lnTo>
                <a:lnTo>
                  <a:pt x="2468033" y="85721"/>
                </a:lnTo>
                <a:lnTo>
                  <a:pt x="2467500" y="87066"/>
                </a:lnTo>
                <a:lnTo>
                  <a:pt x="2466993" y="88431"/>
                </a:lnTo>
                <a:lnTo>
                  <a:pt x="2466513" y="89816"/>
                </a:lnTo>
                <a:lnTo>
                  <a:pt x="2466058" y="91222"/>
                </a:lnTo>
                <a:lnTo>
                  <a:pt x="2465629" y="92648"/>
                </a:lnTo>
                <a:lnTo>
                  <a:pt x="2465227" y="94094"/>
                </a:lnTo>
                <a:lnTo>
                  <a:pt x="2464850" y="95561"/>
                </a:lnTo>
                <a:lnTo>
                  <a:pt x="2464499" y="97048"/>
                </a:lnTo>
                <a:lnTo>
                  <a:pt x="2464174" y="98555"/>
                </a:lnTo>
                <a:lnTo>
                  <a:pt x="2463876" y="100083"/>
                </a:lnTo>
                <a:lnTo>
                  <a:pt x="2463603" y="101631"/>
                </a:lnTo>
                <a:lnTo>
                  <a:pt x="2463356" y="103200"/>
                </a:lnTo>
                <a:lnTo>
                  <a:pt x="2463135" y="104789"/>
                </a:lnTo>
                <a:lnTo>
                  <a:pt x="2462940" y="106398"/>
                </a:lnTo>
                <a:lnTo>
                  <a:pt x="2462771" y="108028"/>
                </a:lnTo>
                <a:lnTo>
                  <a:pt x="2462628" y="109678"/>
                </a:lnTo>
                <a:lnTo>
                  <a:pt x="2462511" y="111349"/>
                </a:lnTo>
                <a:lnTo>
                  <a:pt x="2462421" y="113040"/>
                </a:lnTo>
                <a:lnTo>
                  <a:pt x="2462356" y="114751"/>
                </a:lnTo>
                <a:lnTo>
                  <a:pt x="2462317" y="116483"/>
                </a:lnTo>
                <a:lnTo>
                  <a:pt x="2462304" y="118235"/>
                </a:lnTo>
                <a:lnTo>
                  <a:pt x="2462317" y="120043"/>
                </a:lnTo>
                <a:lnTo>
                  <a:pt x="2462357" y="121829"/>
                </a:lnTo>
                <a:lnTo>
                  <a:pt x="2462424" y="123594"/>
                </a:lnTo>
                <a:lnTo>
                  <a:pt x="2462517" y="125337"/>
                </a:lnTo>
                <a:lnTo>
                  <a:pt x="2462637" y="127058"/>
                </a:lnTo>
                <a:lnTo>
                  <a:pt x="2462784" y="128757"/>
                </a:lnTo>
                <a:lnTo>
                  <a:pt x="2462957" y="130435"/>
                </a:lnTo>
                <a:lnTo>
                  <a:pt x="2463158" y="132090"/>
                </a:lnTo>
                <a:lnTo>
                  <a:pt x="2463384" y="133724"/>
                </a:lnTo>
                <a:lnTo>
                  <a:pt x="2463638" y="135337"/>
                </a:lnTo>
                <a:lnTo>
                  <a:pt x="2463918" y="136927"/>
                </a:lnTo>
                <a:lnTo>
                  <a:pt x="2464225" y="138496"/>
                </a:lnTo>
                <a:lnTo>
                  <a:pt x="2464558" y="140042"/>
                </a:lnTo>
                <a:lnTo>
                  <a:pt x="2464919" y="141567"/>
                </a:lnTo>
                <a:lnTo>
                  <a:pt x="2465306" y="143071"/>
                </a:lnTo>
                <a:lnTo>
                  <a:pt x="2465719" y="144552"/>
                </a:lnTo>
                <a:lnTo>
                  <a:pt x="2466160" y="146012"/>
                </a:lnTo>
                <a:lnTo>
                  <a:pt x="2466627" y="147450"/>
                </a:lnTo>
                <a:lnTo>
                  <a:pt x="2467120" y="148866"/>
                </a:lnTo>
                <a:lnTo>
                  <a:pt x="2467641" y="150260"/>
                </a:lnTo>
                <a:lnTo>
                  <a:pt x="2468188" y="151633"/>
                </a:lnTo>
                <a:lnTo>
                  <a:pt x="2468761" y="152983"/>
                </a:lnTo>
                <a:lnTo>
                  <a:pt x="2469362" y="154312"/>
                </a:lnTo>
                <a:lnTo>
                  <a:pt x="2469989" y="155620"/>
                </a:lnTo>
                <a:lnTo>
                  <a:pt x="2470642" y="156903"/>
                </a:lnTo>
                <a:lnTo>
                  <a:pt x="2471320" y="158161"/>
                </a:lnTo>
                <a:lnTo>
                  <a:pt x="2472024" y="159393"/>
                </a:lnTo>
                <a:lnTo>
                  <a:pt x="2472753" y="160601"/>
                </a:lnTo>
                <a:lnTo>
                  <a:pt x="2473507" y="161783"/>
                </a:lnTo>
                <a:lnTo>
                  <a:pt x="2474286" y="162939"/>
                </a:lnTo>
                <a:lnTo>
                  <a:pt x="2475091" y="164070"/>
                </a:lnTo>
                <a:lnTo>
                  <a:pt x="2475921" y="165176"/>
                </a:lnTo>
                <a:lnTo>
                  <a:pt x="2476776" y="166257"/>
                </a:lnTo>
                <a:lnTo>
                  <a:pt x="2477657" y="167312"/>
                </a:lnTo>
                <a:lnTo>
                  <a:pt x="2478563" y="168342"/>
                </a:lnTo>
                <a:lnTo>
                  <a:pt x="2479494" y="169347"/>
                </a:lnTo>
                <a:lnTo>
                  <a:pt x="2480450" y="170326"/>
                </a:lnTo>
                <a:lnTo>
                  <a:pt x="2481432" y="171280"/>
                </a:lnTo>
                <a:lnTo>
                  <a:pt x="2482439" y="172208"/>
                </a:lnTo>
                <a:lnTo>
                  <a:pt x="2483471" y="173111"/>
                </a:lnTo>
                <a:lnTo>
                  <a:pt x="2484529" y="173989"/>
                </a:lnTo>
                <a:lnTo>
                  <a:pt x="2485612" y="174842"/>
                </a:lnTo>
                <a:lnTo>
                  <a:pt x="2486720" y="175669"/>
                </a:lnTo>
                <a:lnTo>
                  <a:pt x="2487853" y="176471"/>
                </a:lnTo>
                <a:lnTo>
                  <a:pt x="2489012" y="177247"/>
                </a:lnTo>
                <a:lnTo>
                  <a:pt x="2490196" y="177999"/>
                </a:lnTo>
                <a:lnTo>
                  <a:pt x="2491405" y="178724"/>
                </a:lnTo>
                <a:lnTo>
                  <a:pt x="2492640" y="179425"/>
                </a:lnTo>
                <a:lnTo>
                  <a:pt x="2493899" y="180098"/>
                </a:lnTo>
                <a:lnTo>
                  <a:pt x="2495183" y="180743"/>
                </a:lnTo>
                <a:lnTo>
                  <a:pt x="2496491" y="181359"/>
                </a:lnTo>
                <a:lnTo>
                  <a:pt x="2497823" y="181947"/>
                </a:lnTo>
                <a:lnTo>
                  <a:pt x="2499180" y="182506"/>
                </a:lnTo>
                <a:lnTo>
                  <a:pt x="2500561" y="183036"/>
                </a:lnTo>
                <a:lnTo>
                  <a:pt x="2501966" y="183538"/>
                </a:lnTo>
                <a:lnTo>
                  <a:pt x="2503396" y="184010"/>
                </a:lnTo>
                <a:lnTo>
                  <a:pt x="2504850" y="184455"/>
                </a:lnTo>
                <a:lnTo>
                  <a:pt x="2506328" y="184870"/>
                </a:lnTo>
                <a:lnTo>
                  <a:pt x="2507831" y="185257"/>
                </a:lnTo>
                <a:lnTo>
                  <a:pt x="2509358" y="185615"/>
                </a:lnTo>
                <a:lnTo>
                  <a:pt x="2510910" y="185945"/>
                </a:lnTo>
                <a:lnTo>
                  <a:pt x="2512485" y="186246"/>
                </a:lnTo>
                <a:lnTo>
                  <a:pt x="2514086" y="186518"/>
                </a:lnTo>
                <a:lnTo>
                  <a:pt x="2515710" y="186762"/>
                </a:lnTo>
                <a:lnTo>
                  <a:pt x="2517359" y="186977"/>
                </a:lnTo>
                <a:lnTo>
                  <a:pt x="2519032" y="187163"/>
                </a:lnTo>
                <a:lnTo>
                  <a:pt x="2520729" y="187321"/>
                </a:lnTo>
                <a:lnTo>
                  <a:pt x="2522451" y="187450"/>
                </a:lnTo>
                <a:lnTo>
                  <a:pt x="2524198" y="187550"/>
                </a:lnTo>
                <a:lnTo>
                  <a:pt x="2525968" y="187622"/>
                </a:lnTo>
                <a:lnTo>
                  <a:pt x="2527763" y="187665"/>
                </a:lnTo>
                <a:lnTo>
                  <a:pt x="2529582" y="187679"/>
                </a:lnTo>
                <a:lnTo>
                  <a:pt x="2531069" y="187670"/>
                </a:lnTo>
                <a:lnTo>
                  <a:pt x="2532539" y="187643"/>
                </a:lnTo>
                <a:lnTo>
                  <a:pt x="2533995" y="187599"/>
                </a:lnTo>
                <a:lnTo>
                  <a:pt x="2535434" y="187537"/>
                </a:lnTo>
                <a:lnTo>
                  <a:pt x="2536858" y="187456"/>
                </a:lnTo>
                <a:close/>
                <a:moveTo>
                  <a:pt x="2499081" y="97564"/>
                </a:moveTo>
                <a:lnTo>
                  <a:pt x="2499284" y="96544"/>
                </a:lnTo>
                <a:lnTo>
                  <a:pt x="2499511" y="95546"/>
                </a:lnTo>
                <a:lnTo>
                  <a:pt x="2499763" y="94570"/>
                </a:lnTo>
                <a:lnTo>
                  <a:pt x="2500039" y="93618"/>
                </a:lnTo>
                <a:lnTo>
                  <a:pt x="2500340" y="92687"/>
                </a:lnTo>
                <a:lnTo>
                  <a:pt x="2500666" y="91780"/>
                </a:lnTo>
                <a:lnTo>
                  <a:pt x="2501016" y="90895"/>
                </a:lnTo>
                <a:lnTo>
                  <a:pt x="2501390" y="90033"/>
                </a:lnTo>
                <a:lnTo>
                  <a:pt x="2501790" y="89194"/>
                </a:lnTo>
                <a:lnTo>
                  <a:pt x="2502213" y="88377"/>
                </a:lnTo>
                <a:lnTo>
                  <a:pt x="2502662" y="87583"/>
                </a:lnTo>
                <a:lnTo>
                  <a:pt x="2503135" y="86812"/>
                </a:lnTo>
                <a:lnTo>
                  <a:pt x="2503632" y="86063"/>
                </a:lnTo>
                <a:lnTo>
                  <a:pt x="2504154" y="85337"/>
                </a:lnTo>
                <a:lnTo>
                  <a:pt x="2504701" y="84633"/>
                </a:lnTo>
                <a:lnTo>
                  <a:pt x="2505272" y="83953"/>
                </a:lnTo>
                <a:lnTo>
                  <a:pt x="2505868" y="83295"/>
                </a:lnTo>
                <a:lnTo>
                  <a:pt x="2506489" y="82659"/>
                </a:lnTo>
                <a:lnTo>
                  <a:pt x="2507134" y="82046"/>
                </a:lnTo>
                <a:lnTo>
                  <a:pt x="2507799" y="81457"/>
                </a:lnTo>
                <a:lnTo>
                  <a:pt x="2508479" y="80894"/>
                </a:lnTo>
                <a:lnTo>
                  <a:pt x="2509176" y="80355"/>
                </a:lnTo>
                <a:lnTo>
                  <a:pt x="2509888" y="79841"/>
                </a:lnTo>
                <a:lnTo>
                  <a:pt x="2510616" y="79352"/>
                </a:lnTo>
                <a:lnTo>
                  <a:pt x="2511359" y="78889"/>
                </a:lnTo>
                <a:lnTo>
                  <a:pt x="2512119" y="78450"/>
                </a:lnTo>
                <a:lnTo>
                  <a:pt x="2512894" y="78037"/>
                </a:lnTo>
                <a:lnTo>
                  <a:pt x="2513684" y="77648"/>
                </a:lnTo>
                <a:lnTo>
                  <a:pt x="2514490" y="77285"/>
                </a:lnTo>
                <a:lnTo>
                  <a:pt x="2515312" y="76946"/>
                </a:lnTo>
                <a:lnTo>
                  <a:pt x="2516150" y="76633"/>
                </a:lnTo>
                <a:lnTo>
                  <a:pt x="2517003" y="76345"/>
                </a:lnTo>
                <a:lnTo>
                  <a:pt x="2517872" y="76082"/>
                </a:lnTo>
                <a:lnTo>
                  <a:pt x="2518757" y="75844"/>
                </a:lnTo>
                <a:lnTo>
                  <a:pt x="2519657" y="75631"/>
                </a:lnTo>
                <a:lnTo>
                  <a:pt x="2520573" y="75443"/>
                </a:lnTo>
                <a:lnTo>
                  <a:pt x="2521505" y="75280"/>
                </a:lnTo>
                <a:lnTo>
                  <a:pt x="2522453" y="75142"/>
                </a:lnTo>
                <a:lnTo>
                  <a:pt x="2523416" y="75029"/>
                </a:lnTo>
                <a:lnTo>
                  <a:pt x="2524395" y="74942"/>
                </a:lnTo>
                <a:lnTo>
                  <a:pt x="2525389" y="74879"/>
                </a:lnTo>
                <a:lnTo>
                  <a:pt x="2526399" y="74841"/>
                </a:lnTo>
                <a:lnTo>
                  <a:pt x="2527425" y="74829"/>
                </a:lnTo>
                <a:lnTo>
                  <a:pt x="2528429" y="74841"/>
                </a:lnTo>
                <a:lnTo>
                  <a:pt x="2529417" y="74878"/>
                </a:lnTo>
                <a:lnTo>
                  <a:pt x="2530390" y="74938"/>
                </a:lnTo>
                <a:lnTo>
                  <a:pt x="2531348" y="75024"/>
                </a:lnTo>
                <a:lnTo>
                  <a:pt x="2532291" y="75133"/>
                </a:lnTo>
                <a:lnTo>
                  <a:pt x="2533218" y="75267"/>
                </a:lnTo>
                <a:lnTo>
                  <a:pt x="2534131" y="75425"/>
                </a:lnTo>
                <a:lnTo>
                  <a:pt x="2535028" y="75608"/>
                </a:lnTo>
                <a:lnTo>
                  <a:pt x="2535910" y="75815"/>
                </a:lnTo>
                <a:lnTo>
                  <a:pt x="2536776" y="76046"/>
                </a:lnTo>
                <a:lnTo>
                  <a:pt x="2537628" y="76302"/>
                </a:lnTo>
                <a:lnTo>
                  <a:pt x="2538464" y="76582"/>
                </a:lnTo>
                <a:lnTo>
                  <a:pt x="2539285" y="76886"/>
                </a:lnTo>
                <a:lnTo>
                  <a:pt x="2540091" y="77215"/>
                </a:lnTo>
                <a:lnTo>
                  <a:pt x="2540881" y="77568"/>
                </a:lnTo>
                <a:lnTo>
                  <a:pt x="2541657" y="77945"/>
                </a:lnTo>
                <a:lnTo>
                  <a:pt x="2542417" y="78347"/>
                </a:lnTo>
                <a:lnTo>
                  <a:pt x="2543162" y="78773"/>
                </a:lnTo>
                <a:lnTo>
                  <a:pt x="2543891" y="79223"/>
                </a:lnTo>
                <a:lnTo>
                  <a:pt x="2544606" y="79698"/>
                </a:lnTo>
                <a:lnTo>
                  <a:pt x="2545305" y="80197"/>
                </a:lnTo>
                <a:lnTo>
                  <a:pt x="2545989" y="80720"/>
                </a:lnTo>
                <a:lnTo>
                  <a:pt x="2546658" y="81268"/>
                </a:lnTo>
                <a:lnTo>
                  <a:pt x="2547312" y="81840"/>
                </a:lnTo>
                <a:lnTo>
                  <a:pt x="2547945" y="82436"/>
                </a:lnTo>
                <a:lnTo>
                  <a:pt x="2548553" y="83058"/>
                </a:lnTo>
                <a:lnTo>
                  <a:pt x="2549135" y="83704"/>
                </a:lnTo>
                <a:lnTo>
                  <a:pt x="2549692" y="84375"/>
                </a:lnTo>
                <a:lnTo>
                  <a:pt x="2550223" y="85071"/>
                </a:lnTo>
                <a:lnTo>
                  <a:pt x="2550729" y="85792"/>
                </a:lnTo>
                <a:lnTo>
                  <a:pt x="2551209" y="86537"/>
                </a:lnTo>
                <a:lnTo>
                  <a:pt x="2551664" y="87308"/>
                </a:lnTo>
                <a:lnTo>
                  <a:pt x="2552093" y="88103"/>
                </a:lnTo>
                <a:lnTo>
                  <a:pt x="2552497" y="88923"/>
                </a:lnTo>
                <a:lnTo>
                  <a:pt x="2552875" y="89768"/>
                </a:lnTo>
                <a:lnTo>
                  <a:pt x="2553227" y="90637"/>
                </a:lnTo>
                <a:lnTo>
                  <a:pt x="2553555" y="91532"/>
                </a:lnTo>
                <a:lnTo>
                  <a:pt x="2553856" y="92451"/>
                </a:lnTo>
                <a:lnTo>
                  <a:pt x="2554132" y="93395"/>
                </a:lnTo>
                <a:lnTo>
                  <a:pt x="2554383" y="94364"/>
                </a:lnTo>
                <a:lnTo>
                  <a:pt x="2554608" y="95357"/>
                </a:lnTo>
                <a:lnTo>
                  <a:pt x="2554807" y="96376"/>
                </a:lnTo>
                <a:lnTo>
                  <a:pt x="2554981" y="97419"/>
                </a:lnTo>
                <a:lnTo>
                  <a:pt x="2555130" y="98487"/>
                </a:lnTo>
                <a:lnTo>
                  <a:pt x="2555253" y="99580"/>
                </a:lnTo>
                <a:lnTo>
                  <a:pt x="2555350" y="100698"/>
                </a:lnTo>
                <a:lnTo>
                  <a:pt x="2555422" y="101840"/>
                </a:lnTo>
                <a:lnTo>
                  <a:pt x="2555469" y="103008"/>
                </a:lnTo>
                <a:lnTo>
                  <a:pt x="2498437" y="103008"/>
                </a:lnTo>
                <a:lnTo>
                  <a:pt x="2498517" y="101874"/>
                </a:lnTo>
                <a:lnTo>
                  <a:pt x="2498621" y="100762"/>
                </a:lnTo>
                <a:lnTo>
                  <a:pt x="2498750" y="99674"/>
                </a:lnTo>
                <a:lnTo>
                  <a:pt x="2498903" y="98608"/>
                </a:lnTo>
                <a:lnTo>
                  <a:pt x="2499081" y="97564"/>
                </a:lnTo>
                <a:close/>
                <a:moveTo>
                  <a:pt x="2936181" y="187176"/>
                </a:moveTo>
                <a:lnTo>
                  <a:pt x="2937749" y="186994"/>
                </a:lnTo>
                <a:lnTo>
                  <a:pt x="2939299" y="186785"/>
                </a:lnTo>
                <a:lnTo>
                  <a:pt x="2940832" y="186547"/>
                </a:lnTo>
                <a:lnTo>
                  <a:pt x="2942346" y="186282"/>
                </a:lnTo>
                <a:lnTo>
                  <a:pt x="2943842" y="185988"/>
                </a:lnTo>
                <a:lnTo>
                  <a:pt x="2945320" y="185667"/>
                </a:lnTo>
                <a:lnTo>
                  <a:pt x="2946780" y="185318"/>
                </a:lnTo>
                <a:lnTo>
                  <a:pt x="2948222" y="184940"/>
                </a:lnTo>
                <a:lnTo>
                  <a:pt x="2949646" y="184535"/>
                </a:lnTo>
                <a:lnTo>
                  <a:pt x="2951052" y="184102"/>
                </a:lnTo>
                <a:lnTo>
                  <a:pt x="2952440" y="183641"/>
                </a:lnTo>
                <a:lnTo>
                  <a:pt x="2953810" y="183152"/>
                </a:lnTo>
                <a:lnTo>
                  <a:pt x="2955162" y="182635"/>
                </a:lnTo>
                <a:lnTo>
                  <a:pt x="2956495" y="182090"/>
                </a:lnTo>
                <a:lnTo>
                  <a:pt x="2957811" y="181518"/>
                </a:lnTo>
                <a:lnTo>
                  <a:pt x="2959109" y="180917"/>
                </a:lnTo>
                <a:lnTo>
                  <a:pt x="2960389" y="180288"/>
                </a:lnTo>
                <a:lnTo>
                  <a:pt x="2961651" y="179631"/>
                </a:lnTo>
                <a:lnTo>
                  <a:pt x="2962892" y="178948"/>
                </a:lnTo>
                <a:lnTo>
                  <a:pt x="2964110" y="178239"/>
                </a:lnTo>
                <a:lnTo>
                  <a:pt x="2965305" y="177506"/>
                </a:lnTo>
                <a:lnTo>
                  <a:pt x="2966476" y="176747"/>
                </a:lnTo>
                <a:lnTo>
                  <a:pt x="2967625" y="175963"/>
                </a:lnTo>
                <a:lnTo>
                  <a:pt x="2968750" y="175154"/>
                </a:lnTo>
                <a:lnTo>
                  <a:pt x="2969852" y="174320"/>
                </a:lnTo>
                <a:lnTo>
                  <a:pt x="2970931" y="173461"/>
                </a:lnTo>
                <a:lnTo>
                  <a:pt x="2971987" y="172576"/>
                </a:lnTo>
                <a:lnTo>
                  <a:pt x="2973020" y="171667"/>
                </a:lnTo>
                <a:lnTo>
                  <a:pt x="2974029" y="170733"/>
                </a:lnTo>
                <a:lnTo>
                  <a:pt x="2975015" y="169773"/>
                </a:lnTo>
                <a:lnTo>
                  <a:pt x="2975978" y="168789"/>
                </a:lnTo>
                <a:lnTo>
                  <a:pt x="2976918" y="167779"/>
                </a:lnTo>
                <a:lnTo>
                  <a:pt x="2977835" y="166744"/>
                </a:lnTo>
                <a:lnTo>
                  <a:pt x="2978729" y="165684"/>
                </a:lnTo>
                <a:lnTo>
                  <a:pt x="2979599" y="164599"/>
                </a:lnTo>
                <a:lnTo>
                  <a:pt x="2980446" y="163489"/>
                </a:lnTo>
                <a:lnTo>
                  <a:pt x="2981270" y="162354"/>
                </a:lnTo>
                <a:lnTo>
                  <a:pt x="2982071" y="161194"/>
                </a:lnTo>
                <a:lnTo>
                  <a:pt x="2982849" y="160009"/>
                </a:lnTo>
                <a:lnTo>
                  <a:pt x="2983604" y="158798"/>
                </a:lnTo>
                <a:lnTo>
                  <a:pt x="2984335" y="157563"/>
                </a:lnTo>
                <a:lnTo>
                  <a:pt x="2985043" y="156302"/>
                </a:lnTo>
                <a:lnTo>
                  <a:pt x="2985725" y="155018"/>
                </a:lnTo>
                <a:lnTo>
                  <a:pt x="2986378" y="153711"/>
                </a:lnTo>
                <a:lnTo>
                  <a:pt x="2987002" y="152381"/>
                </a:lnTo>
                <a:lnTo>
                  <a:pt x="2987597" y="151030"/>
                </a:lnTo>
                <a:lnTo>
                  <a:pt x="2988163" y="149656"/>
                </a:lnTo>
                <a:lnTo>
                  <a:pt x="2988700" y="148260"/>
                </a:lnTo>
                <a:lnTo>
                  <a:pt x="2989208" y="146842"/>
                </a:lnTo>
                <a:lnTo>
                  <a:pt x="2989687" y="145402"/>
                </a:lnTo>
                <a:lnTo>
                  <a:pt x="2990137" y="143939"/>
                </a:lnTo>
                <a:lnTo>
                  <a:pt x="2990558" y="142454"/>
                </a:lnTo>
                <a:lnTo>
                  <a:pt x="2990950" y="140947"/>
                </a:lnTo>
                <a:lnTo>
                  <a:pt x="2991313" y="139417"/>
                </a:lnTo>
                <a:lnTo>
                  <a:pt x="2991646" y="137865"/>
                </a:lnTo>
                <a:lnTo>
                  <a:pt x="2991951" y="136291"/>
                </a:lnTo>
                <a:lnTo>
                  <a:pt x="2992227" y="134695"/>
                </a:lnTo>
                <a:lnTo>
                  <a:pt x="2992474" y="133076"/>
                </a:lnTo>
                <a:lnTo>
                  <a:pt x="2992691" y="131435"/>
                </a:lnTo>
                <a:lnTo>
                  <a:pt x="2992880" y="129772"/>
                </a:lnTo>
                <a:lnTo>
                  <a:pt x="2993040" y="128087"/>
                </a:lnTo>
                <a:lnTo>
                  <a:pt x="2993170" y="126379"/>
                </a:lnTo>
                <a:lnTo>
                  <a:pt x="2993272" y="124649"/>
                </a:lnTo>
                <a:lnTo>
                  <a:pt x="2993344" y="122897"/>
                </a:lnTo>
                <a:lnTo>
                  <a:pt x="2993388" y="121123"/>
                </a:lnTo>
                <a:lnTo>
                  <a:pt x="2993402" y="119326"/>
                </a:lnTo>
                <a:lnTo>
                  <a:pt x="2993388" y="117496"/>
                </a:lnTo>
                <a:lnTo>
                  <a:pt x="2993344" y="115689"/>
                </a:lnTo>
                <a:lnTo>
                  <a:pt x="2993272" y="113905"/>
                </a:lnTo>
                <a:lnTo>
                  <a:pt x="2993170" y="112143"/>
                </a:lnTo>
                <a:lnTo>
                  <a:pt x="2993040" y="110405"/>
                </a:lnTo>
                <a:lnTo>
                  <a:pt x="2992880" y="108690"/>
                </a:lnTo>
                <a:lnTo>
                  <a:pt x="2992691" y="106998"/>
                </a:lnTo>
                <a:lnTo>
                  <a:pt x="2992474" y="105328"/>
                </a:lnTo>
                <a:lnTo>
                  <a:pt x="2992227" y="103682"/>
                </a:lnTo>
                <a:lnTo>
                  <a:pt x="2991951" y="102059"/>
                </a:lnTo>
                <a:lnTo>
                  <a:pt x="2991646" y="100458"/>
                </a:lnTo>
                <a:lnTo>
                  <a:pt x="2991313" y="98881"/>
                </a:lnTo>
                <a:lnTo>
                  <a:pt x="2990950" y="97326"/>
                </a:lnTo>
                <a:lnTo>
                  <a:pt x="2990558" y="95795"/>
                </a:lnTo>
                <a:lnTo>
                  <a:pt x="2990137" y="94286"/>
                </a:lnTo>
                <a:lnTo>
                  <a:pt x="2989687" y="92801"/>
                </a:lnTo>
                <a:lnTo>
                  <a:pt x="2989208" y="91338"/>
                </a:lnTo>
                <a:lnTo>
                  <a:pt x="2988700" y="89898"/>
                </a:lnTo>
                <a:lnTo>
                  <a:pt x="2988163" y="88482"/>
                </a:lnTo>
                <a:lnTo>
                  <a:pt x="2987597" y="87088"/>
                </a:lnTo>
                <a:lnTo>
                  <a:pt x="2987002" y="85717"/>
                </a:lnTo>
                <a:lnTo>
                  <a:pt x="2986378" y="84370"/>
                </a:lnTo>
                <a:lnTo>
                  <a:pt x="2985725" y="83045"/>
                </a:lnTo>
                <a:lnTo>
                  <a:pt x="2985043" y="81743"/>
                </a:lnTo>
                <a:lnTo>
                  <a:pt x="2984335" y="80465"/>
                </a:lnTo>
                <a:lnTo>
                  <a:pt x="2983604" y="79213"/>
                </a:lnTo>
                <a:lnTo>
                  <a:pt x="2982849" y="77986"/>
                </a:lnTo>
                <a:lnTo>
                  <a:pt x="2982071" y="76785"/>
                </a:lnTo>
                <a:lnTo>
                  <a:pt x="2981270" y="75610"/>
                </a:lnTo>
                <a:lnTo>
                  <a:pt x="2980446" y="74460"/>
                </a:lnTo>
                <a:lnTo>
                  <a:pt x="2979599" y="73335"/>
                </a:lnTo>
                <a:lnTo>
                  <a:pt x="2978729" y="72237"/>
                </a:lnTo>
                <a:lnTo>
                  <a:pt x="2977835" y="71164"/>
                </a:lnTo>
                <a:lnTo>
                  <a:pt x="2976918" y="70116"/>
                </a:lnTo>
                <a:lnTo>
                  <a:pt x="2975978" y="69094"/>
                </a:lnTo>
                <a:lnTo>
                  <a:pt x="2975015" y="68098"/>
                </a:lnTo>
                <a:lnTo>
                  <a:pt x="2974029" y="67127"/>
                </a:lnTo>
                <a:lnTo>
                  <a:pt x="2973020" y="66182"/>
                </a:lnTo>
                <a:lnTo>
                  <a:pt x="2971987" y="65263"/>
                </a:lnTo>
                <a:lnTo>
                  <a:pt x="2970931" y="64369"/>
                </a:lnTo>
                <a:lnTo>
                  <a:pt x="2969852" y="63501"/>
                </a:lnTo>
                <a:lnTo>
                  <a:pt x="2968750" y="62658"/>
                </a:lnTo>
                <a:lnTo>
                  <a:pt x="2967625" y="61841"/>
                </a:lnTo>
                <a:lnTo>
                  <a:pt x="2966476" y="61050"/>
                </a:lnTo>
                <a:lnTo>
                  <a:pt x="2965305" y="60284"/>
                </a:lnTo>
                <a:lnTo>
                  <a:pt x="2964110" y="59544"/>
                </a:lnTo>
                <a:lnTo>
                  <a:pt x="2962892" y="58829"/>
                </a:lnTo>
                <a:lnTo>
                  <a:pt x="2961651" y="58140"/>
                </a:lnTo>
                <a:lnTo>
                  <a:pt x="2960389" y="57477"/>
                </a:lnTo>
                <a:lnTo>
                  <a:pt x="2959109" y="56843"/>
                </a:lnTo>
                <a:lnTo>
                  <a:pt x="2957811" y="56237"/>
                </a:lnTo>
                <a:lnTo>
                  <a:pt x="2956495" y="55659"/>
                </a:lnTo>
                <a:lnTo>
                  <a:pt x="2955162" y="55109"/>
                </a:lnTo>
                <a:lnTo>
                  <a:pt x="2953810" y="54588"/>
                </a:lnTo>
                <a:lnTo>
                  <a:pt x="2952440" y="54094"/>
                </a:lnTo>
                <a:lnTo>
                  <a:pt x="2951052" y="53629"/>
                </a:lnTo>
                <a:lnTo>
                  <a:pt x="2949646" y="53192"/>
                </a:lnTo>
                <a:lnTo>
                  <a:pt x="2948222" y="52783"/>
                </a:lnTo>
                <a:lnTo>
                  <a:pt x="2946780" y="52403"/>
                </a:lnTo>
                <a:lnTo>
                  <a:pt x="2945320" y="52051"/>
                </a:lnTo>
                <a:lnTo>
                  <a:pt x="2943842" y="51726"/>
                </a:lnTo>
                <a:lnTo>
                  <a:pt x="2942346" y="51430"/>
                </a:lnTo>
                <a:lnTo>
                  <a:pt x="2940832" y="51162"/>
                </a:lnTo>
                <a:lnTo>
                  <a:pt x="2939299" y="50923"/>
                </a:lnTo>
                <a:lnTo>
                  <a:pt x="2937749" y="50711"/>
                </a:lnTo>
                <a:lnTo>
                  <a:pt x="2936181" y="50528"/>
                </a:lnTo>
                <a:lnTo>
                  <a:pt x="2934595" y="50373"/>
                </a:lnTo>
                <a:lnTo>
                  <a:pt x="2932991" y="50246"/>
                </a:lnTo>
                <a:lnTo>
                  <a:pt x="2931368" y="50148"/>
                </a:lnTo>
                <a:lnTo>
                  <a:pt x="2929728" y="50077"/>
                </a:lnTo>
                <a:lnTo>
                  <a:pt x="2928070" y="50035"/>
                </a:lnTo>
                <a:lnTo>
                  <a:pt x="2926393" y="50021"/>
                </a:lnTo>
                <a:lnTo>
                  <a:pt x="2924739" y="50035"/>
                </a:lnTo>
                <a:lnTo>
                  <a:pt x="2923102" y="50077"/>
                </a:lnTo>
                <a:lnTo>
                  <a:pt x="2921482" y="50148"/>
                </a:lnTo>
                <a:lnTo>
                  <a:pt x="2919879" y="50246"/>
                </a:lnTo>
                <a:lnTo>
                  <a:pt x="2918293" y="50373"/>
                </a:lnTo>
                <a:lnTo>
                  <a:pt x="2916724" y="50528"/>
                </a:lnTo>
                <a:lnTo>
                  <a:pt x="2915172" y="50711"/>
                </a:lnTo>
                <a:lnTo>
                  <a:pt x="2913637" y="50923"/>
                </a:lnTo>
                <a:lnTo>
                  <a:pt x="2912120" y="51162"/>
                </a:lnTo>
                <a:lnTo>
                  <a:pt x="2910619" y="51430"/>
                </a:lnTo>
                <a:lnTo>
                  <a:pt x="2909136" y="51726"/>
                </a:lnTo>
                <a:lnTo>
                  <a:pt x="2907669" y="52051"/>
                </a:lnTo>
                <a:lnTo>
                  <a:pt x="2906220" y="52403"/>
                </a:lnTo>
                <a:lnTo>
                  <a:pt x="2904788" y="52783"/>
                </a:lnTo>
                <a:lnTo>
                  <a:pt x="2903373" y="53192"/>
                </a:lnTo>
                <a:lnTo>
                  <a:pt x="2901975" y="53629"/>
                </a:lnTo>
                <a:lnTo>
                  <a:pt x="2900594" y="54094"/>
                </a:lnTo>
                <a:lnTo>
                  <a:pt x="2899230" y="54588"/>
                </a:lnTo>
                <a:lnTo>
                  <a:pt x="2897883" y="55109"/>
                </a:lnTo>
                <a:lnTo>
                  <a:pt x="2896554" y="55659"/>
                </a:lnTo>
                <a:lnTo>
                  <a:pt x="2895241" y="56237"/>
                </a:lnTo>
                <a:lnTo>
                  <a:pt x="2893946" y="56843"/>
                </a:lnTo>
                <a:lnTo>
                  <a:pt x="2892667" y="57477"/>
                </a:lnTo>
                <a:lnTo>
                  <a:pt x="2891406" y="58140"/>
                </a:lnTo>
                <a:lnTo>
                  <a:pt x="2890165" y="58829"/>
                </a:lnTo>
                <a:lnTo>
                  <a:pt x="2888948" y="59544"/>
                </a:lnTo>
                <a:lnTo>
                  <a:pt x="2887754" y="60284"/>
                </a:lnTo>
                <a:lnTo>
                  <a:pt x="2886584" y="61050"/>
                </a:lnTo>
                <a:lnTo>
                  <a:pt x="2885438" y="61841"/>
                </a:lnTo>
                <a:lnTo>
                  <a:pt x="2884315" y="62658"/>
                </a:lnTo>
                <a:lnTo>
                  <a:pt x="2883216" y="63501"/>
                </a:lnTo>
                <a:lnTo>
                  <a:pt x="2882140" y="64369"/>
                </a:lnTo>
                <a:lnTo>
                  <a:pt x="2881089" y="65263"/>
                </a:lnTo>
                <a:lnTo>
                  <a:pt x="2880060" y="66182"/>
                </a:lnTo>
                <a:lnTo>
                  <a:pt x="2879056" y="67127"/>
                </a:lnTo>
                <a:lnTo>
                  <a:pt x="2878075" y="68098"/>
                </a:lnTo>
                <a:lnTo>
                  <a:pt x="2877118" y="69094"/>
                </a:lnTo>
                <a:lnTo>
                  <a:pt x="2876184" y="70116"/>
                </a:lnTo>
                <a:lnTo>
                  <a:pt x="2875274" y="71164"/>
                </a:lnTo>
                <a:lnTo>
                  <a:pt x="2874388" y="72237"/>
                </a:lnTo>
                <a:lnTo>
                  <a:pt x="2873525" y="73335"/>
                </a:lnTo>
                <a:lnTo>
                  <a:pt x="2872686" y="74460"/>
                </a:lnTo>
                <a:lnTo>
                  <a:pt x="2871871" y="75610"/>
                </a:lnTo>
                <a:lnTo>
                  <a:pt x="2871079" y="76785"/>
                </a:lnTo>
                <a:lnTo>
                  <a:pt x="2870311" y="77986"/>
                </a:lnTo>
                <a:lnTo>
                  <a:pt x="2869566" y="79213"/>
                </a:lnTo>
                <a:lnTo>
                  <a:pt x="2868846" y="80465"/>
                </a:lnTo>
                <a:lnTo>
                  <a:pt x="2868148" y="81743"/>
                </a:lnTo>
                <a:lnTo>
                  <a:pt x="2867477" y="83045"/>
                </a:lnTo>
                <a:lnTo>
                  <a:pt x="2866835" y="84370"/>
                </a:lnTo>
                <a:lnTo>
                  <a:pt x="2866221" y="85717"/>
                </a:lnTo>
                <a:lnTo>
                  <a:pt x="2865635" y="87088"/>
                </a:lnTo>
                <a:lnTo>
                  <a:pt x="2865078" y="88482"/>
                </a:lnTo>
                <a:lnTo>
                  <a:pt x="2864550" y="89898"/>
                </a:lnTo>
                <a:lnTo>
                  <a:pt x="2864050" y="91338"/>
                </a:lnTo>
                <a:lnTo>
                  <a:pt x="2863579" y="92801"/>
                </a:lnTo>
                <a:lnTo>
                  <a:pt x="2863137" y="94286"/>
                </a:lnTo>
                <a:lnTo>
                  <a:pt x="2862722" y="95795"/>
                </a:lnTo>
                <a:lnTo>
                  <a:pt x="2862337" y="97326"/>
                </a:lnTo>
                <a:lnTo>
                  <a:pt x="2861980" y="98881"/>
                </a:lnTo>
                <a:lnTo>
                  <a:pt x="2861652" y="100458"/>
                </a:lnTo>
                <a:lnTo>
                  <a:pt x="2861352" y="102059"/>
                </a:lnTo>
                <a:lnTo>
                  <a:pt x="2861080" y="103682"/>
                </a:lnTo>
                <a:lnTo>
                  <a:pt x="2860838" y="105328"/>
                </a:lnTo>
                <a:lnTo>
                  <a:pt x="2860624" y="106998"/>
                </a:lnTo>
                <a:lnTo>
                  <a:pt x="2860438" y="108690"/>
                </a:lnTo>
                <a:lnTo>
                  <a:pt x="2860281" y="110405"/>
                </a:lnTo>
                <a:lnTo>
                  <a:pt x="2860152" y="112143"/>
                </a:lnTo>
                <a:lnTo>
                  <a:pt x="2860052" y="113905"/>
                </a:lnTo>
                <a:lnTo>
                  <a:pt x="2859981" y="115689"/>
                </a:lnTo>
                <a:lnTo>
                  <a:pt x="2859938" y="117496"/>
                </a:lnTo>
                <a:lnTo>
                  <a:pt x="2859924" y="119326"/>
                </a:lnTo>
                <a:lnTo>
                  <a:pt x="2859938" y="121123"/>
                </a:lnTo>
                <a:lnTo>
                  <a:pt x="2859981" y="122897"/>
                </a:lnTo>
                <a:lnTo>
                  <a:pt x="2860052" y="124649"/>
                </a:lnTo>
                <a:lnTo>
                  <a:pt x="2860152" y="126379"/>
                </a:lnTo>
                <a:lnTo>
                  <a:pt x="2860281" y="128087"/>
                </a:lnTo>
                <a:lnTo>
                  <a:pt x="2860438" y="129772"/>
                </a:lnTo>
                <a:lnTo>
                  <a:pt x="2860624" y="131435"/>
                </a:lnTo>
                <a:lnTo>
                  <a:pt x="2860838" y="133076"/>
                </a:lnTo>
                <a:lnTo>
                  <a:pt x="2861080" y="134695"/>
                </a:lnTo>
                <a:lnTo>
                  <a:pt x="2861352" y="136291"/>
                </a:lnTo>
                <a:lnTo>
                  <a:pt x="2861652" y="137865"/>
                </a:lnTo>
                <a:lnTo>
                  <a:pt x="2861980" y="139417"/>
                </a:lnTo>
                <a:lnTo>
                  <a:pt x="2862337" y="140947"/>
                </a:lnTo>
                <a:lnTo>
                  <a:pt x="2862722" y="142454"/>
                </a:lnTo>
                <a:lnTo>
                  <a:pt x="2863137" y="143939"/>
                </a:lnTo>
                <a:lnTo>
                  <a:pt x="2863579" y="145402"/>
                </a:lnTo>
                <a:lnTo>
                  <a:pt x="2864050" y="146842"/>
                </a:lnTo>
                <a:lnTo>
                  <a:pt x="2864550" y="148260"/>
                </a:lnTo>
                <a:lnTo>
                  <a:pt x="2865078" y="149656"/>
                </a:lnTo>
                <a:lnTo>
                  <a:pt x="2865635" y="151030"/>
                </a:lnTo>
                <a:lnTo>
                  <a:pt x="2866221" y="152381"/>
                </a:lnTo>
                <a:lnTo>
                  <a:pt x="2866835" y="153711"/>
                </a:lnTo>
                <a:lnTo>
                  <a:pt x="2867477" y="155018"/>
                </a:lnTo>
                <a:lnTo>
                  <a:pt x="2868148" y="156302"/>
                </a:lnTo>
                <a:lnTo>
                  <a:pt x="2868846" y="157563"/>
                </a:lnTo>
                <a:lnTo>
                  <a:pt x="2869566" y="158798"/>
                </a:lnTo>
                <a:lnTo>
                  <a:pt x="2870311" y="160009"/>
                </a:lnTo>
                <a:lnTo>
                  <a:pt x="2871079" y="161194"/>
                </a:lnTo>
                <a:lnTo>
                  <a:pt x="2871871" y="162354"/>
                </a:lnTo>
                <a:lnTo>
                  <a:pt x="2872686" y="163489"/>
                </a:lnTo>
                <a:lnTo>
                  <a:pt x="2873525" y="164599"/>
                </a:lnTo>
                <a:lnTo>
                  <a:pt x="2874388" y="165684"/>
                </a:lnTo>
                <a:lnTo>
                  <a:pt x="2875274" y="166744"/>
                </a:lnTo>
                <a:lnTo>
                  <a:pt x="2876184" y="167779"/>
                </a:lnTo>
                <a:lnTo>
                  <a:pt x="2877118" y="168789"/>
                </a:lnTo>
                <a:lnTo>
                  <a:pt x="2878075" y="169773"/>
                </a:lnTo>
                <a:lnTo>
                  <a:pt x="2879056" y="170733"/>
                </a:lnTo>
                <a:lnTo>
                  <a:pt x="2880060" y="171667"/>
                </a:lnTo>
                <a:lnTo>
                  <a:pt x="2881089" y="172576"/>
                </a:lnTo>
                <a:lnTo>
                  <a:pt x="2882140" y="173461"/>
                </a:lnTo>
                <a:lnTo>
                  <a:pt x="2883216" y="174320"/>
                </a:lnTo>
                <a:lnTo>
                  <a:pt x="2884315" y="175154"/>
                </a:lnTo>
                <a:lnTo>
                  <a:pt x="2885438" y="175963"/>
                </a:lnTo>
                <a:lnTo>
                  <a:pt x="2886584" y="176747"/>
                </a:lnTo>
                <a:lnTo>
                  <a:pt x="2887754" y="177506"/>
                </a:lnTo>
                <a:lnTo>
                  <a:pt x="2888948" y="178239"/>
                </a:lnTo>
                <a:lnTo>
                  <a:pt x="2890165" y="178948"/>
                </a:lnTo>
                <a:lnTo>
                  <a:pt x="2891406" y="179631"/>
                </a:lnTo>
                <a:lnTo>
                  <a:pt x="2892667" y="180288"/>
                </a:lnTo>
                <a:lnTo>
                  <a:pt x="2893946" y="180917"/>
                </a:lnTo>
                <a:lnTo>
                  <a:pt x="2895241" y="181518"/>
                </a:lnTo>
                <a:lnTo>
                  <a:pt x="2896554" y="182090"/>
                </a:lnTo>
                <a:lnTo>
                  <a:pt x="2897883" y="182635"/>
                </a:lnTo>
                <a:lnTo>
                  <a:pt x="2899230" y="183152"/>
                </a:lnTo>
                <a:lnTo>
                  <a:pt x="2900594" y="183641"/>
                </a:lnTo>
                <a:lnTo>
                  <a:pt x="2901975" y="184102"/>
                </a:lnTo>
                <a:lnTo>
                  <a:pt x="2903373" y="184535"/>
                </a:lnTo>
                <a:lnTo>
                  <a:pt x="2904788" y="184940"/>
                </a:lnTo>
                <a:lnTo>
                  <a:pt x="2906220" y="185318"/>
                </a:lnTo>
                <a:lnTo>
                  <a:pt x="2907669" y="185667"/>
                </a:lnTo>
                <a:lnTo>
                  <a:pt x="2909136" y="185988"/>
                </a:lnTo>
                <a:lnTo>
                  <a:pt x="2910619" y="186282"/>
                </a:lnTo>
                <a:lnTo>
                  <a:pt x="2912120" y="186547"/>
                </a:lnTo>
                <a:lnTo>
                  <a:pt x="2913637" y="186785"/>
                </a:lnTo>
                <a:lnTo>
                  <a:pt x="2915172" y="186994"/>
                </a:lnTo>
                <a:lnTo>
                  <a:pt x="2916724" y="187176"/>
                </a:lnTo>
                <a:lnTo>
                  <a:pt x="2918293" y="187330"/>
                </a:lnTo>
                <a:lnTo>
                  <a:pt x="2919879" y="187455"/>
                </a:lnTo>
                <a:lnTo>
                  <a:pt x="2921482" y="187553"/>
                </a:lnTo>
                <a:lnTo>
                  <a:pt x="2923102" y="187623"/>
                </a:lnTo>
                <a:lnTo>
                  <a:pt x="2924739" y="187665"/>
                </a:lnTo>
                <a:lnTo>
                  <a:pt x="2926393" y="187679"/>
                </a:lnTo>
                <a:lnTo>
                  <a:pt x="2928070" y="187665"/>
                </a:lnTo>
                <a:lnTo>
                  <a:pt x="2929728" y="187623"/>
                </a:lnTo>
                <a:lnTo>
                  <a:pt x="2931368" y="187553"/>
                </a:lnTo>
                <a:lnTo>
                  <a:pt x="2932991" y="187455"/>
                </a:lnTo>
                <a:lnTo>
                  <a:pt x="2934595" y="187330"/>
                </a:lnTo>
                <a:lnTo>
                  <a:pt x="2936181" y="187176"/>
                </a:lnTo>
                <a:close/>
                <a:moveTo>
                  <a:pt x="2920971" y="160096"/>
                </a:moveTo>
                <a:lnTo>
                  <a:pt x="2920127" y="159970"/>
                </a:lnTo>
                <a:lnTo>
                  <a:pt x="2919300" y="159825"/>
                </a:lnTo>
                <a:lnTo>
                  <a:pt x="2918490" y="159661"/>
                </a:lnTo>
                <a:lnTo>
                  <a:pt x="2917698" y="159477"/>
                </a:lnTo>
                <a:lnTo>
                  <a:pt x="2916922" y="159274"/>
                </a:lnTo>
                <a:lnTo>
                  <a:pt x="2916163" y="159051"/>
                </a:lnTo>
                <a:lnTo>
                  <a:pt x="2915422" y="158810"/>
                </a:lnTo>
                <a:lnTo>
                  <a:pt x="2914698" y="158548"/>
                </a:lnTo>
                <a:lnTo>
                  <a:pt x="2913990" y="158268"/>
                </a:lnTo>
                <a:lnTo>
                  <a:pt x="2913300" y="157968"/>
                </a:lnTo>
                <a:lnTo>
                  <a:pt x="2912627" y="157649"/>
                </a:lnTo>
                <a:lnTo>
                  <a:pt x="2911971" y="157311"/>
                </a:lnTo>
                <a:lnTo>
                  <a:pt x="2911332" y="156953"/>
                </a:lnTo>
                <a:lnTo>
                  <a:pt x="2910711" y="156576"/>
                </a:lnTo>
                <a:lnTo>
                  <a:pt x="2910106" y="156179"/>
                </a:lnTo>
                <a:lnTo>
                  <a:pt x="2909518" y="155763"/>
                </a:lnTo>
                <a:lnTo>
                  <a:pt x="2908948" y="155328"/>
                </a:lnTo>
                <a:lnTo>
                  <a:pt x="2908394" y="154874"/>
                </a:lnTo>
                <a:lnTo>
                  <a:pt x="2907856" y="154403"/>
                </a:lnTo>
                <a:lnTo>
                  <a:pt x="2907331" y="153919"/>
                </a:lnTo>
                <a:lnTo>
                  <a:pt x="2906819" y="153422"/>
                </a:lnTo>
                <a:lnTo>
                  <a:pt x="2906321" y="152912"/>
                </a:lnTo>
                <a:lnTo>
                  <a:pt x="2905836" y="152389"/>
                </a:lnTo>
                <a:lnTo>
                  <a:pt x="2905365" y="151853"/>
                </a:lnTo>
                <a:lnTo>
                  <a:pt x="2904907" y="151303"/>
                </a:lnTo>
                <a:lnTo>
                  <a:pt x="2904462" y="150741"/>
                </a:lnTo>
                <a:lnTo>
                  <a:pt x="2904030" y="150165"/>
                </a:lnTo>
                <a:lnTo>
                  <a:pt x="2903612" y="149576"/>
                </a:lnTo>
                <a:lnTo>
                  <a:pt x="2903207" y="148974"/>
                </a:lnTo>
                <a:lnTo>
                  <a:pt x="2902816" y="148359"/>
                </a:lnTo>
                <a:lnTo>
                  <a:pt x="2902438" y="147731"/>
                </a:lnTo>
                <a:lnTo>
                  <a:pt x="2902073" y="147089"/>
                </a:lnTo>
                <a:lnTo>
                  <a:pt x="2901721" y="146435"/>
                </a:lnTo>
                <a:lnTo>
                  <a:pt x="2901383" y="145767"/>
                </a:lnTo>
                <a:lnTo>
                  <a:pt x="2901058" y="145087"/>
                </a:lnTo>
                <a:lnTo>
                  <a:pt x="2900747" y="144393"/>
                </a:lnTo>
                <a:lnTo>
                  <a:pt x="2900449" y="143686"/>
                </a:lnTo>
                <a:lnTo>
                  <a:pt x="2900164" y="142966"/>
                </a:lnTo>
                <a:lnTo>
                  <a:pt x="2899893" y="142233"/>
                </a:lnTo>
                <a:lnTo>
                  <a:pt x="2899635" y="141486"/>
                </a:lnTo>
                <a:lnTo>
                  <a:pt x="2899390" y="140727"/>
                </a:lnTo>
                <a:lnTo>
                  <a:pt x="2899158" y="139954"/>
                </a:lnTo>
                <a:lnTo>
                  <a:pt x="2898938" y="139172"/>
                </a:lnTo>
                <a:lnTo>
                  <a:pt x="2898728" y="138383"/>
                </a:lnTo>
                <a:lnTo>
                  <a:pt x="2898526" y="137587"/>
                </a:lnTo>
                <a:lnTo>
                  <a:pt x="2898335" y="136784"/>
                </a:lnTo>
                <a:lnTo>
                  <a:pt x="2898152" y="135975"/>
                </a:lnTo>
                <a:lnTo>
                  <a:pt x="2897979" y="135159"/>
                </a:lnTo>
                <a:lnTo>
                  <a:pt x="2897815" y="134337"/>
                </a:lnTo>
                <a:lnTo>
                  <a:pt x="2897660" y="133508"/>
                </a:lnTo>
                <a:lnTo>
                  <a:pt x="2897515" y="132672"/>
                </a:lnTo>
                <a:lnTo>
                  <a:pt x="2897380" y="131829"/>
                </a:lnTo>
                <a:lnTo>
                  <a:pt x="2897253" y="130980"/>
                </a:lnTo>
                <a:lnTo>
                  <a:pt x="2897136" y="130124"/>
                </a:lnTo>
                <a:lnTo>
                  <a:pt x="2897028" y="129261"/>
                </a:lnTo>
                <a:lnTo>
                  <a:pt x="2896930" y="128392"/>
                </a:lnTo>
                <a:lnTo>
                  <a:pt x="2896841" y="127516"/>
                </a:lnTo>
                <a:lnTo>
                  <a:pt x="2896762" y="126633"/>
                </a:lnTo>
                <a:lnTo>
                  <a:pt x="2896691" y="125743"/>
                </a:lnTo>
                <a:lnTo>
                  <a:pt x="2896630" y="124847"/>
                </a:lnTo>
                <a:lnTo>
                  <a:pt x="2896579" y="123944"/>
                </a:lnTo>
                <a:lnTo>
                  <a:pt x="2896537" y="123035"/>
                </a:lnTo>
                <a:lnTo>
                  <a:pt x="2896504" y="122119"/>
                </a:lnTo>
                <a:lnTo>
                  <a:pt x="2896481" y="121196"/>
                </a:lnTo>
                <a:lnTo>
                  <a:pt x="2896467" y="120266"/>
                </a:lnTo>
                <a:lnTo>
                  <a:pt x="2896462" y="119330"/>
                </a:lnTo>
                <a:lnTo>
                  <a:pt x="2896467" y="118371"/>
                </a:lnTo>
                <a:lnTo>
                  <a:pt x="2896481" y="117419"/>
                </a:lnTo>
                <a:lnTo>
                  <a:pt x="2896504" y="116474"/>
                </a:lnTo>
                <a:lnTo>
                  <a:pt x="2896537" y="115536"/>
                </a:lnTo>
                <a:lnTo>
                  <a:pt x="2896579" y="114606"/>
                </a:lnTo>
                <a:lnTo>
                  <a:pt x="2896630" y="113683"/>
                </a:lnTo>
                <a:lnTo>
                  <a:pt x="2896691" y="112767"/>
                </a:lnTo>
                <a:lnTo>
                  <a:pt x="2896762" y="111858"/>
                </a:lnTo>
                <a:lnTo>
                  <a:pt x="2896841" y="110956"/>
                </a:lnTo>
                <a:lnTo>
                  <a:pt x="2896930" y="110061"/>
                </a:lnTo>
                <a:lnTo>
                  <a:pt x="2897028" y="109174"/>
                </a:lnTo>
                <a:lnTo>
                  <a:pt x="2897136" y="108293"/>
                </a:lnTo>
                <a:lnTo>
                  <a:pt x="2897253" y="107420"/>
                </a:lnTo>
                <a:lnTo>
                  <a:pt x="2897380" y="106554"/>
                </a:lnTo>
                <a:lnTo>
                  <a:pt x="2897515" y="105695"/>
                </a:lnTo>
                <a:lnTo>
                  <a:pt x="2897660" y="104844"/>
                </a:lnTo>
                <a:lnTo>
                  <a:pt x="2897815" y="103999"/>
                </a:lnTo>
                <a:lnTo>
                  <a:pt x="2897979" y="103162"/>
                </a:lnTo>
                <a:lnTo>
                  <a:pt x="2898152" y="102332"/>
                </a:lnTo>
                <a:lnTo>
                  <a:pt x="2898335" y="101509"/>
                </a:lnTo>
                <a:lnTo>
                  <a:pt x="2898526" y="100693"/>
                </a:lnTo>
                <a:lnTo>
                  <a:pt x="2898728" y="99884"/>
                </a:lnTo>
                <a:lnTo>
                  <a:pt x="2898938" y="99083"/>
                </a:lnTo>
                <a:lnTo>
                  <a:pt x="2899158" y="98289"/>
                </a:lnTo>
                <a:lnTo>
                  <a:pt x="2899390" y="97505"/>
                </a:lnTo>
                <a:lnTo>
                  <a:pt x="2899635" y="96734"/>
                </a:lnTo>
                <a:lnTo>
                  <a:pt x="2899893" y="95977"/>
                </a:lnTo>
                <a:lnTo>
                  <a:pt x="2900164" y="95233"/>
                </a:lnTo>
                <a:lnTo>
                  <a:pt x="2900449" y="94502"/>
                </a:lnTo>
                <a:lnTo>
                  <a:pt x="2900747" y="93785"/>
                </a:lnTo>
                <a:lnTo>
                  <a:pt x="2901058" y="93081"/>
                </a:lnTo>
                <a:lnTo>
                  <a:pt x="2901383" y="92391"/>
                </a:lnTo>
                <a:lnTo>
                  <a:pt x="2901721" y="91714"/>
                </a:lnTo>
                <a:lnTo>
                  <a:pt x="2902073" y="91050"/>
                </a:lnTo>
                <a:lnTo>
                  <a:pt x="2902438" y="90400"/>
                </a:lnTo>
                <a:lnTo>
                  <a:pt x="2902816" y="89763"/>
                </a:lnTo>
                <a:lnTo>
                  <a:pt x="2903207" y="89139"/>
                </a:lnTo>
                <a:lnTo>
                  <a:pt x="2903612" y="88529"/>
                </a:lnTo>
                <a:lnTo>
                  <a:pt x="2904030" y="87932"/>
                </a:lnTo>
                <a:lnTo>
                  <a:pt x="2904462" y="87349"/>
                </a:lnTo>
                <a:lnTo>
                  <a:pt x="2904907" y="86779"/>
                </a:lnTo>
                <a:lnTo>
                  <a:pt x="2905365" y="86222"/>
                </a:lnTo>
                <a:lnTo>
                  <a:pt x="2905836" y="85679"/>
                </a:lnTo>
                <a:lnTo>
                  <a:pt x="2906321" y="85149"/>
                </a:lnTo>
                <a:lnTo>
                  <a:pt x="2906819" y="84632"/>
                </a:lnTo>
                <a:lnTo>
                  <a:pt x="2907331" y="84129"/>
                </a:lnTo>
                <a:lnTo>
                  <a:pt x="2907856" y="83639"/>
                </a:lnTo>
                <a:lnTo>
                  <a:pt x="2908394" y="83163"/>
                </a:lnTo>
                <a:lnTo>
                  <a:pt x="2908948" y="82703"/>
                </a:lnTo>
                <a:lnTo>
                  <a:pt x="2909518" y="82262"/>
                </a:lnTo>
                <a:lnTo>
                  <a:pt x="2910106" y="81842"/>
                </a:lnTo>
                <a:lnTo>
                  <a:pt x="2910711" y="81440"/>
                </a:lnTo>
                <a:lnTo>
                  <a:pt x="2911332" y="81059"/>
                </a:lnTo>
                <a:lnTo>
                  <a:pt x="2911971" y="80696"/>
                </a:lnTo>
                <a:lnTo>
                  <a:pt x="2912627" y="80354"/>
                </a:lnTo>
                <a:lnTo>
                  <a:pt x="2913300" y="80031"/>
                </a:lnTo>
                <a:lnTo>
                  <a:pt x="2913990" y="79728"/>
                </a:lnTo>
                <a:lnTo>
                  <a:pt x="2914698" y="79444"/>
                </a:lnTo>
                <a:lnTo>
                  <a:pt x="2915422" y="79179"/>
                </a:lnTo>
                <a:lnTo>
                  <a:pt x="2916163" y="78935"/>
                </a:lnTo>
                <a:lnTo>
                  <a:pt x="2916922" y="78710"/>
                </a:lnTo>
                <a:lnTo>
                  <a:pt x="2917698" y="78504"/>
                </a:lnTo>
                <a:lnTo>
                  <a:pt x="2918490" y="78318"/>
                </a:lnTo>
                <a:lnTo>
                  <a:pt x="2919300" y="78152"/>
                </a:lnTo>
                <a:lnTo>
                  <a:pt x="2920127" y="78005"/>
                </a:lnTo>
                <a:lnTo>
                  <a:pt x="2920971" y="77878"/>
                </a:lnTo>
                <a:lnTo>
                  <a:pt x="2921832" y="77770"/>
                </a:lnTo>
                <a:lnTo>
                  <a:pt x="2922710" y="77682"/>
                </a:lnTo>
                <a:lnTo>
                  <a:pt x="2923605" y="77613"/>
                </a:lnTo>
                <a:lnTo>
                  <a:pt x="2924518" y="77565"/>
                </a:lnTo>
                <a:lnTo>
                  <a:pt x="2925447" y="77535"/>
                </a:lnTo>
                <a:lnTo>
                  <a:pt x="2926393" y="77525"/>
                </a:lnTo>
                <a:lnTo>
                  <a:pt x="2927362" y="77535"/>
                </a:lnTo>
                <a:lnTo>
                  <a:pt x="2928313" y="77565"/>
                </a:lnTo>
                <a:lnTo>
                  <a:pt x="2929247" y="77613"/>
                </a:lnTo>
                <a:lnTo>
                  <a:pt x="2930163" y="77682"/>
                </a:lnTo>
                <a:lnTo>
                  <a:pt x="2931062" y="77770"/>
                </a:lnTo>
                <a:lnTo>
                  <a:pt x="2931942" y="77878"/>
                </a:lnTo>
                <a:lnTo>
                  <a:pt x="2932806" y="78005"/>
                </a:lnTo>
                <a:lnTo>
                  <a:pt x="2933652" y="78152"/>
                </a:lnTo>
                <a:lnTo>
                  <a:pt x="2934480" y="78318"/>
                </a:lnTo>
                <a:lnTo>
                  <a:pt x="2935291" y="78504"/>
                </a:lnTo>
                <a:lnTo>
                  <a:pt x="2936084" y="78710"/>
                </a:lnTo>
                <a:lnTo>
                  <a:pt x="2936859" y="78935"/>
                </a:lnTo>
                <a:lnTo>
                  <a:pt x="2937617" y="79179"/>
                </a:lnTo>
                <a:lnTo>
                  <a:pt x="2938358" y="79444"/>
                </a:lnTo>
                <a:lnTo>
                  <a:pt x="2939081" y="79728"/>
                </a:lnTo>
                <a:lnTo>
                  <a:pt x="2939786" y="80031"/>
                </a:lnTo>
                <a:lnTo>
                  <a:pt x="2940474" y="80354"/>
                </a:lnTo>
                <a:lnTo>
                  <a:pt x="2941144" y="80696"/>
                </a:lnTo>
                <a:lnTo>
                  <a:pt x="2941797" y="81059"/>
                </a:lnTo>
                <a:lnTo>
                  <a:pt x="2942432" y="81440"/>
                </a:lnTo>
                <a:lnTo>
                  <a:pt x="2943050" y="81842"/>
                </a:lnTo>
                <a:lnTo>
                  <a:pt x="2943650" y="82262"/>
                </a:lnTo>
                <a:lnTo>
                  <a:pt x="2944232" y="82703"/>
                </a:lnTo>
                <a:lnTo>
                  <a:pt x="2944797" y="83163"/>
                </a:lnTo>
                <a:lnTo>
                  <a:pt x="2945347" y="83639"/>
                </a:lnTo>
                <a:lnTo>
                  <a:pt x="2945882" y="84129"/>
                </a:lnTo>
                <a:lnTo>
                  <a:pt x="2946405" y="84632"/>
                </a:lnTo>
                <a:lnTo>
                  <a:pt x="2946913" y="85149"/>
                </a:lnTo>
                <a:lnTo>
                  <a:pt x="2947408" y="85679"/>
                </a:lnTo>
                <a:lnTo>
                  <a:pt x="2947890" y="86222"/>
                </a:lnTo>
                <a:lnTo>
                  <a:pt x="2948358" y="86779"/>
                </a:lnTo>
                <a:lnTo>
                  <a:pt x="2948812" y="87349"/>
                </a:lnTo>
                <a:lnTo>
                  <a:pt x="2949253" y="87932"/>
                </a:lnTo>
                <a:lnTo>
                  <a:pt x="2949680" y="88529"/>
                </a:lnTo>
                <a:lnTo>
                  <a:pt x="2950094" y="89139"/>
                </a:lnTo>
                <a:lnTo>
                  <a:pt x="2950494" y="89763"/>
                </a:lnTo>
                <a:lnTo>
                  <a:pt x="2950880" y="90400"/>
                </a:lnTo>
                <a:lnTo>
                  <a:pt x="2951253" y="91050"/>
                </a:lnTo>
                <a:lnTo>
                  <a:pt x="2951612" y="91714"/>
                </a:lnTo>
                <a:lnTo>
                  <a:pt x="2951958" y="92391"/>
                </a:lnTo>
                <a:lnTo>
                  <a:pt x="2952290" y="93081"/>
                </a:lnTo>
                <a:lnTo>
                  <a:pt x="2952609" y="93785"/>
                </a:lnTo>
                <a:lnTo>
                  <a:pt x="2952914" y="94502"/>
                </a:lnTo>
                <a:lnTo>
                  <a:pt x="2953205" y="95233"/>
                </a:lnTo>
                <a:lnTo>
                  <a:pt x="2953483" y="95977"/>
                </a:lnTo>
                <a:lnTo>
                  <a:pt x="2953747" y="96734"/>
                </a:lnTo>
                <a:lnTo>
                  <a:pt x="2953998" y="97505"/>
                </a:lnTo>
                <a:lnTo>
                  <a:pt x="2954235" y="98289"/>
                </a:lnTo>
                <a:lnTo>
                  <a:pt x="2954461" y="99083"/>
                </a:lnTo>
                <a:lnTo>
                  <a:pt x="2954677" y="99884"/>
                </a:lnTo>
                <a:lnTo>
                  <a:pt x="2954883" y="100693"/>
                </a:lnTo>
                <a:lnTo>
                  <a:pt x="2955080" y="101509"/>
                </a:lnTo>
                <a:lnTo>
                  <a:pt x="2955267" y="102332"/>
                </a:lnTo>
                <a:lnTo>
                  <a:pt x="2955444" y="103162"/>
                </a:lnTo>
                <a:lnTo>
                  <a:pt x="2955612" y="103999"/>
                </a:lnTo>
                <a:lnTo>
                  <a:pt x="2955771" y="104844"/>
                </a:lnTo>
                <a:lnTo>
                  <a:pt x="2955919" y="105695"/>
                </a:lnTo>
                <a:lnTo>
                  <a:pt x="2956059" y="106554"/>
                </a:lnTo>
                <a:lnTo>
                  <a:pt x="2956188" y="107420"/>
                </a:lnTo>
                <a:lnTo>
                  <a:pt x="2956308" y="108293"/>
                </a:lnTo>
                <a:lnTo>
                  <a:pt x="2956419" y="109174"/>
                </a:lnTo>
                <a:lnTo>
                  <a:pt x="2956519" y="110061"/>
                </a:lnTo>
                <a:lnTo>
                  <a:pt x="2956610" y="110956"/>
                </a:lnTo>
                <a:lnTo>
                  <a:pt x="2956692" y="111858"/>
                </a:lnTo>
                <a:lnTo>
                  <a:pt x="2956764" y="112767"/>
                </a:lnTo>
                <a:lnTo>
                  <a:pt x="2956826" y="113683"/>
                </a:lnTo>
                <a:lnTo>
                  <a:pt x="2956879" y="114606"/>
                </a:lnTo>
                <a:lnTo>
                  <a:pt x="2956922" y="115536"/>
                </a:lnTo>
                <a:lnTo>
                  <a:pt x="2956956" y="116474"/>
                </a:lnTo>
                <a:lnTo>
                  <a:pt x="2956980" y="117419"/>
                </a:lnTo>
                <a:lnTo>
                  <a:pt x="2956994" y="118371"/>
                </a:lnTo>
                <a:lnTo>
                  <a:pt x="2956999" y="119330"/>
                </a:lnTo>
                <a:lnTo>
                  <a:pt x="2956994" y="120266"/>
                </a:lnTo>
                <a:lnTo>
                  <a:pt x="2956980" y="121196"/>
                </a:lnTo>
                <a:lnTo>
                  <a:pt x="2956956" y="122119"/>
                </a:lnTo>
                <a:lnTo>
                  <a:pt x="2956922" y="123035"/>
                </a:lnTo>
                <a:lnTo>
                  <a:pt x="2956879" y="123944"/>
                </a:lnTo>
                <a:lnTo>
                  <a:pt x="2956826" y="124847"/>
                </a:lnTo>
                <a:lnTo>
                  <a:pt x="2956764" y="125743"/>
                </a:lnTo>
                <a:lnTo>
                  <a:pt x="2956692" y="126633"/>
                </a:lnTo>
                <a:lnTo>
                  <a:pt x="2956610" y="127516"/>
                </a:lnTo>
                <a:lnTo>
                  <a:pt x="2956519" y="128392"/>
                </a:lnTo>
                <a:lnTo>
                  <a:pt x="2956419" y="129261"/>
                </a:lnTo>
                <a:lnTo>
                  <a:pt x="2956308" y="130124"/>
                </a:lnTo>
                <a:lnTo>
                  <a:pt x="2956188" y="130980"/>
                </a:lnTo>
                <a:lnTo>
                  <a:pt x="2956059" y="131829"/>
                </a:lnTo>
                <a:lnTo>
                  <a:pt x="2955919" y="132672"/>
                </a:lnTo>
                <a:lnTo>
                  <a:pt x="2955771" y="133508"/>
                </a:lnTo>
                <a:lnTo>
                  <a:pt x="2955612" y="134337"/>
                </a:lnTo>
                <a:lnTo>
                  <a:pt x="2955444" y="135159"/>
                </a:lnTo>
                <a:lnTo>
                  <a:pt x="2955267" y="135975"/>
                </a:lnTo>
                <a:lnTo>
                  <a:pt x="2955080" y="136784"/>
                </a:lnTo>
                <a:lnTo>
                  <a:pt x="2954883" y="137587"/>
                </a:lnTo>
                <a:lnTo>
                  <a:pt x="2954677" y="138383"/>
                </a:lnTo>
                <a:lnTo>
                  <a:pt x="2954461" y="139172"/>
                </a:lnTo>
                <a:lnTo>
                  <a:pt x="2954235" y="139954"/>
                </a:lnTo>
                <a:lnTo>
                  <a:pt x="2953998" y="140727"/>
                </a:lnTo>
                <a:lnTo>
                  <a:pt x="2953747" y="141486"/>
                </a:lnTo>
                <a:lnTo>
                  <a:pt x="2953483" y="142233"/>
                </a:lnTo>
                <a:lnTo>
                  <a:pt x="2953205" y="142966"/>
                </a:lnTo>
                <a:lnTo>
                  <a:pt x="2952914" y="143686"/>
                </a:lnTo>
                <a:lnTo>
                  <a:pt x="2952609" y="144393"/>
                </a:lnTo>
                <a:lnTo>
                  <a:pt x="2952290" y="145087"/>
                </a:lnTo>
                <a:lnTo>
                  <a:pt x="2951958" y="145767"/>
                </a:lnTo>
                <a:lnTo>
                  <a:pt x="2951612" y="146435"/>
                </a:lnTo>
                <a:lnTo>
                  <a:pt x="2951253" y="147089"/>
                </a:lnTo>
                <a:lnTo>
                  <a:pt x="2950880" y="147731"/>
                </a:lnTo>
                <a:lnTo>
                  <a:pt x="2950494" y="148359"/>
                </a:lnTo>
                <a:lnTo>
                  <a:pt x="2950094" y="148974"/>
                </a:lnTo>
                <a:lnTo>
                  <a:pt x="2949680" y="149576"/>
                </a:lnTo>
                <a:lnTo>
                  <a:pt x="2949253" y="150165"/>
                </a:lnTo>
                <a:lnTo>
                  <a:pt x="2948812" y="150741"/>
                </a:lnTo>
                <a:lnTo>
                  <a:pt x="2948358" y="151303"/>
                </a:lnTo>
                <a:lnTo>
                  <a:pt x="2947890" y="151853"/>
                </a:lnTo>
                <a:lnTo>
                  <a:pt x="2947408" y="152389"/>
                </a:lnTo>
                <a:lnTo>
                  <a:pt x="2946913" y="152912"/>
                </a:lnTo>
                <a:lnTo>
                  <a:pt x="2946405" y="153422"/>
                </a:lnTo>
                <a:lnTo>
                  <a:pt x="2945882" y="153919"/>
                </a:lnTo>
                <a:lnTo>
                  <a:pt x="2945347" y="154403"/>
                </a:lnTo>
                <a:lnTo>
                  <a:pt x="2944797" y="154874"/>
                </a:lnTo>
                <a:lnTo>
                  <a:pt x="2944232" y="155328"/>
                </a:lnTo>
                <a:lnTo>
                  <a:pt x="2943650" y="155763"/>
                </a:lnTo>
                <a:lnTo>
                  <a:pt x="2943050" y="156179"/>
                </a:lnTo>
                <a:lnTo>
                  <a:pt x="2942432" y="156576"/>
                </a:lnTo>
                <a:lnTo>
                  <a:pt x="2941797" y="156953"/>
                </a:lnTo>
                <a:lnTo>
                  <a:pt x="2941144" y="157311"/>
                </a:lnTo>
                <a:lnTo>
                  <a:pt x="2940474" y="157649"/>
                </a:lnTo>
                <a:lnTo>
                  <a:pt x="2939786" y="157968"/>
                </a:lnTo>
                <a:lnTo>
                  <a:pt x="2939081" y="158268"/>
                </a:lnTo>
                <a:lnTo>
                  <a:pt x="2938358" y="158548"/>
                </a:lnTo>
                <a:lnTo>
                  <a:pt x="2937617" y="158810"/>
                </a:lnTo>
                <a:lnTo>
                  <a:pt x="2936859" y="159051"/>
                </a:lnTo>
                <a:lnTo>
                  <a:pt x="2936084" y="159274"/>
                </a:lnTo>
                <a:lnTo>
                  <a:pt x="2935291" y="159477"/>
                </a:lnTo>
                <a:lnTo>
                  <a:pt x="2934480" y="159661"/>
                </a:lnTo>
                <a:lnTo>
                  <a:pt x="2933652" y="159825"/>
                </a:lnTo>
                <a:lnTo>
                  <a:pt x="2932806" y="159970"/>
                </a:lnTo>
                <a:lnTo>
                  <a:pt x="2931942" y="160096"/>
                </a:lnTo>
                <a:lnTo>
                  <a:pt x="2931062" y="160202"/>
                </a:lnTo>
                <a:lnTo>
                  <a:pt x="2930163" y="160289"/>
                </a:lnTo>
                <a:lnTo>
                  <a:pt x="2929247" y="160357"/>
                </a:lnTo>
                <a:lnTo>
                  <a:pt x="2928313" y="160405"/>
                </a:lnTo>
                <a:lnTo>
                  <a:pt x="2927362" y="160434"/>
                </a:lnTo>
                <a:lnTo>
                  <a:pt x="2926393" y="160444"/>
                </a:lnTo>
                <a:lnTo>
                  <a:pt x="2925447" y="160434"/>
                </a:lnTo>
                <a:lnTo>
                  <a:pt x="2924518" y="160405"/>
                </a:lnTo>
                <a:lnTo>
                  <a:pt x="2923605" y="160357"/>
                </a:lnTo>
                <a:lnTo>
                  <a:pt x="2922710" y="160289"/>
                </a:lnTo>
                <a:lnTo>
                  <a:pt x="2921832" y="160202"/>
                </a:lnTo>
                <a:lnTo>
                  <a:pt x="2920971" y="160096"/>
                </a:lnTo>
                <a:close/>
                <a:moveTo>
                  <a:pt x="3152636" y="233390"/>
                </a:moveTo>
                <a:lnTo>
                  <a:pt x="3153758" y="233333"/>
                </a:lnTo>
                <a:lnTo>
                  <a:pt x="3154863" y="233265"/>
                </a:lnTo>
                <a:lnTo>
                  <a:pt x="3155952" y="233187"/>
                </a:lnTo>
                <a:lnTo>
                  <a:pt x="3157024" y="233099"/>
                </a:lnTo>
                <a:lnTo>
                  <a:pt x="3158080" y="233000"/>
                </a:lnTo>
                <a:lnTo>
                  <a:pt x="3159119" y="232891"/>
                </a:lnTo>
                <a:lnTo>
                  <a:pt x="3160141" y="232771"/>
                </a:lnTo>
                <a:lnTo>
                  <a:pt x="3161147" y="232641"/>
                </a:lnTo>
                <a:lnTo>
                  <a:pt x="3162136" y="232501"/>
                </a:lnTo>
                <a:lnTo>
                  <a:pt x="3163108" y="232350"/>
                </a:lnTo>
                <a:lnTo>
                  <a:pt x="3164064" y="232189"/>
                </a:lnTo>
                <a:lnTo>
                  <a:pt x="3165003" y="232017"/>
                </a:lnTo>
                <a:lnTo>
                  <a:pt x="3165926" y="231835"/>
                </a:lnTo>
                <a:lnTo>
                  <a:pt x="3166832" y="231642"/>
                </a:lnTo>
                <a:lnTo>
                  <a:pt x="3167721" y="231440"/>
                </a:lnTo>
                <a:lnTo>
                  <a:pt x="3168594" y="231226"/>
                </a:lnTo>
                <a:lnTo>
                  <a:pt x="3169450" y="231003"/>
                </a:lnTo>
                <a:lnTo>
                  <a:pt x="3170290" y="230769"/>
                </a:lnTo>
                <a:lnTo>
                  <a:pt x="3171112" y="230524"/>
                </a:lnTo>
                <a:lnTo>
                  <a:pt x="3171922" y="230267"/>
                </a:lnTo>
                <a:lnTo>
                  <a:pt x="3172721" y="229993"/>
                </a:lnTo>
                <a:lnTo>
                  <a:pt x="3173509" y="229702"/>
                </a:lnTo>
                <a:lnTo>
                  <a:pt x="3174286" y="229395"/>
                </a:lnTo>
                <a:lnTo>
                  <a:pt x="3175054" y="229071"/>
                </a:lnTo>
                <a:lnTo>
                  <a:pt x="3175810" y="228731"/>
                </a:lnTo>
                <a:lnTo>
                  <a:pt x="3176556" y="228374"/>
                </a:lnTo>
                <a:lnTo>
                  <a:pt x="3177292" y="228001"/>
                </a:lnTo>
                <a:lnTo>
                  <a:pt x="3178017" y="227611"/>
                </a:lnTo>
                <a:lnTo>
                  <a:pt x="3178732" y="227205"/>
                </a:lnTo>
                <a:lnTo>
                  <a:pt x="3179436" y="226782"/>
                </a:lnTo>
                <a:lnTo>
                  <a:pt x="3180129" y="226343"/>
                </a:lnTo>
                <a:lnTo>
                  <a:pt x="3180812" y="225887"/>
                </a:lnTo>
                <a:lnTo>
                  <a:pt x="3181484" y="225414"/>
                </a:lnTo>
                <a:lnTo>
                  <a:pt x="3182146" y="224925"/>
                </a:lnTo>
                <a:lnTo>
                  <a:pt x="3182797" y="224420"/>
                </a:lnTo>
                <a:lnTo>
                  <a:pt x="3183438" y="223898"/>
                </a:lnTo>
                <a:lnTo>
                  <a:pt x="3184068" y="223359"/>
                </a:lnTo>
                <a:lnTo>
                  <a:pt x="3184688" y="222804"/>
                </a:lnTo>
                <a:lnTo>
                  <a:pt x="3185297" y="222232"/>
                </a:lnTo>
                <a:lnTo>
                  <a:pt x="3185896" y="221644"/>
                </a:lnTo>
                <a:lnTo>
                  <a:pt x="3186484" y="221039"/>
                </a:lnTo>
                <a:lnTo>
                  <a:pt x="3187062" y="220418"/>
                </a:lnTo>
                <a:lnTo>
                  <a:pt x="3187629" y="219780"/>
                </a:lnTo>
                <a:lnTo>
                  <a:pt x="3188188" y="219123"/>
                </a:lnTo>
                <a:lnTo>
                  <a:pt x="3188741" y="218445"/>
                </a:lnTo>
                <a:lnTo>
                  <a:pt x="3189289" y="217744"/>
                </a:lnTo>
                <a:lnTo>
                  <a:pt x="3189831" y="217022"/>
                </a:lnTo>
                <a:lnTo>
                  <a:pt x="3190367" y="216278"/>
                </a:lnTo>
                <a:lnTo>
                  <a:pt x="3190898" y="215513"/>
                </a:lnTo>
                <a:lnTo>
                  <a:pt x="3191424" y="214725"/>
                </a:lnTo>
                <a:lnTo>
                  <a:pt x="3191943" y="213916"/>
                </a:lnTo>
                <a:lnTo>
                  <a:pt x="3192457" y="213085"/>
                </a:lnTo>
                <a:lnTo>
                  <a:pt x="3192966" y="212233"/>
                </a:lnTo>
                <a:lnTo>
                  <a:pt x="3193468" y="211359"/>
                </a:lnTo>
                <a:lnTo>
                  <a:pt x="3193966" y="210462"/>
                </a:lnTo>
                <a:lnTo>
                  <a:pt x="3194457" y="209545"/>
                </a:lnTo>
                <a:lnTo>
                  <a:pt x="3194943" y="208605"/>
                </a:lnTo>
                <a:lnTo>
                  <a:pt x="3195423" y="207644"/>
                </a:lnTo>
                <a:lnTo>
                  <a:pt x="3195898" y="206661"/>
                </a:lnTo>
                <a:lnTo>
                  <a:pt x="3196367" y="205656"/>
                </a:lnTo>
                <a:lnTo>
                  <a:pt x="3196831" y="204630"/>
                </a:lnTo>
                <a:lnTo>
                  <a:pt x="3197289" y="203581"/>
                </a:lnTo>
                <a:lnTo>
                  <a:pt x="3197741" y="202511"/>
                </a:lnTo>
                <a:lnTo>
                  <a:pt x="3198187" y="201420"/>
                </a:lnTo>
                <a:lnTo>
                  <a:pt x="3198628" y="200306"/>
                </a:lnTo>
                <a:lnTo>
                  <a:pt x="3199064" y="199171"/>
                </a:lnTo>
                <a:lnTo>
                  <a:pt x="3199493" y="198014"/>
                </a:lnTo>
                <a:lnTo>
                  <a:pt x="3204347" y="184818"/>
                </a:lnTo>
                <a:lnTo>
                  <a:pt x="3251671" y="52043"/>
                </a:lnTo>
                <a:lnTo>
                  <a:pt x="3215538" y="52043"/>
                </a:lnTo>
                <a:lnTo>
                  <a:pt x="3185876" y="150585"/>
                </a:lnTo>
                <a:lnTo>
                  <a:pt x="3152574" y="52043"/>
                </a:lnTo>
                <a:lnTo>
                  <a:pt x="3115362" y="52043"/>
                </a:lnTo>
                <a:lnTo>
                  <a:pt x="3166596" y="185252"/>
                </a:lnTo>
                <a:lnTo>
                  <a:pt x="3163630" y="192398"/>
                </a:lnTo>
                <a:lnTo>
                  <a:pt x="3163422" y="192931"/>
                </a:lnTo>
                <a:lnTo>
                  <a:pt x="3163205" y="193451"/>
                </a:lnTo>
                <a:lnTo>
                  <a:pt x="3162978" y="193959"/>
                </a:lnTo>
                <a:lnTo>
                  <a:pt x="3162740" y="194454"/>
                </a:lnTo>
                <a:lnTo>
                  <a:pt x="3162493" y="194936"/>
                </a:lnTo>
                <a:lnTo>
                  <a:pt x="3162235" y="195406"/>
                </a:lnTo>
                <a:lnTo>
                  <a:pt x="3161967" y="195863"/>
                </a:lnTo>
                <a:lnTo>
                  <a:pt x="3161690" y="196308"/>
                </a:lnTo>
                <a:lnTo>
                  <a:pt x="3161402" y="196740"/>
                </a:lnTo>
                <a:lnTo>
                  <a:pt x="3161104" y="197159"/>
                </a:lnTo>
                <a:lnTo>
                  <a:pt x="3160796" y="197565"/>
                </a:lnTo>
                <a:lnTo>
                  <a:pt x="3160478" y="197959"/>
                </a:lnTo>
                <a:lnTo>
                  <a:pt x="3160150" y="198341"/>
                </a:lnTo>
                <a:lnTo>
                  <a:pt x="3159812" y="198709"/>
                </a:lnTo>
                <a:lnTo>
                  <a:pt x="3159464" y="199065"/>
                </a:lnTo>
                <a:lnTo>
                  <a:pt x="3159105" y="199409"/>
                </a:lnTo>
                <a:lnTo>
                  <a:pt x="3158737" y="199740"/>
                </a:lnTo>
                <a:lnTo>
                  <a:pt x="3158359" y="200058"/>
                </a:lnTo>
                <a:lnTo>
                  <a:pt x="3157970" y="200363"/>
                </a:lnTo>
                <a:lnTo>
                  <a:pt x="3157572" y="200656"/>
                </a:lnTo>
                <a:lnTo>
                  <a:pt x="3157163" y="200936"/>
                </a:lnTo>
                <a:lnTo>
                  <a:pt x="3156745" y="201204"/>
                </a:lnTo>
                <a:lnTo>
                  <a:pt x="3156316" y="201459"/>
                </a:lnTo>
                <a:lnTo>
                  <a:pt x="3155877" y="201701"/>
                </a:lnTo>
                <a:lnTo>
                  <a:pt x="3155429" y="201932"/>
                </a:lnTo>
                <a:lnTo>
                  <a:pt x="3154971" y="202153"/>
                </a:lnTo>
                <a:lnTo>
                  <a:pt x="3154505" y="202364"/>
                </a:lnTo>
                <a:lnTo>
                  <a:pt x="3154029" y="202566"/>
                </a:lnTo>
                <a:lnTo>
                  <a:pt x="3153544" y="202758"/>
                </a:lnTo>
                <a:lnTo>
                  <a:pt x="3153050" y="202940"/>
                </a:lnTo>
                <a:lnTo>
                  <a:pt x="3152547" y="203112"/>
                </a:lnTo>
                <a:lnTo>
                  <a:pt x="3152034" y="203274"/>
                </a:lnTo>
                <a:lnTo>
                  <a:pt x="3151513" y="203426"/>
                </a:lnTo>
                <a:lnTo>
                  <a:pt x="3150983" y="203569"/>
                </a:lnTo>
                <a:lnTo>
                  <a:pt x="3150443" y="203701"/>
                </a:lnTo>
                <a:lnTo>
                  <a:pt x="3149894" y="203824"/>
                </a:lnTo>
                <a:lnTo>
                  <a:pt x="3149336" y="203937"/>
                </a:lnTo>
                <a:lnTo>
                  <a:pt x="3148769" y="204041"/>
                </a:lnTo>
                <a:lnTo>
                  <a:pt x="3148193" y="204134"/>
                </a:lnTo>
                <a:lnTo>
                  <a:pt x="3147608" y="204218"/>
                </a:lnTo>
                <a:lnTo>
                  <a:pt x="3147013" y="204291"/>
                </a:lnTo>
                <a:lnTo>
                  <a:pt x="3146410" y="204355"/>
                </a:lnTo>
                <a:lnTo>
                  <a:pt x="3145797" y="204409"/>
                </a:lnTo>
                <a:lnTo>
                  <a:pt x="3145175" y="204454"/>
                </a:lnTo>
                <a:lnTo>
                  <a:pt x="3144544" y="204488"/>
                </a:lnTo>
                <a:lnTo>
                  <a:pt x="3143904" y="204513"/>
                </a:lnTo>
                <a:lnTo>
                  <a:pt x="3143255" y="204527"/>
                </a:lnTo>
                <a:lnTo>
                  <a:pt x="3142597" y="204532"/>
                </a:lnTo>
                <a:lnTo>
                  <a:pt x="3130732" y="204532"/>
                </a:lnTo>
                <a:lnTo>
                  <a:pt x="3130732" y="233520"/>
                </a:lnTo>
                <a:lnTo>
                  <a:pt x="3146776" y="233520"/>
                </a:lnTo>
                <a:lnTo>
                  <a:pt x="3147981" y="233515"/>
                </a:lnTo>
                <a:lnTo>
                  <a:pt x="3149170" y="233499"/>
                </a:lnTo>
                <a:lnTo>
                  <a:pt x="3150342" y="233473"/>
                </a:lnTo>
                <a:lnTo>
                  <a:pt x="3151497" y="233437"/>
                </a:lnTo>
                <a:lnTo>
                  <a:pt x="3152636" y="23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8389F-1651-4D0E-AD63-D70599B4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831" y="1126762"/>
            <a:ext cx="1284403" cy="213370"/>
          </a:xfrm>
          <a:custGeom xmlns:a="http://schemas.openxmlformats.org/drawingml/2006/main">
            <a:pathLst>
              <a:path w="1284403" h="213370">
                <a:moveTo>
                  <a:pt x="1087378" y="169085"/>
                </a:moveTo>
                <a:lnTo>
                  <a:pt x="1086240" y="170070"/>
                </a:lnTo>
                <a:lnTo>
                  <a:pt x="1085173" y="171126"/>
                </a:lnTo>
                <a:lnTo>
                  <a:pt x="1084178" y="172247"/>
                </a:lnTo>
                <a:lnTo>
                  <a:pt x="1083257" y="173428"/>
                </a:lnTo>
                <a:lnTo>
                  <a:pt x="1082413" y="174664"/>
                </a:lnTo>
                <a:lnTo>
                  <a:pt x="1081647" y="175949"/>
                </a:lnTo>
                <a:lnTo>
                  <a:pt x="1080961" y="177277"/>
                </a:lnTo>
                <a:lnTo>
                  <a:pt x="1080357" y="178644"/>
                </a:lnTo>
                <a:lnTo>
                  <a:pt x="1079836" y="180043"/>
                </a:lnTo>
                <a:lnTo>
                  <a:pt x="1079401" y="181469"/>
                </a:lnTo>
                <a:lnTo>
                  <a:pt x="1079052" y="182917"/>
                </a:lnTo>
                <a:lnTo>
                  <a:pt x="1078793" y="184382"/>
                </a:lnTo>
                <a:lnTo>
                  <a:pt x="1078624" y="185857"/>
                </a:lnTo>
                <a:lnTo>
                  <a:pt x="1078548" y="187338"/>
                </a:lnTo>
                <a:lnTo>
                  <a:pt x="1078567" y="188819"/>
                </a:lnTo>
                <a:lnTo>
                  <a:pt x="1078682" y="190294"/>
                </a:lnTo>
                <a:lnTo>
                  <a:pt x="1078894" y="191759"/>
                </a:lnTo>
                <a:lnTo>
                  <a:pt x="1079207" y="193207"/>
                </a:lnTo>
                <a:lnTo>
                  <a:pt x="1079621" y="194633"/>
                </a:lnTo>
                <a:lnTo>
                  <a:pt x="1080139" y="196032"/>
                </a:lnTo>
                <a:lnTo>
                  <a:pt x="1080762" y="197399"/>
                </a:lnTo>
                <a:lnTo>
                  <a:pt x="1081492" y="198727"/>
                </a:lnTo>
                <a:lnTo>
                  <a:pt x="1082320" y="200001"/>
                </a:lnTo>
                <a:lnTo>
                  <a:pt x="1083228" y="201209"/>
                </a:lnTo>
                <a:lnTo>
                  <a:pt x="1084214" y="202347"/>
                </a:lnTo>
                <a:lnTo>
                  <a:pt x="1085269" y="203414"/>
                </a:lnTo>
                <a:lnTo>
                  <a:pt x="1086391" y="204409"/>
                </a:lnTo>
                <a:lnTo>
                  <a:pt x="1087572" y="205329"/>
                </a:lnTo>
                <a:lnTo>
                  <a:pt x="1088808" y="206173"/>
                </a:lnTo>
                <a:lnTo>
                  <a:pt x="1090092" y="206939"/>
                </a:lnTo>
                <a:lnTo>
                  <a:pt x="1091421" y="207625"/>
                </a:lnTo>
                <a:lnTo>
                  <a:pt x="1092787" y="208230"/>
                </a:lnTo>
                <a:lnTo>
                  <a:pt x="1094186" y="208751"/>
                </a:lnTo>
                <a:lnTo>
                  <a:pt x="1095613" y="209186"/>
                </a:lnTo>
                <a:lnTo>
                  <a:pt x="1097061" y="209535"/>
                </a:lnTo>
                <a:lnTo>
                  <a:pt x="1098525" y="209794"/>
                </a:lnTo>
                <a:lnTo>
                  <a:pt x="1100001" y="209962"/>
                </a:lnTo>
                <a:lnTo>
                  <a:pt x="1101481" y="210038"/>
                </a:lnTo>
                <a:lnTo>
                  <a:pt x="1102962" y="210020"/>
                </a:lnTo>
                <a:lnTo>
                  <a:pt x="1104438" y="209905"/>
                </a:lnTo>
                <a:lnTo>
                  <a:pt x="1105902" y="209692"/>
                </a:lnTo>
                <a:lnTo>
                  <a:pt x="1107350" y="209380"/>
                </a:lnTo>
                <a:lnTo>
                  <a:pt x="1108777" y="208966"/>
                </a:lnTo>
                <a:lnTo>
                  <a:pt x="1110176" y="208448"/>
                </a:lnTo>
                <a:lnTo>
                  <a:pt x="1111542" y="207825"/>
                </a:lnTo>
                <a:lnTo>
                  <a:pt x="1112870" y="207094"/>
                </a:lnTo>
                <a:lnTo>
                  <a:pt x="1284403" y="106685"/>
                </a:lnTo>
                <a:lnTo>
                  <a:pt x="1112870" y="6276"/>
                </a:lnTo>
                <a:lnTo>
                  <a:pt x="1111542" y="5545"/>
                </a:lnTo>
                <a:lnTo>
                  <a:pt x="1110176" y="4922"/>
                </a:lnTo>
                <a:lnTo>
                  <a:pt x="1108777" y="4404"/>
                </a:lnTo>
                <a:lnTo>
                  <a:pt x="1107350" y="3990"/>
                </a:lnTo>
                <a:lnTo>
                  <a:pt x="1105902" y="3677"/>
                </a:lnTo>
                <a:lnTo>
                  <a:pt x="1104438" y="3465"/>
                </a:lnTo>
                <a:lnTo>
                  <a:pt x="1102962" y="3350"/>
                </a:lnTo>
                <a:lnTo>
                  <a:pt x="1101481" y="3331"/>
                </a:lnTo>
                <a:lnTo>
                  <a:pt x="1100001" y="3407"/>
                </a:lnTo>
                <a:lnTo>
                  <a:pt x="1098525" y="3576"/>
                </a:lnTo>
                <a:lnTo>
                  <a:pt x="1097061" y="3835"/>
                </a:lnTo>
                <a:lnTo>
                  <a:pt x="1095613" y="4184"/>
                </a:lnTo>
                <a:lnTo>
                  <a:pt x="1094186" y="4619"/>
                </a:lnTo>
                <a:lnTo>
                  <a:pt x="1092787" y="5140"/>
                </a:lnTo>
                <a:lnTo>
                  <a:pt x="1091421" y="5744"/>
                </a:lnTo>
                <a:lnTo>
                  <a:pt x="1090092" y="6431"/>
                </a:lnTo>
                <a:lnTo>
                  <a:pt x="1088808" y="7197"/>
                </a:lnTo>
                <a:lnTo>
                  <a:pt x="1087572" y="8041"/>
                </a:lnTo>
                <a:lnTo>
                  <a:pt x="1086391" y="8961"/>
                </a:lnTo>
                <a:lnTo>
                  <a:pt x="1085269" y="9956"/>
                </a:lnTo>
                <a:lnTo>
                  <a:pt x="1084214" y="11023"/>
                </a:lnTo>
                <a:lnTo>
                  <a:pt x="1083228" y="12161"/>
                </a:lnTo>
                <a:lnTo>
                  <a:pt x="1082320" y="13369"/>
                </a:lnTo>
                <a:lnTo>
                  <a:pt x="1081492" y="14643"/>
                </a:lnTo>
                <a:lnTo>
                  <a:pt x="1080762" y="15971"/>
                </a:lnTo>
                <a:lnTo>
                  <a:pt x="1080139" y="17338"/>
                </a:lnTo>
                <a:lnTo>
                  <a:pt x="1079621" y="18737"/>
                </a:lnTo>
                <a:lnTo>
                  <a:pt x="1079207" y="20163"/>
                </a:lnTo>
                <a:lnTo>
                  <a:pt x="1078894" y="21611"/>
                </a:lnTo>
                <a:lnTo>
                  <a:pt x="1078682" y="23076"/>
                </a:lnTo>
                <a:lnTo>
                  <a:pt x="1078567" y="24551"/>
                </a:lnTo>
                <a:lnTo>
                  <a:pt x="1078548" y="26032"/>
                </a:lnTo>
                <a:lnTo>
                  <a:pt x="1078624" y="27513"/>
                </a:lnTo>
                <a:lnTo>
                  <a:pt x="1078793" y="28988"/>
                </a:lnTo>
                <a:lnTo>
                  <a:pt x="1079052" y="30453"/>
                </a:lnTo>
                <a:lnTo>
                  <a:pt x="1079401" y="31901"/>
                </a:lnTo>
                <a:lnTo>
                  <a:pt x="1079836" y="33327"/>
                </a:lnTo>
                <a:lnTo>
                  <a:pt x="1080357" y="34726"/>
                </a:lnTo>
                <a:lnTo>
                  <a:pt x="1080961" y="36093"/>
                </a:lnTo>
                <a:lnTo>
                  <a:pt x="1081647" y="37421"/>
                </a:lnTo>
                <a:lnTo>
                  <a:pt x="1082413" y="38706"/>
                </a:lnTo>
                <a:lnTo>
                  <a:pt x="1083257" y="39941"/>
                </a:lnTo>
                <a:lnTo>
                  <a:pt x="1084178" y="41123"/>
                </a:lnTo>
                <a:lnTo>
                  <a:pt x="1085173" y="42244"/>
                </a:lnTo>
                <a:lnTo>
                  <a:pt x="1086240" y="43300"/>
                </a:lnTo>
                <a:lnTo>
                  <a:pt x="1087378" y="44285"/>
                </a:lnTo>
                <a:lnTo>
                  <a:pt x="1088585" y="45194"/>
                </a:lnTo>
                <a:lnTo>
                  <a:pt x="1089860" y="46021"/>
                </a:lnTo>
                <a:lnTo>
                  <a:pt x="1193855" y="105897"/>
                </a:lnTo>
                <a:lnTo>
                  <a:pt x="1089860" y="167349"/>
                </a:lnTo>
                <a:lnTo>
                  <a:pt x="1088585" y="168176"/>
                </a:lnTo>
                <a:lnTo>
                  <a:pt x="1087378" y="169085"/>
                </a:lnTo>
                <a:close/>
                <a:moveTo>
                  <a:pt x="184084" y="83674"/>
                </a:moveTo>
                <a:lnTo>
                  <a:pt x="0" y="83674"/>
                </a:lnTo>
                <a:lnTo>
                  <a:pt x="0" y="129695"/>
                </a:lnTo>
                <a:lnTo>
                  <a:pt x="184084" y="129695"/>
                </a:lnTo>
                <a:lnTo>
                  <a:pt x="184084" y="83674"/>
                </a:lnTo>
                <a:close/>
                <a:moveTo>
                  <a:pt x="506231" y="129695"/>
                </a:moveTo>
                <a:lnTo>
                  <a:pt x="506231" y="83674"/>
                </a:lnTo>
                <a:lnTo>
                  <a:pt x="322147" y="83674"/>
                </a:lnTo>
                <a:lnTo>
                  <a:pt x="322147" y="129695"/>
                </a:lnTo>
                <a:lnTo>
                  <a:pt x="506231" y="129695"/>
                </a:lnTo>
                <a:close/>
                <a:moveTo>
                  <a:pt x="826285" y="83674"/>
                </a:moveTo>
                <a:lnTo>
                  <a:pt x="642202" y="83674"/>
                </a:lnTo>
                <a:lnTo>
                  <a:pt x="642202" y="129695"/>
                </a:lnTo>
                <a:lnTo>
                  <a:pt x="826285" y="129695"/>
                </a:lnTo>
                <a:lnTo>
                  <a:pt x="826285" y="83674"/>
                </a:lnTo>
                <a:close/>
                <a:moveTo>
                  <a:pt x="1146340" y="83674"/>
                </a:moveTo>
                <a:lnTo>
                  <a:pt x="964348" y="83674"/>
                </a:lnTo>
                <a:lnTo>
                  <a:pt x="964348" y="129695"/>
                </a:lnTo>
                <a:lnTo>
                  <a:pt x="1146340" y="129695"/>
                </a:lnTo>
                <a:lnTo>
                  <a:pt x="1146340" y="83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6360F-998F-4241-989C-0AC02B26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142" y="1176966"/>
            <a:ext cx="1284403" cy="213370"/>
          </a:xfrm>
          <a:custGeom xmlns:a="http://schemas.openxmlformats.org/drawingml/2006/main">
            <a:pathLst>
              <a:path w="1284403" h="213370">
                <a:moveTo>
                  <a:pt x="184084" y="83674"/>
                </a:moveTo>
                <a:lnTo>
                  <a:pt x="0" y="83674"/>
                </a:lnTo>
                <a:lnTo>
                  <a:pt x="0" y="129695"/>
                </a:lnTo>
                <a:lnTo>
                  <a:pt x="184084" y="129695"/>
                </a:lnTo>
                <a:lnTo>
                  <a:pt x="184084" y="83674"/>
                </a:lnTo>
                <a:close/>
                <a:moveTo>
                  <a:pt x="504139" y="83674"/>
                </a:moveTo>
                <a:lnTo>
                  <a:pt x="322147" y="83674"/>
                </a:lnTo>
                <a:lnTo>
                  <a:pt x="322147" y="129695"/>
                </a:lnTo>
                <a:lnTo>
                  <a:pt x="504139" y="129695"/>
                </a:lnTo>
                <a:lnTo>
                  <a:pt x="504139" y="83674"/>
                </a:lnTo>
                <a:close/>
                <a:moveTo>
                  <a:pt x="826285" y="129695"/>
                </a:moveTo>
                <a:lnTo>
                  <a:pt x="826285" y="83674"/>
                </a:lnTo>
                <a:lnTo>
                  <a:pt x="642202" y="83674"/>
                </a:lnTo>
                <a:lnTo>
                  <a:pt x="642202" y="129695"/>
                </a:lnTo>
                <a:lnTo>
                  <a:pt x="826285" y="129695"/>
                </a:lnTo>
                <a:close/>
                <a:moveTo>
                  <a:pt x="1146340" y="83674"/>
                </a:moveTo>
                <a:lnTo>
                  <a:pt x="964348" y="83674"/>
                </a:lnTo>
                <a:lnTo>
                  <a:pt x="964348" y="129695"/>
                </a:lnTo>
                <a:lnTo>
                  <a:pt x="1146340" y="129695"/>
                </a:lnTo>
                <a:lnTo>
                  <a:pt x="1146340" y="83674"/>
                </a:lnTo>
                <a:close/>
                <a:moveTo>
                  <a:pt x="1087378" y="169085"/>
                </a:moveTo>
                <a:lnTo>
                  <a:pt x="1086240" y="170070"/>
                </a:lnTo>
                <a:lnTo>
                  <a:pt x="1085173" y="171126"/>
                </a:lnTo>
                <a:lnTo>
                  <a:pt x="1084178" y="172247"/>
                </a:lnTo>
                <a:lnTo>
                  <a:pt x="1083257" y="173428"/>
                </a:lnTo>
                <a:lnTo>
                  <a:pt x="1082413" y="174664"/>
                </a:lnTo>
                <a:lnTo>
                  <a:pt x="1081647" y="175949"/>
                </a:lnTo>
                <a:lnTo>
                  <a:pt x="1080961" y="177277"/>
                </a:lnTo>
                <a:lnTo>
                  <a:pt x="1080357" y="178644"/>
                </a:lnTo>
                <a:lnTo>
                  <a:pt x="1079836" y="180043"/>
                </a:lnTo>
                <a:lnTo>
                  <a:pt x="1079401" y="181469"/>
                </a:lnTo>
                <a:lnTo>
                  <a:pt x="1079052" y="182917"/>
                </a:lnTo>
                <a:lnTo>
                  <a:pt x="1078793" y="184382"/>
                </a:lnTo>
                <a:lnTo>
                  <a:pt x="1078624" y="185857"/>
                </a:lnTo>
                <a:lnTo>
                  <a:pt x="1078548" y="187338"/>
                </a:lnTo>
                <a:lnTo>
                  <a:pt x="1078567" y="188819"/>
                </a:lnTo>
                <a:lnTo>
                  <a:pt x="1078682" y="190294"/>
                </a:lnTo>
                <a:lnTo>
                  <a:pt x="1078894" y="191759"/>
                </a:lnTo>
                <a:lnTo>
                  <a:pt x="1079207" y="193207"/>
                </a:lnTo>
                <a:lnTo>
                  <a:pt x="1079621" y="194633"/>
                </a:lnTo>
                <a:lnTo>
                  <a:pt x="1080139" y="196032"/>
                </a:lnTo>
                <a:lnTo>
                  <a:pt x="1080762" y="197399"/>
                </a:lnTo>
                <a:lnTo>
                  <a:pt x="1081492" y="198727"/>
                </a:lnTo>
                <a:lnTo>
                  <a:pt x="1082320" y="200001"/>
                </a:lnTo>
                <a:lnTo>
                  <a:pt x="1083228" y="201209"/>
                </a:lnTo>
                <a:lnTo>
                  <a:pt x="1084214" y="202347"/>
                </a:lnTo>
                <a:lnTo>
                  <a:pt x="1085269" y="203414"/>
                </a:lnTo>
                <a:lnTo>
                  <a:pt x="1086391" y="204409"/>
                </a:lnTo>
                <a:lnTo>
                  <a:pt x="1087572" y="205329"/>
                </a:lnTo>
                <a:lnTo>
                  <a:pt x="1088808" y="206173"/>
                </a:lnTo>
                <a:lnTo>
                  <a:pt x="1090092" y="206939"/>
                </a:lnTo>
                <a:lnTo>
                  <a:pt x="1091421" y="207625"/>
                </a:lnTo>
                <a:lnTo>
                  <a:pt x="1092787" y="208230"/>
                </a:lnTo>
                <a:lnTo>
                  <a:pt x="1094186" y="208751"/>
                </a:lnTo>
                <a:lnTo>
                  <a:pt x="1095613" y="209186"/>
                </a:lnTo>
                <a:lnTo>
                  <a:pt x="1097061" y="209535"/>
                </a:lnTo>
                <a:lnTo>
                  <a:pt x="1098525" y="209794"/>
                </a:lnTo>
                <a:lnTo>
                  <a:pt x="1100001" y="209962"/>
                </a:lnTo>
                <a:lnTo>
                  <a:pt x="1101481" y="210038"/>
                </a:lnTo>
                <a:lnTo>
                  <a:pt x="1102962" y="210020"/>
                </a:lnTo>
                <a:lnTo>
                  <a:pt x="1104438" y="209905"/>
                </a:lnTo>
                <a:lnTo>
                  <a:pt x="1105902" y="209692"/>
                </a:lnTo>
                <a:lnTo>
                  <a:pt x="1107350" y="209380"/>
                </a:lnTo>
                <a:lnTo>
                  <a:pt x="1108777" y="208966"/>
                </a:lnTo>
                <a:lnTo>
                  <a:pt x="1110176" y="208448"/>
                </a:lnTo>
                <a:lnTo>
                  <a:pt x="1111542" y="207825"/>
                </a:lnTo>
                <a:lnTo>
                  <a:pt x="1112870" y="207094"/>
                </a:lnTo>
                <a:lnTo>
                  <a:pt x="1284403" y="106685"/>
                </a:lnTo>
                <a:lnTo>
                  <a:pt x="1112870" y="6276"/>
                </a:lnTo>
                <a:lnTo>
                  <a:pt x="1111542" y="5545"/>
                </a:lnTo>
                <a:lnTo>
                  <a:pt x="1110176" y="4922"/>
                </a:lnTo>
                <a:lnTo>
                  <a:pt x="1108777" y="4404"/>
                </a:lnTo>
                <a:lnTo>
                  <a:pt x="1107350" y="3990"/>
                </a:lnTo>
                <a:lnTo>
                  <a:pt x="1105902" y="3677"/>
                </a:lnTo>
                <a:lnTo>
                  <a:pt x="1104438" y="3465"/>
                </a:lnTo>
                <a:lnTo>
                  <a:pt x="1102962" y="3350"/>
                </a:lnTo>
                <a:lnTo>
                  <a:pt x="1101481" y="3331"/>
                </a:lnTo>
                <a:lnTo>
                  <a:pt x="1100001" y="3407"/>
                </a:lnTo>
                <a:lnTo>
                  <a:pt x="1098525" y="3576"/>
                </a:lnTo>
                <a:lnTo>
                  <a:pt x="1097061" y="3835"/>
                </a:lnTo>
                <a:lnTo>
                  <a:pt x="1095613" y="4184"/>
                </a:lnTo>
                <a:lnTo>
                  <a:pt x="1094186" y="4619"/>
                </a:lnTo>
                <a:lnTo>
                  <a:pt x="1092787" y="5140"/>
                </a:lnTo>
                <a:lnTo>
                  <a:pt x="1091421" y="5744"/>
                </a:lnTo>
                <a:lnTo>
                  <a:pt x="1090092" y="6431"/>
                </a:lnTo>
                <a:lnTo>
                  <a:pt x="1088808" y="7197"/>
                </a:lnTo>
                <a:lnTo>
                  <a:pt x="1087572" y="8041"/>
                </a:lnTo>
                <a:lnTo>
                  <a:pt x="1086391" y="8961"/>
                </a:lnTo>
                <a:lnTo>
                  <a:pt x="1085269" y="9956"/>
                </a:lnTo>
                <a:lnTo>
                  <a:pt x="1084214" y="11023"/>
                </a:lnTo>
                <a:lnTo>
                  <a:pt x="1083228" y="12161"/>
                </a:lnTo>
                <a:lnTo>
                  <a:pt x="1082320" y="13369"/>
                </a:lnTo>
                <a:lnTo>
                  <a:pt x="1081492" y="14643"/>
                </a:lnTo>
                <a:lnTo>
                  <a:pt x="1080762" y="15971"/>
                </a:lnTo>
                <a:lnTo>
                  <a:pt x="1080139" y="17338"/>
                </a:lnTo>
                <a:lnTo>
                  <a:pt x="1079621" y="18737"/>
                </a:lnTo>
                <a:lnTo>
                  <a:pt x="1079207" y="20163"/>
                </a:lnTo>
                <a:lnTo>
                  <a:pt x="1078894" y="21611"/>
                </a:lnTo>
                <a:lnTo>
                  <a:pt x="1078682" y="23076"/>
                </a:lnTo>
                <a:lnTo>
                  <a:pt x="1078567" y="24551"/>
                </a:lnTo>
                <a:lnTo>
                  <a:pt x="1078548" y="26032"/>
                </a:lnTo>
                <a:lnTo>
                  <a:pt x="1078624" y="27513"/>
                </a:lnTo>
                <a:lnTo>
                  <a:pt x="1078793" y="28988"/>
                </a:lnTo>
                <a:lnTo>
                  <a:pt x="1079052" y="30453"/>
                </a:lnTo>
                <a:lnTo>
                  <a:pt x="1079401" y="31901"/>
                </a:lnTo>
                <a:lnTo>
                  <a:pt x="1079836" y="33327"/>
                </a:lnTo>
                <a:lnTo>
                  <a:pt x="1080357" y="34726"/>
                </a:lnTo>
                <a:lnTo>
                  <a:pt x="1080961" y="36093"/>
                </a:lnTo>
                <a:lnTo>
                  <a:pt x="1081647" y="37421"/>
                </a:lnTo>
                <a:lnTo>
                  <a:pt x="1082413" y="38706"/>
                </a:lnTo>
                <a:lnTo>
                  <a:pt x="1083257" y="39941"/>
                </a:lnTo>
                <a:lnTo>
                  <a:pt x="1084178" y="41123"/>
                </a:lnTo>
                <a:lnTo>
                  <a:pt x="1085173" y="42244"/>
                </a:lnTo>
                <a:lnTo>
                  <a:pt x="1086240" y="43300"/>
                </a:lnTo>
                <a:lnTo>
                  <a:pt x="1087378" y="44285"/>
                </a:lnTo>
                <a:lnTo>
                  <a:pt x="1088585" y="45194"/>
                </a:lnTo>
                <a:lnTo>
                  <a:pt x="1089860" y="46021"/>
                </a:lnTo>
                <a:lnTo>
                  <a:pt x="1195224" y="106685"/>
                </a:lnTo>
                <a:lnTo>
                  <a:pt x="1089860" y="167349"/>
                </a:lnTo>
                <a:lnTo>
                  <a:pt x="1088585" y="168176"/>
                </a:lnTo>
                <a:lnTo>
                  <a:pt x="1087378" y="1690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b9d2e546f4ddb"/>
          <a:stretch xmlns:a="http://schemas.openxmlformats.org/drawingml/2006/main"/>
        </p:blipFill>
        <p:spPr>
          <a:xfrm xmlns:a="http://schemas.openxmlformats.org/drawingml/2006/main">
            <a:off x="5117191" y="3923581"/>
            <a:ext cx="1557257" cy="1294862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1ede65c9a45fe"/>
          <a:stretch xmlns:a="http://schemas.openxmlformats.org/drawingml/2006/main"/>
        </p:blipFill>
        <p:spPr>
          <a:xfrm xmlns:a="http://schemas.openxmlformats.org/drawingml/2006/main">
            <a:off x="6721059" y="4642308"/>
            <a:ext cx="518782" cy="729715"/>
          </a:xfrm>
          <a:prstGeom xmlns:a="http://schemas.openxmlformats.org/drawingml/2006/main" prst="rect">
            <a:avLst/>
          </a:prstGeom>
        </p:spPr>
      </p:pic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446A6-F719-41C2-8DDC-28B06AA2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282" y="4532312"/>
            <a:ext cx="813734" cy="102501"/>
          </a:xfrm>
          <a:custGeom xmlns:a="http://schemas.openxmlformats.org/drawingml/2006/main">
            <a:pathLst>
              <a:path w="813734" h="102501">
                <a:moveTo>
                  <a:pt x="709141" y="102501"/>
                </a:moveTo>
                <a:lnTo>
                  <a:pt x="813734" y="52297"/>
                </a:lnTo>
                <a:lnTo>
                  <a:pt x="709141" y="0"/>
                </a:lnTo>
                <a:lnTo>
                  <a:pt x="709141" y="35562"/>
                </a:lnTo>
                <a:lnTo>
                  <a:pt x="0" y="35562"/>
                </a:lnTo>
                <a:lnTo>
                  <a:pt x="0" y="69031"/>
                </a:lnTo>
                <a:lnTo>
                  <a:pt x="709141" y="69031"/>
                </a:lnTo>
                <a:lnTo>
                  <a:pt x="709141" y="102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a7daef63f4923"/>
          <a:stretch xmlns:a="http://schemas.openxmlformats.org/drawingml/2006/main"/>
        </p:blipFill>
        <p:spPr>
          <a:xfrm xmlns:a="http://schemas.openxmlformats.org/drawingml/2006/main">
            <a:off x="6741978" y="3980061"/>
            <a:ext cx="554343" cy="554343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b811516624ddd"/>
          <a:stretch xmlns:a="http://schemas.openxmlformats.org/drawingml/2006/main"/>
        </p:blipFill>
        <p:spPr>
          <a:xfrm xmlns:a="http://schemas.openxmlformats.org/drawingml/2006/main">
            <a:off x="7399393" y="3923581"/>
            <a:ext cx="1517550" cy="1317872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aabda52d84689"/>
          <a:stretch xmlns:a="http://schemas.openxmlformats.org/drawingml/2006/main"/>
        </p:blipFill>
        <p:spPr>
          <a:xfrm xmlns:a="http://schemas.openxmlformats.org/drawingml/2006/main">
            <a:off x="11723271" y="4099297"/>
            <a:ext cx="1517550" cy="1317872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095c8f03b4c76"/>
          <a:stretch xmlns:a="http://schemas.openxmlformats.org/drawingml/2006/main"/>
        </p:blipFill>
        <p:spPr>
          <a:xfrm xmlns:a="http://schemas.openxmlformats.org/drawingml/2006/main">
            <a:off x="10047119" y="4306803"/>
            <a:ext cx="985266" cy="911229"/>
          </a:xfrm>
          <a:prstGeom xmlns:a="http://schemas.openxmlformats.org/drawingml/2006/main" prst="rect">
            <a:avLst/>
          </a:prstGeom>
        </p:spPr>
      </p:pic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992C6-0F73-47C6-BFFC-6D04B4DD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620" y="4695477"/>
            <a:ext cx="813734" cy="104593"/>
          </a:xfrm>
          <a:custGeom xmlns:a="http://schemas.openxmlformats.org/drawingml/2006/main">
            <a:pathLst>
              <a:path w="813734" h="104593">
                <a:moveTo>
                  <a:pt x="0" y="35562"/>
                </a:moveTo>
                <a:lnTo>
                  <a:pt x="0" y="69031"/>
                </a:lnTo>
                <a:lnTo>
                  <a:pt x="711233" y="69031"/>
                </a:lnTo>
                <a:lnTo>
                  <a:pt x="711233" y="104593"/>
                </a:lnTo>
                <a:lnTo>
                  <a:pt x="813734" y="52297"/>
                </a:lnTo>
                <a:lnTo>
                  <a:pt x="711233" y="0"/>
                </a:lnTo>
                <a:lnTo>
                  <a:pt x="711233" y="35562"/>
                </a:lnTo>
                <a:lnTo>
                  <a:pt x="0" y="355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2B434-245B-4D37-8A4D-E96AF75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658" y="4438178"/>
            <a:ext cx="1192361" cy="213370"/>
          </a:xfrm>
          <a:custGeom xmlns:a="http://schemas.openxmlformats.org/drawingml/2006/main">
            <a:pathLst>
              <a:path w="1192361" h="213370">
                <a:moveTo>
                  <a:pt x="181992" y="129695"/>
                </a:moveTo>
                <a:lnTo>
                  <a:pt x="181992" y="83674"/>
                </a:lnTo>
                <a:lnTo>
                  <a:pt x="0" y="83674"/>
                </a:lnTo>
                <a:lnTo>
                  <a:pt x="0" y="129695"/>
                </a:lnTo>
                <a:lnTo>
                  <a:pt x="181992" y="129695"/>
                </a:lnTo>
                <a:close/>
                <a:moveTo>
                  <a:pt x="504139" y="83674"/>
                </a:moveTo>
                <a:lnTo>
                  <a:pt x="320055" y="83674"/>
                </a:lnTo>
                <a:lnTo>
                  <a:pt x="320055" y="129695"/>
                </a:lnTo>
                <a:lnTo>
                  <a:pt x="504139" y="129695"/>
                </a:lnTo>
                <a:lnTo>
                  <a:pt x="504139" y="83674"/>
                </a:lnTo>
                <a:close/>
                <a:moveTo>
                  <a:pt x="824193" y="83674"/>
                </a:moveTo>
                <a:lnTo>
                  <a:pt x="642202" y="83674"/>
                </a:lnTo>
                <a:lnTo>
                  <a:pt x="642202" y="129695"/>
                </a:lnTo>
                <a:lnTo>
                  <a:pt x="824193" y="129695"/>
                </a:lnTo>
                <a:lnTo>
                  <a:pt x="824193" y="83674"/>
                </a:lnTo>
                <a:close/>
                <a:moveTo>
                  <a:pt x="1063216" y="129695"/>
                </a:moveTo>
                <a:lnTo>
                  <a:pt x="997818" y="167349"/>
                </a:lnTo>
                <a:lnTo>
                  <a:pt x="996544" y="168176"/>
                </a:lnTo>
                <a:lnTo>
                  <a:pt x="995336" y="169085"/>
                </a:lnTo>
                <a:lnTo>
                  <a:pt x="994198" y="170070"/>
                </a:lnTo>
                <a:lnTo>
                  <a:pt x="993131" y="171126"/>
                </a:lnTo>
                <a:lnTo>
                  <a:pt x="992136" y="172247"/>
                </a:lnTo>
                <a:lnTo>
                  <a:pt x="991216" y="173428"/>
                </a:lnTo>
                <a:lnTo>
                  <a:pt x="990371" y="174664"/>
                </a:lnTo>
                <a:lnTo>
                  <a:pt x="989606" y="175949"/>
                </a:lnTo>
                <a:lnTo>
                  <a:pt x="988919" y="177277"/>
                </a:lnTo>
                <a:lnTo>
                  <a:pt x="988315" y="178644"/>
                </a:lnTo>
                <a:lnTo>
                  <a:pt x="987794" y="180043"/>
                </a:lnTo>
                <a:lnTo>
                  <a:pt x="987359" y="181469"/>
                </a:lnTo>
                <a:lnTo>
                  <a:pt x="987010" y="182917"/>
                </a:lnTo>
                <a:lnTo>
                  <a:pt x="986751" y="184382"/>
                </a:lnTo>
                <a:lnTo>
                  <a:pt x="986582" y="185857"/>
                </a:lnTo>
                <a:lnTo>
                  <a:pt x="986506" y="187338"/>
                </a:lnTo>
                <a:lnTo>
                  <a:pt x="986525" y="188819"/>
                </a:lnTo>
                <a:lnTo>
                  <a:pt x="986640" y="190294"/>
                </a:lnTo>
                <a:lnTo>
                  <a:pt x="986852" y="191759"/>
                </a:lnTo>
                <a:lnTo>
                  <a:pt x="987165" y="193207"/>
                </a:lnTo>
                <a:lnTo>
                  <a:pt x="987579" y="194633"/>
                </a:lnTo>
                <a:lnTo>
                  <a:pt x="988097" y="196032"/>
                </a:lnTo>
                <a:lnTo>
                  <a:pt x="988720" y="197399"/>
                </a:lnTo>
                <a:lnTo>
                  <a:pt x="989451" y="198727"/>
                </a:lnTo>
                <a:lnTo>
                  <a:pt x="990518" y="200001"/>
                </a:lnTo>
                <a:lnTo>
                  <a:pt x="991626" y="201209"/>
                </a:lnTo>
                <a:lnTo>
                  <a:pt x="992772" y="202347"/>
                </a:lnTo>
                <a:lnTo>
                  <a:pt x="993954" y="203414"/>
                </a:lnTo>
                <a:lnTo>
                  <a:pt x="995168" y="204409"/>
                </a:lnTo>
                <a:lnTo>
                  <a:pt x="996413" y="205329"/>
                </a:lnTo>
                <a:lnTo>
                  <a:pt x="997684" y="206173"/>
                </a:lnTo>
                <a:lnTo>
                  <a:pt x="998980" y="206939"/>
                </a:lnTo>
                <a:lnTo>
                  <a:pt x="1000298" y="207625"/>
                </a:lnTo>
                <a:lnTo>
                  <a:pt x="1001635" y="208230"/>
                </a:lnTo>
                <a:lnTo>
                  <a:pt x="1002988" y="208751"/>
                </a:lnTo>
                <a:lnTo>
                  <a:pt x="1004355" y="209186"/>
                </a:lnTo>
                <a:lnTo>
                  <a:pt x="1005733" y="209535"/>
                </a:lnTo>
                <a:lnTo>
                  <a:pt x="1007119" y="209794"/>
                </a:lnTo>
                <a:lnTo>
                  <a:pt x="1008510" y="209962"/>
                </a:lnTo>
                <a:lnTo>
                  <a:pt x="1009904" y="210038"/>
                </a:lnTo>
                <a:lnTo>
                  <a:pt x="1011298" y="210020"/>
                </a:lnTo>
                <a:lnTo>
                  <a:pt x="1012690" y="209905"/>
                </a:lnTo>
                <a:lnTo>
                  <a:pt x="1014076" y="209692"/>
                </a:lnTo>
                <a:lnTo>
                  <a:pt x="1015454" y="209380"/>
                </a:lnTo>
                <a:lnTo>
                  <a:pt x="1016820" y="208966"/>
                </a:lnTo>
                <a:lnTo>
                  <a:pt x="1018174" y="208448"/>
                </a:lnTo>
                <a:lnTo>
                  <a:pt x="1019511" y="207825"/>
                </a:lnTo>
                <a:lnTo>
                  <a:pt x="1020828" y="207094"/>
                </a:lnTo>
                <a:lnTo>
                  <a:pt x="1192361" y="106685"/>
                </a:lnTo>
                <a:lnTo>
                  <a:pt x="1020828" y="6276"/>
                </a:lnTo>
                <a:lnTo>
                  <a:pt x="1019511" y="5545"/>
                </a:lnTo>
                <a:lnTo>
                  <a:pt x="1018174" y="4922"/>
                </a:lnTo>
                <a:lnTo>
                  <a:pt x="1016820" y="4404"/>
                </a:lnTo>
                <a:lnTo>
                  <a:pt x="1015454" y="3990"/>
                </a:lnTo>
                <a:lnTo>
                  <a:pt x="1014076" y="3677"/>
                </a:lnTo>
                <a:lnTo>
                  <a:pt x="1012690" y="3465"/>
                </a:lnTo>
                <a:lnTo>
                  <a:pt x="1011298" y="3350"/>
                </a:lnTo>
                <a:lnTo>
                  <a:pt x="1009904" y="3331"/>
                </a:lnTo>
                <a:lnTo>
                  <a:pt x="1008510" y="3407"/>
                </a:lnTo>
                <a:lnTo>
                  <a:pt x="1007119" y="3576"/>
                </a:lnTo>
                <a:lnTo>
                  <a:pt x="1005733" y="3835"/>
                </a:lnTo>
                <a:lnTo>
                  <a:pt x="1004355" y="4184"/>
                </a:lnTo>
                <a:lnTo>
                  <a:pt x="1002988" y="4619"/>
                </a:lnTo>
                <a:lnTo>
                  <a:pt x="1001635" y="5140"/>
                </a:lnTo>
                <a:lnTo>
                  <a:pt x="1000298" y="5744"/>
                </a:lnTo>
                <a:lnTo>
                  <a:pt x="998980" y="6431"/>
                </a:lnTo>
                <a:lnTo>
                  <a:pt x="997684" y="7197"/>
                </a:lnTo>
                <a:lnTo>
                  <a:pt x="996413" y="8041"/>
                </a:lnTo>
                <a:lnTo>
                  <a:pt x="995168" y="8961"/>
                </a:lnTo>
                <a:lnTo>
                  <a:pt x="993954" y="9956"/>
                </a:lnTo>
                <a:lnTo>
                  <a:pt x="992772" y="11023"/>
                </a:lnTo>
                <a:lnTo>
                  <a:pt x="991626" y="12161"/>
                </a:lnTo>
                <a:lnTo>
                  <a:pt x="990518" y="13369"/>
                </a:lnTo>
                <a:lnTo>
                  <a:pt x="989451" y="14643"/>
                </a:lnTo>
                <a:lnTo>
                  <a:pt x="988720" y="16211"/>
                </a:lnTo>
                <a:lnTo>
                  <a:pt x="988097" y="17777"/>
                </a:lnTo>
                <a:lnTo>
                  <a:pt x="987579" y="19337"/>
                </a:lnTo>
                <a:lnTo>
                  <a:pt x="987165" y="20890"/>
                </a:lnTo>
                <a:lnTo>
                  <a:pt x="986852" y="22431"/>
                </a:lnTo>
                <a:lnTo>
                  <a:pt x="986640" y="23958"/>
                </a:lnTo>
                <a:lnTo>
                  <a:pt x="986525" y="25470"/>
                </a:lnTo>
                <a:lnTo>
                  <a:pt x="986506" y="26962"/>
                </a:lnTo>
                <a:lnTo>
                  <a:pt x="986582" y="28432"/>
                </a:lnTo>
                <a:lnTo>
                  <a:pt x="986751" y="29878"/>
                </a:lnTo>
                <a:lnTo>
                  <a:pt x="987010" y="31297"/>
                </a:lnTo>
                <a:lnTo>
                  <a:pt x="987359" y="32685"/>
                </a:lnTo>
                <a:lnTo>
                  <a:pt x="987794" y="34041"/>
                </a:lnTo>
                <a:lnTo>
                  <a:pt x="988315" y="35362"/>
                </a:lnTo>
                <a:lnTo>
                  <a:pt x="988919" y="36644"/>
                </a:lnTo>
                <a:lnTo>
                  <a:pt x="989606" y="37886"/>
                </a:lnTo>
                <a:lnTo>
                  <a:pt x="990371" y="39084"/>
                </a:lnTo>
                <a:lnTo>
                  <a:pt x="991216" y="40236"/>
                </a:lnTo>
                <a:lnTo>
                  <a:pt x="992136" y="41338"/>
                </a:lnTo>
                <a:lnTo>
                  <a:pt x="993131" y="42389"/>
                </a:lnTo>
                <a:lnTo>
                  <a:pt x="994198" y="43386"/>
                </a:lnTo>
                <a:lnTo>
                  <a:pt x="995336" y="44325"/>
                </a:lnTo>
                <a:lnTo>
                  <a:pt x="996544" y="45204"/>
                </a:lnTo>
                <a:lnTo>
                  <a:pt x="997818" y="46021"/>
                </a:lnTo>
                <a:lnTo>
                  <a:pt x="1061539" y="83674"/>
                </a:lnTo>
                <a:lnTo>
                  <a:pt x="962256" y="83674"/>
                </a:lnTo>
                <a:lnTo>
                  <a:pt x="962256" y="129695"/>
                </a:lnTo>
                <a:lnTo>
                  <a:pt x="1063216" y="129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EBAA1-FAC7-4E13-8A3C-A1E2D0A9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474" y="4542771"/>
            <a:ext cx="859755" cy="213370"/>
          </a:xfrm>
          <a:custGeom xmlns:a="http://schemas.openxmlformats.org/drawingml/2006/main">
            <a:pathLst>
              <a:path w="859755" h="213370">
                <a:moveTo>
                  <a:pt x="665212" y="167349"/>
                </a:moveTo>
                <a:lnTo>
                  <a:pt x="663697" y="168176"/>
                </a:lnTo>
                <a:lnTo>
                  <a:pt x="662291" y="169085"/>
                </a:lnTo>
                <a:lnTo>
                  <a:pt x="660992" y="170070"/>
                </a:lnTo>
                <a:lnTo>
                  <a:pt x="659798" y="171126"/>
                </a:lnTo>
                <a:lnTo>
                  <a:pt x="658710" y="172247"/>
                </a:lnTo>
                <a:lnTo>
                  <a:pt x="657727" y="173428"/>
                </a:lnTo>
                <a:lnTo>
                  <a:pt x="656847" y="174664"/>
                </a:lnTo>
                <a:lnTo>
                  <a:pt x="656070" y="175949"/>
                </a:lnTo>
                <a:lnTo>
                  <a:pt x="655394" y="177277"/>
                </a:lnTo>
                <a:lnTo>
                  <a:pt x="654819" y="178644"/>
                </a:lnTo>
                <a:lnTo>
                  <a:pt x="654344" y="180043"/>
                </a:lnTo>
                <a:lnTo>
                  <a:pt x="653968" y="181469"/>
                </a:lnTo>
                <a:lnTo>
                  <a:pt x="653690" y="182917"/>
                </a:lnTo>
                <a:lnTo>
                  <a:pt x="653509" y="184382"/>
                </a:lnTo>
                <a:lnTo>
                  <a:pt x="653425" y="185857"/>
                </a:lnTo>
                <a:lnTo>
                  <a:pt x="653436" y="187338"/>
                </a:lnTo>
                <a:lnTo>
                  <a:pt x="653541" y="188819"/>
                </a:lnTo>
                <a:lnTo>
                  <a:pt x="653739" y="190294"/>
                </a:lnTo>
                <a:lnTo>
                  <a:pt x="654031" y="191759"/>
                </a:lnTo>
                <a:lnTo>
                  <a:pt x="654414" y="193207"/>
                </a:lnTo>
                <a:lnTo>
                  <a:pt x="654888" y="194633"/>
                </a:lnTo>
                <a:lnTo>
                  <a:pt x="655451" y="196032"/>
                </a:lnTo>
                <a:lnTo>
                  <a:pt x="656104" y="197399"/>
                </a:lnTo>
                <a:lnTo>
                  <a:pt x="656845" y="198727"/>
                </a:lnTo>
                <a:lnTo>
                  <a:pt x="657661" y="200001"/>
                </a:lnTo>
                <a:lnTo>
                  <a:pt x="658541" y="201209"/>
                </a:lnTo>
                <a:lnTo>
                  <a:pt x="659480" y="202347"/>
                </a:lnTo>
                <a:lnTo>
                  <a:pt x="660476" y="203414"/>
                </a:lnTo>
                <a:lnTo>
                  <a:pt x="661527" y="204409"/>
                </a:lnTo>
                <a:lnTo>
                  <a:pt x="662630" y="205329"/>
                </a:lnTo>
                <a:lnTo>
                  <a:pt x="663782" y="206173"/>
                </a:lnTo>
                <a:lnTo>
                  <a:pt x="664980" y="206939"/>
                </a:lnTo>
                <a:lnTo>
                  <a:pt x="666221" y="207625"/>
                </a:lnTo>
                <a:lnTo>
                  <a:pt x="667504" y="208230"/>
                </a:lnTo>
                <a:lnTo>
                  <a:pt x="668824" y="208751"/>
                </a:lnTo>
                <a:lnTo>
                  <a:pt x="670180" y="209186"/>
                </a:lnTo>
                <a:lnTo>
                  <a:pt x="671569" y="209535"/>
                </a:lnTo>
                <a:lnTo>
                  <a:pt x="672987" y="209794"/>
                </a:lnTo>
                <a:lnTo>
                  <a:pt x="674433" y="209962"/>
                </a:lnTo>
                <a:lnTo>
                  <a:pt x="675904" y="210038"/>
                </a:lnTo>
                <a:lnTo>
                  <a:pt x="677396" y="210020"/>
                </a:lnTo>
                <a:lnTo>
                  <a:pt x="678907" y="209905"/>
                </a:lnTo>
                <a:lnTo>
                  <a:pt x="680435" y="209692"/>
                </a:lnTo>
                <a:lnTo>
                  <a:pt x="681976" y="209380"/>
                </a:lnTo>
                <a:lnTo>
                  <a:pt x="683528" y="208966"/>
                </a:lnTo>
                <a:lnTo>
                  <a:pt x="685088" y="208448"/>
                </a:lnTo>
                <a:lnTo>
                  <a:pt x="686654" y="207825"/>
                </a:lnTo>
                <a:lnTo>
                  <a:pt x="688222" y="207094"/>
                </a:lnTo>
                <a:lnTo>
                  <a:pt x="859755" y="106685"/>
                </a:lnTo>
                <a:lnTo>
                  <a:pt x="688222" y="6276"/>
                </a:lnTo>
                <a:lnTo>
                  <a:pt x="686654" y="5545"/>
                </a:lnTo>
                <a:lnTo>
                  <a:pt x="685088" y="4922"/>
                </a:lnTo>
                <a:lnTo>
                  <a:pt x="683528" y="4404"/>
                </a:lnTo>
                <a:lnTo>
                  <a:pt x="681976" y="3990"/>
                </a:lnTo>
                <a:lnTo>
                  <a:pt x="680435" y="3677"/>
                </a:lnTo>
                <a:lnTo>
                  <a:pt x="678907" y="3465"/>
                </a:lnTo>
                <a:lnTo>
                  <a:pt x="677396" y="3350"/>
                </a:lnTo>
                <a:lnTo>
                  <a:pt x="675904" y="3331"/>
                </a:lnTo>
                <a:lnTo>
                  <a:pt x="674433" y="3407"/>
                </a:lnTo>
                <a:lnTo>
                  <a:pt x="672987" y="3576"/>
                </a:lnTo>
                <a:lnTo>
                  <a:pt x="671569" y="3835"/>
                </a:lnTo>
                <a:lnTo>
                  <a:pt x="670180" y="4184"/>
                </a:lnTo>
                <a:lnTo>
                  <a:pt x="668824" y="4619"/>
                </a:lnTo>
                <a:lnTo>
                  <a:pt x="667504" y="5140"/>
                </a:lnTo>
                <a:lnTo>
                  <a:pt x="666221" y="5744"/>
                </a:lnTo>
                <a:lnTo>
                  <a:pt x="664980" y="6431"/>
                </a:lnTo>
                <a:lnTo>
                  <a:pt x="663782" y="7197"/>
                </a:lnTo>
                <a:lnTo>
                  <a:pt x="662630" y="8041"/>
                </a:lnTo>
                <a:lnTo>
                  <a:pt x="661527" y="8961"/>
                </a:lnTo>
                <a:lnTo>
                  <a:pt x="660476" y="9956"/>
                </a:lnTo>
                <a:lnTo>
                  <a:pt x="659480" y="11023"/>
                </a:lnTo>
                <a:lnTo>
                  <a:pt x="658541" y="12161"/>
                </a:lnTo>
                <a:lnTo>
                  <a:pt x="657661" y="13369"/>
                </a:lnTo>
                <a:lnTo>
                  <a:pt x="656845" y="14643"/>
                </a:lnTo>
                <a:lnTo>
                  <a:pt x="656104" y="15971"/>
                </a:lnTo>
                <a:lnTo>
                  <a:pt x="655451" y="17338"/>
                </a:lnTo>
                <a:lnTo>
                  <a:pt x="654888" y="18737"/>
                </a:lnTo>
                <a:lnTo>
                  <a:pt x="654414" y="20163"/>
                </a:lnTo>
                <a:lnTo>
                  <a:pt x="654031" y="21611"/>
                </a:lnTo>
                <a:lnTo>
                  <a:pt x="653739" y="23076"/>
                </a:lnTo>
                <a:lnTo>
                  <a:pt x="653541" y="24551"/>
                </a:lnTo>
                <a:lnTo>
                  <a:pt x="653436" y="26032"/>
                </a:lnTo>
                <a:lnTo>
                  <a:pt x="653425" y="27513"/>
                </a:lnTo>
                <a:lnTo>
                  <a:pt x="653509" y="28988"/>
                </a:lnTo>
                <a:lnTo>
                  <a:pt x="653690" y="30453"/>
                </a:lnTo>
                <a:lnTo>
                  <a:pt x="653968" y="31901"/>
                </a:lnTo>
                <a:lnTo>
                  <a:pt x="654344" y="33327"/>
                </a:lnTo>
                <a:lnTo>
                  <a:pt x="654819" y="34726"/>
                </a:lnTo>
                <a:lnTo>
                  <a:pt x="655394" y="36093"/>
                </a:lnTo>
                <a:lnTo>
                  <a:pt x="656070" y="37421"/>
                </a:lnTo>
                <a:lnTo>
                  <a:pt x="656847" y="38706"/>
                </a:lnTo>
                <a:lnTo>
                  <a:pt x="657727" y="39941"/>
                </a:lnTo>
                <a:lnTo>
                  <a:pt x="658710" y="41123"/>
                </a:lnTo>
                <a:lnTo>
                  <a:pt x="659798" y="42244"/>
                </a:lnTo>
                <a:lnTo>
                  <a:pt x="660992" y="43300"/>
                </a:lnTo>
                <a:lnTo>
                  <a:pt x="662291" y="44285"/>
                </a:lnTo>
                <a:lnTo>
                  <a:pt x="663697" y="45194"/>
                </a:lnTo>
                <a:lnTo>
                  <a:pt x="665212" y="46021"/>
                </a:lnTo>
                <a:lnTo>
                  <a:pt x="727968" y="83674"/>
                </a:lnTo>
                <a:lnTo>
                  <a:pt x="642202" y="83674"/>
                </a:lnTo>
                <a:lnTo>
                  <a:pt x="642202" y="129695"/>
                </a:lnTo>
                <a:lnTo>
                  <a:pt x="729619" y="129695"/>
                </a:lnTo>
                <a:lnTo>
                  <a:pt x="665212" y="167349"/>
                </a:lnTo>
                <a:close/>
                <a:moveTo>
                  <a:pt x="181992" y="83674"/>
                </a:moveTo>
                <a:lnTo>
                  <a:pt x="0" y="83674"/>
                </a:lnTo>
                <a:lnTo>
                  <a:pt x="0" y="129695"/>
                </a:lnTo>
                <a:lnTo>
                  <a:pt x="181992" y="129695"/>
                </a:lnTo>
                <a:lnTo>
                  <a:pt x="181992" y="83674"/>
                </a:lnTo>
                <a:close/>
                <a:moveTo>
                  <a:pt x="504139" y="83674"/>
                </a:moveTo>
                <a:lnTo>
                  <a:pt x="320055" y="83674"/>
                </a:lnTo>
                <a:lnTo>
                  <a:pt x="320055" y="129695"/>
                </a:lnTo>
                <a:lnTo>
                  <a:pt x="504139" y="129695"/>
                </a:lnTo>
                <a:lnTo>
                  <a:pt x="504139" y="83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0d719e7074297"/>
          <a:stretch xmlns:a="http://schemas.openxmlformats.org/drawingml/2006/main"/>
        </p:blipFill>
        <p:spPr>
          <a:xfrm xmlns:a="http://schemas.openxmlformats.org/drawingml/2006/main">
            <a:off x="11911255" y="4442362"/>
            <a:ext cx="524483" cy="518782"/>
          </a:xfrm>
          <a:prstGeom xmlns:a="http://schemas.openxmlformats.org/drawingml/2006/main" prst="rect">
            <a:avLst/>
          </a:prstGeom>
        </p:spPr>
      </p:pic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96204-9412-493F-8DBC-1A85BA59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24" y="4820990"/>
            <a:ext cx="209186" cy="211278"/>
          </a:xfrm>
          <a:custGeom xmlns:a="http://schemas.openxmlformats.org/drawingml/2006/main">
            <a:pathLst>
              <a:path w="209186" h="211278">
                <a:moveTo>
                  <a:pt x="25102" y="127604"/>
                </a:moveTo>
                <a:lnTo>
                  <a:pt x="80041" y="127604"/>
                </a:lnTo>
                <a:lnTo>
                  <a:pt x="14643" y="165257"/>
                </a:lnTo>
                <a:lnTo>
                  <a:pt x="13369" y="166084"/>
                </a:lnTo>
                <a:lnTo>
                  <a:pt x="12161" y="166993"/>
                </a:lnTo>
                <a:lnTo>
                  <a:pt x="11023" y="167978"/>
                </a:lnTo>
                <a:lnTo>
                  <a:pt x="9956" y="169034"/>
                </a:lnTo>
                <a:lnTo>
                  <a:pt x="8961" y="170155"/>
                </a:lnTo>
                <a:lnTo>
                  <a:pt x="8041" y="171337"/>
                </a:lnTo>
                <a:lnTo>
                  <a:pt x="7197" y="172572"/>
                </a:lnTo>
                <a:lnTo>
                  <a:pt x="6431" y="173857"/>
                </a:lnTo>
                <a:lnTo>
                  <a:pt x="5744" y="175185"/>
                </a:lnTo>
                <a:lnTo>
                  <a:pt x="5140" y="176552"/>
                </a:lnTo>
                <a:lnTo>
                  <a:pt x="4619" y="177951"/>
                </a:lnTo>
                <a:lnTo>
                  <a:pt x="4184" y="179377"/>
                </a:lnTo>
                <a:lnTo>
                  <a:pt x="3835" y="180825"/>
                </a:lnTo>
                <a:lnTo>
                  <a:pt x="3576" y="182290"/>
                </a:lnTo>
                <a:lnTo>
                  <a:pt x="3407" y="183765"/>
                </a:lnTo>
                <a:lnTo>
                  <a:pt x="3331" y="185246"/>
                </a:lnTo>
                <a:lnTo>
                  <a:pt x="3350" y="186727"/>
                </a:lnTo>
                <a:lnTo>
                  <a:pt x="3465" y="188202"/>
                </a:lnTo>
                <a:lnTo>
                  <a:pt x="3677" y="189667"/>
                </a:lnTo>
                <a:lnTo>
                  <a:pt x="3990" y="191115"/>
                </a:lnTo>
                <a:lnTo>
                  <a:pt x="4404" y="192541"/>
                </a:lnTo>
                <a:lnTo>
                  <a:pt x="4922" y="193940"/>
                </a:lnTo>
                <a:lnTo>
                  <a:pt x="5545" y="195307"/>
                </a:lnTo>
                <a:lnTo>
                  <a:pt x="6276" y="196635"/>
                </a:lnTo>
                <a:lnTo>
                  <a:pt x="7103" y="198150"/>
                </a:lnTo>
                <a:lnTo>
                  <a:pt x="8012" y="199556"/>
                </a:lnTo>
                <a:lnTo>
                  <a:pt x="8997" y="200855"/>
                </a:lnTo>
                <a:lnTo>
                  <a:pt x="10053" y="202049"/>
                </a:lnTo>
                <a:lnTo>
                  <a:pt x="11174" y="203137"/>
                </a:lnTo>
                <a:lnTo>
                  <a:pt x="12355" y="204120"/>
                </a:lnTo>
                <a:lnTo>
                  <a:pt x="13591" y="205000"/>
                </a:lnTo>
                <a:lnTo>
                  <a:pt x="14875" y="205777"/>
                </a:lnTo>
                <a:lnTo>
                  <a:pt x="16204" y="206453"/>
                </a:lnTo>
                <a:lnTo>
                  <a:pt x="17570" y="207028"/>
                </a:lnTo>
                <a:lnTo>
                  <a:pt x="18969" y="207503"/>
                </a:lnTo>
                <a:lnTo>
                  <a:pt x="20396" y="207879"/>
                </a:lnTo>
                <a:lnTo>
                  <a:pt x="21844" y="208157"/>
                </a:lnTo>
                <a:lnTo>
                  <a:pt x="23308" y="208338"/>
                </a:lnTo>
                <a:lnTo>
                  <a:pt x="24784" y="208422"/>
                </a:lnTo>
                <a:lnTo>
                  <a:pt x="26264" y="208411"/>
                </a:lnTo>
                <a:lnTo>
                  <a:pt x="27745" y="208306"/>
                </a:lnTo>
                <a:lnTo>
                  <a:pt x="29221" y="208108"/>
                </a:lnTo>
                <a:lnTo>
                  <a:pt x="30685" y="207816"/>
                </a:lnTo>
                <a:lnTo>
                  <a:pt x="32133" y="207433"/>
                </a:lnTo>
                <a:lnTo>
                  <a:pt x="33560" y="206959"/>
                </a:lnTo>
                <a:lnTo>
                  <a:pt x="34959" y="206396"/>
                </a:lnTo>
                <a:lnTo>
                  <a:pt x="36325" y="205743"/>
                </a:lnTo>
                <a:lnTo>
                  <a:pt x="37654" y="205002"/>
                </a:lnTo>
                <a:lnTo>
                  <a:pt x="209186" y="104593"/>
                </a:lnTo>
                <a:lnTo>
                  <a:pt x="37654" y="6276"/>
                </a:lnTo>
                <a:lnTo>
                  <a:pt x="36325" y="5535"/>
                </a:lnTo>
                <a:lnTo>
                  <a:pt x="34959" y="4882"/>
                </a:lnTo>
                <a:lnTo>
                  <a:pt x="33560" y="4319"/>
                </a:lnTo>
                <a:lnTo>
                  <a:pt x="32133" y="3845"/>
                </a:lnTo>
                <a:lnTo>
                  <a:pt x="30685" y="3462"/>
                </a:lnTo>
                <a:lnTo>
                  <a:pt x="29221" y="3170"/>
                </a:lnTo>
                <a:lnTo>
                  <a:pt x="27745" y="2972"/>
                </a:lnTo>
                <a:lnTo>
                  <a:pt x="26264" y="2867"/>
                </a:lnTo>
                <a:lnTo>
                  <a:pt x="24784" y="2856"/>
                </a:lnTo>
                <a:lnTo>
                  <a:pt x="23308" y="2940"/>
                </a:lnTo>
                <a:lnTo>
                  <a:pt x="21844" y="3121"/>
                </a:lnTo>
                <a:lnTo>
                  <a:pt x="20396" y="3399"/>
                </a:lnTo>
                <a:lnTo>
                  <a:pt x="18969" y="3775"/>
                </a:lnTo>
                <a:lnTo>
                  <a:pt x="17570" y="4250"/>
                </a:lnTo>
                <a:lnTo>
                  <a:pt x="16204" y="4825"/>
                </a:lnTo>
                <a:lnTo>
                  <a:pt x="14875" y="5501"/>
                </a:lnTo>
                <a:lnTo>
                  <a:pt x="13591" y="6278"/>
                </a:lnTo>
                <a:lnTo>
                  <a:pt x="12355" y="7158"/>
                </a:lnTo>
                <a:lnTo>
                  <a:pt x="11174" y="8142"/>
                </a:lnTo>
                <a:lnTo>
                  <a:pt x="10053" y="9229"/>
                </a:lnTo>
                <a:lnTo>
                  <a:pt x="8997" y="10423"/>
                </a:lnTo>
                <a:lnTo>
                  <a:pt x="8012" y="11722"/>
                </a:lnTo>
                <a:lnTo>
                  <a:pt x="7103" y="13128"/>
                </a:lnTo>
                <a:lnTo>
                  <a:pt x="6276" y="14643"/>
                </a:lnTo>
                <a:lnTo>
                  <a:pt x="5545" y="15961"/>
                </a:lnTo>
                <a:lnTo>
                  <a:pt x="4922" y="17298"/>
                </a:lnTo>
                <a:lnTo>
                  <a:pt x="4404" y="18651"/>
                </a:lnTo>
                <a:lnTo>
                  <a:pt x="3990" y="20018"/>
                </a:lnTo>
                <a:lnTo>
                  <a:pt x="3677" y="21396"/>
                </a:lnTo>
                <a:lnTo>
                  <a:pt x="3465" y="22782"/>
                </a:lnTo>
                <a:lnTo>
                  <a:pt x="3350" y="24173"/>
                </a:lnTo>
                <a:lnTo>
                  <a:pt x="3331" y="25567"/>
                </a:lnTo>
                <a:lnTo>
                  <a:pt x="3407" y="26961"/>
                </a:lnTo>
                <a:lnTo>
                  <a:pt x="3576" y="28353"/>
                </a:lnTo>
                <a:lnTo>
                  <a:pt x="3835" y="29739"/>
                </a:lnTo>
                <a:lnTo>
                  <a:pt x="4184" y="31116"/>
                </a:lnTo>
                <a:lnTo>
                  <a:pt x="4619" y="32483"/>
                </a:lnTo>
                <a:lnTo>
                  <a:pt x="5140" y="33837"/>
                </a:lnTo>
                <a:lnTo>
                  <a:pt x="5744" y="35174"/>
                </a:lnTo>
                <a:lnTo>
                  <a:pt x="6431" y="36491"/>
                </a:lnTo>
                <a:lnTo>
                  <a:pt x="7197" y="37787"/>
                </a:lnTo>
                <a:lnTo>
                  <a:pt x="8041" y="39059"/>
                </a:lnTo>
                <a:lnTo>
                  <a:pt x="8961" y="40303"/>
                </a:lnTo>
                <a:lnTo>
                  <a:pt x="9956" y="41518"/>
                </a:lnTo>
                <a:lnTo>
                  <a:pt x="11023" y="42699"/>
                </a:lnTo>
                <a:lnTo>
                  <a:pt x="12161" y="43846"/>
                </a:lnTo>
                <a:lnTo>
                  <a:pt x="13369" y="44954"/>
                </a:lnTo>
                <a:lnTo>
                  <a:pt x="14643" y="46021"/>
                </a:lnTo>
                <a:lnTo>
                  <a:pt x="76408" y="81583"/>
                </a:lnTo>
                <a:lnTo>
                  <a:pt x="25102" y="81583"/>
                </a:lnTo>
                <a:lnTo>
                  <a:pt x="25102" y="1276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23408-B224-434D-B14F-D660AEA9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607" y="1478194"/>
            <a:ext cx="748886" cy="1405731"/>
          </a:xfrm>
          <a:custGeom xmlns:a="http://schemas.openxmlformats.org/drawingml/2006/main">
            <a:pathLst>
              <a:path w="748886" h="1405731">
                <a:moveTo>
                  <a:pt x="181992" y="0"/>
                </a:moveTo>
                <a:lnTo>
                  <a:pt x="0" y="0"/>
                </a:lnTo>
                <a:lnTo>
                  <a:pt x="0" y="46021"/>
                </a:lnTo>
                <a:lnTo>
                  <a:pt x="181992" y="46021"/>
                </a:lnTo>
                <a:lnTo>
                  <a:pt x="181992" y="0"/>
                </a:lnTo>
                <a:close/>
                <a:moveTo>
                  <a:pt x="504139" y="0"/>
                </a:moveTo>
                <a:lnTo>
                  <a:pt x="320055" y="0"/>
                </a:lnTo>
                <a:lnTo>
                  <a:pt x="320055" y="46021"/>
                </a:lnTo>
                <a:lnTo>
                  <a:pt x="504139" y="46021"/>
                </a:lnTo>
                <a:lnTo>
                  <a:pt x="504139" y="0"/>
                </a:lnTo>
                <a:close/>
                <a:moveTo>
                  <a:pt x="748886" y="0"/>
                </a:moveTo>
                <a:lnTo>
                  <a:pt x="642202" y="0"/>
                </a:lnTo>
                <a:lnTo>
                  <a:pt x="642202" y="46021"/>
                </a:lnTo>
                <a:lnTo>
                  <a:pt x="702866" y="46021"/>
                </a:lnTo>
                <a:lnTo>
                  <a:pt x="702866" y="121328"/>
                </a:lnTo>
                <a:lnTo>
                  <a:pt x="748886" y="121328"/>
                </a:lnTo>
                <a:lnTo>
                  <a:pt x="748886" y="0"/>
                </a:lnTo>
                <a:close/>
                <a:moveTo>
                  <a:pt x="748886" y="443475"/>
                </a:moveTo>
                <a:lnTo>
                  <a:pt x="748886" y="259391"/>
                </a:lnTo>
                <a:lnTo>
                  <a:pt x="702866" y="259391"/>
                </a:lnTo>
                <a:lnTo>
                  <a:pt x="702866" y="443475"/>
                </a:lnTo>
                <a:lnTo>
                  <a:pt x="748886" y="443475"/>
                </a:lnTo>
                <a:close/>
                <a:moveTo>
                  <a:pt x="748886" y="763529"/>
                </a:moveTo>
                <a:lnTo>
                  <a:pt x="748886" y="579446"/>
                </a:lnTo>
                <a:lnTo>
                  <a:pt x="702866" y="579446"/>
                </a:lnTo>
                <a:lnTo>
                  <a:pt x="702866" y="763529"/>
                </a:lnTo>
                <a:lnTo>
                  <a:pt x="748886" y="763529"/>
                </a:lnTo>
                <a:close/>
                <a:moveTo>
                  <a:pt x="748886" y="1083584"/>
                </a:moveTo>
                <a:lnTo>
                  <a:pt x="748886" y="901592"/>
                </a:lnTo>
                <a:lnTo>
                  <a:pt x="702866" y="901592"/>
                </a:lnTo>
                <a:lnTo>
                  <a:pt x="702866" y="1083584"/>
                </a:lnTo>
                <a:lnTo>
                  <a:pt x="748886" y="1083584"/>
                </a:lnTo>
                <a:close/>
                <a:moveTo>
                  <a:pt x="748886" y="1405731"/>
                </a:moveTo>
                <a:lnTo>
                  <a:pt x="748886" y="1221647"/>
                </a:lnTo>
                <a:lnTo>
                  <a:pt x="702866" y="1221647"/>
                </a:lnTo>
                <a:lnTo>
                  <a:pt x="702866" y="1405731"/>
                </a:lnTo>
                <a:lnTo>
                  <a:pt x="748886" y="1405731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DAB68-216C-49FD-BE6E-4017CEE5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869" y="3021988"/>
            <a:ext cx="1972626" cy="181992"/>
          </a:xfrm>
          <a:custGeom xmlns:a="http://schemas.openxmlformats.org/drawingml/2006/main">
            <a:pathLst>
              <a:path w="1972626" h="181992">
                <a:moveTo>
                  <a:pt x="1972626" y="0"/>
                </a:moveTo>
                <a:lnTo>
                  <a:pt x="1926605" y="0"/>
                </a:lnTo>
                <a:lnTo>
                  <a:pt x="1926605" y="135971"/>
                </a:lnTo>
                <a:lnTo>
                  <a:pt x="1926605" y="158981"/>
                </a:lnTo>
                <a:lnTo>
                  <a:pt x="1926605" y="181992"/>
                </a:lnTo>
                <a:lnTo>
                  <a:pt x="1972626" y="181992"/>
                </a:lnTo>
                <a:lnTo>
                  <a:pt x="1972626" y="0"/>
                </a:lnTo>
                <a:close/>
                <a:moveTo>
                  <a:pt x="0" y="181992"/>
                </a:moveTo>
                <a:lnTo>
                  <a:pt x="184084" y="181992"/>
                </a:lnTo>
                <a:lnTo>
                  <a:pt x="184084" y="135971"/>
                </a:lnTo>
                <a:lnTo>
                  <a:pt x="0" y="135971"/>
                </a:lnTo>
                <a:lnTo>
                  <a:pt x="0" y="181992"/>
                </a:lnTo>
                <a:close/>
                <a:moveTo>
                  <a:pt x="320055" y="181992"/>
                </a:moveTo>
                <a:lnTo>
                  <a:pt x="504139" y="181992"/>
                </a:lnTo>
                <a:lnTo>
                  <a:pt x="504139" y="135971"/>
                </a:lnTo>
                <a:lnTo>
                  <a:pt x="320055" y="135971"/>
                </a:lnTo>
                <a:lnTo>
                  <a:pt x="320055" y="181992"/>
                </a:lnTo>
                <a:close/>
                <a:moveTo>
                  <a:pt x="642202" y="181992"/>
                </a:moveTo>
                <a:lnTo>
                  <a:pt x="826285" y="181992"/>
                </a:lnTo>
                <a:lnTo>
                  <a:pt x="826285" y="135971"/>
                </a:lnTo>
                <a:lnTo>
                  <a:pt x="642202" y="135971"/>
                </a:lnTo>
                <a:lnTo>
                  <a:pt x="642202" y="181992"/>
                </a:lnTo>
                <a:close/>
                <a:moveTo>
                  <a:pt x="962256" y="181992"/>
                </a:moveTo>
                <a:lnTo>
                  <a:pt x="1146340" y="181992"/>
                </a:lnTo>
                <a:lnTo>
                  <a:pt x="1146340" y="135971"/>
                </a:lnTo>
                <a:lnTo>
                  <a:pt x="962256" y="135971"/>
                </a:lnTo>
                <a:lnTo>
                  <a:pt x="962256" y="181992"/>
                </a:lnTo>
                <a:close/>
                <a:moveTo>
                  <a:pt x="1284403" y="181992"/>
                </a:moveTo>
                <a:lnTo>
                  <a:pt x="1468487" y="181992"/>
                </a:lnTo>
                <a:lnTo>
                  <a:pt x="1468487" y="135971"/>
                </a:lnTo>
                <a:lnTo>
                  <a:pt x="1284403" y="135971"/>
                </a:lnTo>
                <a:lnTo>
                  <a:pt x="1284403" y="181992"/>
                </a:lnTo>
                <a:close/>
                <a:moveTo>
                  <a:pt x="1604458" y="181992"/>
                </a:moveTo>
                <a:lnTo>
                  <a:pt x="1788542" y="181992"/>
                </a:lnTo>
                <a:lnTo>
                  <a:pt x="1788542" y="135971"/>
                </a:lnTo>
                <a:lnTo>
                  <a:pt x="1604458" y="135971"/>
                </a:lnTo>
                <a:lnTo>
                  <a:pt x="1604458" y="181992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DA8F5-46AA-4B8C-A750-9D54933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208" y="3157959"/>
            <a:ext cx="2108597" cy="46021"/>
          </a:xfrm>
          <a:custGeom xmlns:a="http://schemas.openxmlformats.org/drawingml/2006/main">
            <a:pathLst>
              <a:path w="2108597" h="46021">
                <a:moveTo>
                  <a:pt x="2108597" y="46021"/>
                </a:moveTo>
                <a:lnTo>
                  <a:pt x="1926605" y="46021"/>
                </a:lnTo>
                <a:lnTo>
                  <a:pt x="1926605" y="0"/>
                </a:lnTo>
                <a:lnTo>
                  <a:pt x="2108597" y="0"/>
                </a:lnTo>
                <a:lnTo>
                  <a:pt x="2108597" y="46021"/>
                </a:lnTo>
                <a:close/>
                <a:moveTo>
                  <a:pt x="1788542" y="46021"/>
                </a:moveTo>
                <a:lnTo>
                  <a:pt x="1604458" y="46021"/>
                </a:lnTo>
                <a:lnTo>
                  <a:pt x="1604458" y="0"/>
                </a:lnTo>
                <a:lnTo>
                  <a:pt x="1788542" y="0"/>
                </a:lnTo>
                <a:lnTo>
                  <a:pt x="1788542" y="46021"/>
                </a:lnTo>
                <a:close/>
                <a:moveTo>
                  <a:pt x="1466395" y="46021"/>
                </a:moveTo>
                <a:lnTo>
                  <a:pt x="1284403" y="46021"/>
                </a:lnTo>
                <a:lnTo>
                  <a:pt x="1284403" y="0"/>
                </a:lnTo>
                <a:lnTo>
                  <a:pt x="1466395" y="0"/>
                </a:lnTo>
                <a:lnTo>
                  <a:pt x="1466395" y="46021"/>
                </a:lnTo>
                <a:close/>
                <a:moveTo>
                  <a:pt x="1146340" y="46021"/>
                </a:moveTo>
                <a:lnTo>
                  <a:pt x="962256" y="46021"/>
                </a:lnTo>
                <a:lnTo>
                  <a:pt x="962256" y="0"/>
                </a:lnTo>
                <a:lnTo>
                  <a:pt x="1146340" y="0"/>
                </a:lnTo>
                <a:lnTo>
                  <a:pt x="1146340" y="46021"/>
                </a:lnTo>
                <a:close/>
                <a:moveTo>
                  <a:pt x="824193" y="46021"/>
                </a:moveTo>
                <a:lnTo>
                  <a:pt x="642202" y="46021"/>
                </a:lnTo>
                <a:lnTo>
                  <a:pt x="642202" y="0"/>
                </a:lnTo>
                <a:lnTo>
                  <a:pt x="824193" y="0"/>
                </a:lnTo>
                <a:lnTo>
                  <a:pt x="824193" y="46021"/>
                </a:lnTo>
                <a:close/>
                <a:moveTo>
                  <a:pt x="504139" y="46021"/>
                </a:moveTo>
                <a:lnTo>
                  <a:pt x="320055" y="46021"/>
                </a:lnTo>
                <a:lnTo>
                  <a:pt x="320055" y="0"/>
                </a:lnTo>
                <a:lnTo>
                  <a:pt x="504139" y="0"/>
                </a:lnTo>
                <a:lnTo>
                  <a:pt x="504139" y="46021"/>
                </a:lnTo>
                <a:close/>
                <a:moveTo>
                  <a:pt x="181992" y="46021"/>
                </a:moveTo>
                <a:lnTo>
                  <a:pt x="0" y="46021"/>
                </a:lnTo>
                <a:lnTo>
                  <a:pt x="0" y="0"/>
                </a:lnTo>
                <a:lnTo>
                  <a:pt x="181992" y="0"/>
                </a:lnTo>
                <a:lnTo>
                  <a:pt x="181992" y="46021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51896-4B87-4E87-A889-3ED7344B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458" y="3157959"/>
            <a:ext cx="2110688" cy="46021"/>
          </a:xfrm>
          <a:custGeom xmlns:a="http://schemas.openxmlformats.org/drawingml/2006/main">
            <a:pathLst>
              <a:path w="2110688" h="46021">
                <a:moveTo>
                  <a:pt x="2110688" y="46021"/>
                </a:moveTo>
                <a:lnTo>
                  <a:pt x="1926605" y="46021"/>
                </a:lnTo>
                <a:lnTo>
                  <a:pt x="1926605" y="0"/>
                </a:lnTo>
                <a:lnTo>
                  <a:pt x="2110688" y="0"/>
                </a:lnTo>
                <a:lnTo>
                  <a:pt x="2110688" y="46021"/>
                </a:lnTo>
                <a:close/>
                <a:moveTo>
                  <a:pt x="1790634" y="46021"/>
                </a:moveTo>
                <a:lnTo>
                  <a:pt x="1606550" y="46021"/>
                </a:lnTo>
                <a:lnTo>
                  <a:pt x="1606550" y="0"/>
                </a:lnTo>
                <a:lnTo>
                  <a:pt x="1790634" y="0"/>
                </a:lnTo>
                <a:lnTo>
                  <a:pt x="1790634" y="46021"/>
                </a:lnTo>
                <a:close/>
                <a:moveTo>
                  <a:pt x="1468487" y="46021"/>
                </a:moveTo>
                <a:lnTo>
                  <a:pt x="1284403" y="46021"/>
                </a:lnTo>
                <a:lnTo>
                  <a:pt x="1284403" y="0"/>
                </a:lnTo>
                <a:lnTo>
                  <a:pt x="1468487" y="0"/>
                </a:lnTo>
                <a:lnTo>
                  <a:pt x="1468487" y="46021"/>
                </a:lnTo>
                <a:close/>
                <a:moveTo>
                  <a:pt x="1148432" y="46021"/>
                </a:moveTo>
                <a:lnTo>
                  <a:pt x="964348" y="46021"/>
                </a:lnTo>
                <a:lnTo>
                  <a:pt x="964348" y="0"/>
                </a:lnTo>
                <a:lnTo>
                  <a:pt x="1148432" y="0"/>
                </a:lnTo>
                <a:lnTo>
                  <a:pt x="1148432" y="46021"/>
                </a:lnTo>
                <a:close/>
                <a:moveTo>
                  <a:pt x="826285" y="46021"/>
                </a:moveTo>
                <a:lnTo>
                  <a:pt x="642202" y="46021"/>
                </a:lnTo>
                <a:lnTo>
                  <a:pt x="642202" y="0"/>
                </a:lnTo>
                <a:lnTo>
                  <a:pt x="826285" y="0"/>
                </a:lnTo>
                <a:lnTo>
                  <a:pt x="826285" y="46021"/>
                </a:lnTo>
                <a:close/>
                <a:moveTo>
                  <a:pt x="506231" y="46021"/>
                </a:moveTo>
                <a:lnTo>
                  <a:pt x="322147" y="46021"/>
                </a:lnTo>
                <a:lnTo>
                  <a:pt x="322147" y="0"/>
                </a:lnTo>
                <a:lnTo>
                  <a:pt x="506231" y="0"/>
                </a:lnTo>
                <a:lnTo>
                  <a:pt x="506231" y="46021"/>
                </a:lnTo>
                <a:close/>
                <a:moveTo>
                  <a:pt x="184084" y="46021"/>
                </a:moveTo>
                <a:lnTo>
                  <a:pt x="0" y="46021"/>
                </a:lnTo>
                <a:lnTo>
                  <a:pt x="0" y="0"/>
                </a:lnTo>
                <a:lnTo>
                  <a:pt x="184084" y="0"/>
                </a:lnTo>
                <a:lnTo>
                  <a:pt x="184084" y="46021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4BC3D-D836-4693-B13E-2CB11610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798" y="3157959"/>
            <a:ext cx="2110688" cy="46021"/>
          </a:xfrm>
          <a:custGeom xmlns:a="http://schemas.openxmlformats.org/drawingml/2006/main">
            <a:pathLst>
              <a:path w="2110688" h="46021">
                <a:moveTo>
                  <a:pt x="2110688" y="46021"/>
                </a:moveTo>
                <a:lnTo>
                  <a:pt x="1926605" y="46021"/>
                </a:lnTo>
                <a:lnTo>
                  <a:pt x="1926605" y="0"/>
                </a:lnTo>
                <a:lnTo>
                  <a:pt x="2110688" y="0"/>
                </a:lnTo>
                <a:lnTo>
                  <a:pt x="2110688" y="46021"/>
                </a:lnTo>
                <a:close/>
                <a:moveTo>
                  <a:pt x="1788542" y="46021"/>
                </a:moveTo>
                <a:lnTo>
                  <a:pt x="1606550" y="46021"/>
                </a:lnTo>
                <a:lnTo>
                  <a:pt x="1606550" y="0"/>
                </a:lnTo>
                <a:lnTo>
                  <a:pt x="1788542" y="0"/>
                </a:lnTo>
                <a:lnTo>
                  <a:pt x="1788542" y="46021"/>
                </a:lnTo>
                <a:close/>
                <a:moveTo>
                  <a:pt x="1468487" y="46021"/>
                </a:moveTo>
                <a:lnTo>
                  <a:pt x="1284403" y="46021"/>
                </a:lnTo>
                <a:lnTo>
                  <a:pt x="1284403" y="0"/>
                </a:lnTo>
                <a:lnTo>
                  <a:pt x="1468487" y="0"/>
                </a:lnTo>
                <a:lnTo>
                  <a:pt x="1468487" y="46021"/>
                </a:lnTo>
                <a:close/>
                <a:moveTo>
                  <a:pt x="1146340" y="46021"/>
                </a:moveTo>
                <a:lnTo>
                  <a:pt x="964348" y="46021"/>
                </a:lnTo>
                <a:lnTo>
                  <a:pt x="964348" y="0"/>
                </a:lnTo>
                <a:lnTo>
                  <a:pt x="1146340" y="0"/>
                </a:lnTo>
                <a:lnTo>
                  <a:pt x="1146340" y="46021"/>
                </a:lnTo>
                <a:close/>
                <a:moveTo>
                  <a:pt x="826285" y="46021"/>
                </a:moveTo>
                <a:lnTo>
                  <a:pt x="642202" y="46021"/>
                </a:lnTo>
                <a:lnTo>
                  <a:pt x="642202" y="0"/>
                </a:lnTo>
                <a:lnTo>
                  <a:pt x="826285" y="0"/>
                </a:lnTo>
                <a:lnTo>
                  <a:pt x="826285" y="46021"/>
                </a:lnTo>
                <a:close/>
                <a:moveTo>
                  <a:pt x="504139" y="46021"/>
                </a:moveTo>
                <a:lnTo>
                  <a:pt x="322147" y="46021"/>
                </a:lnTo>
                <a:lnTo>
                  <a:pt x="322147" y="0"/>
                </a:lnTo>
                <a:lnTo>
                  <a:pt x="504139" y="0"/>
                </a:lnTo>
                <a:lnTo>
                  <a:pt x="504139" y="46021"/>
                </a:lnTo>
                <a:close/>
                <a:moveTo>
                  <a:pt x="184084" y="46021"/>
                </a:moveTo>
                <a:lnTo>
                  <a:pt x="0" y="46021"/>
                </a:lnTo>
                <a:lnTo>
                  <a:pt x="0" y="0"/>
                </a:lnTo>
                <a:lnTo>
                  <a:pt x="184084" y="0"/>
                </a:lnTo>
                <a:lnTo>
                  <a:pt x="184084" y="46021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77434-6489-42EE-B18C-4AD0D634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138" y="3157959"/>
            <a:ext cx="2108597" cy="46021"/>
          </a:xfrm>
          <a:custGeom xmlns:a="http://schemas.openxmlformats.org/drawingml/2006/main">
            <a:pathLst>
              <a:path w="2108597" h="46021">
                <a:moveTo>
                  <a:pt x="2108597" y="46021"/>
                </a:moveTo>
                <a:lnTo>
                  <a:pt x="1926605" y="46021"/>
                </a:lnTo>
                <a:lnTo>
                  <a:pt x="1926605" y="0"/>
                </a:lnTo>
                <a:lnTo>
                  <a:pt x="2108597" y="0"/>
                </a:lnTo>
                <a:lnTo>
                  <a:pt x="2108597" y="46021"/>
                </a:lnTo>
                <a:close/>
                <a:moveTo>
                  <a:pt x="1788542" y="46021"/>
                </a:moveTo>
                <a:lnTo>
                  <a:pt x="1604458" y="46021"/>
                </a:lnTo>
                <a:lnTo>
                  <a:pt x="1604458" y="0"/>
                </a:lnTo>
                <a:lnTo>
                  <a:pt x="1788542" y="0"/>
                </a:lnTo>
                <a:lnTo>
                  <a:pt x="1788542" y="46021"/>
                </a:lnTo>
                <a:close/>
                <a:moveTo>
                  <a:pt x="1468487" y="46021"/>
                </a:moveTo>
                <a:lnTo>
                  <a:pt x="1284403" y="46021"/>
                </a:lnTo>
                <a:lnTo>
                  <a:pt x="1284403" y="0"/>
                </a:lnTo>
                <a:lnTo>
                  <a:pt x="1468487" y="0"/>
                </a:lnTo>
                <a:lnTo>
                  <a:pt x="1468487" y="46021"/>
                </a:lnTo>
                <a:close/>
                <a:moveTo>
                  <a:pt x="1146340" y="46021"/>
                </a:moveTo>
                <a:lnTo>
                  <a:pt x="962256" y="46021"/>
                </a:lnTo>
                <a:lnTo>
                  <a:pt x="962256" y="0"/>
                </a:lnTo>
                <a:lnTo>
                  <a:pt x="1146340" y="0"/>
                </a:lnTo>
                <a:lnTo>
                  <a:pt x="1146340" y="46021"/>
                </a:lnTo>
                <a:close/>
                <a:moveTo>
                  <a:pt x="826285" y="46021"/>
                </a:moveTo>
                <a:lnTo>
                  <a:pt x="642202" y="46021"/>
                </a:lnTo>
                <a:lnTo>
                  <a:pt x="642202" y="0"/>
                </a:lnTo>
                <a:lnTo>
                  <a:pt x="826285" y="0"/>
                </a:lnTo>
                <a:lnTo>
                  <a:pt x="826285" y="46021"/>
                </a:lnTo>
                <a:close/>
                <a:moveTo>
                  <a:pt x="504139" y="46021"/>
                </a:moveTo>
                <a:lnTo>
                  <a:pt x="320055" y="46021"/>
                </a:lnTo>
                <a:lnTo>
                  <a:pt x="320055" y="0"/>
                </a:lnTo>
                <a:lnTo>
                  <a:pt x="504139" y="0"/>
                </a:lnTo>
                <a:lnTo>
                  <a:pt x="504139" y="46021"/>
                </a:lnTo>
                <a:close/>
                <a:moveTo>
                  <a:pt x="184084" y="46021"/>
                </a:moveTo>
                <a:lnTo>
                  <a:pt x="0" y="46021"/>
                </a:lnTo>
                <a:lnTo>
                  <a:pt x="0" y="0"/>
                </a:lnTo>
                <a:lnTo>
                  <a:pt x="184084" y="0"/>
                </a:lnTo>
                <a:lnTo>
                  <a:pt x="184084" y="46021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0ADAC-1E15-4875-A4B2-34B96747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79" y="3157959"/>
            <a:ext cx="2108597" cy="46021"/>
          </a:xfrm>
          <a:custGeom xmlns:a="http://schemas.openxmlformats.org/drawingml/2006/main">
            <a:pathLst>
              <a:path w="2108597" h="46021">
                <a:moveTo>
                  <a:pt x="2108597" y="46021"/>
                </a:moveTo>
                <a:lnTo>
                  <a:pt x="1924513" y="46021"/>
                </a:lnTo>
                <a:lnTo>
                  <a:pt x="1924513" y="0"/>
                </a:lnTo>
                <a:lnTo>
                  <a:pt x="2108597" y="0"/>
                </a:lnTo>
                <a:lnTo>
                  <a:pt x="2108597" y="46021"/>
                </a:lnTo>
                <a:close/>
                <a:moveTo>
                  <a:pt x="1788542" y="46021"/>
                </a:moveTo>
                <a:lnTo>
                  <a:pt x="1604458" y="46021"/>
                </a:lnTo>
                <a:lnTo>
                  <a:pt x="1604458" y="0"/>
                </a:lnTo>
                <a:lnTo>
                  <a:pt x="1788542" y="0"/>
                </a:lnTo>
                <a:lnTo>
                  <a:pt x="1788542" y="46021"/>
                </a:lnTo>
                <a:close/>
                <a:moveTo>
                  <a:pt x="1466395" y="46021"/>
                </a:moveTo>
                <a:lnTo>
                  <a:pt x="1284403" y="46021"/>
                </a:lnTo>
                <a:lnTo>
                  <a:pt x="1284403" y="0"/>
                </a:lnTo>
                <a:lnTo>
                  <a:pt x="1466395" y="0"/>
                </a:lnTo>
                <a:lnTo>
                  <a:pt x="1466395" y="46021"/>
                </a:lnTo>
                <a:close/>
                <a:moveTo>
                  <a:pt x="1146340" y="46021"/>
                </a:moveTo>
                <a:lnTo>
                  <a:pt x="962256" y="46021"/>
                </a:lnTo>
                <a:lnTo>
                  <a:pt x="962256" y="0"/>
                </a:lnTo>
                <a:lnTo>
                  <a:pt x="1146340" y="0"/>
                </a:lnTo>
                <a:lnTo>
                  <a:pt x="1146340" y="46021"/>
                </a:lnTo>
                <a:close/>
                <a:moveTo>
                  <a:pt x="824193" y="46021"/>
                </a:moveTo>
                <a:lnTo>
                  <a:pt x="642202" y="46021"/>
                </a:lnTo>
                <a:lnTo>
                  <a:pt x="642202" y="0"/>
                </a:lnTo>
                <a:lnTo>
                  <a:pt x="824193" y="0"/>
                </a:lnTo>
                <a:lnTo>
                  <a:pt x="824193" y="46021"/>
                </a:lnTo>
                <a:close/>
                <a:moveTo>
                  <a:pt x="504139" y="46021"/>
                </a:moveTo>
                <a:lnTo>
                  <a:pt x="320055" y="46021"/>
                </a:lnTo>
                <a:lnTo>
                  <a:pt x="320055" y="0"/>
                </a:lnTo>
                <a:lnTo>
                  <a:pt x="504139" y="0"/>
                </a:lnTo>
                <a:lnTo>
                  <a:pt x="504139" y="46021"/>
                </a:lnTo>
                <a:close/>
                <a:moveTo>
                  <a:pt x="181992" y="46021"/>
                </a:moveTo>
                <a:lnTo>
                  <a:pt x="0" y="46021"/>
                </a:lnTo>
                <a:lnTo>
                  <a:pt x="0" y="0"/>
                </a:lnTo>
                <a:lnTo>
                  <a:pt x="181992" y="0"/>
                </a:lnTo>
                <a:lnTo>
                  <a:pt x="181992" y="46021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ADFF2-0A14-428E-83D8-CB2AA4CD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2" y="3157959"/>
            <a:ext cx="633834" cy="1790634"/>
          </a:xfrm>
          <a:custGeom xmlns:a="http://schemas.openxmlformats.org/drawingml/2006/main">
            <a:pathLst>
              <a:path w="633834" h="1790634">
                <a:moveTo>
                  <a:pt x="129695" y="46021"/>
                </a:moveTo>
                <a:lnTo>
                  <a:pt x="311687" y="46021"/>
                </a:lnTo>
                <a:lnTo>
                  <a:pt x="311687" y="0"/>
                </a:lnTo>
                <a:lnTo>
                  <a:pt x="129695" y="0"/>
                </a:lnTo>
                <a:lnTo>
                  <a:pt x="129695" y="46021"/>
                </a:lnTo>
                <a:close/>
                <a:moveTo>
                  <a:pt x="449750" y="46021"/>
                </a:moveTo>
                <a:lnTo>
                  <a:pt x="633834" y="46021"/>
                </a:lnTo>
                <a:lnTo>
                  <a:pt x="633834" y="0"/>
                </a:lnTo>
                <a:lnTo>
                  <a:pt x="449750" y="0"/>
                </a:lnTo>
                <a:lnTo>
                  <a:pt x="449750" y="46021"/>
                </a:lnTo>
                <a:close/>
                <a:moveTo>
                  <a:pt x="46021" y="238472"/>
                </a:moveTo>
                <a:lnTo>
                  <a:pt x="46021" y="54388"/>
                </a:lnTo>
                <a:lnTo>
                  <a:pt x="0" y="54388"/>
                </a:lnTo>
                <a:lnTo>
                  <a:pt x="0" y="238472"/>
                </a:lnTo>
                <a:lnTo>
                  <a:pt x="46021" y="238472"/>
                </a:lnTo>
                <a:close/>
                <a:moveTo>
                  <a:pt x="46021" y="376535"/>
                </a:moveTo>
                <a:lnTo>
                  <a:pt x="0" y="376535"/>
                </a:lnTo>
                <a:lnTo>
                  <a:pt x="0" y="558527"/>
                </a:lnTo>
                <a:lnTo>
                  <a:pt x="46021" y="558527"/>
                </a:lnTo>
                <a:lnTo>
                  <a:pt x="46021" y="376535"/>
                </a:lnTo>
                <a:close/>
                <a:moveTo>
                  <a:pt x="46021" y="696590"/>
                </a:moveTo>
                <a:lnTo>
                  <a:pt x="0" y="696590"/>
                </a:lnTo>
                <a:lnTo>
                  <a:pt x="0" y="880674"/>
                </a:lnTo>
                <a:lnTo>
                  <a:pt x="46021" y="880674"/>
                </a:lnTo>
                <a:lnTo>
                  <a:pt x="46021" y="696590"/>
                </a:lnTo>
                <a:close/>
                <a:moveTo>
                  <a:pt x="46021" y="1200729"/>
                </a:moveTo>
                <a:lnTo>
                  <a:pt x="46021" y="1016645"/>
                </a:lnTo>
                <a:lnTo>
                  <a:pt x="0" y="1016645"/>
                </a:lnTo>
                <a:lnTo>
                  <a:pt x="0" y="1200729"/>
                </a:lnTo>
                <a:lnTo>
                  <a:pt x="46021" y="1200729"/>
                </a:lnTo>
                <a:close/>
                <a:moveTo>
                  <a:pt x="46021" y="1522875"/>
                </a:moveTo>
                <a:lnTo>
                  <a:pt x="46021" y="1338791"/>
                </a:lnTo>
                <a:lnTo>
                  <a:pt x="0" y="1338791"/>
                </a:lnTo>
                <a:lnTo>
                  <a:pt x="0" y="1522875"/>
                </a:lnTo>
                <a:lnTo>
                  <a:pt x="46021" y="1522875"/>
                </a:lnTo>
                <a:close/>
                <a:moveTo>
                  <a:pt x="0" y="1790634"/>
                </a:moveTo>
                <a:lnTo>
                  <a:pt x="98317" y="1790634"/>
                </a:lnTo>
                <a:lnTo>
                  <a:pt x="98317" y="1744613"/>
                </a:lnTo>
                <a:lnTo>
                  <a:pt x="46021" y="1744613"/>
                </a:lnTo>
                <a:lnTo>
                  <a:pt x="46021" y="1658846"/>
                </a:lnTo>
                <a:lnTo>
                  <a:pt x="0" y="1658846"/>
                </a:lnTo>
                <a:lnTo>
                  <a:pt x="0" y="1790634"/>
                </a:lnTo>
                <a:close/>
                <a:moveTo>
                  <a:pt x="236380" y="1744613"/>
                </a:moveTo>
                <a:lnTo>
                  <a:pt x="236380" y="1790634"/>
                </a:lnTo>
                <a:lnTo>
                  <a:pt x="420464" y="1790634"/>
                </a:lnTo>
                <a:lnTo>
                  <a:pt x="420464" y="1744613"/>
                </a:lnTo>
                <a:lnTo>
                  <a:pt x="236380" y="1744613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8622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2026-09-08T02:24:29.7660000Z</dcterms:created>
  <dcterms:modified xsi:type="dcterms:W3CDTF">2026-09-08T02:24:29.7660000Z</dcterms:modified>
</coreProperties>
</file>